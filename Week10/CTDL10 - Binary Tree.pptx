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Acme"/>
      <p:regular r:id="rId22"/>
    </p:embeddedFont>
    <p:embeddedFont>
      <p:font typeface="Lora"/>
      <p:regular r:id="rId23"/>
      <p:bold r:id="rId24"/>
      <p:italic r:id="rId25"/>
      <p:boldItalic r:id="rId26"/>
    </p:embeddedFont>
    <p:embeddedFont>
      <p:font typeface="Atomic Age"/>
      <p:regular r:id="rId27"/>
    </p:embeddedFont>
    <p:embeddedFont>
      <p:font typeface="Yuji Syuku"/>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cme-regular.fntdata"/><Relationship Id="rId21" Type="http://schemas.openxmlformats.org/officeDocument/2006/relationships/slide" Target="slides/slide16.xml"/><Relationship Id="rId24" Type="http://schemas.openxmlformats.org/officeDocument/2006/relationships/font" Target="fonts/Lora-bold.fntdata"/><Relationship Id="rId23" Type="http://schemas.openxmlformats.org/officeDocument/2006/relationships/font" Target="fonts/Lora-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ora-boldItalic.fntdata"/><Relationship Id="rId25" Type="http://schemas.openxmlformats.org/officeDocument/2006/relationships/font" Target="fonts/Lora-italic.fntdata"/><Relationship Id="rId28" Type="http://schemas.openxmlformats.org/officeDocument/2006/relationships/font" Target="fonts/YujiSyuku-regular.fntdata"/><Relationship Id="rId27" Type="http://schemas.openxmlformats.org/officeDocument/2006/relationships/font" Target="fonts/AtomicAge-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Biên soạn: Phạm Huy Lâm (K16)</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Kiểm duyệt: Hà Văn Thảo (GV)</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5" name="Google Shape;1365;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2ae0a2f43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2ae0a2f43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g2ae0a2f436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0" name="Google Shape;1420;g2ae0a2f436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g2ae0a2f4366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4" name="Google Shape;1444;g2ae0a2f436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2ae0a2f436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2ae0a2f436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g2adac50e76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2" name="Google Shape;1472;g2adac50e76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2adac50e76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0" name="Google Shape;1480;g2adac50e76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2adac50e76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2adac50e76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2adac50e76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2adac50e76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2ae0a2f436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g2ae0a2f436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2ae0a2f4366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7" name="Google Shape;1517;g2ae0a2f4366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g2ae0a2f4366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7" name="Google Shape;1527;g2ae0a2f4366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2ae0a2f4366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7" name="Google Shape;1537;g2ae0a2f4366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2ae0a2f4366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3" name="Google Shape;1543;g2ae0a2f4366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2aff65b45f6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9" name="Google Shape;1549;g2aff65b45f6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rot="-1190196">
            <a:off x="6870502" y="-2286248"/>
            <a:ext cx="2769875" cy="5887187"/>
          </a:xfrm>
          <a:prstGeom prst="rect">
            <a:avLst/>
          </a:prstGeom>
          <a:noFill/>
          <a:ln>
            <a:noFill/>
          </a:ln>
        </p:spPr>
      </p:pic>
      <p:grpSp>
        <p:nvGrpSpPr>
          <p:cNvPr id="10" name="Google Shape;10;p2"/>
          <p:cNvGrpSpPr/>
          <p:nvPr/>
        </p:nvGrpSpPr>
        <p:grpSpPr>
          <a:xfrm>
            <a:off x="228600" y="228600"/>
            <a:ext cx="8686800" cy="4686300"/>
            <a:chOff x="228600" y="228600"/>
            <a:chExt cx="8686800" cy="4686300"/>
          </a:xfrm>
        </p:grpSpPr>
        <p:sp>
          <p:nvSpPr>
            <p:cNvPr id="11" name="Google Shape;11;p2"/>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12" name="Google Shape;12;p2"/>
            <p:cNvGrpSpPr/>
            <p:nvPr/>
          </p:nvGrpSpPr>
          <p:grpSpPr>
            <a:xfrm>
              <a:off x="7523018" y="3559446"/>
              <a:ext cx="1210878" cy="1218588"/>
              <a:chOff x="3478843" y="2914852"/>
              <a:chExt cx="309830" cy="311795"/>
            </a:xfrm>
          </p:grpSpPr>
          <p:sp>
            <p:nvSpPr>
              <p:cNvPr id="13" name="Google Shape;13;p2"/>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 name="Google Shape;14;p2"/>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 name="Google Shape;15;p2"/>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 name="Google Shape;17;p2"/>
            <p:cNvGrpSpPr/>
            <p:nvPr/>
          </p:nvGrpSpPr>
          <p:grpSpPr>
            <a:xfrm>
              <a:off x="333904" y="3559446"/>
              <a:ext cx="1210874" cy="1218588"/>
              <a:chOff x="2083365" y="2914852"/>
              <a:chExt cx="309829" cy="311795"/>
            </a:xfrm>
          </p:grpSpPr>
          <p:sp>
            <p:nvSpPr>
              <p:cNvPr id="18" name="Google Shape;18;p2"/>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 name="Google Shape;20;p2"/>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 name="Google Shape;21;p2"/>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 name="Google Shape;22;p2"/>
            <p:cNvGrpSpPr/>
            <p:nvPr/>
          </p:nvGrpSpPr>
          <p:grpSpPr>
            <a:xfrm>
              <a:off x="333904" y="365653"/>
              <a:ext cx="1210874" cy="1218592"/>
              <a:chOff x="2083365" y="2107621"/>
              <a:chExt cx="309829" cy="311796"/>
            </a:xfrm>
          </p:grpSpPr>
          <p:sp>
            <p:nvSpPr>
              <p:cNvPr id="23" name="Google Shape;23;p2"/>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2"/>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 name="Google Shape;27;p2"/>
            <p:cNvGrpSpPr/>
            <p:nvPr/>
          </p:nvGrpSpPr>
          <p:grpSpPr>
            <a:xfrm>
              <a:off x="7599218" y="365653"/>
              <a:ext cx="1210878" cy="1218592"/>
              <a:chOff x="3498340" y="2107621"/>
              <a:chExt cx="309830" cy="311796"/>
            </a:xfrm>
          </p:grpSpPr>
          <p:sp>
            <p:nvSpPr>
              <p:cNvPr id="28" name="Google Shape;28;p2"/>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2"/>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2"/>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2" name="Google Shape;32;p2"/>
          <p:cNvSpPr txBox="1"/>
          <p:nvPr>
            <p:ph type="ctrTitle"/>
          </p:nvPr>
        </p:nvSpPr>
        <p:spPr>
          <a:xfrm>
            <a:off x="2949075" y="1247250"/>
            <a:ext cx="5239800" cy="21732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33" name="Google Shape;33;p2"/>
          <p:cNvSpPr txBox="1"/>
          <p:nvPr>
            <p:ph idx="1" type="subTitle"/>
          </p:nvPr>
        </p:nvSpPr>
        <p:spPr>
          <a:xfrm>
            <a:off x="2949075" y="3420450"/>
            <a:ext cx="52398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34" name="Google Shape;34;p2"/>
          <p:cNvGrpSpPr/>
          <p:nvPr/>
        </p:nvGrpSpPr>
        <p:grpSpPr>
          <a:xfrm>
            <a:off x="3515797" y="124728"/>
            <a:ext cx="3895032" cy="4882393"/>
            <a:chOff x="3515797" y="124728"/>
            <a:chExt cx="3895032" cy="4882393"/>
          </a:xfrm>
        </p:grpSpPr>
        <p:grpSp>
          <p:nvGrpSpPr>
            <p:cNvPr id="35" name="Google Shape;35;p2"/>
            <p:cNvGrpSpPr/>
            <p:nvPr/>
          </p:nvGrpSpPr>
          <p:grpSpPr>
            <a:xfrm>
              <a:off x="3515797" y="4445303"/>
              <a:ext cx="1959488" cy="561818"/>
              <a:chOff x="3145882" y="4325705"/>
              <a:chExt cx="2852239" cy="817784"/>
            </a:xfrm>
          </p:grpSpPr>
          <p:sp>
            <p:nvSpPr>
              <p:cNvPr id="36" name="Google Shape;36;p2"/>
              <p:cNvSpPr/>
              <p:nvPr/>
            </p:nvSpPr>
            <p:spPr>
              <a:xfrm>
                <a:off x="3148371" y="4328269"/>
                <a:ext cx="2847350" cy="812355"/>
              </a:xfrm>
              <a:custGeom>
                <a:rect b="b" l="l" r="r" t="t"/>
                <a:pathLst>
                  <a:path extrusionOk="0" h="812355" w="2847350">
                    <a:moveTo>
                      <a:pt x="1381933" y="220145"/>
                    </a:moveTo>
                    <a:lnTo>
                      <a:pt x="1392540" y="217218"/>
                    </a:lnTo>
                    <a:cubicBezTo>
                      <a:pt x="1402598" y="172596"/>
                      <a:pt x="1414760" y="127607"/>
                      <a:pt x="1438077" y="88380"/>
                    </a:cubicBezTo>
                    <a:cubicBezTo>
                      <a:pt x="1461577" y="49060"/>
                      <a:pt x="1497879" y="15502"/>
                      <a:pt x="1542136" y="4346"/>
                    </a:cubicBezTo>
                    <a:cubicBezTo>
                      <a:pt x="1574231" y="-3700"/>
                      <a:pt x="1608247" y="323"/>
                      <a:pt x="1640159" y="9101"/>
                    </a:cubicBezTo>
                    <a:cubicBezTo>
                      <a:pt x="1693926" y="23823"/>
                      <a:pt x="1745132" y="52261"/>
                      <a:pt x="1780245" y="95420"/>
                    </a:cubicBezTo>
                    <a:cubicBezTo>
                      <a:pt x="1804294" y="124956"/>
                      <a:pt x="1820113" y="161532"/>
                      <a:pt x="1823771" y="199113"/>
                    </a:cubicBezTo>
                    <a:cubicBezTo>
                      <a:pt x="1919600" y="197468"/>
                      <a:pt x="2010857" y="273637"/>
                      <a:pt x="2026036" y="368369"/>
                    </a:cubicBezTo>
                    <a:cubicBezTo>
                      <a:pt x="2074682" y="324660"/>
                      <a:pt x="2155241" y="343223"/>
                      <a:pt x="2204619" y="386017"/>
                    </a:cubicBezTo>
                    <a:cubicBezTo>
                      <a:pt x="2254179" y="428811"/>
                      <a:pt x="2283897" y="489709"/>
                      <a:pt x="2324131" y="541099"/>
                    </a:cubicBezTo>
                    <a:cubicBezTo>
                      <a:pt x="2364547" y="592489"/>
                      <a:pt x="2425446" y="637660"/>
                      <a:pt x="2490094" y="627236"/>
                    </a:cubicBezTo>
                    <a:cubicBezTo>
                      <a:pt x="2522007" y="622115"/>
                      <a:pt x="2550262" y="603919"/>
                      <a:pt x="2580071" y="591300"/>
                    </a:cubicBezTo>
                    <a:cubicBezTo>
                      <a:pt x="2666939" y="554906"/>
                      <a:pt x="2773193" y="569080"/>
                      <a:pt x="2847350" y="627236"/>
                    </a:cubicBezTo>
                    <a:cubicBezTo>
                      <a:pt x="2764049" y="598432"/>
                      <a:pt x="2679741" y="658051"/>
                      <a:pt x="2598268" y="691701"/>
                    </a:cubicBezTo>
                    <a:cubicBezTo>
                      <a:pt x="2462754" y="747662"/>
                      <a:pt x="2282525" y="718127"/>
                      <a:pt x="2207087" y="592397"/>
                    </a:cubicBezTo>
                    <a:cubicBezTo>
                      <a:pt x="2206356" y="661434"/>
                      <a:pt x="2136039" y="718858"/>
                      <a:pt x="2067184" y="712823"/>
                    </a:cubicBezTo>
                    <a:cubicBezTo>
                      <a:pt x="2026402" y="709165"/>
                      <a:pt x="1989552" y="686031"/>
                      <a:pt x="1964771" y="653387"/>
                    </a:cubicBezTo>
                    <a:cubicBezTo>
                      <a:pt x="1946758" y="692158"/>
                      <a:pt x="1906250" y="719864"/>
                      <a:pt x="1863456" y="721876"/>
                    </a:cubicBezTo>
                    <a:cubicBezTo>
                      <a:pt x="1817919" y="724070"/>
                      <a:pt x="1772199" y="697096"/>
                      <a:pt x="1752173" y="655948"/>
                    </a:cubicBezTo>
                    <a:cubicBezTo>
                      <a:pt x="1749613" y="712275"/>
                      <a:pt x="1712854" y="764029"/>
                      <a:pt x="1662928" y="790182"/>
                    </a:cubicBezTo>
                    <a:cubicBezTo>
                      <a:pt x="1613184" y="816425"/>
                      <a:pt x="1552468" y="818436"/>
                      <a:pt x="1499159" y="801154"/>
                    </a:cubicBezTo>
                    <a:cubicBezTo>
                      <a:pt x="1423355" y="776923"/>
                      <a:pt x="1360170" y="712275"/>
                      <a:pt x="1344808" y="634094"/>
                    </a:cubicBezTo>
                    <a:cubicBezTo>
                      <a:pt x="1341516" y="616994"/>
                      <a:pt x="1340602" y="599255"/>
                      <a:pt x="1342248" y="581973"/>
                    </a:cubicBezTo>
                    <a:lnTo>
                      <a:pt x="1338956" y="581607"/>
                    </a:lnTo>
                    <a:cubicBezTo>
                      <a:pt x="1284641" y="619097"/>
                      <a:pt x="1202893" y="608765"/>
                      <a:pt x="1159642" y="558838"/>
                    </a:cubicBezTo>
                    <a:cubicBezTo>
                      <a:pt x="1179485" y="626412"/>
                      <a:pt x="1146932" y="707520"/>
                      <a:pt x="1082924" y="737055"/>
                    </a:cubicBezTo>
                    <a:cubicBezTo>
                      <a:pt x="1018825" y="766590"/>
                      <a:pt x="931682" y="734311"/>
                      <a:pt x="907633" y="668201"/>
                    </a:cubicBezTo>
                    <a:lnTo>
                      <a:pt x="891449" y="662897"/>
                    </a:lnTo>
                    <a:cubicBezTo>
                      <a:pt x="878921" y="700388"/>
                      <a:pt x="845911" y="730654"/>
                      <a:pt x="807049" y="739067"/>
                    </a:cubicBezTo>
                    <a:cubicBezTo>
                      <a:pt x="762793" y="748576"/>
                      <a:pt x="713781" y="728460"/>
                      <a:pt x="688635" y="690787"/>
                    </a:cubicBezTo>
                    <a:cubicBezTo>
                      <a:pt x="684246" y="684019"/>
                      <a:pt x="680222" y="676613"/>
                      <a:pt x="673181" y="672773"/>
                    </a:cubicBezTo>
                    <a:cubicBezTo>
                      <a:pt x="660654" y="666006"/>
                      <a:pt x="645475" y="674418"/>
                      <a:pt x="632948" y="681368"/>
                    </a:cubicBezTo>
                    <a:cubicBezTo>
                      <a:pt x="506669" y="752417"/>
                      <a:pt x="349484" y="705782"/>
                      <a:pt x="212598" y="657685"/>
                    </a:cubicBezTo>
                    <a:cubicBezTo>
                      <a:pt x="120426" y="625407"/>
                      <a:pt x="13259" y="575663"/>
                      <a:pt x="0" y="478920"/>
                    </a:cubicBezTo>
                    <a:cubicBezTo>
                      <a:pt x="132862" y="642871"/>
                      <a:pt x="400507" y="674601"/>
                      <a:pt x="567934" y="546128"/>
                    </a:cubicBezTo>
                    <a:cubicBezTo>
                      <a:pt x="586130" y="532321"/>
                      <a:pt x="603687" y="516044"/>
                      <a:pt x="612008" y="494739"/>
                    </a:cubicBezTo>
                    <a:cubicBezTo>
                      <a:pt x="621883" y="470142"/>
                      <a:pt x="618226" y="441703"/>
                      <a:pt x="628193" y="417106"/>
                    </a:cubicBezTo>
                    <a:cubicBezTo>
                      <a:pt x="641452" y="384279"/>
                      <a:pt x="677388" y="364437"/>
                      <a:pt x="712775" y="362608"/>
                    </a:cubicBezTo>
                    <a:cubicBezTo>
                      <a:pt x="748162" y="360596"/>
                      <a:pt x="782544" y="373947"/>
                      <a:pt x="813359" y="391411"/>
                    </a:cubicBezTo>
                    <a:cubicBezTo>
                      <a:pt x="804032" y="330238"/>
                      <a:pt x="839602" y="265133"/>
                      <a:pt x="895929" y="239621"/>
                    </a:cubicBezTo>
                    <a:cubicBezTo>
                      <a:pt x="952256" y="214110"/>
                      <a:pt x="1024768" y="230477"/>
                      <a:pt x="1064453" y="277843"/>
                    </a:cubicBezTo>
                    <a:cubicBezTo>
                      <a:pt x="1071403" y="286073"/>
                      <a:pt x="1076980" y="295309"/>
                      <a:pt x="1081369" y="305367"/>
                    </a:cubicBezTo>
                    <a:lnTo>
                      <a:pt x="1082833" y="304818"/>
                    </a:lnTo>
                    <a:cubicBezTo>
                      <a:pt x="1101578" y="242731"/>
                      <a:pt x="1155344" y="192621"/>
                      <a:pt x="1218530" y="178174"/>
                    </a:cubicBezTo>
                    <a:cubicBezTo>
                      <a:pt x="1275405" y="165281"/>
                      <a:pt x="1338224" y="181648"/>
                      <a:pt x="1381933" y="219871"/>
                    </a:cubicBezTo>
                    <a:close/>
                    <a:moveTo>
                      <a:pt x="895838" y="618274"/>
                    </a:moveTo>
                    <a:cubicBezTo>
                      <a:pt x="891266" y="582521"/>
                      <a:pt x="867766" y="548871"/>
                      <a:pt x="833384" y="539911"/>
                    </a:cubicBezTo>
                    <a:cubicBezTo>
                      <a:pt x="789493" y="528571"/>
                      <a:pt x="738104" y="570543"/>
                      <a:pt x="748436" y="614617"/>
                    </a:cubicBezTo>
                    <a:cubicBezTo>
                      <a:pt x="758678" y="658691"/>
                      <a:pt x="835122" y="666372"/>
                      <a:pt x="848106" y="623029"/>
                    </a:cubicBezTo>
                    <a:lnTo>
                      <a:pt x="895838" y="6182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 name="Google Shape;37;p2"/>
              <p:cNvSpPr/>
              <p:nvPr/>
            </p:nvSpPr>
            <p:spPr>
              <a:xfrm>
                <a:off x="3895444" y="4866328"/>
                <a:ext cx="148764" cy="113852"/>
              </a:xfrm>
              <a:custGeom>
                <a:rect b="b" l="l" r="r" t="t"/>
                <a:pathLst>
                  <a:path extrusionOk="0" h="113852" w="148764">
                    <a:moveTo>
                      <a:pt x="148765" y="80215"/>
                    </a:moveTo>
                    <a:lnTo>
                      <a:pt x="101033" y="84970"/>
                    </a:lnTo>
                    <a:cubicBezTo>
                      <a:pt x="88048" y="128313"/>
                      <a:pt x="11604" y="120723"/>
                      <a:pt x="1363" y="76558"/>
                    </a:cubicBezTo>
                    <a:cubicBezTo>
                      <a:pt x="-9061" y="32484"/>
                      <a:pt x="42328" y="-9396"/>
                      <a:pt x="86311" y="1851"/>
                    </a:cubicBezTo>
                    <a:cubicBezTo>
                      <a:pt x="120784" y="10812"/>
                      <a:pt x="144284" y="44462"/>
                      <a:pt x="148765" y="80215"/>
                    </a:cubicBez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 name="Google Shape;38;p2"/>
              <p:cNvSpPr/>
              <p:nvPr/>
            </p:nvSpPr>
            <p:spPr>
              <a:xfrm>
                <a:off x="4538096" y="4325705"/>
                <a:ext cx="437429" cy="423823"/>
              </a:xfrm>
              <a:custGeom>
                <a:rect b="b" l="l" r="r" t="t"/>
                <a:pathLst>
                  <a:path extrusionOk="0" h="423823" w="437429">
                    <a:moveTo>
                      <a:pt x="241381" y="226274"/>
                    </a:moveTo>
                    <a:cubicBezTo>
                      <a:pt x="207823" y="202409"/>
                      <a:pt x="166401" y="226091"/>
                      <a:pt x="150582" y="259101"/>
                    </a:cubicBezTo>
                    <a:cubicBezTo>
                      <a:pt x="133391" y="294854"/>
                      <a:pt x="135860" y="340391"/>
                      <a:pt x="156617" y="374224"/>
                    </a:cubicBezTo>
                    <a:cubicBezTo>
                      <a:pt x="177373" y="408057"/>
                      <a:pt x="217241" y="425522"/>
                      <a:pt x="257109" y="423693"/>
                    </a:cubicBezTo>
                    <a:cubicBezTo>
                      <a:pt x="299537" y="421682"/>
                      <a:pt x="337302" y="399553"/>
                      <a:pt x="366380" y="369561"/>
                    </a:cubicBezTo>
                    <a:cubicBezTo>
                      <a:pt x="397378" y="337648"/>
                      <a:pt x="424627" y="295586"/>
                      <a:pt x="433863" y="251603"/>
                    </a:cubicBezTo>
                    <a:cubicBezTo>
                      <a:pt x="443098" y="207621"/>
                      <a:pt x="433771" y="164552"/>
                      <a:pt x="413106" y="126971"/>
                    </a:cubicBezTo>
                    <a:cubicBezTo>
                      <a:pt x="392440" y="89388"/>
                      <a:pt x="357876" y="57659"/>
                      <a:pt x="319288" y="36536"/>
                    </a:cubicBezTo>
                    <a:cubicBezTo>
                      <a:pt x="280701" y="15414"/>
                      <a:pt x="231140" y="-1045"/>
                      <a:pt x="184963" y="52"/>
                    </a:cubicBezTo>
                    <a:cubicBezTo>
                      <a:pt x="135220" y="1241"/>
                      <a:pt x="92151" y="27666"/>
                      <a:pt x="61976" y="66346"/>
                    </a:cubicBezTo>
                    <a:cubicBezTo>
                      <a:pt x="27595" y="110420"/>
                      <a:pt x="12141" y="165466"/>
                      <a:pt x="71" y="219142"/>
                    </a:cubicBezTo>
                    <a:cubicBezTo>
                      <a:pt x="-660" y="222525"/>
                      <a:pt x="4460" y="223897"/>
                      <a:pt x="5192" y="220605"/>
                    </a:cubicBezTo>
                    <a:cubicBezTo>
                      <a:pt x="23571" y="141235"/>
                      <a:pt x="53015" y="47783"/>
                      <a:pt x="136408" y="15048"/>
                    </a:cubicBezTo>
                    <a:cubicBezTo>
                      <a:pt x="178471" y="-1503"/>
                      <a:pt x="225288" y="5904"/>
                      <a:pt x="267076" y="19803"/>
                    </a:cubicBezTo>
                    <a:cubicBezTo>
                      <a:pt x="305664" y="32696"/>
                      <a:pt x="342240" y="52904"/>
                      <a:pt x="371409" y="81433"/>
                    </a:cubicBezTo>
                    <a:cubicBezTo>
                      <a:pt x="400579" y="109962"/>
                      <a:pt x="421610" y="146813"/>
                      <a:pt x="429108" y="187138"/>
                    </a:cubicBezTo>
                    <a:cubicBezTo>
                      <a:pt x="437337" y="231120"/>
                      <a:pt x="426273" y="273092"/>
                      <a:pt x="403870" y="311130"/>
                    </a:cubicBezTo>
                    <a:cubicBezTo>
                      <a:pt x="364917" y="377242"/>
                      <a:pt x="289845" y="443170"/>
                      <a:pt x="207823" y="411166"/>
                    </a:cubicBezTo>
                    <a:cubicBezTo>
                      <a:pt x="163475" y="393884"/>
                      <a:pt x="140706" y="346518"/>
                      <a:pt x="144547" y="300524"/>
                    </a:cubicBezTo>
                    <a:cubicBezTo>
                      <a:pt x="146467" y="277938"/>
                      <a:pt x="154513" y="254438"/>
                      <a:pt x="171064" y="238436"/>
                    </a:cubicBezTo>
                    <a:cubicBezTo>
                      <a:pt x="189169" y="220879"/>
                      <a:pt x="217699" y="215301"/>
                      <a:pt x="239736" y="229017"/>
                    </a:cubicBezTo>
                    <a:cubicBezTo>
                      <a:pt x="241381" y="230023"/>
                      <a:pt x="242753" y="227555"/>
                      <a:pt x="241290" y="226457"/>
                    </a:cubicBezTo>
                    <a:lnTo>
                      <a:pt x="241290" y="2264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2"/>
              <p:cNvSpPr/>
              <p:nvPr/>
            </p:nvSpPr>
            <p:spPr>
              <a:xfrm>
                <a:off x="4229325" y="4499841"/>
                <a:ext cx="316084" cy="135065"/>
              </a:xfrm>
              <a:custGeom>
                <a:rect b="b" l="l" r="r" t="t"/>
                <a:pathLst>
                  <a:path extrusionOk="0" h="135065" w="316084">
                    <a:moveTo>
                      <a:pt x="315790" y="61192"/>
                    </a:moveTo>
                    <a:cubicBezTo>
                      <a:pt x="270985" y="10626"/>
                      <a:pt x="197376" y="-11229"/>
                      <a:pt x="132088" y="5596"/>
                    </a:cubicBezTo>
                    <a:cubicBezTo>
                      <a:pt x="72377" y="20958"/>
                      <a:pt x="14221" y="71433"/>
                      <a:pt x="48" y="132972"/>
                    </a:cubicBezTo>
                    <a:cubicBezTo>
                      <a:pt x="-409" y="135167"/>
                      <a:pt x="2517" y="135898"/>
                      <a:pt x="3340" y="133887"/>
                    </a:cubicBezTo>
                    <a:cubicBezTo>
                      <a:pt x="15227" y="104169"/>
                      <a:pt x="29949" y="77377"/>
                      <a:pt x="53449" y="55065"/>
                    </a:cubicBezTo>
                    <a:cubicBezTo>
                      <a:pt x="76949" y="32754"/>
                      <a:pt x="103375" y="18032"/>
                      <a:pt x="133368" y="10259"/>
                    </a:cubicBezTo>
                    <a:cubicBezTo>
                      <a:pt x="198016" y="-6474"/>
                      <a:pt x="267510" y="16112"/>
                      <a:pt x="313870" y="63021"/>
                    </a:cubicBezTo>
                    <a:cubicBezTo>
                      <a:pt x="315059" y="64209"/>
                      <a:pt x="316888" y="62380"/>
                      <a:pt x="315699" y="61192"/>
                    </a:cubicBezTo>
                    <a:lnTo>
                      <a:pt x="315699" y="61192"/>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2"/>
              <p:cNvSpPr/>
              <p:nvPr/>
            </p:nvSpPr>
            <p:spPr>
              <a:xfrm>
                <a:off x="3145882" y="4554078"/>
                <a:ext cx="1096795" cy="517821"/>
              </a:xfrm>
              <a:custGeom>
                <a:rect b="b" l="l" r="r" t="t"/>
                <a:pathLst>
                  <a:path extrusionOk="0" h="517821" w="1096795">
                    <a:moveTo>
                      <a:pt x="952916" y="146949"/>
                    </a:moveTo>
                    <a:cubicBezTo>
                      <a:pt x="948618" y="186268"/>
                      <a:pt x="988395" y="211780"/>
                      <a:pt x="1023782" y="212329"/>
                    </a:cubicBezTo>
                    <a:cubicBezTo>
                      <a:pt x="1068313" y="213060"/>
                      <a:pt x="1095654" y="173467"/>
                      <a:pt x="1096751" y="131952"/>
                    </a:cubicBezTo>
                    <a:cubicBezTo>
                      <a:pt x="1099586" y="24053"/>
                      <a:pt x="965443" y="-33919"/>
                      <a:pt x="880038" y="21127"/>
                    </a:cubicBezTo>
                    <a:cubicBezTo>
                      <a:pt x="832307" y="51942"/>
                      <a:pt x="805698" y="110281"/>
                      <a:pt x="813470" y="166425"/>
                    </a:cubicBezTo>
                    <a:lnTo>
                      <a:pt x="817036" y="163682"/>
                    </a:lnTo>
                    <a:cubicBezTo>
                      <a:pt x="784758" y="145577"/>
                      <a:pt x="747907" y="131130"/>
                      <a:pt x="710143" y="134970"/>
                    </a:cubicBezTo>
                    <a:cubicBezTo>
                      <a:pt x="681522" y="137896"/>
                      <a:pt x="652901" y="151795"/>
                      <a:pt x="636259" y="175844"/>
                    </a:cubicBezTo>
                    <a:cubicBezTo>
                      <a:pt x="614314" y="207665"/>
                      <a:pt x="625744" y="249910"/>
                      <a:pt x="604895" y="282188"/>
                    </a:cubicBezTo>
                    <a:cubicBezTo>
                      <a:pt x="586699" y="310443"/>
                      <a:pt x="554512" y="330743"/>
                      <a:pt x="525708" y="346928"/>
                    </a:cubicBezTo>
                    <a:cubicBezTo>
                      <a:pt x="418906" y="406730"/>
                      <a:pt x="285495" y="411759"/>
                      <a:pt x="171653" y="369514"/>
                    </a:cubicBezTo>
                    <a:cubicBezTo>
                      <a:pt x="106639" y="345374"/>
                      <a:pt x="48117" y="305323"/>
                      <a:pt x="4135" y="251465"/>
                    </a:cubicBezTo>
                    <a:cubicBezTo>
                      <a:pt x="2397" y="249362"/>
                      <a:pt x="-255" y="251739"/>
                      <a:pt x="20" y="253842"/>
                    </a:cubicBezTo>
                    <a:cubicBezTo>
                      <a:pt x="14924" y="354518"/>
                      <a:pt x="123647" y="402067"/>
                      <a:pt x="208503" y="432333"/>
                    </a:cubicBezTo>
                    <a:cubicBezTo>
                      <a:pt x="318505" y="471561"/>
                      <a:pt x="442041" y="512709"/>
                      <a:pt x="559724" y="486831"/>
                    </a:cubicBezTo>
                    <a:cubicBezTo>
                      <a:pt x="588070" y="480613"/>
                      <a:pt x="614222" y="469823"/>
                      <a:pt x="639734" y="456016"/>
                    </a:cubicBezTo>
                    <a:cubicBezTo>
                      <a:pt x="645952" y="452633"/>
                      <a:pt x="652444" y="449066"/>
                      <a:pt x="659485" y="447695"/>
                    </a:cubicBezTo>
                    <a:cubicBezTo>
                      <a:pt x="673384" y="445043"/>
                      <a:pt x="680242" y="453181"/>
                      <a:pt x="687100" y="463331"/>
                    </a:cubicBezTo>
                    <a:cubicBezTo>
                      <a:pt x="694781" y="474670"/>
                      <a:pt x="703193" y="484728"/>
                      <a:pt x="714166" y="493049"/>
                    </a:cubicBezTo>
                    <a:cubicBezTo>
                      <a:pt x="753120" y="523041"/>
                      <a:pt x="807984" y="526699"/>
                      <a:pt x="849132" y="499084"/>
                    </a:cubicBezTo>
                    <a:cubicBezTo>
                      <a:pt x="890280" y="471469"/>
                      <a:pt x="910396" y="424378"/>
                      <a:pt x="898052" y="378109"/>
                    </a:cubicBezTo>
                    <a:cubicBezTo>
                      <a:pt x="886988" y="336687"/>
                      <a:pt x="847851" y="300019"/>
                      <a:pt x="802589" y="312089"/>
                    </a:cubicBezTo>
                    <a:cubicBezTo>
                      <a:pt x="762172" y="322971"/>
                      <a:pt x="723859" y="378383"/>
                      <a:pt x="762812" y="413039"/>
                    </a:cubicBezTo>
                    <a:cubicBezTo>
                      <a:pt x="788781" y="436082"/>
                      <a:pt x="840628" y="434985"/>
                      <a:pt x="852881" y="397769"/>
                    </a:cubicBezTo>
                    <a:cubicBezTo>
                      <a:pt x="853886" y="394751"/>
                      <a:pt x="849132" y="393471"/>
                      <a:pt x="848126" y="396488"/>
                    </a:cubicBezTo>
                    <a:cubicBezTo>
                      <a:pt x="835964" y="433613"/>
                      <a:pt x="779089" y="430139"/>
                      <a:pt x="759337" y="401883"/>
                    </a:cubicBezTo>
                    <a:cubicBezTo>
                      <a:pt x="729711" y="359547"/>
                      <a:pt x="785581" y="310535"/>
                      <a:pt x="826912" y="314924"/>
                    </a:cubicBezTo>
                    <a:cubicBezTo>
                      <a:pt x="876655" y="320136"/>
                      <a:pt x="903813" y="378658"/>
                      <a:pt x="895034" y="423463"/>
                    </a:cubicBezTo>
                    <a:cubicBezTo>
                      <a:pt x="885708" y="471378"/>
                      <a:pt x="842274" y="510514"/>
                      <a:pt x="793262" y="513166"/>
                    </a:cubicBezTo>
                    <a:cubicBezTo>
                      <a:pt x="768299" y="514538"/>
                      <a:pt x="743153" y="507131"/>
                      <a:pt x="722579" y="493140"/>
                    </a:cubicBezTo>
                    <a:cubicBezTo>
                      <a:pt x="711972" y="485917"/>
                      <a:pt x="702645" y="476956"/>
                      <a:pt x="695238" y="466532"/>
                    </a:cubicBezTo>
                    <a:cubicBezTo>
                      <a:pt x="689477" y="458393"/>
                      <a:pt x="684997" y="448609"/>
                      <a:pt x="675396" y="444312"/>
                    </a:cubicBezTo>
                    <a:cubicBezTo>
                      <a:pt x="656102" y="435716"/>
                      <a:pt x="633882" y="454461"/>
                      <a:pt x="617423" y="462234"/>
                    </a:cubicBezTo>
                    <a:cubicBezTo>
                      <a:pt x="593100" y="473755"/>
                      <a:pt x="567039" y="481345"/>
                      <a:pt x="540522" y="485460"/>
                    </a:cubicBezTo>
                    <a:cubicBezTo>
                      <a:pt x="432988" y="502284"/>
                      <a:pt x="323443" y="467172"/>
                      <a:pt x="223042" y="432150"/>
                    </a:cubicBezTo>
                    <a:cubicBezTo>
                      <a:pt x="136265" y="401883"/>
                      <a:pt x="20319" y="356347"/>
                      <a:pt x="4957" y="252470"/>
                    </a:cubicBezTo>
                    <a:lnTo>
                      <a:pt x="843" y="254848"/>
                    </a:lnTo>
                    <a:cubicBezTo>
                      <a:pt x="76281" y="347203"/>
                      <a:pt x="193598" y="397860"/>
                      <a:pt x="311647" y="401700"/>
                    </a:cubicBezTo>
                    <a:cubicBezTo>
                      <a:pt x="371266" y="403621"/>
                      <a:pt x="431434" y="393745"/>
                      <a:pt x="486663" y="371068"/>
                    </a:cubicBezTo>
                    <a:cubicBezTo>
                      <a:pt x="513638" y="360004"/>
                      <a:pt x="539333" y="345922"/>
                      <a:pt x="563016" y="328915"/>
                    </a:cubicBezTo>
                    <a:cubicBezTo>
                      <a:pt x="589442" y="309895"/>
                      <a:pt x="614222" y="287583"/>
                      <a:pt x="621446" y="254482"/>
                    </a:cubicBezTo>
                    <a:cubicBezTo>
                      <a:pt x="626384" y="231896"/>
                      <a:pt x="624921" y="207665"/>
                      <a:pt x="635619" y="186542"/>
                    </a:cubicBezTo>
                    <a:cubicBezTo>
                      <a:pt x="644855" y="168254"/>
                      <a:pt x="661771" y="154904"/>
                      <a:pt x="680516" y="147223"/>
                    </a:cubicBezTo>
                    <a:cubicBezTo>
                      <a:pt x="725596" y="128661"/>
                      <a:pt x="774425" y="145211"/>
                      <a:pt x="814659" y="167797"/>
                    </a:cubicBezTo>
                    <a:cubicBezTo>
                      <a:pt x="816670" y="168986"/>
                      <a:pt x="818499" y="167066"/>
                      <a:pt x="818225" y="165054"/>
                    </a:cubicBezTo>
                    <a:cubicBezTo>
                      <a:pt x="811733" y="118419"/>
                      <a:pt x="830295" y="70230"/>
                      <a:pt x="865134" y="38684"/>
                    </a:cubicBezTo>
                    <a:cubicBezTo>
                      <a:pt x="899972" y="7137"/>
                      <a:pt x="950539" y="-2922"/>
                      <a:pt x="996076" y="10063"/>
                    </a:cubicBezTo>
                    <a:cubicBezTo>
                      <a:pt x="1041613" y="23048"/>
                      <a:pt x="1076543" y="54686"/>
                      <a:pt x="1088339" y="99126"/>
                    </a:cubicBezTo>
                    <a:cubicBezTo>
                      <a:pt x="1098854" y="138628"/>
                      <a:pt x="1087790" y="193583"/>
                      <a:pt x="1042801" y="205745"/>
                    </a:cubicBezTo>
                    <a:cubicBezTo>
                      <a:pt x="1005128" y="215894"/>
                      <a:pt x="952002" y="191206"/>
                      <a:pt x="956391" y="146857"/>
                    </a:cubicBezTo>
                    <a:cubicBezTo>
                      <a:pt x="956574" y="144571"/>
                      <a:pt x="953099" y="144663"/>
                      <a:pt x="952916" y="146857"/>
                    </a:cubicBezTo>
                    <a:lnTo>
                      <a:pt x="952916" y="146857"/>
                    </a:lnTo>
                    <a:close/>
                  </a:path>
                </a:pathLst>
              </a:custGeom>
              <a:solidFill>
                <a:schemeClr val="dk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2"/>
              <p:cNvSpPr/>
              <p:nvPr/>
            </p:nvSpPr>
            <p:spPr>
              <a:xfrm>
                <a:off x="4054453" y="4884953"/>
                <a:ext cx="435121" cy="193813"/>
              </a:xfrm>
              <a:custGeom>
                <a:rect b="b" l="l" r="r" t="t"/>
                <a:pathLst>
                  <a:path extrusionOk="0" h="193813" w="435121">
                    <a:moveTo>
                      <a:pt x="88" y="112065"/>
                    </a:moveTo>
                    <a:cubicBezTo>
                      <a:pt x="18285" y="163271"/>
                      <a:pt x="72875" y="194087"/>
                      <a:pt x="125818" y="193812"/>
                    </a:cubicBezTo>
                    <a:cubicBezTo>
                      <a:pt x="184340" y="193538"/>
                      <a:pt x="232163" y="152756"/>
                      <a:pt x="251823" y="99172"/>
                    </a:cubicBezTo>
                    <a:cubicBezTo>
                      <a:pt x="263253" y="67991"/>
                      <a:pt x="264899" y="33701"/>
                      <a:pt x="255938" y="1697"/>
                    </a:cubicBezTo>
                    <a:lnTo>
                      <a:pt x="252006" y="3983"/>
                    </a:lnTo>
                    <a:cubicBezTo>
                      <a:pt x="296903" y="54732"/>
                      <a:pt x="377919" y="64973"/>
                      <a:pt x="434063" y="27117"/>
                    </a:cubicBezTo>
                    <a:cubicBezTo>
                      <a:pt x="436532" y="25471"/>
                      <a:pt x="434246" y="21356"/>
                      <a:pt x="431685" y="23094"/>
                    </a:cubicBezTo>
                    <a:cubicBezTo>
                      <a:pt x="377187" y="59853"/>
                      <a:pt x="298823" y="49886"/>
                      <a:pt x="255297" y="691"/>
                    </a:cubicBezTo>
                    <a:cubicBezTo>
                      <a:pt x="253743" y="-1046"/>
                      <a:pt x="250817" y="782"/>
                      <a:pt x="251366" y="2977"/>
                    </a:cubicBezTo>
                    <a:cubicBezTo>
                      <a:pt x="270477" y="70734"/>
                      <a:pt x="238381" y="153579"/>
                      <a:pt x="170807" y="180736"/>
                    </a:cubicBezTo>
                    <a:cubicBezTo>
                      <a:pt x="107896" y="206065"/>
                      <a:pt x="28618" y="174427"/>
                      <a:pt x="3197" y="111242"/>
                    </a:cubicBezTo>
                    <a:cubicBezTo>
                      <a:pt x="2466" y="109413"/>
                      <a:pt x="-552" y="110145"/>
                      <a:pt x="88" y="112065"/>
                    </a:cubicBezTo>
                    <a:lnTo>
                      <a:pt x="88" y="112065"/>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2"/>
              <p:cNvSpPr/>
              <p:nvPr/>
            </p:nvSpPr>
            <p:spPr>
              <a:xfrm>
                <a:off x="4487824" y="4759273"/>
                <a:ext cx="631353" cy="384216"/>
              </a:xfrm>
              <a:custGeom>
                <a:rect b="b" l="l" r="r" t="t"/>
                <a:pathLst>
                  <a:path extrusionOk="0" h="384216" w="631353">
                    <a:moveTo>
                      <a:pt x="97892" y="275"/>
                    </a:moveTo>
                    <a:cubicBezTo>
                      <a:pt x="51898" y="23044"/>
                      <a:pt x="19802" y="67392"/>
                      <a:pt x="6544" y="116404"/>
                    </a:cubicBezTo>
                    <a:cubicBezTo>
                      <a:pt x="-6715" y="165416"/>
                      <a:pt x="326" y="220463"/>
                      <a:pt x="26295" y="265817"/>
                    </a:cubicBezTo>
                    <a:cubicBezTo>
                      <a:pt x="82256" y="363658"/>
                      <a:pt x="213472" y="414499"/>
                      <a:pt x="317988" y="365029"/>
                    </a:cubicBezTo>
                    <a:cubicBezTo>
                      <a:pt x="372121" y="339426"/>
                      <a:pt x="411806" y="285477"/>
                      <a:pt x="415280" y="225126"/>
                    </a:cubicBezTo>
                    <a:lnTo>
                      <a:pt x="410526" y="226406"/>
                    </a:lnTo>
                    <a:cubicBezTo>
                      <a:pt x="432105" y="269109"/>
                      <a:pt x="479288" y="297181"/>
                      <a:pt x="527386" y="293432"/>
                    </a:cubicBezTo>
                    <a:cubicBezTo>
                      <a:pt x="575483" y="289683"/>
                      <a:pt x="614437" y="258136"/>
                      <a:pt x="631170" y="215342"/>
                    </a:cubicBezTo>
                    <a:cubicBezTo>
                      <a:pt x="632359" y="212233"/>
                      <a:pt x="627421" y="210953"/>
                      <a:pt x="626232" y="213971"/>
                    </a:cubicBezTo>
                    <a:cubicBezTo>
                      <a:pt x="609956" y="255576"/>
                      <a:pt x="569082" y="286299"/>
                      <a:pt x="524186" y="288494"/>
                    </a:cubicBezTo>
                    <a:cubicBezTo>
                      <a:pt x="479288" y="290689"/>
                      <a:pt x="435306" y="263988"/>
                      <a:pt x="415006" y="223755"/>
                    </a:cubicBezTo>
                    <a:cubicBezTo>
                      <a:pt x="413817" y="221377"/>
                      <a:pt x="410343" y="222658"/>
                      <a:pt x="410251" y="225035"/>
                    </a:cubicBezTo>
                    <a:cubicBezTo>
                      <a:pt x="407234" y="278619"/>
                      <a:pt x="374315" y="327173"/>
                      <a:pt x="328321" y="353874"/>
                    </a:cubicBezTo>
                    <a:cubicBezTo>
                      <a:pt x="277480" y="383409"/>
                      <a:pt x="213838" y="385421"/>
                      <a:pt x="158791" y="367315"/>
                    </a:cubicBezTo>
                    <a:cubicBezTo>
                      <a:pt x="62139" y="335494"/>
                      <a:pt x="-11562" y="237013"/>
                      <a:pt x="7641" y="133321"/>
                    </a:cubicBezTo>
                    <a:cubicBezTo>
                      <a:pt x="17791" y="78640"/>
                      <a:pt x="50709" y="29902"/>
                      <a:pt x="99721" y="3019"/>
                    </a:cubicBezTo>
                    <a:cubicBezTo>
                      <a:pt x="101550" y="2013"/>
                      <a:pt x="99904" y="-731"/>
                      <a:pt x="98075" y="184"/>
                    </a:cubicBezTo>
                    <a:lnTo>
                      <a:pt x="98075" y="184"/>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2"/>
              <p:cNvSpPr/>
              <p:nvPr/>
            </p:nvSpPr>
            <p:spPr>
              <a:xfrm>
                <a:off x="4969193" y="4524808"/>
                <a:ext cx="1028928" cy="524756"/>
              </a:xfrm>
              <a:custGeom>
                <a:rect b="b" l="l" r="r" t="t"/>
                <a:pathLst>
                  <a:path extrusionOk="0" h="524756" w="1028928">
                    <a:moveTo>
                      <a:pt x="197442" y="367237"/>
                    </a:moveTo>
                    <a:cubicBezTo>
                      <a:pt x="238498" y="400704"/>
                      <a:pt x="303146" y="356539"/>
                      <a:pt x="301409" y="307710"/>
                    </a:cubicBezTo>
                    <a:cubicBezTo>
                      <a:pt x="299306" y="250377"/>
                      <a:pt x="226794" y="223128"/>
                      <a:pt x="179428" y="241781"/>
                    </a:cubicBezTo>
                    <a:cubicBezTo>
                      <a:pt x="119901" y="265190"/>
                      <a:pt x="98229" y="340719"/>
                      <a:pt x="112677" y="398326"/>
                    </a:cubicBezTo>
                    <a:cubicBezTo>
                      <a:pt x="128039" y="459866"/>
                      <a:pt x="181897" y="513175"/>
                      <a:pt x="246454" y="518662"/>
                    </a:cubicBezTo>
                    <a:cubicBezTo>
                      <a:pt x="316497" y="524605"/>
                      <a:pt x="386723" y="467181"/>
                      <a:pt x="388734" y="395858"/>
                    </a:cubicBezTo>
                    <a:lnTo>
                      <a:pt x="384345" y="397047"/>
                    </a:lnTo>
                    <a:cubicBezTo>
                      <a:pt x="427322" y="467821"/>
                      <a:pt x="503583" y="508786"/>
                      <a:pt x="584142" y="520765"/>
                    </a:cubicBezTo>
                    <a:cubicBezTo>
                      <a:pt x="625107" y="526891"/>
                      <a:pt x="667078" y="525885"/>
                      <a:pt x="707860" y="518296"/>
                    </a:cubicBezTo>
                    <a:cubicBezTo>
                      <a:pt x="755683" y="509335"/>
                      <a:pt x="798568" y="488944"/>
                      <a:pt x="842185" y="468187"/>
                    </a:cubicBezTo>
                    <a:cubicBezTo>
                      <a:pt x="898970" y="441121"/>
                      <a:pt x="962429" y="412042"/>
                      <a:pt x="1025980" y="433165"/>
                    </a:cubicBezTo>
                    <a:cubicBezTo>
                      <a:pt x="1028814" y="434080"/>
                      <a:pt x="1029912" y="430239"/>
                      <a:pt x="1027900" y="428685"/>
                    </a:cubicBezTo>
                    <a:cubicBezTo>
                      <a:pt x="978888" y="390920"/>
                      <a:pt x="917258" y="371352"/>
                      <a:pt x="855444" y="372541"/>
                    </a:cubicBezTo>
                    <a:cubicBezTo>
                      <a:pt x="824080" y="373180"/>
                      <a:pt x="792716" y="379033"/>
                      <a:pt x="763547" y="390554"/>
                    </a:cubicBezTo>
                    <a:cubicBezTo>
                      <a:pt x="730994" y="403447"/>
                      <a:pt x="700819" y="424204"/>
                      <a:pt x="665432" y="428776"/>
                    </a:cubicBezTo>
                    <a:cubicBezTo>
                      <a:pt x="594383" y="438103"/>
                      <a:pt x="534033" y="382691"/>
                      <a:pt x="495262" y="329746"/>
                    </a:cubicBezTo>
                    <a:cubicBezTo>
                      <a:pt x="456491" y="276803"/>
                      <a:pt x="426133" y="215721"/>
                      <a:pt x="372367" y="177316"/>
                    </a:cubicBezTo>
                    <a:cubicBezTo>
                      <a:pt x="324178" y="142935"/>
                      <a:pt x="251849" y="128030"/>
                      <a:pt x="203568" y="170093"/>
                    </a:cubicBezTo>
                    <a:lnTo>
                      <a:pt x="207683" y="171190"/>
                    </a:lnTo>
                    <a:cubicBezTo>
                      <a:pt x="191407" y="74538"/>
                      <a:pt x="100333" y="-1175"/>
                      <a:pt x="2400" y="14"/>
                    </a:cubicBezTo>
                    <a:cubicBezTo>
                      <a:pt x="-800" y="14"/>
                      <a:pt x="-800" y="4952"/>
                      <a:pt x="2400" y="4952"/>
                    </a:cubicBezTo>
                    <a:cubicBezTo>
                      <a:pt x="98321" y="3763"/>
                      <a:pt x="186926" y="77921"/>
                      <a:pt x="202928" y="172470"/>
                    </a:cubicBezTo>
                    <a:cubicBezTo>
                      <a:pt x="203294" y="174390"/>
                      <a:pt x="205763" y="174665"/>
                      <a:pt x="207043" y="173567"/>
                    </a:cubicBezTo>
                    <a:cubicBezTo>
                      <a:pt x="255232" y="131596"/>
                      <a:pt x="328475" y="149610"/>
                      <a:pt x="374835" y="185271"/>
                    </a:cubicBezTo>
                    <a:cubicBezTo>
                      <a:pt x="427871" y="226145"/>
                      <a:pt x="457863" y="289147"/>
                      <a:pt x="497822" y="341268"/>
                    </a:cubicBezTo>
                    <a:cubicBezTo>
                      <a:pt x="532478" y="386531"/>
                      <a:pt x="582039" y="429873"/>
                      <a:pt x="641383" y="434263"/>
                    </a:cubicBezTo>
                    <a:cubicBezTo>
                      <a:pt x="672656" y="436549"/>
                      <a:pt x="701093" y="425027"/>
                      <a:pt x="728708" y="411768"/>
                    </a:cubicBezTo>
                    <a:cubicBezTo>
                      <a:pt x="758518" y="397412"/>
                      <a:pt x="788053" y="385159"/>
                      <a:pt x="820971" y="380130"/>
                    </a:cubicBezTo>
                    <a:cubicBezTo>
                      <a:pt x="892752" y="369340"/>
                      <a:pt x="967915" y="388451"/>
                      <a:pt x="1025431" y="432708"/>
                    </a:cubicBezTo>
                    <a:lnTo>
                      <a:pt x="1027351" y="428228"/>
                    </a:lnTo>
                    <a:cubicBezTo>
                      <a:pt x="926493" y="394852"/>
                      <a:pt x="834138" y="477788"/>
                      <a:pt x="742424" y="504854"/>
                    </a:cubicBezTo>
                    <a:cubicBezTo>
                      <a:pt x="660951" y="528812"/>
                      <a:pt x="568323" y="525154"/>
                      <a:pt x="491513" y="487298"/>
                    </a:cubicBezTo>
                    <a:cubicBezTo>
                      <a:pt x="449176" y="466449"/>
                      <a:pt x="413057" y="434902"/>
                      <a:pt x="388460" y="394486"/>
                    </a:cubicBezTo>
                    <a:cubicBezTo>
                      <a:pt x="387271" y="392475"/>
                      <a:pt x="384162" y="393297"/>
                      <a:pt x="384071" y="395675"/>
                    </a:cubicBezTo>
                    <a:cubicBezTo>
                      <a:pt x="382425" y="454471"/>
                      <a:pt x="332499" y="503208"/>
                      <a:pt x="275897" y="512626"/>
                    </a:cubicBezTo>
                    <a:cubicBezTo>
                      <a:pt x="217010" y="522502"/>
                      <a:pt x="160409" y="485652"/>
                      <a:pt x="132337" y="435360"/>
                    </a:cubicBezTo>
                    <a:cubicBezTo>
                      <a:pt x="104264" y="385068"/>
                      <a:pt x="105087" y="315573"/>
                      <a:pt x="145321" y="271042"/>
                    </a:cubicBezTo>
                    <a:cubicBezTo>
                      <a:pt x="163792" y="250560"/>
                      <a:pt x="189212" y="238673"/>
                      <a:pt x="216919" y="239861"/>
                    </a:cubicBezTo>
                    <a:cubicBezTo>
                      <a:pt x="242522" y="241050"/>
                      <a:pt x="268948" y="252571"/>
                      <a:pt x="284493" y="273420"/>
                    </a:cubicBezTo>
                    <a:cubicBezTo>
                      <a:pt x="303238" y="298566"/>
                      <a:pt x="299580" y="330570"/>
                      <a:pt x="278092" y="352698"/>
                    </a:cubicBezTo>
                    <a:cubicBezTo>
                      <a:pt x="257792" y="373547"/>
                      <a:pt x="224234" y="384519"/>
                      <a:pt x="199362" y="364951"/>
                    </a:cubicBezTo>
                    <a:cubicBezTo>
                      <a:pt x="197990" y="363854"/>
                      <a:pt x="195979" y="365774"/>
                      <a:pt x="197350" y="366963"/>
                    </a:cubicBezTo>
                    <a:lnTo>
                      <a:pt x="197350" y="36696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4" name="Google Shape;44;p2"/>
            <p:cNvGrpSpPr/>
            <p:nvPr/>
          </p:nvGrpSpPr>
          <p:grpSpPr>
            <a:xfrm>
              <a:off x="4979656" y="124728"/>
              <a:ext cx="2431172" cy="723756"/>
              <a:chOff x="3061501" y="5366201"/>
              <a:chExt cx="4019131" cy="1196489"/>
            </a:xfrm>
          </p:grpSpPr>
          <p:sp>
            <p:nvSpPr>
              <p:cNvPr id="45" name="Google Shape;45;p2"/>
              <p:cNvSpPr/>
              <p:nvPr/>
            </p:nvSpPr>
            <p:spPr>
              <a:xfrm>
                <a:off x="3103425" y="5369005"/>
                <a:ext cx="3973616" cy="1191549"/>
              </a:xfrm>
              <a:custGeom>
                <a:rect b="b" l="l" r="r" t="t"/>
                <a:pathLst>
                  <a:path extrusionOk="0" h="1191549" w="3973616">
                    <a:moveTo>
                      <a:pt x="1356787" y="389076"/>
                    </a:moveTo>
                    <a:cubicBezTo>
                      <a:pt x="1349289" y="368136"/>
                      <a:pt x="1344168" y="346465"/>
                      <a:pt x="1341699" y="324336"/>
                    </a:cubicBezTo>
                    <a:cubicBezTo>
                      <a:pt x="1327343" y="184981"/>
                      <a:pt x="1427104" y="42609"/>
                      <a:pt x="1562801" y="9051"/>
                    </a:cubicBezTo>
                    <a:cubicBezTo>
                      <a:pt x="1591788" y="1736"/>
                      <a:pt x="1621688" y="-916"/>
                      <a:pt x="1651315" y="273"/>
                    </a:cubicBezTo>
                    <a:cubicBezTo>
                      <a:pt x="1734709" y="3473"/>
                      <a:pt x="1818650" y="39684"/>
                      <a:pt x="1868759" y="106069"/>
                    </a:cubicBezTo>
                    <a:cubicBezTo>
                      <a:pt x="1916400" y="169345"/>
                      <a:pt x="1928378" y="260054"/>
                      <a:pt x="1891894" y="329365"/>
                    </a:cubicBezTo>
                    <a:lnTo>
                      <a:pt x="1908719" y="339332"/>
                    </a:lnTo>
                    <a:cubicBezTo>
                      <a:pt x="1917222" y="320130"/>
                      <a:pt x="1929384" y="302391"/>
                      <a:pt x="1945478" y="288766"/>
                    </a:cubicBezTo>
                    <a:cubicBezTo>
                      <a:pt x="2004547" y="238200"/>
                      <a:pt x="2095348" y="237194"/>
                      <a:pt x="2165391" y="271209"/>
                    </a:cubicBezTo>
                    <a:cubicBezTo>
                      <a:pt x="2235708" y="305042"/>
                      <a:pt x="2287463" y="368044"/>
                      <a:pt x="2327422" y="434887"/>
                    </a:cubicBezTo>
                    <a:cubicBezTo>
                      <a:pt x="2354946" y="319307"/>
                      <a:pt x="2488448" y="241491"/>
                      <a:pt x="2602565" y="274135"/>
                    </a:cubicBezTo>
                    <a:cubicBezTo>
                      <a:pt x="2716408" y="306963"/>
                      <a:pt x="2788463" y="443665"/>
                      <a:pt x="2750698" y="556045"/>
                    </a:cubicBezTo>
                    <a:cubicBezTo>
                      <a:pt x="2776484" y="463873"/>
                      <a:pt x="2908066" y="422451"/>
                      <a:pt x="2982041" y="483350"/>
                    </a:cubicBezTo>
                    <a:cubicBezTo>
                      <a:pt x="3013680" y="509411"/>
                      <a:pt x="3032608" y="547084"/>
                      <a:pt x="3054553" y="581648"/>
                    </a:cubicBezTo>
                    <a:cubicBezTo>
                      <a:pt x="3149468" y="730513"/>
                      <a:pt x="3316803" y="831005"/>
                      <a:pt x="3492643" y="844813"/>
                    </a:cubicBezTo>
                    <a:cubicBezTo>
                      <a:pt x="3668756" y="858437"/>
                      <a:pt x="3849533" y="785011"/>
                      <a:pt x="3966302" y="652423"/>
                    </a:cubicBezTo>
                    <a:lnTo>
                      <a:pt x="3973617" y="656355"/>
                    </a:lnTo>
                    <a:cubicBezTo>
                      <a:pt x="3872667" y="857065"/>
                      <a:pt x="3677077" y="1007393"/>
                      <a:pt x="3457164" y="1052656"/>
                    </a:cubicBezTo>
                    <a:cubicBezTo>
                      <a:pt x="3236244" y="1098102"/>
                      <a:pt x="2996214" y="1037111"/>
                      <a:pt x="2823942" y="891630"/>
                    </a:cubicBezTo>
                    <a:cubicBezTo>
                      <a:pt x="2805471" y="1028058"/>
                      <a:pt x="2663373" y="1134860"/>
                      <a:pt x="2527127" y="1114926"/>
                    </a:cubicBezTo>
                    <a:cubicBezTo>
                      <a:pt x="2390882" y="1094718"/>
                      <a:pt x="2285817" y="951706"/>
                      <a:pt x="2307488" y="815735"/>
                    </a:cubicBezTo>
                    <a:cubicBezTo>
                      <a:pt x="2262500" y="879194"/>
                      <a:pt x="2168866" y="902328"/>
                      <a:pt x="2099280" y="867307"/>
                    </a:cubicBezTo>
                    <a:cubicBezTo>
                      <a:pt x="2142074" y="1021017"/>
                      <a:pt x="1997873" y="1185701"/>
                      <a:pt x="1838310" y="1191370"/>
                    </a:cubicBezTo>
                    <a:cubicBezTo>
                      <a:pt x="1679021" y="1196948"/>
                      <a:pt x="1533998" y="1071949"/>
                      <a:pt x="1483614" y="920616"/>
                    </a:cubicBezTo>
                    <a:cubicBezTo>
                      <a:pt x="1419606" y="1004558"/>
                      <a:pt x="1278331" y="1012605"/>
                      <a:pt x="1205362" y="936161"/>
                    </a:cubicBezTo>
                    <a:lnTo>
                      <a:pt x="1198596" y="934698"/>
                    </a:lnTo>
                    <a:cubicBezTo>
                      <a:pt x="1158453" y="1009862"/>
                      <a:pt x="1066465" y="1053387"/>
                      <a:pt x="982797" y="1037111"/>
                    </a:cubicBezTo>
                    <a:cubicBezTo>
                      <a:pt x="899129" y="1020835"/>
                      <a:pt x="830549" y="945671"/>
                      <a:pt x="821497" y="860997"/>
                    </a:cubicBezTo>
                    <a:cubicBezTo>
                      <a:pt x="755294" y="964416"/>
                      <a:pt x="643920" y="1037842"/>
                      <a:pt x="522488" y="1057776"/>
                    </a:cubicBezTo>
                    <a:cubicBezTo>
                      <a:pt x="401330" y="1077985"/>
                      <a:pt x="272217" y="1044426"/>
                      <a:pt x="176114" y="967982"/>
                    </a:cubicBezTo>
                    <a:cubicBezTo>
                      <a:pt x="111648" y="916684"/>
                      <a:pt x="62271" y="847556"/>
                      <a:pt x="0" y="793789"/>
                    </a:cubicBezTo>
                    <a:cubicBezTo>
                      <a:pt x="215250" y="942196"/>
                      <a:pt x="536387" y="920799"/>
                      <a:pt x="725393" y="737828"/>
                    </a:cubicBezTo>
                    <a:cubicBezTo>
                      <a:pt x="761604" y="702806"/>
                      <a:pt x="793516" y="662664"/>
                      <a:pt x="835121" y="633952"/>
                    </a:cubicBezTo>
                    <a:cubicBezTo>
                      <a:pt x="915680" y="577716"/>
                      <a:pt x="1029523" y="574150"/>
                      <a:pt x="1113922" y="624717"/>
                    </a:cubicBezTo>
                    <a:cubicBezTo>
                      <a:pt x="1067196" y="556868"/>
                      <a:pt x="1079358" y="455187"/>
                      <a:pt x="1140440" y="399957"/>
                    </a:cubicBezTo>
                    <a:cubicBezTo>
                      <a:pt x="1198596" y="347928"/>
                      <a:pt x="1293693" y="343722"/>
                      <a:pt x="1356970" y="38898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 name="Google Shape;46;p2"/>
              <p:cNvSpPr/>
              <p:nvPr/>
            </p:nvSpPr>
            <p:spPr>
              <a:xfrm>
                <a:off x="3061501" y="5724083"/>
                <a:ext cx="1411377" cy="710506"/>
              </a:xfrm>
              <a:custGeom>
                <a:rect b="b" l="l" r="r" t="t"/>
                <a:pathLst>
                  <a:path extrusionOk="0" h="710506" w="1411377">
                    <a:moveTo>
                      <a:pt x="1016491" y="464040"/>
                    </a:moveTo>
                    <a:cubicBezTo>
                      <a:pt x="1010456" y="403324"/>
                      <a:pt x="1067515" y="357695"/>
                      <a:pt x="1123476" y="351386"/>
                    </a:cubicBezTo>
                    <a:cubicBezTo>
                      <a:pt x="1188033" y="344162"/>
                      <a:pt x="1237867" y="393174"/>
                      <a:pt x="1252772" y="452884"/>
                    </a:cubicBezTo>
                    <a:cubicBezTo>
                      <a:pt x="1268866" y="517258"/>
                      <a:pt x="1247286" y="584466"/>
                      <a:pt x="1198365" y="628814"/>
                    </a:cubicBezTo>
                    <a:cubicBezTo>
                      <a:pt x="1147525" y="675083"/>
                      <a:pt x="1072818" y="695108"/>
                      <a:pt x="1006524" y="674626"/>
                    </a:cubicBezTo>
                    <a:cubicBezTo>
                      <a:pt x="932184" y="651766"/>
                      <a:pt x="874851" y="583003"/>
                      <a:pt x="866073" y="505736"/>
                    </a:cubicBezTo>
                    <a:cubicBezTo>
                      <a:pt x="865798" y="503176"/>
                      <a:pt x="862598" y="501987"/>
                      <a:pt x="861043" y="504365"/>
                    </a:cubicBezTo>
                    <a:cubicBezTo>
                      <a:pt x="789994" y="614276"/>
                      <a:pt x="669202" y="690079"/>
                      <a:pt x="538626" y="703521"/>
                    </a:cubicBezTo>
                    <a:cubicBezTo>
                      <a:pt x="470960" y="710471"/>
                      <a:pt x="401832" y="701235"/>
                      <a:pt x="338189" y="677461"/>
                    </a:cubicBezTo>
                    <a:cubicBezTo>
                      <a:pt x="274547" y="653686"/>
                      <a:pt x="216300" y="612538"/>
                      <a:pt x="167014" y="562795"/>
                    </a:cubicBezTo>
                    <a:cubicBezTo>
                      <a:pt x="113979" y="509211"/>
                      <a:pt x="66612" y="449227"/>
                      <a:pt x="3793" y="406433"/>
                    </a:cubicBezTo>
                    <a:cubicBezTo>
                      <a:pt x="1507" y="404878"/>
                      <a:pt x="-1419" y="408536"/>
                      <a:pt x="776" y="410365"/>
                    </a:cubicBezTo>
                    <a:cubicBezTo>
                      <a:pt x="122117" y="512137"/>
                      <a:pt x="285886" y="553376"/>
                      <a:pt x="441974" y="534814"/>
                    </a:cubicBezTo>
                    <a:cubicBezTo>
                      <a:pt x="518966" y="525670"/>
                      <a:pt x="594404" y="502170"/>
                      <a:pt x="662070" y="464131"/>
                    </a:cubicBezTo>
                    <a:cubicBezTo>
                      <a:pt x="695811" y="445112"/>
                      <a:pt x="727541" y="422526"/>
                      <a:pt x="756253" y="396557"/>
                    </a:cubicBezTo>
                    <a:cubicBezTo>
                      <a:pt x="792189" y="364187"/>
                      <a:pt x="822273" y="325783"/>
                      <a:pt x="859672" y="295058"/>
                    </a:cubicBezTo>
                    <a:cubicBezTo>
                      <a:pt x="941968" y="227393"/>
                      <a:pt x="1062394" y="217517"/>
                      <a:pt x="1154383" y="271833"/>
                    </a:cubicBezTo>
                    <a:cubicBezTo>
                      <a:pt x="1156486" y="273113"/>
                      <a:pt x="1159320" y="270553"/>
                      <a:pt x="1157858" y="268358"/>
                    </a:cubicBezTo>
                    <a:cubicBezTo>
                      <a:pt x="1122928" y="216146"/>
                      <a:pt x="1121190" y="146103"/>
                      <a:pt x="1150176" y="90782"/>
                    </a:cubicBezTo>
                    <a:cubicBezTo>
                      <a:pt x="1179163" y="35461"/>
                      <a:pt x="1242257" y="2450"/>
                      <a:pt x="1306173" y="5285"/>
                    </a:cubicBezTo>
                    <a:cubicBezTo>
                      <a:pt x="1342841" y="6931"/>
                      <a:pt x="1378594" y="19916"/>
                      <a:pt x="1406940" y="43416"/>
                    </a:cubicBezTo>
                    <a:cubicBezTo>
                      <a:pt x="1409409" y="45519"/>
                      <a:pt x="1413067" y="41953"/>
                      <a:pt x="1410506" y="39850"/>
                    </a:cubicBezTo>
                    <a:cubicBezTo>
                      <a:pt x="1360032" y="-2122"/>
                      <a:pt x="1287062" y="-11266"/>
                      <a:pt x="1226804" y="13972"/>
                    </a:cubicBezTo>
                    <a:cubicBezTo>
                      <a:pt x="1166544" y="39209"/>
                      <a:pt x="1127774" y="100748"/>
                      <a:pt x="1124939" y="166585"/>
                    </a:cubicBezTo>
                    <a:cubicBezTo>
                      <a:pt x="1123385" y="203436"/>
                      <a:pt x="1132894" y="240194"/>
                      <a:pt x="1153468" y="270827"/>
                    </a:cubicBezTo>
                    <a:lnTo>
                      <a:pt x="1156943" y="267352"/>
                    </a:lnTo>
                    <a:cubicBezTo>
                      <a:pt x="1084431" y="224467"/>
                      <a:pt x="992077" y="219986"/>
                      <a:pt x="915267" y="254276"/>
                    </a:cubicBezTo>
                    <a:cubicBezTo>
                      <a:pt x="872108" y="273570"/>
                      <a:pt x="838183" y="305757"/>
                      <a:pt x="805905" y="339499"/>
                    </a:cubicBezTo>
                    <a:cubicBezTo>
                      <a:pt x="773627" y="373240"/>
                      <a:pt x="744092" y="403141"/>
                      <a:pt x="707516" y="429201"/>
                    </a:cubicBezTo>
                    <a:cubicBezTo>
                      <a:pt x="576025" y="523019"/>
                      <a:pt x="403935" y="553925"/>
                      <a:pt x="246567" y="521738"/>
                    </a:cubicBezTo>
                    <a:cubicBezTo>
                      <a:pt x="157961" y="503633"/>
                      <a:pt x="73745" y="465046"/>
                      <a:pt x="4342" y="406707"/>
                    </a:cubicBezTo>
                    <a:lnTo>
                      <a:pt x="1324" y="410639"/>
                    </a:lnTo>
                    <a:cubicBezTo>
                      <a:pt x="61126" y="451513"/>
                      <a:pt x="106755" y="508114"/>
                      <a:pt x="156772" y="559686"/>
                    </a:cubicBezTo>
                    <a:cubicBezTo>
                      <a:pt x="204961" y="609338"/>
                      <a:pt x="258636" y="650669"/>
                      <a:pt x="323010" y="677095"/>
                    </a:cubicBezTo>
                    <a:cubicBezTo>
                      <a:pt x="448100" y="728393"/>
                      <a:pt x="591112" y="720529"/>
                      <a:pt x="708978" y="654143"/>
                    </a:cubicBezTo>
                    <a:cubicBezTo>
                      <a:pt x="772164" y="618573"/>
                      <a:pt x="826388" y="567916"/>
                      <a:pt x="865798" y="507017"/>
                    </a:cubicBezTo>
                    <a:lnTo>
                      <a:pt x="860769" y="505645"/>
                    </a:lnTo>
                    <a:cubicBezTo>
                      <a:pt x="868907" y="577060"/>
                      <a:pt x="916547" y="641251"/>
                      <a:pt x="982018" y="670877"/>
                    </a:cubicBezTo>
                    <a:cubicBezTo>
                      <a:pt x="1049044" y="701235"/>
                      <a:pt x="1128322" y="688891"/>
                      <a:pt x="1186661" y="645274"/>
                    </a:cubicBezTo>
                    <a:cubicBezTo>
                      <a:pt x="1245000" y="601657"/>
                      <a:pt x="1271792" y="536460"/>
                      <a:pt x="1260819" y="467332"/>
                    </a:cubicBezTo>
                    <a:cubicBezTo>
                      <a:pt x="1251126" y="406067"/>
                      <a:pt x="1206046" y="347362"/>
                      <a:pt x="1139752" y="346174"/>
                    </a:cubicBezTo>
                    <a:cubicBezTo>
                      <a:pt x="1076567" y="345076"/>
                      <a:pt x="1006250" y="395094"/>
                      <a:pt x="1013657" y="463857"/>
                    </a:cubicBezTo>
                    <a:cubicBezTo>
                      <a:pt x="1013840" y="465686"/>
                      <a:pt x="1016766" y="465777"/>
                      <a:pt x="1016583" y="463857"/>
                    </a:cubicBezTo>
                    <a:lnTo>
                      <a:pt x="1016583" y="463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 name="Google Shape;47;p2"/>
              <p:cNvSpPr/>
              <p:nvPr/>
            </p:nvSpPr>
            <p:spPr>
              <a:xfrm>
                <a:off x="4441360" y="5366201"/>
                <a:ext cx="577920" cy="591218"/>
              </a:xfrm>
              <a:custGeom>
                <a:rect b="b" l="l" r="r" t="t"/>
                <a:pathLst>
                  <a:path extrusionOk="0" h="591218" w="577920">
                    <a:moveTo>
                      <a:pt x="285216" y="588476"/>
                    </a:moveTo>
                    <a:cubicBezTo>
                      <a:pt x="162413" y="581984"/>
                      <a:pt x="50032" y="491366"/>
                      <a:pt x="15560" y="373591"/>
                    </a:cubicBezTo>
                    <a:cubicBezTo>
                      <a:pt x="-18913" y="255817"/>
                      <a:pt x="37505" y="121857"/>
                      <a:pt x="139004" y="53186"/>
                    </a:cubicBezTo>
                    <a:cubicBezTo>
                      <a:pt x="250652" y="-22344"/>
                      <a:pt x="418627" y="-8353"/>
                      <a:pt x="512353" y="90585"/>
                    </a:cubicBezTo>
                    <a:cubicBezTo>
                      <a:pt x="558805" y="139688"/>
                      <a:pt x="581848" y="210280"/>
                      <a:pt x="569869" y="277214"/>
                    </a:cubicBezTo>
                    <a:cubicBezTo>
                      <a:pt x="558713" y="339850"/>
                      <a:pt x="515645" y="390599"/>
                      <a:pt x="455112" y="410534"/>
                    </a:cubicBezTo>
                    <a:cubicBezTo>
                      <a:pt x="394578" y="430467"/>
                      <a:pt x="328650" y="416660"/>
                      <a:pt x="291526" y="364539"/>
                    </a:cubicBezTo>
                    <a:cubicBezTo>
                      <a:pt x="273238" y="338844"/>
                      <a:pt x="263911" y="303914"/>
                      <a:pt x="275615" y="273465"/>
                    </a:cubicBezTo>
                    <a:cubicBezTo>
                      <a:pt x="286039" y="246399"/>
                      <a:pt x="313014" y="226007"/>
                      <a:pt x="341635" y="222258"/>
                    </a:cubicBezTo>
                    <a:cubicBezTo>
                      <a:pt x="355899" y="220338"/>
                      <a:pt x="369890" y="222990"/>
                      <a:pt x="382326" y="230214"/>
                    </a:cubicBezTo>
                    <a:cubicBezTo>
                      <a:pt x="384886" y="231677"/>
                      <a:pt x="387081" y="227836"/>
                      <a:pt x="384612" y="226282"/>
                    </a:cubicBezTo>
                    <a:cubicBezTo>
                      <a:pt x="335508" y="196472"/>
                      <a:pt x="271866" y="239084"/>
                      <a:pt x="265740" y="292119"/>
                    </a:cubicBezTo>
                    <a:cubicBezTo>
                      <a:pt x="258333" y="357315"/>
                      <a:pt x="315483" y="412453"/>
                      <a:pt x="376290" y="422421"/>
                    </a:cubicBezTo>
                    <a:cubicBezTo>
                      <a:pt x="437098" y="432387"/>
                      <a:pt x="498363" y="407516"/>
                      <a:pt x="536585" y="362253"/>
                    </a:cubicBezTo>
                    <a:cubicBezTo>
                      <a:pt x="580751" y="309950"/>
                      <a:pt x="587517" y="234512"/>
                      <a:pt x="566394" y="171143"/>
                    </a:cubicBezTo>
                    <a:cubicBezTo>
                      <a:pt x="518846" y="28223"/>
                      <a:pt x="340812" y="-29750"/>
                      <a:pt x="205847" y="14598"/>
                    </a:cubicBezTo>
                    <a:cubicBezTo>
                      <a:pt x="82403" y="55197"/>
                      <a:pt x="-6569" y="184037"/>
                      <a:pt x="381" y="313973"/>
                    </a:cubicBezTo>
                    <a:cubicBezTo>
                      <a:pt x="7330" y="443543"/>
                      <a:pt x="112121" y="560038"/>
                      <a:pt x="238491" y="585915"/>
                    </a:cubicBezTo>
                    <a:cubicBezTo>
                      <a:pt x="253853" y="589024"/>
                      <a:pt x="269488" y="590762"/>
                      <a:pt x="285216" y="591219"/>
                    </a:cubicBezTo>
                    <a:cubicBezTo>
                      <a:pt x="287136" y="591219"/>
                      <a:pt x="287136" y="588384"/>
                      <a:pt x="285216" y="588293"/>
                    </a:cubicBezTo>
                    <a:lnTo>
                      <a:pt x="285216" y="58829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 name="Google Shape;48;p2"/>
              <p:cNvSpPr/>
              <p:nvPr/>
            </p:nvSpPr>
            <p:spPr>
              <a:xfrm>
                <a:off x="4997299" y="5614784"/>
                <a:ext cx="2074548" cy="602936"/>
              </a:xfrm>
              <a:custGeom>
                <a:rect b="b" l="l" r="r" t="t"/>
                <a:pathLst>
                  <a:path extrusionOk="0" h="602936" w="2074548">
                    <a:moveTo>
                      <a:pt x="126859" y="155823"/>
                    </a:moveTo>
                    <a:cubicBezTo>
                      <a:pt x="153925" y="157927"/>
                      <a:pt x="169378" y="184536"/>
                      <a:pt x="169927" y="209682"/>
                    </a:cubicBezTo>
                    <a:cubicBezTo>
                      <a:pt x="170567" y="239674"/>
                      <a:pt x="149078" y="261528"/>
                      <a:pt x="120275" y="267015"/>
                    </a:cubicBezTo>
                    <a:cubicBezTo>
                      <a:pt x="56633" y="279085"/>
                      <a:pt x="8261" y="222301"/>
                      <a:pt x="4878" y="163413"/>
                    </a:cubicBezTo>
                    <a:cubicBezTo>
                      <a:pt x="1494" y="104526"/>
                      <a:pt x="33316" y="49388"/>
                      <a:pt x="86259" y="23144"/>
                    </a:cubicBezTo>
                    <a:cubicBezTo>
                      <a:pt x="144598" y="-5659"/>
                      <a:pt x="216653" y="559"/>
                      <a:pt x="273803" y="29088"/>
                    </a:cubicBezTo>
                    <a:cubicBezTo>
                      <a:pt x="342657" y="63561"/>
                      <a:pt x="392766" y="125465"/>
                      <a:pt x="431628" y="190388"/>
                    </a:cubicBezTo>
                    <a:cubicBezTo>
                      <a:pt x="432634" y="192034"/>
                      <a:pt x="435377" y="191851"/>
                      <a:pt x="435926" y="189839"/>
                    </a:cubicBezTo>
                    <a:cubicBezTo>
                      <a:pt x="458146" y="100137"/>
                      <a:pt x="542637" y="33568"/>
                      <a:pt x="633436" y="24516"/>
                    </a:cubicBezTo>
                    <a:cubicBezTo>
                      <a:pt x="727711" y="15098"/>
                      <a:pt x="811561" y="75173"/>
                      <a:pt x="846857" y="160762"/>
                    </a:cubicBezTo>
                    <a:cubicBezTo>
                      <a:pt x="866334" y="207944"/>
                      <a:pt x="870266" y="260888"/>
                      <a:pt x="854355" y="309717"/>
                    </a:cubicBezTo>
                    <a:lnTo>
                      <a:pt x="859202" y="311089"/>
                    </a:lnTo>
                    <a:cubicBezTo>
                      <a:pt x="882244" y="232816"/>
                      <a:pt x="980085" y="191759"/>
                      <a:pt x="1054426" y="220929"/>
                    </a:cubicBezTo>
                    <a:cubicBezTo>
                      <a:pt x="1103255" y="240131"/>
                      <a:pt x="1128401" y="288869"/>
                      <a:pt x="1154553" y="331023"/>
                    </a:cubicBezTo>
                    <a:cubicBezTo>
                      <a:pt x="1180705" y="373177"/>
                      <a:pt x="1211794" y="411033"/>
                      <a:pt x="1247639" y="444683"/>
                    </a:cubicBezTo>
                    <a:cubicBezTo>
                      <a:pt x="1318139" y="510977"/>
                      <a:pt x="1405190" y="559714"/>
                      <a:pt x="1498824" y="584586"/>
                    </a:cubicBezTo>
                    <a:cubicBezTo>
                      <a:pt x="1592459" y="609458"/>
                      <a:pt x="1695512" y="609092"/>
                      <a:pt x="1790884" y="583214"/>
                    </a:cubicBezTo>
                    <a:cubicBezTo>
                      <a:pt x="1899332" y="553862"/>
                      <a:pt x="2000190" y="493420"/>
                      <a:pt x="2073982" y="408381"/>
                    </a:cubicBezTo>
                    <a:cubicBezTo>
                      <a:pt x="2075811" y="406186"/>
                      <a:pt x="2072793" y="403078"/>
                      <a:pt x="2070873" y="405272"/>
                    </a:cubicBezTo>
                    <a:cubicBezTo>
                      <a:pt x="1930056" y="561086"/>
                      <a:pt x="1708222" y="633506"/>
                      <a:pt x="1503671" y="580379"/>
                    </a:cubicBezTo>
                    <a:cubicBezTo>
                      <a:pt x="1405190" y="554776"/>
                      <a:pt x="1313841" y="502747"/>
                      <a:pt x="1241421" y="431332"/>
                    </a:cubicBezTo>
                    <a:cubicBezTo>
                      <a:pt x="1204388" y="394848"/>
                      <a:pt x="1174487" y="353517"/>
                      <a:pt x="1147420" y="309260"/>
                    </a:cubicBezTo>
                    <a:cubicBezTo>
                      <a:pt x="1124195" y="271130"/>
                      <a:pt x="1098135" y="231993"/>
                      <a:pt x="1054609" y="215534"/>
                    </a:cubicBezTo>
                    <a:cubicBezTo>
                      <a:pt x="977799" y="186365"/>
                      <a:pt x="878038" y="229433"/>
                      <a:pt x="854447" y="309900"/>
                    </a:cubicBezTo>
                    <a:cubicBezTo>
                      <a:pt x="853533" y="313009"/>
                      <a:pt x="858287" y="314289"/>
                      <a:pt x="859293" y="311271"/>
                    </a:cubicBezTo>
                    <a:cubicBezTo>
                      <a:pt x="888645" y="221295"/>
                      <a:pt x="851155" y="117876"/>
                      <a:pt x="777088" y="60909"/>
                    </a:cubicBezTo>
                    <a:cubicBezTo>
                      <a:pt x="700828" y="2296"/>
                      <a:pt x="596312" y="8605"/>
                      <a:pt x="519594" y="63012"/>
                    </a:cubicBezTo>
                    <a:cubicBezTo>
                      <a:pt x="476708" y="93370"/>
                      <a:pt x="444156" y="137444"/>
                      <a:pt x="431537" y="188742"/>
                    </a:cubicBezTo>
                    <a:lnTo>
                      <a:pt x="435834" y="188194"/>
                    </a:lnTo>
                    <a:cubicBezTo>
                      <a:pt x="396607" y="122722"/>
                      <a:pt x="345766" y="60086"/>
                      <a:pt x="276272" y="25339"/>
                    </a:cubicBezTo>
                    <a:cubicBezTo>
                      <a:pt x="214824" y="-5385"/>
                      <a:pt x="136368" y="-10871"/>
                      <a:pt x="75286" y="23967"/>
                    </a:cubicBezTo>
                    <a:cubicBezTo>
                      <a:pt x="21520" y="54599"/>
                      <a:pt x="-7924" y="117236"/>
                      <a:pt x="1860" y="178409"/>
                    </a:cubicBezTo>
                    <a:cubicBezTo>
                      <a:pt x="11644" y="239583"/>
                      <a:pt x="68337" y="289326"/>
                      <a:pt x="130425" y="269575"/>
                    </a:cubicBezTo>
                    <a:cubicBezTo>
                      <a:pt x="159137" y="260431"/>
                      <a:pt x="176785" y="235102"/>
                      <a:pt x="173676" y="204927"/>
                    </a:cubicBezTo>
                    <a:cubicBezTo>
                      <a:pt x="171024" y="179507"/>
                      <a:pt x="154291" y="154909"/>
                      <a:pt x="126950" y="153537"/>
                    </a:cubicBezTo>
                    <a:cubicBezTo>
                      <a:pt x="125304" y="153537"/>
                      <a:pt x="125396" y="155915"/>
                      <a:pt x="126950" y="156007"/>
                    </a:cubicBezTo>
                    <a:lnTo>
                      <a:pt x="126950" y="15600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 name="Google Shape;49;p2"/>
              <p:cNvSpPr/>
              <p:nvPr/>
            </p:nvSpPr>
            <p:spPr>
              <a:xfrm>
                <a:off x="4307128" y="6020681"/>
                <a:ext cx="2773504" cy="542009"/>
              </a:xfrm>
              <a:custGeom>
                <a:rect b="b" l="l" r="r" t="t"/>
                <a:pathLst>
                  <a:path extrusionOk="0" h="542009" w="2773504">
                    <a:moveTo>
                      <a:pt x="379" y="285673"/>
                    </a:moveTo>
                    <a:cubicBezTo>
                      <a:pt x="75543" y="363123"/>
                      <a:pt x="214714" y="354619"/>
                      <a:pt x="281374" y="270312"/>
                    </a:cubicBezTo>
                    <a:lnTo>
                      <a:pt x="277717" y="269397"/>
                    </a:lnTo>
                    <a:cubicBezTo>
                      <a:pt x="317676" y="390006"/>
                      <a:pt x="416980" y="495437"/>
                      <a:pt x="540698" y="530458"/>
                    </a:cubicBezTo>
                    <a:cubicBezTo>
                      <a:pt x="601872" y="547740"/>
                      <a:pt x="667068" y="546277"/>
                      <a:pt x="726047" y="521680"/>
                    </a:cubicBezTo>
                    <a:cubicBezTo>
                      <a:pt x="781917" y="498454"/>
                      <a:pt x="830472" y="457672"/>
                      <a:pt x="863481" y="407014"/>
                    </a:cubicBezTo>
                    <a:cubicBezTo>
                      <a:pt x="900423" y="350322"/>
                      <a:pt x="915968" y="281101"/>
                      <a:pt x="898228" y="214990"/>
                    </a:cubicBezTo>
                    <a:lnTo>
                      <a:pt x="894388" y="217916"/>
                    </a:lnTo>
                    <a:cubicBezTo>
                      <a:pt x="966534" y="253121"/>
                      <a:pt x="1058705" y="230078"/>
                      <a:pt x="1105980" y="165247"/>
                    </a:cubicBezTo>
                    <a:lnTo>
                      <a:pt x="1101225" y="163235"/>
                    </a:lnTo>
                    <a:cubicBezTo>
                      <a:pt x="1085132" y="270769"/>
                      <a:pt x="1144019" y="381228"/>
                      <a:pt x="1237105" y="435178"/>
                    </a:cubicBezTo>
                    <a:cubicBezTo>
                      <a:pt x="1333483" y="491048"/>
                      <a:pt x="1452172" y="470656"/>
                      <a:pt x="1534376" y="398693"/>
                    </a:cubicBezTo>
                    <a:cubicBezTo>
                      <a:pt x="1581011" y="357911"/>
                      <a:pt x="1613929" y="302224"/>
                      <a:pt x="1622890" y="240594"/>
                    </a:cubicBezTo>
                    <a:lnTo>
                      <a:pt x="1618501" y="241782"/>
                    </a:lnTo>
                    <a:cubicBezTo>
                      <a:pt x="1757490" y="358460"/>
                      <a:pt x="1938541" y="421370"/>
                      <a:pt x="2119776" y="418261"/>
                    </a:cubicBezTo>
                    <a:cubicBezTo>
                      <a:pt x="2294426" y="415244"/>
                      <a:pt x="2463133" y="347395"/>
                      <a:pt x="2594715" y="233095"/>
                    </a:cubicBezTo>
                    <a:cubicBezTo>
                      <a:pt x="2668416" y="169087"/>
                      <a:pt x="2729497" y="90998"/>
                      <a:pt x="2773205" y="3764"/>
                    </a:cubicBezTo>
                    <a:cubicBezTo>
                      <a:pt x="2774669" y="929"/>
                      <a:pt x="2770371" y="-1631"/>
                      <a:pt x="2768908" y="1295"/>
                    </a:cubicBezTo>
                    <a:cubicBezTo>
                      <a:pt x="2692738" y="152811"/>
                      <a:pt x="2563808" y="275432"/>
                      <a:pt x="2410006" y="346390"/>
                    </a:cubicBezTo>
                    <a:cubicBezTo>
                      <a:pt x="2247974" y="421188"/>
                      <a:pt x="2062626" y="432160"/>
                      <a:pt x="1891724" y="381959"/>
                    </a:cubicBezTo>
                    <a:cubicBezTo>
                      <a:pt x="1793243" y="352973"/>
                      <a:pt x="1700980" y="304235"/>
                      <a:pt x="1622250" y="238124"/>
                    </a:cubicBezTo>
                    <a:cubicBezTo>
                      <a:pt x="1620879" y="237027"/>
                      <a:pt x="1618135" y="237119"/>
                      <a:pt x="1617861" y="239313"/>
                    </a:cubicBezTo>
                    <a:cubicBezTo>
                      <a:pt x="1602591" y="344652"/>
                      <a:pt x="1516363" y="431337"/>
                      <a:pt x="1414041" y="456118"/>
                    </a:cubicBezTo>
                    <a:cubicBezTo>
                      <a:pt x="1307148" y="481904"/>
                      <a:pt x="1200712" y="428411"/>
                      <a:pt x="1144019" y="336788"/>
                    </a:cubicBezTo>
                    <a:cubicBezTo>
                      <a:pt x="1112289" y="285582"/>
                      <a:pt x="1097293" y="224592"/>
                      <a:pt x="1106254" y="164698"/>
                    </a:cubicBezTo>
                    <a:cubicBezTo>
                      <a:pt x="1106711" y="161772"/>
                      <a:pt x="1103328" y="160217"/>
                      <a:pt x="1101499" y="162686"/>
                    </a:cubicBezTo>
                    <a:cubicBezTo>
                      <a:pt x="1056054" y="225140"/>
                      <a:pt x="966443" y="247360"/>
                      <a:pt x="897040" y="213527"/>
                    </a:cubicBezTo>
                    <a:cubicBezTo>
                      <a:pt x="895028" y="212521"/>
                      <a:pt x="892651" y="214167"/>
                      <a:pt x="893199" y="216453"/>
                    </a:cubicBezTo>
                    <a:cubicBezTo>
                      <a:pt x="925477" y="336422"/>
                      <a:pt x="845925" y="457946"/>
                      <a:pt x="739763" y="510067"/>
                    </a:cubicBezTo>
                    <a:cubicBezTo>
                      <a:pt x="623634" y="567034"/>
                      <a:pt x="488760" y="527075"/>
                      <a:pt x="396771" y="443316"/>
                    </a:cubicBezTo>
                    <a:cubicBezTo>
                      <a:pt x="344468" y="395584"/>
                      <a:pt x="305149" y="335142"/>
                      <a:pt x="281922" y="268300"/>
                    </a:cubicBezTo>
                    <a:cubicBezTo>
                      <a:pt x="281283" y="266380"/>
                      <a:pt x="279088" y="266288"/>
                      <a:pt x="277991" y="267751"/>
                    </a:cubicBezTo>
                    <a:cubicBezTo>
                      <a:pt x="213891" y="351419"/>
                      <a:pt x="76182" y="357911"/>
                      <a:pt x="2756" y="283387"/>
                    </a:cubicBezTo>
                    <a:cubicBezTo>
                      <a:pt x="1293" y="281924"/>
                      <a:pt x="-993" y="284210"/>
                      <a:pt x="470" y="285673"/>
                    </a:cubicBezTo>
                    <a:lnTo>
                      <a:pt x="470" y="28567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pic>
        <p:nvPicPr>
          <p:cNvPr id="50" name="Google Shape;50;p2"/>
          <p:cNvPicPr preferRelativeResize="0"/>
          <p:nvPr/>
        </p:nvPicPr>
        <p:blipFill rotWithShape="1">
          <a:blip r:embed="rId2">
            <a:alphaModFix/>
          </a:blip>
          <a:srcRect b="0" l="0" r="0" t="80238"/>
          <a:stretch/>
        </p:blipFill>
        <p:spPr>
          <a:xfrm rot="-1190198">
            <a:off x="7671993" y="2297389"/>
            <a:ext cx="2769864" cy="116340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grpSp>
        <p:nvGrpSpPr>
          <p:cNvPr id="52" name="Google Shape;52;p3"/>
          <p:cNvGrpSpPr/>
          <p:nvPr/>
        </p:nvGrpSpPr>
        <p:grpSpPr>
          <a:xfrm>
            <a:off x="8418144" y="3069313"/>
            <a:ext cx="994509" cy="983671"/>
            <a:chOff x="2435725" y="4245851"/>
            <a:chExt cx="667142" cy="659916"/>
          </a:xfrm>
        </p:grpSpPr>
        <p:sp>
          <p:nvSpPr>
            <p:cNvPr id="53" name="Google Shape;53;p3"/>
            <p:cNvSpPr/>
            <p:nvPr/>
          </p:nvSpPr>
          <p:spPr>
            <a:xfrm>
              <a:off x="2435725" y="4245851"/>
              <a:ext cx="667142" cy="659916"/>
            </a:xfrm>
            <a:custGeom>
              <a:rect b="b" l="l" r="r" t="t"/>
              <a:pathLst>
                <a:path extrusionOk="0" h="659916" w="667142">
                  <a:moveTo>
                    <a:pt x="439272" y="304447"/>
                  </a:moveTo>
                  <a:cubicBezTo>
                    <a:pt x="443101" y="312859"/>
                    <a:pt x="452412" y="318951"/>
                    <a:pt x="461695" y="317935"/>
                  </a:cubicBezTo>
                  <a:cubicBezTo>
                    <a:pt x="473704" y="316630"/>
                    <a:pt x="483248" y="304070"/>
                    <a:pt x="481188" y="292176"/>
                  </a:cubicBezTo>
                  <a:cubicBezTo>
                    <a:pt x="479013" y="279906"/>
                    <a:pt x="464770" y="271233"/>
                    <a:pt x="453022" y="275323"/>
                  </a:cubicBezTo>
                  <a:cubicBezTo>
                    <a:pt x="442173" y="279094"/>
                    <a:pt x="436487" y="293221"/>
                    <a:pt x="441186" y="303577"/>
                  </a:cubicBezTo>
                  <a:lnTo>
                    <a:pt x="439272" y="304447"/>
                  </a:lnTo>
                  <a:close/>
                  <a:moveTo>
                    <a:pt x="453457" y="391035"/>
                  </a:moveTo>
                  <a:lnTo>
                    <a:pt x="454820" y="393704"/>
                  </a:lnTo>
                  <a:cubicBezTo>
                    <a:pt x="443101" y="402000"/>
                    <a:pt x="448119" y="423988"/>
                    <a:pt x="462130" y="426889"/>
                  </a:cubicBezTo>
                  <a:cubicBezTo>
                    <a:pt x="476199" y="429790"/>
                    <a:pt x="489572" y="412588"/>
                    <a:pt x="483741" y="399505"/>
                  </a:cubicBezTo>
                  <a:cubicBezTo>
                    <a:pt x="478897" y="388541"/>
                    <a:pt x="463551" y="385263"/>
                    <a:pt x="453457" y="391035"/>
                  </a:cubicBezTo>
                  <a:close/>
                  <a:moveTo>
                    <a:pt x="326199" y="209330"/>
                  </a:moveTo>
                  <a:cubicBezTo>
                    <a:pt x="337396" y="205849"/>
                    <a:pt x="345402" y="192477"/>
                    <a:pt x="341196" y="181337"/>
                  </a:cubicBezTo>
                  <a:cubicBezTo>
                    <a:pt x="336236" y="168516"/>
                    <a:pt x="316047" y="164919"/>
                    <a:pt x="307634" y="175826"/>
                  </a:cubicBezTo>
                  <a:cubicBezTo>
                    <a:pt x="299512" y="186414"/>
                    <a:pt x="308621" y="204747"/>
                    <a:pt x="321703" y="204747"/>
                  </a:cubicBezTo>
                  <a:lnTo>
                    <a:pt x="326112" y="206371"/>
                  </a:lnTo>
                  <a:cubicBezTo>
                    <a:pt x="326170" y="207358"/>
                    <a:pt x="326228" y="208344"/>
                    <a:pt x="326228" y="209330"/>
                  </a:cubicBezTo>
                  <a:close/>
                  <a:moveTo>
                    <a:pt x="396543" y="221020"/>
                  </a:moveTo>
                  <a:lnTo>
                    <a:pt x="399212" y="221078"/>
                  </a:lnTo>
                  <a:cubicBezTo>
                    <a:pt x="412033" y="225052"/>
                    <a:pt x="426712" y="211970"/>
                    <a:pt x="424304" y="198771"/>
                  </a:cubicBezTo>
                  <a:cubicBezTo>
                    <a:pt x="421896" y="185573"/>
                    <a:pt x="403563" y="178582"/>
                    <a:pt x="392975" y="186762"/>
                  </a:cubicBezTo>
                  <a:cubicBezTo>
                    <a:pt x="382387" y="195000"/>
                    <a:pt x="384563" y="214493"/>
                    <a:pt x="396746" y="220150"/>
                  </a:cubicBezTo>
                  <a:lnTo>
                    <a:pt x="396572" y="221020"/>
                  </a:lnTo>
                  <a:close/>
                  <a:moveTo>
                    <a:pt x="272303" y="256816"/>
                  </a:moveTo>
                  <a:cubicBezTo>
                    <a:pt x="271316" y="255017"/>
                    <a:pt x="270330" y="253103"/>
                    <a:pt x="269402" y="251246"/>
                  </a:cubicBezTo>
                  <a:cubicBezTo>
                    <a:pt x="279120" y="245184"/>
                    <a:pt x="280918" y="228939"/>
                    <a:pt x="272129" y="221223"/>
                  </a:cubicBezTo>
                  <a:cubicBezTo>
                    <a:pt x="262788" y="213101"/>
                    <a:pt x="245615" y="217945"/>
                    <a:pt x="241961" y="229781"/>
                  </a:cubicBezTo>
                  <a:cubicBezTo>
                    <a:pt x="238480" y="241064"/>
                    <a:pt x="248574" y="254002"/>
                    <a:pt x="260177" y="254002"/>
                  </a:cubicBezTo>
                  <a:lnTo>
                    <a:pt x="272303" y="256845"/>
                  </a:lnTo>
                  <a:close/>
                  <a:moveTo>
                    <a:pt x="282774" y="472373"/>
                  </a:moveTo>
                  <a:lnTo>
                    <a:pt x="282339" y="472315"/>
                  </a:lnTo>
                  <a:cubicBezTo>
                    <a:pt x="270562" y="467355"/>
                    <a:pt x="255391" y="478320"/>
                    <a:pt x="256406" y="491083"/>
                  </a:cubicBezTo>
                  <a:cubicBezTo>
                    <a:pt x="257393" y="503789"/>
                    <a:pt x="274130" y="512201"/>
                    <a:pt x="284950" y="505442"/>
                  </a:cubicBezTo>
                  <a:cubicBezTo>
                    <a:pt x="295857" y="498625"/>
                    <a:pt x="295538" y="479915"/>
                    <a:pt x="284515" y="473418"/>
                  </a:cubicBezTo>
                  <a:lnTo>
                    <a:pt x="282717" y="473156"/>
                  </a:lnTo>
                  <a:cubicBezTo>
                    <a:pt x="282717" y="472895"/>
                    <a:pt x="282717" y="472605"/>
                    <a:pt x="282774" y="472344"/>
                  </a:cubicBezTo>
                  <a:close/>
                  <a:moveTo>
                    <a:pt x="325068" y="270914"/>
                  </a:moveTo>
                  <a:cubicBezTo>
                    <a:pt x="317381" y="271030"/>
                    <a:pt x="309897" y="273263"/>
                    <a:pt x="303834" y="278108"/>
                  </a:cubicBezTo>
                  <a:cubicBezTo>
                    <a:pt x="295654" y="280660"/>
                    <a:pt x="288112" y="285360"/>
                    <a:pt x="282339" y="291683"/>
                  </a:cubicBezTo>
                  <a:cubicBezTo>
                    <a:pt x="264180" y="311379"/>
                    <a:pt x="265863" y="345754"/>
                    <a:pt x="285443" y="364000"/>
                  </a:cubicBezTo>
                  <a:cubicBezTo>
                    <a:pt x="305081" y="382217"/>
                    <a:pt x="338963" y="381724"/>
                    <a:pt x="358398" y="363188"/>
                  </a:cubicBezTo>
                  <a:cubicBezTo>
                    <a:pt x="363242" y="358546"/>
                    <a:pt x="367071" y="353035"/>
                    <a:pt x="369740" y="346972"/>
                  </a:cubicBezTo>
                  <a:cubicBezTo>
                    <a:pt x="377862" y="328813"/>
                    <a:pt x="376180" y="306042"/>
                    <a:pt x="364113" y="290001"/>
                  </a:cubicBezTo>
                  <a:cubicBezTo>
                    <a:pt x="362749" y="288202"/>
                    <a:pt x="361270" y="286520"/>
                    <a:pt x="359645" y="284924"/>
                  </a:cubicBezTo>
                  <a:cubicBezTo>
                    <a:pt x="350479" y="276019"/>
                    <a:pt x="337483" y="270740"/>
                    <a:pt x="325097" y="270943"/>
                  </a:cubicBezTo>
                  <a:close/>
                  <a:moveTo>
                    <a:pt x="145538" y="380331"/>
                  </a:moveTo>
                  <a:cubicBezTo>
                    <a:pt x="123928" y="389991"/>
                    <a:pt x="99213" y="392544"/>
                    <a:pt x="76123" y="387467"/>
                  </a:cubicBezTo>
                  <a:cubicBezTo>
                    <a:pt x="37049" y="378794"/>
                    <a:pt x="2849" y="345116"/>
                    <a:pt x="151" y="305172"/>
                  </a:cubicBezTo>
                  <a:cubicBezTo>
                    <a:pt x="-2576" y="265170"/>
                    <a:pt x="32031" y="224675"/>
                    <a:pt x="72062" y="226822"/>
                  </a:cubicBezTo>
                  <a:cubicBezTo>
                    <a:pt x="44069" y="202484"/>
                    <a:pt x="43837" y="154621"/>
                    <a:pt x="68407" y="126861"/>
                  </a:cubicBezTo>
                  <a:cubicBezTo>
                    <a:pt x="93005" y="99042"/>
                    <a:pt x="136720" y="92428"/>
                    <a:pt x="170659" y="107425"/>
                  </a:cubicBezTo>
                  <a:cubicBezTo>
                    <a:pt x="195432" y="118390"/>
                    <a:pt x="214751" y="139305"/>
                    <a:pt x="226383" y="163904"/>
                  </a:cubicBezTo>
                  <a:cubicBezTo>
                    <a:pt x="219769" y="140552"/>
                    <a:pt x="215302" y="116650"/>
                    <a:pt x="213069" y="92515"/>
                  </a:cubicBezTo>
                  <a:cubicBezTo>
                    <a:pt x="211531" y="75720"/>
                    <a:pt x="211096" y="58199"/>
                    <a:pt x="217217" y="42477"/>
                  </a:cubicBezTo>
                  <a:cubicBezTo>
                    <a:pt x="228791" y="12454"/>
                    <a:pt x="264413" y="-5154"/>
                    <a:pt x="296002" y="1344"/>
                  </a:cubicBezTo>
                  <a:cubicBezTo>
                    <a:pt x="327534" y="7784"/>
                    <a:pt x="352654" y="35834"/>
                    <a:pt x="358427" y="67540"/>
                  </a:cubicBezTo>
                  <a:cubicBezTo>
                    <a:pt x="360980" y="39924"/>
                    <a:pt x="388943" y="20663"/>
                    <a:pt x="416385" y="16892"/>
                  </a:cubicBezTo>
                  <a:cubicBezTo>
                    <a:pt x="428017" y="15355"/>
                    <a:pt x="440229" y="15848"/>
                    <a:pt x="450875" y="20663"/>
                  </a:cubicBezTo>
                  <a:cubicBezTo>
                    <a:pt x="472544" y="30381"/>
                    <a:pt x="483190" y="55414"/>
                    <a:pt x="486294" y="78998"/>
                  </a:cubicBezTo>
                  <a:cubicBezTo>
                    <a:pt x="491544" y="119319"/>
                    <a:pt x="479680" y="161612"/>
                    <a:pt x="454472" y="193492"/>
                  </a:cubicBezTo>
                  <a:lnTo>
                    <a:pt x="457083" y="195406"/>
                  </a:lnTo>
                  <a:cubicBezTo>
                    <a:pt x="470571" y="177334"/>
                    <a:pt x="485394" y="159930"/>
                    <a:pt x="503843" y="146992"/>
                  </a:cubicBezTo>
                  <a:cubicBezTo>
                    <a:pt x="523598" y="133126"/>
                    <a:pt x="548051" y="124685"/>
                    <a:pt x="571896" y="128485"/>
                  </a:cubicBezTo>
                  <a:cubicBezTo>
                    <a:pt x="593274" y="131879"/>
                    <a:pt x="612884" y="145397"/>
                    <a:pt x="623675" y="164223"/>
                  </a:cubicBezTo>
                  <a:cubicBezTo>
                    <a:pt x="634437" y="182991"/>
                    <a:pt x="636177" y="206777"/>
                    <a:pt x="628316" y="226967"/>
                  </a:cubicBezTo>
                  <a:cubicBezTo>
                    <a:pt x="622863" y="240833"/>
                    <a:pt x="612449" y="253335"/>
                    <a:pt x="598351" y="258237"/>
                  </a:cubicBezTo>
                  <a:cubicBezTo>
                    <a:pt x="617554" y="262937"/>
                    <a:pt x="637802" y="268216"/>
                    <a:pt x="651493" y="282401"/>
                  </a:cubicBezTo>
                  <a:cubicBezTo>
                    <a:pt x="666490" y="297891"/>
                    <a:pt x="670580" y="322026"/>
                    <a:pt x="664315" y="342650"/>
                  </a:cubicBezTo>
                  <a:cubicBezTo>
                    <a:pt x="658049" y="363275"/>
                    <a:pt x="642588" y="380302"/>
                    <a:pt x="624110" y="391441"/>
                  </a:cubicBezTo>
                  <a:cubicBezTo>
                    <a:pt x="597423" y="407541"/>
                    <a:pt x="563977" y="411631"/>
                    <a:pt x="534012" y="403218"/>
                  </a:cubicBezTo>
                  <a:cubicBezTo>
                    <a:pt x="556928" y="415663"/>
                    <a:pt x="576914" y="433503"/>
                    <a:pt x="591795" y="454940"/>
                  </a:cubicBezTo>
                  <a:cubicBezTo>
                    <a:pt x="603804" y="472228"/>
                    <a:pt x="612652" y="492969"/>
                    <a:pt x="610447" y="513971"/>
                  </a:cubicBezTo>
                  <a:cubicBezTo>
                    <a:pt x="607546" y="540861"/>
                    <a:pt x="585181" y="563893"/>
                    <a:pt x="558813" y="569840"/>
                  </a:cubicBezTo>
                  <a:cubicBezTo>
                    <a:pt x="532358" y="575786"/>
                    <a:pt x="503524" y="565518"/>
                    <a:pt x="484930" y="545821"/>
                  </a:cubicBezTo>
                  <a:cubicBezTo>
                    <a:pt x="487396" y="582980"/>
                    <a:pt x="484756" y="626579"/>
                    <a:pt x="454211" y="647871"/>
                  </a:cubicBezTo>
                  <a:cubicBezTo>
                    <a:pt x="422012" y="670352"/>
                    <a:pt x="374584" y="653324"/>
                    <a:pt x="350914" y="622054"/>
                  </a:cubicBezTo>
                  <a:cubicBezTo>
                    <a:pt x="327185" y="590783"/>
                    <a:pt x="321065" y="550027"/>
                    <a:pt x="315669" y="511128"/>
                  </a:cubicBezTo>
                  <a:lnTo>
                    <a:pt x="311637" y="511128"/>
                  </a:lnTo>
                  <a:cubicBezTo>
                    <a:pt x="311579" y="546227"/>
                    <a:pt x="311028" y="582719"/>
                    <a:pt x="294929" y="613815"/>
                  </a:cubicBezTo>
                  <a:cubicBezTo>
                    <a:pt x="278655" y="645202"/>
                    <a:pt x="241061" y="668611"/>
                    <a:pt x="207731" y="656805"/>
                  </a:cubicBezTo>
                  <a:cubicBezTo>
                    <a:pt x="183713" y="648248"/>
                    <a:pt x="168106" y="623417"/>
                    <a:pt x="164887" y="598093"/>
                  </a:cubicBezTo>
                  <a:cubicBezTo>
                    <a:pt x="161667" y="572827"/>
                    <a:pt x="168977" y="547243"/>
                    <a:pt x="179448" y="524036"/>
                  </a:cubicBezTo>
                  <a:cubicBezTo>
                    <a:pt x="149484" y="542746"/>
                    <a:pt x="109917" y="558962"/>
                    <a:pt x="80619" y="539149"/>
                  </a:cubicBezTo>
                  <a:cubicBezTo>
                    <a:pt x="52626" y="520323"/>
                    <a:pt x="51872" y="476898"/>
                    <a:pt x="69857" y="448355"/>
                  </a:cubicBezTo>
                  <a:cubicBezTo>
                    <a:pt x="87871" y="419869"/>
                    <a:pt x="118851" y="402638"/>
                    <a:pt x="148555" y="386626"/>
                  </a:cubicBezTo>
                  <a:lnTo>
                    <a:pt x="145654" y="380447"/>
                  </a:lnTo>
                  <a:close/>
                  <a:moveTo>
                    <a:pt x="188267" y="299196"/>
                  </a:moveTo>
                  <a:cubicBezTo>
                    <a:pt x="186469" y="286926"/>
                    <a:pt x="171674" y="277586"/>
                    <a:pt x="160100" y="282662"/>
                  </a:cubicBezTo>
                  <a:cubicBezTo>
                    <a:pt x="147453" y="288173"/>
                    <a:pt x="145248" y="308595"/>
                    <a:pt x="156619" y="316282"/>
                  </a:cubicBezTo>
                  <a:cubicBezTo>
                    <a:pt x="168019" y="323969"/>
                    <a:pt x="186469" y="313381"/>
                    <a:pt x="185163" y="299748"/>
                  </a:cubicBezTo>
                  <a:lnTo>
                    <a:pt x="188267" y="299196"/>
                  </a:lnTo>
                  <a:close/>
                  <a:moveTo>
                    <a:pt x="219654" y="387641"/>
                  </a:moveTo>
                  <a:cubicBezTo>
                    <a:pt x="211908" y="379896"/>
                    <a:pt x="197346" y="379519"/>
                    <a:pt x="190240" y="388018"/>
                  </a:cubicBezTo>
                  <a:cubicBezTo>
                    <a:pt x="182436" y="397301"/>
                    <a:pt x="187687" y="414329"/>
                    <a:pt x="199580" y="416765"/>
                  </a:cubicBezTo>
                  <a:cubicBezTo>
                    <a:pt x="211473" y="419173"/>
                    <a:pt x="222989" y="404118"/>
                    <a:pt x="216869" y="393675"/>
                  </a:cubicBezTo>
                  <a:lnTo>
                    <a:pt x="218899" y="388047"/>
                  </a:lnTo>
                  <a:lnTo>
                    <a:pt x="219654" y="387670"/>
                  </a:lnTo>
                  <a:close/>
                  <a:moveTo>
                    <a:pt x="365737" y="460712"/>
                  </a:moveTo>
                  <a:cubicBezTo>
                    <a:pt x="377021" y="466223"/>
                    <a:pt x="392424" y="455752"/>
                    <a:pt x="391496" y="443249"/>
                  </a:cubicBezTo>
                  <a:cubicBezTo>
                    <a:pt x="390568" y="430747"/>
                    <a:pt x="373859" y="422625"/>
                    <a:pt x="363445" y="429674"/>
                  </a:cubicBezTo>
                  <a:cubicBezTo>
                    <a:pt x="353032" y="436723"/>
                    <a:pt x="354395" y="455259"/>
                    <a:pt x="365737" y="4607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 name="Google Shape;54;p3"/>
            <p:cNvSpPr/>
            <p:nvPr/>
          </p:nvSpPr>
          <p:spPr>
            <a:xfrm>
              <a:off x="2884002" y="4634085"/>
              <a:ext cx="36835" cy="38977"/>
            </a:xfrm>
            <a:custGeom>
              <a:rect b="b" l="l" r="r" t="t"/>
              <a:pathLst>
                <a:path extrusionOk="0" h="38977" w="36835">
                  <a:moveTo>
                    <a:pt x="35435" y="11271"/>
                  </a:moveTo>
                  <a:cubicBezTo>
                    <a:pt x="41266" y="24325"/>
                    <a:pt x="27893" y="41555"/>
                    <a:pt x="13824" y="38655"/>
                  </a:cubicBezTo>
                  <a:cubicBezTo>
                    <a:pt x="-158" y="35754"/>
                    <a:pt x="-5176" y="13766"/>
                    <a:pt x="6514" y="5470"/>
                  </a:cubicBezTo>
                  <a:lnTo>
                    <a:pt x="5151" y="2801"/>
                  </a:lnTo>
                  <a:cubicBezTo>
                    <a:pt x="15246" y="-2972"/>
                    <a:pt x="30591" y="335"/>
                    <a:pt x="35435" y="1127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3"/>
            <p:cNvSpPr/>
            <p:nvPr/>
          </p:nvSpPr>
          <p:spPr>
            <a:xfrm>
              <a:off x="2874997" y="4520150"/>
              <a:ext cx="42190" cy="43742"/>
            </a:xfrm>
            <a:custGeom>
              <a:rect b="b" l="l" r="r" t="t"/>
              <a:pathLst>
                <a:path extrusionOk="0" h="43742" w="42190">
                  <a:moveTo>
                    <a:pt x="1915" y="29278"/>
                  </a:moveTo>
                  <a:cubicBezTo>
                    <a:pt x="-2785" y="18922"/>
                    <a:pt x="2901" y="4824"/>
                    <a:pt x="13750" y="1024"/>
                  </a:cubicBezTo>
                  <a:cubicBezTo>
                    <a:pt x="25527" y="-3066"/>
                    <a:pt x="39770" y="5608"/>
                    <a:pt x="41916" y="17878"/>
                  </a:cubicBezTo>
                  <a:cubicBezTo>
                    <a:pt x="43947" y="29771"/>
                    <a:pt x="34432" y="42332"/>
                    <a:pt x="22423" y="43637"/>
                  </a:cubicBezTo>
                  <a:cubicBezTo>
                    <a:pt x="13141" y="44623"/>
                    <a:pt x="3858" y="38560"/>
                    <a:pt x="0" y="30148"/>
                  </a:cubicBezTo>
                  <a:lnTo>
                    <a:pt x="1915" y="2927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 name="Google Shape;56;p3"/>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3"/>
            <p:cNvSpPr/>
            <p:nvPr/>
          </p:nvSpPr>
          <p:spPr>
            <a:xfrm>
              <a:off x="2792129" y="4672938"/>
              <a:ext cx="35160" cy="35160"/>
            </a:xfrm>
            <a:custGeom>
              <a:rect b="b" l="l" r="r" t="t"/>
              <a:pathLst>
                <a:path extrusionOk="0" h="35160" w="35160">
                  <a:moveTo>
                    <a:pt x="35121" y="16192"/>
                  </a:moveTo>
                  <a:cubicBezTo>
                    <a:pt x="36049" y="28694"/>
                    <a:pt x="20617" y="39166"/>
                    <a:pt x="9362" y="33655"/>
                  </a:cubicBezTo>
                  <a:cubicBezTo>
                    <a:pt x="-1980" y="28201"/>
                    <a:pt x="-3344" y="9694"/>
                    <a:pt x="7070" y="2616"/>
                  </a:cubicBezTo>
                  <a:cubicBezTo>
                    <a:pt x="17484" y="-4433"/>
                    <a:pt x="34192" y="3660"/>
                    <a:pt x="35121" y="161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3"/>
            <p:cNvSpPr/>
            <p:nvPr/>
          </p:nvSpPr>
          <p:spPr>
            <a:xfrm>
              <a:off x="2705390" y="4516761"/>
              <a:ext cx="105052" cy="106420"/>
            </a:xfrm>
            <a:custGeom>
              <a:rect b="b" l="l" r="r" t="t"/>
              <a:pathLst>
                <a:path extrusionOk="0" h="106420" w="105052">
                  <a:moveTo>
                    <a:pt x="34169" y="7198"/>
                  </a:moveTo>
                  <a:cubicBezTo>
                    <a:pt x="40232" y="2354"/>
                    <a:pt x="47745" y="149"/>
                    <a:pt x="55403" y="4"/>
                  </a:cubicBezTo>
                  <a:cubicBezTo>
                    <a:pt x="67790" y="-170"/>
                    <a:pt x="80785" y="5081"/>
                    <a:pt x="89952" y="13986"/>
                  </a:cubicBezTo>
                  <a:cubicBezTo>
                    <a:pt x="91576" y="15581"/>
                    <a:pt x="93055" y="17264"/>
                    <a:pt x="94419" y="19063"/>
                  </a:cubicBezTo>
                  <a:cubicBezTo>
                    <a:pt x="106486" y="35104"/>
                    <a:pt x="108168" y="57904"/>
                    <a:pt x="100046" y="76034"/>
                  </a:cubicBezTo>
                  <a:cubicBezTo>
                    <a:pt x="97378" y="82097"/>
                    <a:pt x="93549" y="87608"/>
                    <a:pt x="88704" y="92249"/>
                  </a:cubicBezTo>
                  <a:cubicBezTo>
                    <a:pt x="69269" y="110756"/>
                    <a:pt x="35388" y="111249"/>
                    <a:pt x="15749" y="93061"/>
                  </a:cubicBezTo>
                  <a:cubicBezTo>
                    <a:pt x="-3831" y="74787"/>
                    <a:pt x="-5484" y="40412"/>
                    <a:pt x="12646" y="20745"/>
                  </a:cubicBezTo>
                  <a:cubicBezTo>
                    <a:pt x="18418" y="14421"/>
                    <a:pt x="25960" y="9722"/>
                    <a:pt x="34140" y="7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3"/>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3"/>
            <p:cNvSpPr/>
            <p:nvPr/>
          </p:nvSpPr>
          <p:spPr>
            <a:xfrm>
              <a:off x="2692085" y="4716977"/>
              <a:ext cx="36598" cy="36737"/>
            </a:xfrm>
            <a:custGeom>
              <a:rect b="b" l="l" r="r" t="t"/>
              <a:pathLst>
                <a:path extrusionOk="0" h="36737" w="36598">
                  <a:moveTo>
                    <a:pt x="26356" y="2060"/>
                  </a:moveTo>
                  <a:lnTo>
                    <a:pt x="28154" y="2321"/>
                  </a:lnTo>
                  <a:cubicBezTo>
                    <a:pt x="39177" y="8819"/>
                    <a:pt x="39496" y="27529"/>
                    <a:pt x="28589" y="34345"/>
                  </a:cubicBezTo>
                  <a:cubicBezTo>
                    <a:pt x="17740" y="41104"/>
                    <a:pt x="1032" y="32663"/>
                    <a:pt x="46" y="19987"/>
                  </a:cubicBezTo>
                  <a:cubicBezTo>
                    <a:pt x="-941" y="7223"/>
                    <a:pt x="14231" y="-3742"/>
                    <a:pt x="25979" y="1219"/>
                  </a:cubicBezTo>
                  <a:lnTo>
                    <a:pt x="26414" y="1276"/>
                  </a:lnTo>
                  <a:cubicBezTo>
                    <a:pt x="26356" y="1538"/>
                    <a:pt x="26356" y="1828"/>
                    <a:pt x="26356" y="208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 name="Google Shape;61;p3"/>
            <p:cNvSpPr/>
            <p:nvPr/>
          </p:nvSpPr>
          <p:spPr>
            <a:xfrm>
              <a:off x="2676998" y="4463036"/>
              <a:ext cx="36535" cy="39631"/>
            </a:xfrm>
            <a:custGeom>
              <a:rect b="b" l="l" r="r" t="t"/>
              <a:pathLst>
                <a:path extrusionOk="0" h="39631" w="36535">
                  <a:moveTo>
                    <a:pt x="28128" y="34062"/>
                  </a:moveTo>
                  <a:cubicBezTo>
                    <a:pt x="29057" y="35918"/>
                    <a:pt x="30043" y="37833"/>
                    <a:pt x="31029" y="39632"/>
                  </a:cubicBezTo>
                  <a:lnTo>
                    <a:pt x="18904" y="36789"/>
                  </a:lnTo>
                  <a:cubicBezTo>
                    <a:pt x="7330" y="36789"/>
                    <a:pt x="-2765" y="23851"/>
                    <a:pt x="687" y="12567"/>
                  </a:cubicBezTo>
                  <a:cubicBezTo>
                    <a:pt x="4342" y="732"/>
                    <a:pt x="21486" y="-4083"/>
                    <a:pt x="30855" y="4010"/>
                  </a:cubicBezTo>
                  <a:cubicBezTo>
                    <a:pt x="39645" y="11755"/>
                    <a:pt x="37846" y="27970"/>
                    <a:pt x="28128" y="340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 name="Google Shape;62;p3"/>
            <p:cNvSpPr/>
            <p:nvPr/>
          </p:nvSpPr>
          <p:spPr>
            <a:xfrm>
              <a:off x="2622273" y="4627600"/>
              <a:ext cx="33105" cy="35278"/>
            </a:xfrm>
            <a:custGeom>
              <a:rect b="b" l="l" r="r" t="t"/>
              <a:pathLst>
                <a:path extrusionOk="0" h="35278" w="33105">
                  <a:moveTo>
                    <a:pt x="33106" y="5921"/>
                  </a:moveTo>
                  <a:lnTo>
                    <a:pt x="32352" y="6298"/>
                  </a:lnTo>
                  <a:lnTo>
                    <a:pt x="30321" y="11926"/>
                  </a:lnTo>
                  <a:cubicBezTo>
                    <a:pt x="36442" y="22398"/>
                    <a:pt x="24926" y="37453"/>
                    <a:pt x="13032" y="35016"/>
                  </a:cubicBezTo>
                  <a:cubicBezTo>
                    <a:pt x="1139" y="32608"/>
                    <a:pt x="-4111" y="15581"/>
                    <a:pt x="3692" y="6269"/>
                  </a:cubicBezTo>
                  <a:cubicBezTo>
                    <a:pt x="10828" y="-2201"/>
                    <a:pt x="25361" y="-1853"/>
                    <a:pt x="33106" y="58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 name="Google Shape;63;p3"/>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3"/>
            <p:cNvSpPr/>
            <p:nvPr/>
          </p:nvSpPr>
          <p:spPr>
            <a:xfrm>
              <a:off x="2640845" y="4475893"/>
              <a:ext cx="227769" cy="225448"/>
            </a:xfrm>
            <a:custGeom>
              <a:rect b="b" l="l" r="r" t="t"/>
              <a:pathLst>
                <a:path extrusionOk="0" h="225448" w="227769">
                  <a:moveTo>
                    <a:pt x="201895" y="119831"/>
                  </a:moveTo>
                  <a:cubicBezTo>
                    <a:pt x="199081" y="102775"/>
                    <a:pt x="206681" y="87459"/>
                    <a:pt x="217617" y="75043"/>
                  </a:cubicBezTo>
                  <a:cubicBezTo>
                    <a:pt x="204737" y="77074"/>
                    <a:pt x="191597" y="75478"/>
                    <a:pt x="181444" y="65848"/>
                  </a:cubicBezTo>
                  <a:cubicBezTo>
                    <a:pt x="173032" y="57871"/>
                    <a:pt x="169232" y="47051"/>
                    <a:pt x="169580" y="35593"/>
                  </a:cubicBezTo>
                  <a:cubicBezTo>
                    <a:pt x="169870" y="26223"/>
                    <a:pt x="172365" y="17144"/>
                    <a:pt x="173148" y="7861"/>
                  </a:cubicBezTo>
                  <a:cubicBezTo>
                    <a:pt x="162183" y="16186"/>
                    <a:pt x="149042" y="24772"/>
                    <a:pt x="135612" y="23380"/>
                  </a:cubicBezTo>
                  <a:cubicBezTo>
                    <a:pt x="123022" y="22075"/>
                    <a:pt x="116060" y="11371"/>
                    <a:pt x="111796" y="0"/>
                  </a:cubicBezTo>
                  <a:cubicBezTo>
                    <a:pt x="108083" y="11400"/>
                    <a:pt x="102746" y="22597"/>
                    <a:pt x="93434" y="29820"/>
                  </a:cubicBezTo>
                  <a:cubicBezTo>
                    <a:pt x="81599" y="38986"/>
                    <a:pt x="67153" y="36898"/>
                    <a:pt x="54274" y="31590"/>
                  </a:cubicBezTo>
                  <a:cubicBezTo>
                    <a:pt x="55086" y="46528"/>
                    <a:pt x="54941" y="65848"/>
                    <a:pt x="40872" y="73245"/>
                  </a:cubicBezTo>
                  <a:cubicBezTo>
                    <a:pt x="34751" y="76465"/>
                    <a:pt x="27615" y="77161"/>
                    <a:pt x="20886" y="78031"/>
                  </a:cubicBezTo>
                  <a:cubicBezTo>
                    <a:pt x="13866" y="78930"/>
                    <a:pt x="6904" y="79974"/>
                    <a:pt x="0" y="81396"/>
                  </a:cubicBezTo>
                  <a:cubicBezTo>
                    <a:pt x="6585" y="85486"/>
                    <a:pt x="13315" y="89315"/>
                    <a:pt x="19725" y="93695"/>
                  </a:cubicBezTo>
                  <a:cubicBezTo>
                    <a:pt x="28022" y="99381"/>
                    <a:pt x="37014" y="106023"/>
                    <a:pt x="41162" y="115480"/>
                  </a:cubicBezTo>
                  <a:cubicBezTo>
                    <a:pt x="45339" y="124995"/>
                    <a:pt x="45136" y="134857"/>
                    <a:pt x="39625" y="143734"/>
                  </a:cubicBezTo>
                  <a:cubicBezTo>
                    <a:pt x="36086" y="149449"/>
                    <a:pt x="31561" y="154409"/>
                    <a:pt x="27354" y="159601"/>
                  </a:cubicBezTo>
                  <a:cubicBezTo>
                    <a:pt x="34519" y="157222"/>
                    <a:pt x="41626" y="154641"/>
                    <a:pt x="48994" y="152958"/>
                  </a:cubicBezTo>
                  <a:cubicBezTo>
                    <a:pt x="58103" y="150841"/>
                    <a:pt x="67849" y="150580"/>
                    <a:pt x="75420" y="156874"/>
                  </a:cubicBezTo>
                  <a:cubicBezTo>
                    <a:pt x="85370" y="165171"/>
                    <a:pt x="88822" y="181038"/>
                    <a:pt x="89692" y="193279"/>
                  </a:cubicBezTo>
                  <a:cubicBezTo>
                    <a:pt x="90446" y="204070"/>
                    <a:pt x="88880" y="214803"/>
                    <a:pt x="87024" y="225449"/>
                  </a:cubicBezTo>
                  <a:cubicBezTo>
                    <a:pt x="87691" y="224173"/>
                    <a:pt x="88329" y="222896"/>
                    <a:pt x="88996" y="221678"/>
                  </a:cubicBezTo>
                  <a:cubicBezTo>
                    <a:pt x="97089" y="206391"/>
                    <a:pt x="105124" y="188087"/>
                    <a:pt x="119570" y="177673"/>
                  </a:cubicBezTo>
                  <a:cubicBezTo>
                    <a:pt x="131870" y="168826"/>
                    <a:pt x="143763" y="173351"/>
                    <a:pt x="153306" y="181850"/>
                  </a:cubicBezTo>
                  <a:cubicBezTo>
                    <a:pt x="153161" y="176078"/>
                    <a:pt x="153945" y="170334"/>
                    <a:pt x="156613" y="165200"/>
                  </a:cubicBezTo>
                  <a:cubicBezTo>
                    <a:pt x="163865" y="151276"/>
                    <a:pt x="181763" y="150754"/>
                    <a:pt x="195426" y="152001"/>
                  </a:cubicBezTo>
                  <a:cubicBezTo>
                    <a:pt x="206275" y="152987"/>
                    <a:pt x="217008" y="155250"/>
                    <a:pt x="227770" y="157020"/>
                  </a:cubicBezTo>
                  <a:cubicBezTo>
                    <a:pt x="215093" y="147766"/>
                    <a:pt x="204447" y="135554"/>
                    <a:pt x="201866" y="119860"/>
                  </a:cubicBezTo>
                  <a:close/>
                  <a:moveTo>
                    <a:pt x="164591" y="116960"/>
                  </a:moveTo>
                  <a:cubicBezTo>
                    <a:pt x="161922" y="123022"/>
                    <a:pt x="158093" y="128534"/>
                    <a:pt x="153248" y="133175"/>
                  </a:cubicBezTo>
                  <a:cubicBezTo>
                    <a:pt x="133813" y="151682"/>
                    <a:pt x="99932" y="152175"/>
                    <a:pt x="80294" y="133987"/>
                  </a:cubicBezTo>
                  <a:cubicBezTo>
                    <a:pt x="60713" y="115712"/>
                    <a:pt x="59060" y="81338"/>
                    <a:pt x="77190" y="61642"/>
                  </a:cubicBezTo>
                  <a:cubicBezTo>
                    <a:pt x="80033" y="58509"/>
                    <a:pt x="83340" y="55782"/>
                    <a:pt x="86936" y="53519"/>
                  </a:cubicBezTo>
                  <a:cubicBezTo>
                    <a:pt x="91462" y="49429"/>
                    <a:pt x="96973" y="46471"/>
                    <a:pt x="103413" y="44991"/>
                  </a:cubicBezTo>
                  <a:cubicBezTo>
                    <a:pt x="108460" y="42293"/>
                    <a:pt x="114146" y="40988"/>
                    <a:pt x="119918" y="40901"/>
                  </a:cubicBezTo>
                  <a:cubicBezTo>
                    <a:pt x="132305" y="40727"/>
                    <a:pt x="145300" y="45977"/>
                    <a:pt x="154467" y="54883"/>
                  </a:cubicBezTo>
                  <a:cubicBezTo>
                    <a:pt x="156091" y="56507"/>
                    <a:pt x="157571" y="58161"/>
                    <a:pt x="158934" y="59959"/>
                  </a:cubicBezTo>
                  <a:cubicBezTo>
                    <a:pt x="171001" y="76000"/>
                    <a:pt x="172684" y="98801"/>
                    <a:pt x="164561" y="11693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3"/>
            <p:cNvSpPr/>
            <p:nvPr/>
          </p:nvSpPr>
          <p:spPr>
            <a:xfrm>
              <a:off x="2884017" y="4634159"/>
              <a:ext cx="36820" cy="38875"/>
            </a:xfrm>
            <a:custGeom>
              <a:rect b="b" l="l" r="r" t="t"/>
              <a:pathLst>
                <a:path extrusionOk="0" h="38875" w="36820">
                  <a:moveTo>
                    <a:pt x="35419" y="11197"/>
                  </a:moveTo>
                  <a:cubicBezTo>
                    <a:pt x="30807" y="754"/>
                    <a:pt x="16709" y="-2610"/>
                    <a:pt x="6643" y="2060"/>
                  </a:cubicBezTo>
                  <a:cubicBezTo>
                    <a:pt x="9602" y="4322"/>
                    <a:pt x="7891" y="9921"/>
                    <a:pt x="3917" y="9689"/>
                  </a:cubicBezTo>
                  <a:cubicBezTo>
                    <a:pt x="3482" y="9689"/>
                    <a:pt x="3047" y="9602"/>
                    <a:pt x="2582" y="9573"/>
                  </a:cubicBezTo>
                  <a:cubicBezTo>
                    <a:pt x="-3596" y="19465"/>
                    <a:pt x="1770" y="36057"/>
                    <a:pt x="13808" y="38552"/>
                  </a:cubicBezTo>
                  <a:cubicBezTo>
                    <a:pt x="27877" y="41453"/>
                    <a:pt x="41250" y="24251"/>
                    <a:pt x="35419" y="11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3"/>
            <p:cNvSpPr/>
            <p:nvPr/>
          </p:nvSpPr>
          <p:spPr>
            <a:xfrm>
              <a:off x="2875026" y="4520150"/>
              <a:ext cx="42197" cy="43747"/>
            </a:xfrm>
            <a:custGeom>
              <a:rect b="b" l="l" r="r" t="t"/>
              <a:pathLst>
                <a:path extrusionOk="0" h="43747" w="42197">
                  <a:moveTo>
                    <a:pt x="41887" y="17878"/>
                  </a:moveTo>
                  <a:cubicBezTo>
                    <a:pt x="39712" y="5608"/>
                    <a:pt x="25469" y="-3066"/>
                    <a:pt x="13721" y="1024"/>
                  </a:cubicBezTo>
                  <a:cubicBezTo>
                    <a:pt x="6324" y="3606"/>
                    <a:pt x="1421" y="11032"/>
                    <a:pt x="493" y="18748"/>
                  </a:cubicBezTo>
                  <a:cubicBezTo>
                    <a:pt x="2640" y="20199"/>
                    <a:pt x="3626" y="23564"/>
                    <a:pt x="1363" y="25478"/>
                  </a:cubicBezTo>
                  <a:cubicBezTo>
                    <a:pt x="1189" y="25623"/>
                    <a:pt x="1015" y="25797"/>
                    <a:pt x="841" y="25942"/>
                  </a:cubicBezTo>
                  <a:cubicBezTo>
                    <a:pt x="1102" y="27073"/>
                    <a:pt x="1421" y="28205"/>
                    <a:pt x="1915" y="29278"/>
                  </a:cubicBezTo>
                  <a:lnTo>
                    <a:pt x="0" y="30148"/>
                  </a:lnTo>
                  <a:cubicBezTo>
                    <a:pt x="3829" y="38560"/>
                    <a:pt x="13141" y="44652"/>
                    <a:pt x="22423" y="43637"/>
                  </a:cubicBezTo>
                  <a:cubicBezTo>
                    <a:pt x="34432" y="42332"/>
                    <a:pt x="43976" y="29771"/>
                    <a:pt x="41916" y="1787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3"/>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3"/>
            <p:cNvSpPr/>
            <p:nvPr/>
          </p:nvSpPr>
          <p:spPr>
            <a:xfrm>
              <a:off x="2792129" y="4672970"/>
              <a:ext cx="35160" cy="35129"/>
            </a:xfrm>
            <a:custGeom>
              <a:rect b="b" l="l" r="r" t="t"/>
              <a:pathLst>
                <a:path extrusionOk="0" h="35129" w="35160">
                  <a:moveTo>
                    <a:pt x="10928" y="757"/>
                  </a:moveTo>
                  <a:cubicBezTo>
                    <a:pt x="10261" y="1337"/>
                    <a:pt x="9449" y="1656"/>
                    <a:pt x="8549" y="1743"/>
                  </a:cubicBezTo>
                  <a:cubicBezTo>
                    <a:pt x="8056" y="2004"/>
                    <a:pt x="7534" y="2265"/>
                    <a:pt x="7070" y="2584"/>
                  </a:cubicBezTo>
                  <a:cubicBezTo>
                    <a:pt x="-3344" y="9633"/>
                    <a:pt x="-1980" y="28169"/>
                    <a:pt x="9362" y="33623"/>
                  </a:cubicBezTo>
                  <a:cubicBezTo>
                    <a:pt x="20646" y="39134"/>
                    <a:pt x="36049" y="28662"/>
                    <a:pt x="35121" y="16160"/>
                  </a:cubicBezTo>
                  <a:cubicBezTo>
                    <a:pt x="34308" y="5108"/>
                    <a:pt x="21168" y="-2492"/>
                    <a:pt x="10928" y="75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3"/>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3"/>
            <p:cNvSpPr/>
            <p:nvPr/>
          </p:nvSpPr>
          <p:spPr>
            <a:xfrm>
              <a:off x="2692083" y="4717015"/>
              <a:ext cx="36549" cy="36703"/>
            </a:xfrm>
            <a:custGeom>
              <a:rect b="b" l="l" r="r" t="t"/>
              <a:pathLst>
                <a:path extrusionOk="0" h="36703" w="36549">
                  <a:moveTo>
                    <a:pt x="30651" y="7881"/>
                  </a:moveTo>
                  <a:cubicBezTo>
                    <a:pt x="26764" y="11884"/>
                    <a:pt x="20643" y="5764"/>
                    <a:pt x="24530" y="1761"/>
                  </a:cubicBezTo>
                  <a:cubicBezTo>
                    <a:pt x="24791" y="1500"/>
                    <a:pt x="24994" y="1181"/>
                    <a:pt x="25227" y="919"/>
                  </a:cubicBezTo>
                  <a:cubicBezTo>
                    <a:pt x="13565" y="-3258"/>
                    <a:pt x="-939" y="7446"/>
                    <a:pt x="48" y="19949"/>
                  </a:cubicBezTo>
                  <a:cubicBezTo>
                    <a:pt x="1034" y="32654"/>
                    <a:pt x="17771" y="41066"/>
                    <a:pt x="28591" y="34307"/>
                  </a:cubicBezTo>
                  <a:cubicBezTo>
                    <a:pt x="37874" y="28506"/>
                    <a:pt x="38947" y="14118"/>
                    <a:pt x="32275" y="5967"/>
                  </a:cubicBezTo>
                  <a:cubicBezTo>
                    <a:pt x="31724" y="6605"/>
                    <a:pt x="31231" y="7301"/>
                    <a:pt x="30651" y="791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3"/>
            <p:cNvSpPr/>
            <p:nvPr/>
          </p:nvSpPr>
          <p:spPr>
            <a:xfrm>
              <a:off x="2676968" y="4463052"/>
              <a:ext cx="36536" cy="39470"/>
            </a:xfrm>
            <a:custGeom>
              <a:rect b="b" l="l" r="r" t="t"/>
              <a:pathLst>
                <a:path extrusionOk="0" h="39470" w="36536">
                  <a:moveTo>
                    <a:pt x="10377" y="34336"/>
                  </a:moveTo>
                  <a:cubicBezTo>
                    <a:pt x="11740" y="33147"/>
                    <a:pt x="13916" y="32828"/>
                    <a:pt x="15598" y="33698"/>
                  </a:cubicBezTo>
                  <a:cubicBezTo>
                    <a:pt x="20355" y="36135"/>
                    <a:pt x="25635" y="38310"/>
                    <a:pt x="30972" y="39470"/>
                  </a:cubicBezTo>
                  <a:cubicBezTo>
                    <a:pt x="30015" y="37701"/>
                    <a:pt x="29029" y="35844"/>
                    <a:pt x="28129" y="34046"/>
                  </a:cubicBezTo>
                  <a:cubicBezTo>
                    <a:pt x="37847" y="27983"/>
                    <a:pt x="39646" y="11739"/>
                    <a:pt x="30856" y="4023"/>
                  </a:cubicBezTo>
                  <a:cubicBezTo>
                    <a:pt x="21516" y="-4099"/>
                    <a:pt x="4343" y="745"/>
                    <a:pt x="688" y="12580"/>
                  </a:cubicBezTo>
                  <a:cubicBezTo>
                    <a:pt x="-1865" y="20905"/>
                    <a:pt x="2980" y="30130"/>
                    <a:pt x="10348" y="3436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3"/>
            <p:cNvSpPr/>
            <p:nvPr/>
          </p:nvSpPr>
          <p:spPr>
            <a:xfrm>
              <a:off x="2622273" y="4627618"/>
              <a:ext cx="33105" cy="35284"/>
            </a:xfrm>
            <a:custGeom>
              <a:rect b="b" l="l" r="r" t="t"/>
              <a:pathLst>
                <a:path extrusionOk="0" h="35284" w="33105">
                  <a:moveTo>
                    <a:pt x="31249" y="13880"/>
                  </a:moveTo>
                  <a:cubicBezTo>
                    <a:pt x="30988" y="13213"/>
                    <a:pt x="30698" y="12546"/>
                    <a:pt x="30321" y="11908"/>
                  </a:cubicBezTo>
                  <a:lnTo>
                    <a:pt x="32352" y="6280"/>
                  </a:lnTo>
                  <a:cubicBezTo>
                    <a:pt x="32613" y="6164"/>
                    <a:pt x="32845" y="6019"/>
                    <a:pt x="33106" y="5903"/>
                  </a:cubicBezTo>
                  <a:cubicBezTo>
                    <a:pt x="25361" y="-1842"/>
                    <a:pt x="10799" y="-2219"/>
                    <a:pt x="3692" y="6280"/>
                  </a:cubicBezTo>
                  <a:cubicBezTo>
                    <a:pt x="-4111" y="15563"/>
                    <a:pt x="1139" y="32590"/>
                    <a:pt x="13032" y="35027"/>
                  </a:cubicBezTo>
                  <a:cubicBezTo>
                    <a:pt x="22634" y="36970"/>
                    <a:pt x="31945" y="27572"/>
                    <a:pt x="32003" y="18348"/>
                  </a:cubicBezTo>
                  <a:cubicBezTo>
                    <a:pt x="30988" y="17187"/>
                    <a:pt x="30582" y="15505"/>
                    <a:pt x="31249" y="1390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3"/>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4" name="Google Shape;74;p3"/>
          <p:cNvGrpSpPr/>
          <p:nvPr/>
        </p:nvGrpSpPr>
        <p:grpSpPr>
          <a:xfrm>
            <a:off x="228600" y="228600"/>
            <a:ext cx="8686800" cy="4686300"/>
            <a:chOff x="228600" y="228600"/>
            <a:chExt cx="8686800" cy="4686300"/>
          </a:xfrm>
        </p:grpSpPr>
        <p:sp>
          <p:nvSpPr>
            <p:cNvPr id="75" name="Google Shape;75;p3"/>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76" name="Google Shape;76;p3"/>
            <p:cNvGrpSpPr/>
            <p:nvPr/>
          </p:nvGrpSpPr>
          <p:grpSpPr>
            <a:xfrm>
              <a:off x="333904" y="365653"/>
              <a:ext cx="1210874" cy="1218592"/>
              <a:chOff x="2083365" y="2107621"/>
              <a:chExt cx="309829" cy="311796"/>
            </a:xfrm>
          </p:grpSpPr>
          <p:sp>
            <p:nvSpPr>
              <p:cNvPr id="77" name="Google Shape;77;p3"/>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3"/>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 name="Google Shape;79;p3"/>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3"/>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1" name="Google Shape;81;p3"/>
            <p:cNvGrpSpPr/>
            <p:nvPr/>
          </p:nvGrpSpPr>
          <p:grpSpPr>
            <a:xfrm>
              <a:off x="7599218" y="365653"/>
              <a:ext cx="1210878" cy="1218592"/>
              <a:chOff x="3498340" y="2107621"/>
              <a:chExt cx="309830" cy="311796"/>
            </a:xfrm>
          </p:grpSpPr>
          <p:sp>
            <p:nvSpPr>
              <p:cNvPr id="82" name="Google Shape;82;p3"/>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 name="Google Shape;83;p3"/>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3"/>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 name="Google Shape;85;p3"/>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6" name="Google Shape;86;p3"/>
            <p:cNvGrpSpPr/>
            <p:nvPr/>
          </p:nvGrpSpPr>
          <p:grpSpPr>
            <a:xfrm>
              <a:off x="333904" y="3559446"/>
              <a:ext cx="1210874" cy="1218588"/>
              <a:chOff x="2083365" y="2914852"/>
              <a:chExt cx="309829" cy="311795"/>
            </a:xfrm>
          </p:grpSpPr>
          <p:sp>
            <p:nvSpPr>
              <p:cNvPr id="87" name="Google Shape;87;p3"/>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3"/>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3"/>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3"/>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1" name="Google Shape;91;p3"/>
            <p:cNvGrpSpPr/>
            <p:nvPr/>
          </p:nvGrpSpPr>
          <p:grpSpPr>
            <a:xfrm>
              <a:off x="7523018" y="3559446"/>
              <a:ext cx="1210878" cy="1218588"/>
              <a:chOff x="3478843" y="2914852"/>
              <a:chExt cx="309830" cy="311795"/>
            </a:xfrm>
          </p:grpSpPr>
          <p:sp>
            <p:nvSpPr>
              <p:cNvPr id="92" name="Google Shape;92;p3"/>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3"/>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3"/>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3"/>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96" name="Google Shape;96;p3"/>
          <p:cNvGrpSpPr/>
          <p:nvPr/>
        </p:nvGrpSpPr>
        <p:grpSpPr>
          <a:xfrm flipH="1">
            <a:off x="1291960" y="4404653"/>
            <a:ext cx="2136897" cy="612766"/>
            <a:chOff x="3145882" y="4325705"/>
            <a:chExt cx="2852239" cy="817784"/>
          </a:xfrm>
        </p:grpSpPr>
        <p:sp>
          <p:nvSpPr>
            <p:cNvPr id="97" name="Google Shape;97;p3"/>
            <p:cNvSpPr/>
            <p:nvPr/>
          </p:nvSpPr>
          <p:spPr>
            <a:xfrm>
              <a:off x="3148371" y="4328269"/>
              <a:ext cx="2847350" cy="812355"/>
            </a:xfrm>
            <a:custGeom>
              <a:rect b="b" l="l" r="r" t="t"/>
              <a:pathLst>
                <a:path extrusionOk="0" h="812355" w="2847350">
                  <a:moveTo>
                    <a:pt x="1381933" y="220145"/>
                  </a:moveTo>
                  <a:lnTo>
                    <a:pt x="1392540" y="217218"/>
                  </a:lnTo>
                  <a:cubicBezTo>
                    <a:pt x="1402598" y="172596"/>
                    <a:pt x="1414760" y="127607"/>
                    <a:pt x="1438077" y="88380"/>
                  </a:cubicBezTo>
                  <a:cubicBezTo>
                    <a:pt x="1461577" y="49060"/>
                    <a:pt x="1497879" y="15502"/>
                    <a:pt x="1542136" y="4346"/>
                  </a:cubicBezTo>
                  <a:cubicBezTo>
                    <a:pt x="1574231" y="-3700"/>
                    <a:pt x="1608247" y="323"/>
                    <a:pt x="1640159" y="9101"/>
                  </a:cubicBezTo>
                  <a:cubicBezTo>
                    <a:pt x="1693926" y="23823"/>
                    <a:pt x="1745132" y="52261"/>
                    <a:pt x="1780245" y="95420"/>
                  </a:cubicBezTo>
                  <a:cubicBezTo>
                    <a:pt x="1804294" y="124956"/>
                    <a:pt x="1820113" y="161532"/>
                    <a:pt x="1823771" y="199113"/>
                  </a:cubicBezTo>
                  <a:cubicBezTo>
                    <a:pt x="1919600" y="197468"/>
                    <a:pt x="2010857" y="273637"/>
                    <a:pt x="2026036" y="368369"/>
                  </a:cubicBezTo>
                  <a:cubicBezTo>
                    <a:pt x="2074682" y="324660"/>
                    <a:pt x="2155241" y="343223"/>
                    <a:pt x="2204619" y="386017"/>
                  </a:cubicBezTo>
                  <a:cubicBezTo>
                    <a:pt x="2254179" y="428811"/>
                    <a:pt x="2283897" y="489709"/>
                    <a:pt x="2324131" y="541099"/>
                  </a:cubicBezTo>
                  <a:cubicBezTo>
                    <a:pt x="2364547" y="592489"/>
                    <a:pt x="2425446" y="637660"/>
                    <a:pt x="2490094" y="627236"/>
                  </a:cubicBezTo>
                  <a:cubicBezTo>
                    <a:pt x="2522007" y="622115"/>
                    <a:pt x="2550262" y="603919"/>
                    <a:pt x="2580071" y="591300"/>
                  </a:cubicBezTo>
                  <a:cubicBezTo>
                    <a:pt x="2666939" y="554906"/>
                    <a:pt x="2773193" y="569080"/>
                    <a:pt x="2847350" y="627236"/>
                  </a:cubicBezTo>
                  <a:cubicBezTo>
                    <a:pt x="2764049" y="598432"/>
                    <a:pt x="2679741" y="658051"/>
                    <a:pt x="2598268" y="691701"/>
                  </a:cubicBezTo>
                  <a:cubicBezTo>
                    <a:pt x="2462754" y="747662"/>
                    <a:pt x="2282525" y="718127"/>
                    <a:pt x="2207087" y="592397"/>
                  </a:cubicBezTo>
                  <a:cubicBezTo>
                    <a:pt x="2206356" y="661434"/>
                    <a:pt x="2136039" y="718858"/>
                    <a:pt x="2067184" y="712823"/>
                  </a:cubicBezTo>
                  <a:cubicBezTo>
                    <a:pt x="2026402" y="709165"/>
                    <a:pt x="1989552" y="686031"/>
                    <a:pt x="1964771" y="653387"/>
                  </a:cubicBezTo>
                  <a:cubicBezTo>
                    <a:pt x="1946758" y="692158"/>
                    <a:pt x="1906250" y="719864"/>
                    <a:pt x="1863456" y="721876"/>
                  </a:cubicBezTo>
                  <a:cubicBezTo>
                    <a:pt x="1817919" y="724070"/>
                    <a:pt x="1772199" y="697096"/>
                    <a:pt x="1752173" y="655948"/>
                  </a:cubicBezTo>
                  <a:cubicBezTo>
                    <a:pt x="1749613" y="712275"/>
                    <a:pt x="1712854" y="764029"/>
                    <a:pt x="1662928" y="790182"/>
                  </a:cubicBezTo>
                  <a:cubicBezTo>
                    <a:pt x="1613184" y="816425"/>
                    <a:pt x="1552468" y="818436"/>
                    <a:pt x="1499159" y="801154"/>
                  </a:cubicBezTo>
                  <a:cubicBezTo>
                    <a:pt x="1423355" y="776923"/>
                    <a:pt x="1360170" y="712275"/>
                    <a:pt x="1344808" y="634094"/>
                  </a:cubicBezTo>
                  <a:cubicBezTo>
                    <a:pt x="1341516" y="616994"/>
                    <a:pt x="1340602" y="599255"/>
                    <a:pt x="1342248" y="581973"/>
                  </a:cubicBezTo>
                  <a:lnTo>
                    <a:pt x="1338956" y="581607"/>
                  </a:lnTo>
                  <a:cubicBezTo>
                    <a:pt x="1284641" y="619097"/>
                    <a:pt x="1202893" y="608765"/>
                    <a:pt x="1159642" y="558838"/>
                  </a:cubicBezTo>
                  <a:cubicBezTo>
                    <a:pt x="1179485" y="626412"/>
                    <a:pt x="1146932" y="707520"/>
                    <a:pt x="1082924" y="737055"/>
                  </a:cubicBezTo>
                  <a:cubicBezTo>
                    <a:pt x="1018825" y="766590"/>
                    <a:pt x="931682" y="734311"/>
                    <a:pt x="907633" y="668201"/>
                  </a:cubicBezTo>
                  <a:lnTo>
                    <a:pt x="891449" y="662897"/>
                  </a:lnTo>
                  <a:cubicBezTo>
                    <a:pt x="878921" y="700388"/>
                    <a:pt x="845911" y="730654"/>
                    <a:pt x="807049" y="739067"/>
                  </a:cubicBezTo>
                  <a:cubicBezTo>
                    <a:pt x="762793" y="748576"/>
                    <a:pt x="713781" y="728460"/>
                    <a:pt x="688635" y="690787"/>
                  </a:cubicBezTo>
                  <a:cubicBezTo>
                    <a:pt x="684246" y="684019"/>
                    <a:pt x="680222" y="676613"/>
                    <a:pt x="673181" y="672773"/>
                  </a:cubicBezTo>
                  <a:cubicBezTo>
                    <a:pt x="660654" y="666006"/>
                    <a:pt x="645475" y="674418"/>
                    <a:pt x="632948" y="681368"/>
                  </a:cubicBezTo>
                  <a:cubicBezTo>
                    <a:pt x="506669" y="752417"/>
                    <a:pt x="349484" y="705782"/>
                    <a:pt x="212598" y="657685"/>
                  </a:cubicBezTo>
                  <a:cubicBezTo>
                    <a:pt x="120426" y="625407"/>
                    <a:pt x="13259" y="575663"/>
                    <a:pt x="0" y="478920"/>
                  </a:cubicBezTo>
                  <a:cubicBezTo>
                    <a:pt x="132862" y="642871"/>
                    <a:pt x="400507" y="674601"/>
                    <a:pt x="567934" y="546128"/>
                  </a:cubicBezTo>
                  <a:cubicBezTo>
                    <a:pt x="586130" y="532321"/>
                    <a:pt x="603687" y="516044"/>
                    <a:pt x="612008" y="494739"/>
                  </a:cubicBezTo>
                  <a:cubicBezTo>
                    <a:pt x="621883" y="470142"/>
                    <a:pt x="618226" y="441703"/>
                    <a:pt x="628193" y="417106"/>
                  </a:cubicBezTo>
                  <a:cubicBezTo>
                    <a:pt x="641452" y="384279"/>
                    <a:pt x="677388" y="364437"/>
                    <a:pt x="712775" y="362608"/>
                  </a:cubicBezTo>
                  <a:cubicBezTo>
                    <a:pt x="748162" y="360596"/>
                    <a:pt x="782544" y="373947"/>
                    <a:pt x="813359" y="391411"/>
                  </a:cubicBezTo>
                  <a:cubicBezTo>
                    <a:pt x="804032" y="330238"/>
                    <a:pt x="839602" y="265133"/>
                    <a:pt x="895929" y="239621"/>
                  </a:cubicBezTo>
                  <a:cubicBezTo>
                    <a:pt x="952256" y="214110"/>
                    <a:pt x="1024768" y="230477"/>
                    <a:pt x="1064453" y="277843"/>
                  </a:cubicBezTo>
                  <a:cubicBezTo>
                    <a:pt x="1071403" y="286073"/>
                    <a:pt x="1076980" y="295309"/>
                    <a:pt x="1081369" y="305367"/>
                  </a:cubicBezTo>
                  <a:lnTo>
                    <a:pt x="1082833" y="304818"/>
                  </a:lnTo>
                  <a:cubicBezTo>
                    <a:pt x="1101578" y="242731"/>
                    <a:pt x="1155344" y="192621"/>
                    <a:pt x="1218530" y="178174"/>
                  </a:cubicBezTo>
                  <a:cubicBezTo>
                    <a:pt x="1275405" y="165281"/>
                    <a:pt x="1338224" y="181648"/>
                    <a:pt x="1381933" y="219871"/>
                  </a:cubicBezTo>
                  <a:close/>
                  <a:moveTo>
                    <a:pt x="895838" y="618274"/>
                  </a:moveTo>
                  <a:cubicBezTo>
                    <a:pt x="891266" y="582521"/>
                    <a:pt x="867766" y="548871"/>
                    <a:pt x="833384" y="539911"/>
                  </a:cubicBezTo>
                  <a:cubicBezTo>
                    <a:pt x="789493" y="528571"/>
                    <a:pt x="738104" y="570543"/>
                    <a:pt x="748436" y="614617"/>
                  </a:cubicBezTo>
                  <a:cubicBezTo>
                    <a:pt x="758678" y="658691"/>
                    <a:pt x="835122" y="666372"/>
                    <a:pt x="848106" y="623029"/>
                  </a:cubicBezTo>
                  <a:lnTo>
                    <a:pt x="895838" y="6182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3"/>
            <p:cNvSpPr/>
            <p:nvPr/>
          </p:nvSpPr>
          <p:spPr>
            <a:xfrm>
              <a:off x="3895444" y="4866328"/>
              <a:ext cx="148764" cy="113852"/>
            </a:xfrm>
            <a:custGeom>
              <a:rect b="b" l="l" r="r" t="t"/>
              <a:pathLst>
                <a:path extrusionOk="0" h="113852" w="148764">
                  <a:moveTo>
                    <a:pt x="148765" y="80215"/>
                  </a:moveTo>
                  <a:lnTo>
                    <a:pt x="101033" y="84970"/>
                  </a:lnTo>
                  <a:cubicBezTo>
                    <a:pt x="88048" y="128313"/>
                    <a:pt x="11604" y="120723"/>
                    <a:pt x="1363" y="76558"/>
                  </a:cubicBezTo>
                  <a:cubicBezTo>
                    <a:pt x="-9061" y="32484"/>
                    <a:pt x="42328" y="-9396"/>
                    <a:pt x="86311" y="1851"/>
                  </a:cubicBezTo>
                  <a:cubicBezTo>
                    <a:pt x="120784" y="10812"/>
                    <a:pt x="144284" y="44462"/>
                    <a:pt x="148765" y="80215"/>
                  </a:cubicBez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 name="Google Shape;99;p3"/>
            <p:cNvSpPr/>
            <p:nvPr/>
          </p:nvSpPr>
          <p:spPr>
            <a:xfrm>
              <a:off x="4538096" y="4325705"/>
              <a:ext cx="437429" cy="423823"/>
            </a:xfrm>
            <a:custGeom>
              <a:rect b="b" l="l" r="r" t="t"/>
              <a:pathLst>
                <a:path extrusionOk="0" h="423823" w="437429">
                  <a:moveTo>
                    <a:pt x="241381" y="226274"/>
                  </a:moveTo>
                  <a:cubicBezTo>
                    <a:pt x="207823" y="202409"/>
                    <a:pt x="166401" y="226091"/>
                    <a:pt x="150582" y="259101"/>
                  </a:cubicBezTo>
                  <a:cubicBezTo>
                    <a:pt x="133391" y="294854"/>
                    <a:pt x="135860" y="340391"/>
                    <a:pt x="156617" y="374224"/>
                  </a:cubicBezTo>
                  <a:cubicBezTo>
                    <a:pt x="177373" y="408057"/>
                    <a:pt x="217241" y="425522"/>
                    <a:pt x="257109" y="423693"/>
                  </a:cubicBezTo>
                  <a:cubicBezTo>
                    <a:pt x="299537" y="421682"/>
                    <a:pt x="337302" y="399553"/>
                    <a:pt x="366380" y="369561"/>
                  </a:cubicBezTo>
                  <a:cubicBezTo>
                    <a:pt x="397378" y="337648"/>
                    <a:pt x="424627" y="295586"/>
                    <a:pt x="433863" y="251603"/>
                  </a:cubicBezTo>
                  <a:cubicBezTo>
                    <a:pt x="443098" y="207621"/>
                    <a:pt x="433771" y="164552"/>
                    <a:pt x="413106" y="126971"/>
                  </a:cubicBezTo>
                  <a:cubicBezTo>
                    <a:pt x="392440" y="89388"/>
                    <a:pt x="357876" y="57659"/>
                    <a:pt x="319288" y="36536"/>
                  </a:cubicBezTo>
                  <a:cubicBezTo>
                    <a:pt x="280701" y="15414"/>
                    <a:pt x="231140" y="-1045"/>
                    <a:pt x="184963" y="52"/>
                  </a:cubicBezTo>
                  <a:cubicBezTo>
                    <a:pt x="135220" y="1241"/>
                    <a:pt x="92151" y="27666"/>
                    <a:pt x="61976" y="66346"/>
                  </a:cubicBezTo>
                  <a:cubicBezTo>
                    <a:pt x="27595" y="110420"/>
                    <a:pt x="12141" y="165466"/>
                    <a:pt x="71" y="219142"/>
                  </a:cubicBezTo>
                  <a:cubicBezTo>
                    <a:pt x="-660" y="222525"/>
                    <a:pt x="4460" y="223897"/>
                    <a:pt x="5192" y="220605"/>
                  </a:cubicBezTo>
                  <a:cubicBezTo>
                    <a:pt x="23571" y="141235"/>
                    <a:pt x="53015" y="47783"/>
                    <a:pt x="136408" y="15048"/>
                  </a:cubicBezTo>
                  <a:cubicBezTo>
                    <a:pt x="178471" y="-1503"/>
                    <a:pt x="225288" y="5904"/>
                    <a:pt x="267076" y="19803"/>
                  </a:cubicBezTo>
                  <a:cubicBezTo>
                    <a:pt x="305664" y="32696"/>
                    <a:pt x="342240" y="52904"/>
                    <a:pt x="371409" y="81433"/>
                  </a:cubicBezTo>
                  <a:cubicBezTo>
                    <a:pt x="400579" y="109962"/>
                    <a:pt x="421610" y="146813"/>
                    <a:pt x="429108" y="187138"/>
                  </a:cubicBezTo>
                  <a:cubicBezTo>
                    <a:pt x="437337" y="231120"/>
                    <a:pt x="426273" y="273092"/>
                    <a:pt x="403870" y="311130"/>
                  </a:cubicBezTo>
                  <a:cubicBezTo>
                    <a:pt x="364917" y="377242"/>
                    <a:pt x="289845" y="443170"/>
                    <a:pt x="207823" y="411166"/>
                  </a:cubicBezTo>
                  <a:cubicBezTo>
                    <a:pt x="163475" y="393884"/>
                    <a:pt x="140706" y="346518"/>
                    <a:pt x="144547" y="300524"/>
                  </a:cubicBezTo>
                  <a:cubicBezTo>
                    <a:pt x="146467" y="277938"/>
                    <a:pt x="154513" y="254438"/>
                    <a:pt x="171064" y="238436"/>
                  </a:cubicBezTo>
                  <a:cubicBezTo>
                    <a:pt x="189169" y="220879"/>
                    <a:pt x="217699" y="215301"/>
                    <a:pt x="239736" y="229017"/>
                  </a:cubicBezTo>
                  <a:cubicBezTo>
                    <a:pt x="241381" y="230023"/>
                    <a:pt x="242753" y="227555"/>
                    <a:pt x="241290" y="226457"/>
                  </a:cubicBezTo>
                  <a:lnTo>
                    <a:pt x="241290" y="2264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3"/>
            <p:cNvSpPr/>
            <p:nvPr/>
          </p:nvSpPr>
          <p:spPr>
            <a:xfrm>
              <a:off x="4229325" y="4499841"/>
              <a:ext cx="316084" cy="135065"/>
            </a:xfrm>
            <a:custGeom>
              <a:rect b="b" l="l" r="r" t="t"/>
              <a:pathLst>
                <a:path extrusionOk="0" h="135065" w="316084">
                  <a:moveTo>
                    <a:pt x="315790" y="61192"/>
                  </a:moveTo>
                  <a:cubicBezTo>
                    <a:pt x="270985" y="10626"/>
                    <a:pt x="197376" y="-11229"/>
                    <a:pt x="132088" y="5596"/>
                  </a:cubicBezTo>
                  <a:cubicBezTo>
                    <a:pt x="72377" y="20958"/>
                    <a:pt x="14221" y="71433"/>
                    <a:pt x="48" y="132972"/>
                  </a:cubicBezTo>
                  <a:cubicBezTo>
                    <a:pt x="-409" y="135167"/>
                    <a:pt x="2517" y="135898"/>
                    <a:pt x="3340" y="133887"/>
                  </a:cubicBezTo>
                  <a:cubicBezTo>
                    <a:pt x="15227" y="104169"/>
                    <a:pt x="29949" y="77377"/>
                    <a:pt x="53449" y="55065"/>
                  </a:cubicBezTo>
                  <a:cubicBezTo>
                    <a:pt x="76949" y="32754"/>
                    <a:pt x="103375" y="18032"/>
                    <a:pt x="133368" y="10259"/>
                  </a:cubicBezTo>
                  <a:cubicBezTo>
                    <a:pt x="198016" y="-6474"/>
                    <a:pt x="267510" y="16112"/>
                    <a:pt x="313870" y="63021"/>
                  </a:cubicBezTo>
                  <a:cubicBezTo>
                    <a:pt x="315059" y="64209"/>
                    <a:pt x="316888" y="62380"/>
                    <a:pt x="315699" y="61192"/>
                  </a:cubicBezTo>
                  <a:lnTo>
                    <a:pt x="315699" y="61192"/>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3"/>
            <p:cNvSpPr/>
            <p:nvPr/>
          </p:nvSpPr>
          <p:spPr>
            <a:xfrm>
              <a:off x="3145882" y="4554078"/>
              <a:ext cx="1096795" cy="517821"/>
            </a:xfrm>
            <a:custGeom>
              <a:rect b="b" l="l" r="r" t="t"/>
              <a:pathLst>
                <a:path extrusionOk="0" h="517821" w="1096795">
                  <a:moveTo>
                    <a:pt x="952916" y="146949"/>
                  </a:moveTo>
                  <a:cubicBezTo>
                    <a:pt x="948618" y="186268"/>
                    <a:pt x="988395" y="211780"/>
                    <a:pt x="1023782" y="212329"/>
                  </a:cubicBezTo>
                  <a:cubicBezTo>
                    <a:pt x="1068313" y="213060"/>
                    <a:pt x="1095654" y="173467"/>
                    <a:pt x="1096751" y="131952"/>
                  </a:cubicBezTo>
                  <a:cubicBezTo>
                    <a:pt x="1099586" y="24053"/>
                    <a:pt x="965443" y="-33919"/>
                    <a:pt x="880038" y="21127"/>
                  </a:cubicBezTo>
                  <a:cubicBezTo>
                    <a:pt x="832307" y="51942"/>
                    <a:pt x="805698" y="110281"/>
                    <a:pt x="813470" y="166425"/>
                  </a:cubicBezTo>
                  <a:lnTo>
                    <a:pt x="817036" y="163682"/>
                  </a:lnTo>
                  <a:cubicBezTo>
                    <a:pt x="784758" y="145577"/>
                    <a:pt x="747907" y="131130"/>
                    <a:pt x="710143" y="134970"/>
                  </a:cubicBezTo>
                  <a:cubicBezTo>
                    <a:pt x="681522" y="137896"/>
                    <a:pt x="652901" y="151795"/>
                    <a:pt x="636259" y="175844"/>
                  </a:cubicBezTo>
                  <a:cubicBezTo>
                    <a:pt x="614314" y="207665"/>
                    <a:pt x="625744" y="249910"/>
                    <a:pt x="604895" y="282188"/>
                  </a:cubicBezTo>
                  <a:cubicBezTo>
                    <a:pt x="586699" y="310443"/>
                    <a:pt x="554512" y="330743"/>
                    <a:pt x="525708" y="346928"/>
                  </a:cubicBezTo>
                  <a:cubicBezTo>
                    <a:pt x="418906" y="406730"/>
                    <a:pt x="285495" y="411759"/>
                    <a:pt x="171653" y="369514"/>
                  </a:cubicBezTo>
                  <a:cubicBezTo>
                    <a:pt x="106639" y="345374"/>
                    <a:pt x="48117" y="305323"/>
                    <a:pt x="4135" y="251465"/>
                  </a:cubicBezTo>
                  <a:cubicBezTo>
                    <a:pt x="2397" y="249362"/>
                    <a:pt x="-255" y="251739"/>
                    <a:pt x="20" y="253842"/>
                  </a:cubicBezTo>
                  <a:cubicBezTo>
                    <a:pt x="14924" y="354518"/>
                    <a:pt x="123647" y="402067"/>
                    <a:pt x="208503" y="432333"/>
                  </a:cubicBezTo>
                  <a:cubicBezTo>
                    <a:pt x="318505" y="471561"/>
                    <a:pt x="442041" y="512709"/>
                    <a:pt x="559724" y="486831"/>
                  </a:cubicBezTo>
                  <a:cubicBezTo>
                    <a:pt x="588070" y="480613"/>
                    <a:pt x="614222" y="469823"/>
                    <a:pt x="639734" y="456016"/>
                  </a:cubicBezTo>
                  <a:cubicBezTo>
                    <a:pt x="645952" y="452633"/>
                    <a:pt x="652444" y="449066"/>
                    <a:pt x="659485" y="447695"/>
                  </a:cubicBezTo>
                  <a:cubicBezTo>
                    <a:pt x="673384" y="445043"/>
                    <a:pt x="680242" y="453181"/>
                    <a:pt x="687100" y="463331"/>
                  </a:cubicBezTo>
                  <a:cubicBezTo>
                    <a:pt x="694781" y="474670"/>
                    <a:pt x="703193" y="484728"/>
                    <a:pt x="714166" y="493049"/>
                  </a:cubicBezTo>
                  <a:cubicBezTo>
                    <a:pt x="753120" y="523041"/>
                    <a:pt x="807984" y="526699"/>
                    <a:pt x="849132" y="499084"/>
                  </a:cubicBezTo>
                  <a:cubicBezTo>
                    <a:pt x="890280" y="471469"/>
                    <a:pt x="910396" y="424378"/>
                    <a:pt x="898052" y="378109"/>
                  </a:cubicBezTo>
                  <a:cubicBezTo>
                    <a:pt x="886988" y="336687"/>
                    <a:pt x="847851" y="300019"/>
                    <a:pt x="802589" y="312089"/>
                  </a:cubicBezTo>
                  <a:cubicBezTo>
                    <a:pt x="762172" y="322971"/>
                    <a:pt x="723859" y="378383"/>
                    <a:pt x="762812" y="413039"/>
                  </a:cubicBezTo>
                  <a:cubicBezTo>
                    <a:pt x="788781" y="436082"/>
                    <a:pt x="840628" y="434985"/>
                    <a:pt x="852881" y="397769"/>
                  </a:cubicBezTo>
                  <a:cubicBezTo>
                    <a:pt x="853886" y="394751"/>
                    <a:pt x="849132" y="393471"/>
                    <a:pt x="848126" y="396488"/>
                  </a:cubicBezTo>
                  <a:cubicBezTo>
                    <a:pt x="835964" y="433613"/>
                    <a:pt x="779089" y="430139"/>
                    <a:pt x="759337" y="401883"/>
                  </a:cubicBezTo>
                  <a:cubicBezTo>
                    <a:pt x="729711" y="359547"/>
                    <a:pt x="785581" y="310535"/>
                    <a:pt x="826912" y="314924"/>
                  </a:cubicBezTo>
                  <a:cubicBezTo>
                    <a:pt x="876655" y="320136"/>
                    <a:pt x="903813" y="378658"/>
                    <a:pt x="895034" y="423463"/>
                  </a:cubicBezTo>
                  <a:cubicBezTo>
                    <a:pt x="885708" y="471378"/>
                    <a:pt x="842274" y="510514"/>
                    <a:pt x="793262" y="513166"/>
                  </a:cubicBezTo>
                  <a:cubicBezTo>
                    <a:pt x="768299" y="514538"/>
                    <a:pt x="743153" y="507131"/>
                    <a:pt x="722579" y="493140"/>
                  </a:cubicBezTo>
                  <a:cubicBezTo>
                    <a:pt x="711972" y="485917"/>
                    <a:pt x="702645" y="476956"/>
                    <a:pt x="695238" y="466532"/>
                  </a:cubicBezTo>
                  <a:cubicBezTo>
                    <a:pt x="689477" y="458393"/>
                    <a:pt x="684997" y="448609"/>
                    <a:pt x="675396" y="444312"/>
                  </a:cubicBezTo>
                  <a:cubicBezTo>
                    <a:pt x="656102" y="435716"/>
                    <a:pt x="633882" y="454461"/>
                    <a:pt x="617423" y="462234"/>
                  </a:cubicBezTo>
                  <a:cubicBezTo>
                    <a:pt x="593100" y="473755"/>
                    <a:pt x="567039" y="481345"/>
                    <a:pt x="540522" y="485460"/>
                  </a:cubicBezTo>
                  <a:cubicBezTo>
                    <a:pt x="432988" y="502284"/>
                    <a:pt x="323443" y="467172"/>
                    <a:pt x="223042" y="432150"/>
                  </a:cubicBezTo>
                  <a:cubicBezTo>
                    <a:pt x="136265" y="401883"/>
                    <a:pt x="20319" y="356347"/>
                    <a:pt x="4957" y="252470"/>
                  </a:cubicBezTo>
                  <a:lnTo>
                    <a:pt x="843" y="254848"/>
                  </a:lnTo>
                  <a:cubicBezTo>
                    <a:pt x="76281" y="347203"/>
                    <a:pt x="193598" y="397860"/>
                    <a:pt x="311647" y="401700"/>
                  </a:cubicBezTo>
                  <a:cubicBezTo>
                    <a:pt x="371266" y="403621"/>
                    <a:pt x="431434" y="393745"/>
                    <a:pt x="486663" y="371068"/>
                  </a:cubicBezTo>
                  <a:cubicBezTo>
                    <a:pt x="513638" y="360004"/>
                    <a:pt x="539333" y="345922"/>
                    <a:pt x="563016" y="328915"/>
                  </a:cubicBezTo>
                  <a:cubicBezTo>
                    <a:pt x="589442" y="309895"/>
                    <a:pt x="614222" y="287583"/>
                    <a:pt x="621446" y="254482"/>
                  </a:cubicBezTo>
                  <a:cubicBezTo>
                    <a:pt x="626384" y="231896"/>
                    <a:pt x="624921" y="207665"/>
                    <a:pt x="635619" y="186542"/>
                  </a:cubicBezTo>
                  <a:cubicBezTo>
                    <a:pt x="644855" y="168254"/>
                    <a:pt x="661771" y="154904"/>
                    <a:pt x="680516" y="147223"/>
                  </a:cubicBezTo>
                  <a:cubicBezTo>
                    <a:pt x="725596" y="128661"/>
                    <a:pt x="774425" y="145211"/>
                    <a:pt x="814659" y="167797"/>
                  </a:cubicBezTo>
                  <a:cubicBezTo>
                    <a:pt x="816670" y="168986"/>
                    <a:pt x="818499" y="167066"/>
                    <a:pt x="818225" y="165054"/>
                  </a:cubicBezTo>
                  <a:cubicBezTo>
                    <a:pt x="811733" y="118419"/>
                    <a:pt x="830295" y="70230"/>
                    <a:pt x="865134" y="38684"/>
                  </a:cubicBezTo>
                  <a:cubicBezTo>
                    <a:pt x="899972" y="7137"/>
                    <a:pt x="950539" y="-2922"/>
                    <a:pt x="996076" y="10063"/>
                  </a:cubicBezTo>
                  <a:cubicBezTo>
                    <a:pt x="1041613" y="23048"/>
                    <a:pt x="1076543" y="54686"/>
                    <a:pt x="1088339" y="99126"/>
                  </a:cubicBezTo>
                  <a:cubicBezTo>
                    <a:pt x="1098854" y="138628"/>
                    <a:pt x="1087790" y="193583"/>
                    <a:pt x="1042801" y="205745"/>
                  </a:cubicBezTo>
                  <a:cubicBezTo>
                    <a:pt x="1005128" y="215894"/>
                    <a:pt x="952002" y="191206"/>
                    <a:pt x="956391" y="146857"/>
                  </a:cubicBezTo>
                  <a:cubicBezTo>
                    <a:pt x="956574" y="144571"/>
                    <a:pt x="953099" y="144663"/>
                    <a:pt x="952916" y="146857"/>
                  </a:cubicBezTo>
                  <a:lnTo>
                    <a:pt x="952916" y="146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3"/>
            <p:cNvSpPr/>
            <p:nvPr/>
          </p:nvSpPr>
          <p:spPr>
            <a:xfrm>
              <a:off x="4054453" y="4884953"/>
              <a:ext cx="435121" cy="193813"/>
            </a:xfrm>
            <a:custGeom>
              <a:rect b="b" l="l" r="r" t="t"/>
              <a:pathLst>
                <a:path extrusionOk="0" h="193813" w="435121">
                  <a:moveTo>
                    <a:pt x="88" y="112065"/>
                  </a:moveTo>
                  <a:cubicBezTo>
                    <a:pt x="18285" y="163271"/>
                    <a:pt x="72875" y="194087"/>
                    <a:pt x="125818" y="193812"/>
                  </a:cubicBezTo>
                  <a:cubicBezTo>
                    <a:pt x="184340" y="193538"/>
                    <a:pt x="232163" y="152756"/>
                    <a:pt x="251823" y="99172"/>
                  </a:cubicBezTo>
                  <a:cubicBezTo>
                    <a:pt x="263253" y="67991"/>
                    <a:pt x="264899" y="33701"/>
                    <a:pt x="255938" y="1697"/>
                  </a:cubicBezTo>
                  <a:lnTo>
                    <a:pt x="252006" y="3983"/>
                  </a:lnTo>
                  <a:cubicBezTo>
                    <a:pt x="296903" y="54732"/>
                    <a:pt x="377919" y="64973"/>
                    <a:pt x="434063" y="27117"/>
                  </a:cubicBezTo>
                  <a:cubicBezTo>
                    <a:pt x="436532" y="25471"/>
                    <a:pt x="434246" y="21356"/>
                    <a:pt x="431685" y="23094"/>
                  </a:cubicBezTo>
                  <a:cubicBezTo>
                    <a:pt x="377187" y="59853"/>
                    <a:pt x="298823" y="49886"/>
                    <a:pt x="255297" y="691"/>
                  </a:cubicBezTo>
                  <a:cubicBezTo>
                    <a:pt x="253743" y="-1046"/>
                    <a:pt x="250817" y="782"/>
                    <a:pt x="251366" y="2977"/>
                  </a:cubicBezTo>
                  <a:cubicBezTo>
                    <a:pt x="270477" y="70734"/>
                    <a:pt x="238381" y="153579"/>
                    <a:pt x="170807" y="180736"/>
                  </a:cubicBezTo>
                  <a:cubicBezTo>
                    <a:pt x="107896" y="206065"/>
                    <a:pt x="28618" y="174427"/>
                    <a:pt x="3197" y="111242"/>
                  </a:cubicBezTo>
                  <a:cubicBezTo>
                    <a:pt x="2466" y="109413"/>
                    <a:pt x="-552" y="110145"/>
                    <a:pt x="88" y="112065"/>
                  </a:cubicBezTo>
                  <a:lnTo>
                    <a:pt x="88" y="112065"/>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3"/>
            <p:cNvSpPr/>
            <p:nvPr/>
          </p:nvSpPr>
          <p:spPr>
            <a:xfrm>
              <a:off x="4487824" y="4759273"/>
              <a:ext cx="631353" cy="384216"/>
            </a:xfrm>
            <a:custGeom>
              <a:rect b="b" l="l" r="r" t="t"/>
              <a:pathLst>
                <a:path extrusionOk="0" h="384216" w="631353">
                  <a:moveTo>
                    <a:pt x="97892" y="275"/>
                  </a:moveTo>
                  <a:cubicBezTo>
                    <a:pt x="51898" y="23044"/>
                    <a:pt x="19802" y="67392"/>
                    <a:pt x="6544" y="116404"/>
                  </a:cubicBezTo>
                  <a:cubicBezTo>
                    <a:pt x="-6715" y="165416"/>
                    <a:pt x="326" y="220463"/>
                    <a:pt x="26295" y="265817"/>
                  </a:cubicBezTo>
                  <a:cubicBezTo>
                    <a:pt x="82256" y="363658"/>
                    <a:pt x="213472" y="414499"/>
                    <a:pt x="317988" y="365029"/>
                  </a:cubicBezTo>
                  <a:cubicBezTo>
                    <a:pt x="372121" y="339426"/>
                    <a:pt x="411806" y="285477"/>
                    <a:pt x="415280" y="225126"/>
                  </a:cubicBezTo>
                  <a:lnTo>
                    <a:pt x="410526" y="226406"/>
                  </a:lnTo>
                  <a:cubicBezTo>
                    <a:pt x="432105" y="269109"/>
                    <a:pt x="479288" y="297181"/>
                    <a:pt x="527386" y="293432"/>
                  </a:cubicBezTo>
                  <a:cubicBezTo>
                    <a:pt x="575483" y="289683"/>
                    <a:pt x="614437" y="258136"/>
                    <a:pt x="631170" y="215342"/>
                  </a:cubicBezTo>
                  <a:cubicBezTo>
                    <a:pt x="632359" y="212233"/>
                    <a:pt x="627421" y="210953"/>
                    <a:pt x="626232" y="213971"/>
                  </a:cubicBezTo>
                  <a:cubicBezTo>
                    <a:pt x="609956" y="255576"/>
                    <a:pt x="569082" y="286299"/>
                    <a:pt x="524186" y="288494"/>
                  </a:cubicBezTo>
                  <a:cubicBezTo>
                    <a:pt x="479288" y="290689"/>
                    <a:pt x="435306" y="263988"/>
                    <a:pt x="415006" y="223755"/>
                  </a:cubicBezTo>
                  <a:cubicBezTo>
                    <a:pt x="413817" y="221377"/>
                    <a:pt x="410343" y="222658"/>
                    <a:pt x="410251" y="225035"/>
                  </a:cubicBezTo>
                  <a:cubicBezTo>
                    <a:pt x="407234" y="278619"/>
                    <a:pt x="374315" y="327173"/>
                    <a:pt x="328321" y="353874"/>
                  </a:cubicBezTo>
                  <a:cubicBezTo>
                    <a:pt x="277480" y="383409"/>
                    <a:pt x="213838" y="385421"/>
                    <a:pt x="158791" y="367315"/>
                  </a:cubicBezTo>
                  <a:cubicBezTo>
                    <a:pt x="62139" y="335494"/>
                    <a:pt x="-11562" y="237013"/>
                    <a:pt x="7641" y="133321"/>
                  </a:cubicBezTo>
                  <a:cubicBezTo>
                    <a:pt x="17791" y="78640"/>
                    <a:pt x="50709" y="29902"/>
                    <a:pt x="99721" y="3019"/>
                  </a:cubicBezTo>
                  <a:cubicBezTo>
                    <a:pt x="101550" y="2013"/>
                    <a:pt x="99904" y="-731"/>
                    <a:pt x="98075" y="184"/>
                  </a:cubicBezTo>
                  <a:lnTo>
                    <a:pt x="98075" y="184"/>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3"/>
            <p:cNvSpPr/>
            <p:nvPr/>
          </p:nvSpPr>
          <p:spPr>
            <a:xfrm>
              <a:off x="4969193" y="4524808"/>
              <a:ext cx="1028928" cy="524756"/>
            </a:xfrm>
            <a:custGeom>
              <a:rect b="b" l="l" r="r" t="t"/>
              <a:pathLst>
                <a:path extrusionOk="0" h="524756" w="1028928">
                  <a:moveTo>
                    <a:pt x="197442" y="367237"/>
                  </a:moveTo>
                  <a:cubicBezTo>
                    <a:pt x="238498" y="400704"/>
                    <a:pt x="303146" y="356539"/>
                    <a:pt x="301409" y="307710"/>
                  </a:cubicBezTo>
                  <a:cubicBezTo>
                    <a:pt x="299306" y="250377"/>
                    <a:pt x="226794" y="223128"/>
                    <a:pt x="179428" y="241781"/>
                  </a:cubicBezTo>
                  <a:cubicBezTo>
                    <a:pt x="119901" y="265190"/>
                    <a:pt x="98229" y="340719"/>
                    <a:pt x="112677" y="398326"/>
                  </a:cubicBezTo>
                  <a:cubicBezTo>
                    <a:pt x="128039" y="459866"/>
                    <a:pt x="181897" y="513175"/>
                    <a:pt x="246454" y="518662"/>
                  </a:cubicBezTo>
                  <a:cubicBezTo>
                    <a:pt x="316497" y="524605"/>
                    <a:pt x="386723" y="467181"/>
                    <a:pt x="388734" y="395858"/>
                  </a:cubicBezTo>
                  <a:lnTo>
                    <a:pt x="384345" y="397047"/>
                  </a:lnTo>
                  <a:cubicBezTo>
                    <a:pt x="427322" y="467821"/>
                    <a:pt x="503583" y="508786"/>
                    <a:pt x="584142" y="520765"/>
                  </a:cubicBezTo>
                  <a:cubicBezTo>
                    <a:pt x="625107" y="526891"/>
                    <a:pt x="667078" y="525885"/>
                    <a:pt x="707860" y="518296"/>
                  </a:cubicBezTo>
                  <a:cubicBezTo>
                    <a:pt x="755683" y="509335"/>
                    <a:pt x="798568" y="488944"/>
                    <a:pt x="842185" y="468187"/>
                  </a:cubicBezTo>
                  <a:cubicBezTo>
                    <a:pt x="898970" y="441121"/>
                    <a:pt x="962429" y="412042"/>
                    <a:pt x="1025980" y="433165"/>
                  </a:cubicBezTo>
                  <a:cubicBezTo>
                    <a:pt x="1028814" y="434080"/>
                    <a:pt x="1029912" y="430239"/>
                    <a:pt x="1027900" y="428685"/>
                  </a:cubicBezTo>
                  <a:cubicBezTo>
                    <a:pt x="978888" y="390920"/>
                    <a:pt x="917258" y="371352"/>
                    <a:pt x="855444" y="372541"/>
                  </a:cubicBezTo>
                  <a:cubicBezTo>
                    <a:pt x="824080" y="373180"/>
                    <a:pt x="792716" y="379033"/>
                    <a:pt x="763547" y="390554"/>
                  </a:cubicBezTo>
                  <a:cubicBezTo>
                    <a:pt x="730994" y="403447"/>
                    <a:pt x="700819" y="424204"/>
                    <a:pt x="665432" y="428776"/>
                  </a:cubicBezTo>
                  <a:cubicBezTo>
                    <a:pt x="594383" y="438103"/>
                    <a:pt x="534033" y="382691"/>
                    <a:pt x="495262" y="329746"/>
                  </a:cubicBezTo>
                  <a:cubicBezTo>
                    <a:pt x="456491" y="276803"/>
                    <a:pt x="426133" y="215721"/>
                    <a:pt x="372367" y="177316"/>
                  </a:cubicBezTo>
                  <a:cubicBezTo>
                    <a:pt x="324178" y="142935"/>
                    <a:pt x="251849" y="128030"/>
                    <a:pt x="203568" y="170093"/>
                  </a:cubicBezTo>
                  <a:lnTo>
                    <a:pt x="207683" y="171190"/>
                  </a:lnTo>
                  <a:cubicBezTo>
                    <a:pt x="191407" y="74538"/>
                    <a:pt x="100333" y="-1175"/>
                    <a:pt x="2400" y="14"/>
                  </a:cubicBezTo>
                  <a:cubicBezTo>
                    <a:pt x="-800" y="14"/>
                    <a:pt x="-800" y="4952"/>
                    <a:pt x="2400" y="4952"/>
                  </a:cubicBezTo>
                  <a:cubicBezTo>
                    <a:pt x="98321" y="3763"/>
                    <a:pt x="186926" y="77921"/>
                    <a:pt x="202928" y="172470"/>
                  </a:cubicBezTo>
                  <a:cubicBezTo>
                    <a:pt x="203294" y="174390"/>
                    <a:pt x="205763" y="174665"/>
                    <a:pt x="207043" y="173567"/>
                  </a:cubicBezTo>
                  <a:cubicBezTo>
                    <a:pt x="255232" y="131596"/>
                    <a:pt x="328475" y="149610"/>
                    <a:pt x="374835" y="185271"/>
                  </a:cubicBezTo>
                  <a:cubicBezTo>
                    <a:pt x="427871" y="226145"/>
                    <a:pt x="457863" y="289147"/>
                    <a:pt x="497822" y="341268"/>
                  </a:cubicBezTo>
                  <a:cubicBezTo>
                    <a:pt x="532478" y="386531"/>
                    <a:pt x="582039" y="429873"/>
                    <a:pt x="641383" y="434263"/>
                  </a:cubicBezTo>
                  <a:cubicBezTo>
                    <a:pt x="672656" y="436549"/>
                    <a:pt x="701093" y="425027"/>
                    <a:pt x="728708" y="411768"/>
                  </a:cubicBezTo>
                  <a:cubicBezTo>
                    <a:pt x="758518" y="397412"/>
                    <a:pt x="788053" y="385159"/>
                    <a:pt x="820971" y="380130"/>
                  </a:cubicBezTo>
                  <a:cubicBezTo>
                    <a:pt x="892752" y="369340"/>
                    <a:pt x="967915" y="388451"/>
                    <a:pt x="1025431" y="432708"/>
                  </a:cubicBezTo>
                  <a:lnTo>
                    <a:pt x="1027351" y="428228"/>
                  </a:lnTo>
                  <a:cubicBezTo>
                    <a:pt x="926493" y="394852"/>
                    <a:pt x="834138" y="477788"/>
                    <a:pt x="742424" y="504854"/>
                  </a:cubicBezTo>
                  <a:cubicBezTo>
                    <a:pt x="660951" y="528812"/>
                    <a:pt x="568323" y="525154"/>
                    <a:pt x="491513" y="487298"/>
                  </a:cubicBezTo>
                  <a:cubicBezTo>
                    <a:pt x="449176" y="466449"/>
                    <a:pt x="413057" y="434902"/>
                    <a:pt x="388460" y="394486"/>
                  </a:cubicBezTo>
                  <a:cubicBezTo>
                    <a:pt x="387271" y="392475"/>
                    <a:pt x="384162" y="393297"/>
                    <a:pt x="384071" y="395675"/>
                  </a:cubicBezTo>
                  <a:cubicBezTo>
                    <a:pt x="382425" y="454471"/>
                    <a:pt x="332499" y="503208"/>
                    <a:pt x="275897" y="512626"/>
                  </a:cubicBezTo>
                  <a:cubicBezTo>
                    <a:pt x="217010" y="522502"/>
                    <a:pt x="160409" y="485652"/>
                    <a:pt x="132337" y="435360"/>
                  </a:cubicBezTo>
                  <a:cubicBezTo>
                    <a:pt x="104264" y="385068"/>
                    <a:pt x="105087" y="315573"/>
                    <a:pt x="145321" y="271042"/>
                  </a:cubicBezTo>
                  <a:cubicBezTo>
                    <a:pt x="163792" y="250560"/>
                    <a:pt x="189212" y="238673"/>
                    <a:pt x="216919" y="239861"/>
                  </a:cubicBezTo>
                  <a:cubicBezTo>
                    <a:pt x="242522" y="241050"/>
                    <a:pt x="268948" y="252571"/>
                    <a:pt x="284493" y="273420"/>
                  </a:cubicBezTo>
                  <a:cubicBezTo>
                    <a:pt x="303238" y="298566"/>
                    <a:pt x="299580" y="330570"/>
                    <a:pt x="278092" y="352698"/>
                  </a:cubicBezTo>
                  <a:cubicBezTo>
                    <a:pt x="257792" y="373547"/>
                    <a:pt x="224234" y="384519"/>
                    <a:pt x="199362" y="364951"/>
                  </a:cubicBezTo>
                  <a:cubicBezTo>
                    <a:pt x="197990" y="363854"/>
                    <a:pt x="195979" y="365774"/>
                    <a:pt x="197350" y="366963"/>
                  </a:cubicBezTo>
                  <a:lnTo>
                    <a:pt x="197350" y="36696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5" name="Google Shape;105;p3"/>
          <p:cNvSpPr txBox="1"/>
          <p:nvPr>
            <p:ph type="title"/>
          </p:nvPr>
        </p:nvSpPr>
        <p:spPr>
          <a:xfrm>
            <a:off x="2373900" y="2477375"/>
            <a:ext cx="4396200" cy="12840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06" name="Google Shape;106;p3"/>
          <p:cNvSpPr txBox="1"/>
          <p:nvPr>
            <p:ph hasCustomPrompt="1" idx="2" type="title"/>
          </p:nvPr>
        </p:nvSpPr>
        <p:spPr>
          <a:xfrm>
            <a:off x="4013000" y="769000"/>
            <a:ext cx="1118100" cy="11181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07" name="Google Shape;107;p3"/>
          <p:cNvSpPr txBox="1"/>
          <p:nvPr>
            <p:ph idx="1" type="subTitle"/>
          </p:nvPr>
        </p:nvSpPr>
        <p:spPr>
          <a:xfrm>
            <a:off x="3201275" y="3748700"/>
            <a:ext cx="2741400" cy="62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8" name="Shape 108"/>
        <p:cNvGrpSpPr/>
        <p:nvPr/>
      </p:nvGrpSpPr>
      <p:grpSpPr>
        <a:xfrm>
          <a:off x="0" y="0"/>
          <a:ext cx="0" cy="0"/>
          <a:chOff x="0" y="0"/>
          <a:chExt cx="0" cy="0"/>
        </a:xfrm>
      </p:grpSpPr>
      <p:grpSp>
        <p:nvGrpSpPr>
          <p:cNvPr id="109" name="Google Shape;109;p4"/>
          <p:cNvGrpSpPr/>
          <p:nvPr/>
        </p:nvGrpSpPr>
        <p:grpSpPr>
          <a:xfrm>
            <a:off x="83908" y="83359"/>
            <a:ext cx="694495" cy="686907"/>
            <a:chOff x="2435725" y="4245851"/>
            <a:chExt cx="667142" cy="659916"/>
          </a:xfrm>
        </p:grpSpPr>
        <p:sp>
          <p:nvSpPr>
            <p:cNvPr id="110" name="Google Shape;110;p4"/>
            <p:cNvSpPr/>
            <p:nvPr/>
          </p:nvSpPr>
          <p:spPr>
            <a:xfrm>
              <a:off x="2435725" y="4245851"/>
              <a:ext cx="667142" cy="659916"/>
            </a:xfrm>
            <a:custGeom>
              <a:rect b="b" l="l" r="r" t="t"/>
              <a:pathLst>
                <a:path extrusionOk="0" h="659916" w="667142">
                  <a:moveTo>
                    <a:pt x="439272" y="304447"/>
                  </a:moveTo>
                  <a:cubicBezTo>
                    <a:pt x="443101" y="312859"/>
                    <a:pt x="452412" y="318951"/>
                    <a:pt x="461695" y="317935"/>
                  </a:cubicBezTo>
                  <a:cubicBezTo>
                    <a:pt x="473704" y="316630"/>
                    <a:pt x="483248" y="304070"/>
                    <a:pt x="481188" y="292176"/>
                  </a:cubicBezTo>
                  <a:cubicBezTo>
                    <a:pt x="479013" y="279906"/>
                    <a:pt x="464770" y="271233"/>
                    <a:pt x="453022" y="275323"/>
                  </a:cubicBezTo>
                  <a:cubicBezTo>
                    <a:pt x="442173" y="279094"/>
                    <a:pt x="436487" y="293221"/>
                    <a:pt x="441186" y="303577"/>
                  </a:cubicBezTo>
                  <a:lnTo>
                    <a:pt x="439272" y="304447"/>
                  </a:lnTo>
                  <a:close/>
                  <a:moveTo>
                    <a:pt x="453457" y="391035"/>
                  </a:moveTo>
                  <a:lnTo>
                    <a:pt x="454820" y="393704"/>
                  </a:lnTo>
                  <a:cubicBezTo>
                    <a:pt x="443101" y="402000"/>
                    <a:pt x="448119" y="423988"/>
                    <a:pt x="462130" y="426889"/>
                  </a:cubicBezTo>
                  <a:cubicBezTo>
                    <a:pt x="476199" y="429790"/>
                    <a:pt x="489572" y="412588"/>
                    <a:pt x="483741" y="399505"/>
                  </a:cubicBezTo>
                  <a:cubicBezTo>
                    <a:pt x="478897" y="388541"/>
                    <a:pt x="463551" y="385263"/>
                    <a:pt x="453457" y="391035"/>
                  </a:cubicBezTo>
                  <a:close/>
                  <a:moveTo>
                    <a:pt x="326199" y="209330"/>
                  </a:moveTo>
                  <a:cubicBezTo>
                    <a:pt x="337396" y="205849"/>
                    <a:pt x="345402" y="192477"/>
                    <a:pt x="341196" y="181337"/>
                  </a:cubicBezTo>
                  <a:cubicBezTo>
                    <a:pt x="336236" y="168516"/>
                    <a:pt x="316047" y="164919"/>
                    <a:pt x="307634" y="175826"/>
                  </a:cubicBezTo>
                  <a:cubicBezTo>
                    <a:pt x="299512" y="186414"/>
                    <a:pt x="308621" y="204747"/>
                    <a:pt x="321703" y="204747"/>
                  </a:cubicBezTo>
                  <a:lnTo>
                    <a:pt x="326112" y="206371"/>
                  </a:lnTo>
                  <a:cubicBezTo>
                    <a:pt x="326170" y="207358"/>
                    <a:pt x="326228" y="208344"/>
                    <a:pt x="326228" y="209330"/>
                  </a:cubicBezTo>
                  <a:close/>
                  <a:moveTo>
                    <a:pt x="396543" y="221020"/>
                  </a:moveTo>
                  <a:lnTo>
                    <a:pt x="399212" y="221078"/>
                  </a:lnTo>
                  <a:cubicBezTo>
                    <a:pt x="412033" y="225052"/>
                    <a:pt x="426712" y="211970"/>
                    <a:pt x="424304" y="198771"/>
                  </a:cubicBezTo>
                  <a:cubicBezTo>
                    <a:pt x="421896" y="185573"/>
                    <a:pt x="403563" y="178582"/>
                    <a:pt x="392975" y="186762"/>
                  </a:cubicBezTo>
                  <a:cubicBezTo>
                    <a:pt x="382387" y="195000"/>
                    <a:pt x="384563" y="214493"/>
                    <a:pt x="396746" y="220150"/>
                  </a:cubicBezTo>
                  <a:lnTo>
                    <a:pt x="396572" y="221020"/>
                  </a:lnTo>
                  <a:close/>
                  <a:moveTo>
                    <a:pt x="272303" y="256816"/>
                  </a:moveTo>
                  <a:cubicBezTo>
                    <a:pt x="271316" y="255017"/>
                    <a:pt x="270330" y="253103"/>
                    <a:pt x="269402" y="251246"/>
                  </a:cubicBezTo>
                  <a:cubicBezTo>
                    <a:pt x="279120" y="245184"/>
                    <a:pt x="280918" y="228939"/>
                    <a:pt x="272129" y="221223"/>
                  </a:cubicBezTo>
                  <a:cubicBezTo>
                    <a:pt x="262788" y="213101"/>
                    <a:pt x="245615" y="217945"/>
                    <a:pt x="241961" y="229781"/>
                  </a:cubicBezTo>
                  <a:cubicBezTo>
                    <a:pt x="238480" y="241064"/>
                    <a:pt x="248574" y="254002"/>
                    <a:pt x="260177" y="254002"/>
                  </a:cubicBezTo>
                  <a:lnTo>
                    <a:pt x="272303" y="256845"/>
                  </a:lnTo>
                  <a:close/>
                  <a:moveTo>
                    <a:pt x="282774" y="472373"/>
                  </a:moveTo>
                  <a:lnTo>
                    <a:pt x="282339" y="472315"/>
                  </a:lnTo>
                  <a:cubicBezTo>
                    <a:pt x="270562" y="467355"/>
                    <a:pt x="255391" y="478320"/>
                    <a:pt x="256406" y="491083"/>
                  </a:cubicBezTo>
                  <a:cubicBezTo>
                    <a:pt x="257393" y="503789"/>
                    <a:pt x="274130" y="512201"/>
                    <a:pt x="284950" y="505442"/>
                  </a:cubicBezTo>
                  <a:cubicBezTo>
                    <a:pt x="295857" y="498625"/>
                    <a:pt x="295538" y="479915"/>
                    <a:pt x="284515" y="473418"/>
                  </a:cubicBezTo>
                  <a:lnTo>
                    <a:pt x="282717" y="473156"/>
                  </a:lnTo>
                  <a:cubicBezTo>
                    <a:pt x="282717" y="472895"/>
                    <a:pt x="282717" y="472605"/>
                    <a:pt x="282774" y="472344"/>
                  </a:cubicBezTo>
                  <a:close/>
                  <a:moveTo>
                    <a:pt x="325068" y="270914"/>
                  </a:moveTo>
                  <a:cubicBezTo>
                    <a:pt x="317381" y="271030"/>
                    <a:pt x="309897" y="273263"/>
                    <a:pt x="303834" y="278108"/>
                  </a:cubicBezTo>
                  <a:cubicBezTo>
                    <a:pt x="295654" y="280660"/>
                    <a:pt x="288112" y="285360"/>
                    <a:pt x="282339" y="291683"/>
                  </a:cubicBezTo>
                  <a:cubicBezTo>
                    <a:pt x="264180" y="311379"/>
                    <a:pt x="265863" y="345754"/>
                    <a:pt x="285443" y="364000"/>
                  </a:cubicBezTo>
                  <a:cubicBezTo>
                    <a:pt x="305081" y="382217"/>
                    <a:pt x="338963" y="381724"/>
                    <a:pt x="358398" y="363188"/>
                  </a:cubicBezTo>
                  <a:cubicBezTo>
                    <a:pt x="363242" y="358546"/>
                    <a:pt x="367071" y="353035"/>
                    <a:pt x="369740" y="346972"/>
                  </a:cubicBezTo>
                  <a:cubicBezTo>
                    <a:pt x="377862" y="328813"/>
                    <a:pt x="376180" y="306042"/>
                    <a:pt x="364113" y="290001"/>
                  </a:cubicBezTo>
                  <a:cubicBezTo>
                    <a:pt x="362749" y="288202"/>
                    <a:pt x="361270" y="286520"/>
                    <a:pt x="359645" y="284924"/>
                  </a:cubicBezTo>
                  <a:cubicBezTo>
                    <a:pt x="350479" y="276019"/>
                    <a:pt x="337483" y="270740"/>
                    <a:pt x="325097" y="270943"/>
                  </a:cubicBezTo>
                  <a:close/>
                  <a:moveTo>
                    <a:pt x="145538" y="380331"/>
                  </a:moveTo>
                  <a:cubicBezTo>
                    <a:pt x="123928" y="389991"/>
                    <a:pt x="99213" y="392544"/>
                    <a:pt x="76123" y="387467"/>
                  </a:cubicBezTo>
                  <a:cubicBezTo>
                    <a:pt x="37049" y="378794"/>
                    <a:pt x="2849" y="345116"/>
                    <a:pt x="151" y="305172"/>
                  </a:cubicBezTo>
                  <a:cubicBezTo>
                    <a:pt x="-2576" y="265170"/>
                    <a:pt x="32031" y="224675"/>
                    <a:pt x="72062" y="226822"/>
                  </a:cubicBezTo>
                  <a:cubicBezTo>
                    <a:pt x="44069" y="202484"/>
                    <a:pt x="43837" y="154621"/>
                    <a:pt x="68407" y="126861"/>
                  </a:cubicBezTo>
                  <a:cubicBezTo>
                    <a:pt x="93005" y="99042"/>
                    <a:pt x="136720" y="92428"/>
                    <a:pt x="170659" y="107425"/>
                  </a:cubicBezTo>
                  <a:cubicBezTo>
                    <a:pt x="195432" y="118390"/>
                    <a:pt x="214751" y="139305"/>
                    <a:pt x="226383" y="163904"/>
                  </a:cubicBezTo>
                  <a:cubicBezTo>
                    <a:pt x="219769" y="140552"/>
                    <a:pt x="215302" y="116650"/>
                    <a:pt x="213069" y="92515"/>
                  </a:cubicBezTo>
                  <a:cubicBezTo>
                    <a:pt x="211531" y="75720"/>
                    <a:pt x="211096" y="58199"/>
                    <a:pt x="217217" y="42477"/>
                  </a:cubicBezTo>
                  <a:cubicBezTo>
                    <a:pt x="228791" y="12454"/>
                    <a:pt x="264413" y="-5154"/>
                    <a:pt x="296002" y="1344"/>
                  </a:cubicBezTo>
                  <a:cubicBezTo>
                    <a:pt x="327534" y="7784"/>
                    <a:pt x="352654" y="35834"/>
                    <a:pt x="358427" y="67540"/>
                  </a:cubicBezTo>
                  <a:cubicBezTo>
                    <a:pt x="360980" y="39924"/>
                    <a:pt x="388943" y="20663"/>
                    <a:pt x="416385" y="16892"/>
                  </a:cubicBezTo>
                  <a:cubicBezTo>
                    <a:pt x="428017" y="15355"/>
                    <a:pt x="440229" y="15848"/>
                    <a:pt x="450875" y="20663"/>
                  </a:cubicBezTo>
                  <a:cubicBezTo>
                    <a:pt x="472544" y="30381"/>
                    <a:pt x="483190" y="55414"/>
                    <a:pt x="486294" y="78998"/>
                  </a:cubicBezTo>
                  <a:cubicBezTo>
                    <a:pt x="491544" y="119319"/>
                    <a:pt x="479680" y="161612"/>
                    <a:pt x="454472" y="193492"/>
                  </a:cubicBezTo>
                  <a:lnTo>
                    <a:pt x="457083" y="195406"/>
                  </a:lnTo>
                  <a:cubicBezTo>
                    <a:pt x="470571" y="177334"/>
                    <a:pt x="485394" y="159930"/>
                    <a:pt x="503843" y="146992"/>
                  </a:cubicBezTo>
                  <a:cubicBezTo>
                    <a:pt x="523598" y="133126"/>
                    <a:pt x="548051" y="124685"/>
                    <a:pt x="571896" y="128485"/>
                  </a:cubicBezTo>
                  <a:cubicBezTo>
                    <a:pt x="593274" y="131879"/>
                    <a:pt x="612884" y="145397"/>
                    <a:pt x="623675" y="164223"/>
                  </a:cubicBezTo>
                  <a:cubicBezTo>
                    <a:pt x="634437" y="182991"/>
                    <a:pt x="636177" y="206777"/>
                    <a:pt x="628316" y="226967"/>
                  </a:cubicBezTo>
                  <a:cubicBezTo>
                    <a:pt x="622863" y="240833"/>
                    <a:pt x="612449" y="253335"/>
                    <a:pt x="598351" y="258237"/>
                  </a:cubicBezTo>
                  <a:cubicBezTo>
                    <a:pt x="617554" y="262937"/>
                    <a:pt x="637802" y="268216"/>
                    <a:pt x="651493" y="282401"/>
                  </a:cubicBezTo>
                  <a:cubicBezTo>
                    <a:pt x="666490" y="297891"/>
                    <a:pt x="670580" y="322026"/>
                    <a:pt x="664315" y="342650"/>
                  </a:cubicBezTo>
                  <a:cubicBezTo>
                    <a:pt x="658049" y="363275"/>
                    <a:pt x="642588" y="380302"/>
                    <a:pt x="624110" y="391441"/>
                  </a:cubicBezTo>
                  <a:cubicBezTo>
                    <a:pt x="597423" y="407541"/>
                    <a:pt x="563977" y="411631"/>
                    <a:pt x="534012" y="403218"/>
                  </a:cubicBezTo>
                  <a:cubicBezTo>
                    <a:pt x="556928" y="415663"/>
                    <a:pt x="576914" y="433503"/>
                    <a:pt x="591795" y="454940"/>
                  </a:cubicBezTo>
                  <a:cubicBezTo>
                    <a:pt x="603804" y="472228"/>
                    <a:pt x="612652" y="492969"/>
                    <a:pt x="610447" y="513971"/>
                  </a:cubicBezTo>
                  <a:cubicBezTo>
                    <a:pt x="607546" y="540861"/>
                    <a:pt x="585181" y="563893"/>
                    <a:pt x="558813" y="569840"/>
                  </a:cubicBezTo>
                  <a:cubicBezTo>
                    <a:pt x="532358" y="575786"/>
                    <a:pt x="503524" y="565518"/>
                    <a:pt x="484930" y="545821"/>
                  </a:cubicBezTo>
                  <a:cubicBezTo>
                    <a:pt x="487396" y="582980"/>
                    <a:pt x="484756" y="626579"/>
                    <a:pt x="454211" y="647871"/>
                  </a:cubicBezTo>
                  <a:cubicBezTo>
                    <a:pt x="422012" y="670352"/>
                    <a:pt x="374584" y="653324"/>
                    <a:pt x="350914" y="622054"/>
                  </a:cubicBezTo>
                  <a:cubicBezTo>
                    <a:pt x="327185" y="590783"/>
                    <a:pt x="321065" y="550027"/>
                    <a:pt x="315669" y="511128"/>
                  </a:cubicBezTo>
                  <a:lnTo>
                    <a:pt x="311637" y="511128"/>
                  </a:lnTo>
                  <a:cubicBezTo>
                    <a:pt x="311579" y="546227"/>
                    <a:pt x="311028" y="582719"/>
                    <a:pt x="294929" y="613815"/>
                  </a:cubicBezTo>
                  <a:cubicBezTo>
                    <a:pt x="278655" y="645202"/>
                    <a:pt x="241061" y="668611"/>
                    <a:pt x="207731" y="656805"/>
                  </a:cubicBezTo>
                  <a:cubicBezTo>
                    <a:pt x="183713" y="648248"/>
                    <a:pt x="168106" y="623417"/>
                    <a:pt x="164887" y="598093"/>
                  </a:cubicBezTo>
                  <a:cubicBezTo>
                    <a:pt x="161667" y="572827"/>
                    <a:pt x="168977" y="547243"/>
                    <a:pt x="179448" y="524036"/>
                  </a:cubicBezTo>
                  <a:cubicBezTo>
                    <a:pt x="149484" y="542746"/>
                    <a:pt x="109917" y="558962"/>
                    <a:pt x="80619" y="539149"/>
                  </a:cubicBezTo>
                  <a:cubicBezTo>
                    <a:pt x="52626" y="520323"/>
                    <a:pt x="51872" y="476898"/>
                    <a:pt x="69857" y="448355"/>
                  </a:cubicBezTo>
                  <a:cubicBezTo>
                    <a:pt x="87871" y="419869"/>
                    <a:pt x="118851" y="402638"/>
                    <a:pt x="148555" y="386626"/>
                  </a:cubicBezTo>
                  <a:lnTo>
                    <a:pt x="145654" y="380447"/>
                  </a:lnTo>
                  <a:close/>
                  <a:moveTo>
                    <a:pt x="188267" y="299196"/>
                  </a:moveTo>
                  <a:cubicBezTo>
                    <a:pt x="186469" y="286926"/>
                    <a:pt x="171674" y="277586"/>
                    <a:pt x="160100" y="282662"/>
                  </a:cubicBezTo>
                  <a:cubicBezTo>
                    <a:pt x="147453" y="288173"/>
                    <a:pt x="145248" y="308595"/>
                    <a:pt x="156619" y="316282"/>
                  </a:cubicBezTo>
                  <a:cubicBezTo>
                    <a:pt x="168019" y="323969"/>
                    <a:pt x="186469" y="313381"/>
                    <a:pt x="185163" y="299748"/>
                  </a:cubicBezTo>
                  <a:lnTo>
                    <a:pt x="188267" y="299196"/>
                  </a:lnTo>
                  <a:close/>
                  <a:moveTo>
                    <a:pt x="219654" y="387641"/>
                  </a:moveTo>
                  <a:cubicBezTo>
                    <a:pt x="211908" y="379896"/>
                    <a:pt x="197346" y="379519"/>
                    <a:pt x="190240" y="388018"/>
                  </a:cubicBezTo>
                  <a:cubicBezTo>
                    <a:pt x="182436" y="397301"/>
                    <a:pt x="187687" y="414329"/>
                    <a:pt x="199580" y="416765"/>
                  </a:cubicBezTo>
                  <a:cubicBezTo>
                    <a:pt x="211473" y="419173"/>
                    <a:pt x="222989" y="404118"/>
                    <a:pt x="216869" y="393675"/>
                  </a:cubicBezTo>
                  <a:lnTo>
                    <a:pt x="218899" y="388047"/>
                  </a:lnTo>
                  <a:lnTo>
                    <a:pt x="219654" y="387670"/>
                  </a:lnTo>
                  <a:close/>
                  <a:moveTo>
                    <a:pt x="365737" y="460712"/>
                  </a:moveTo>
                  <a:cubicBezTo>
                    <a:pt x="377021" y="466223"/>
                    <a:pt x="392424" y="455752"/>
                    <a:pt x="391496" y="443249"/>
                  </a:cubicBezTo>
                  <a:cubicBezTo>
                    <a:pt x="390568" y="430747"/>
                    <a:pt x="373859" y="422625"/>
                    <a:pt x="363445" y="429674"/>
                  </a:cubicBezTo>
                  <a:cubicBezTo>
                    <a:pt x="353032" y="436723"/>
                    <a:pt x="354395" y="455259"/>
                    <a:pt x="365737" y="4607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4"/>
            <p:cNvSpPr/>
            <p:nvPr/>
          </p:nvSpPr>
          <p:spPr>
            <a:xfrm>
              <a:off x="2884002" y="4634085"/>
              <a:ext cx="36835" cy="38977"/>
            </a:xfrm>
            <a:custGeom>
              <a:rect b="b" l="l" r="r" t="t"/>
              <a:pathLst>
                <a:path extrusionOk="0" h="38977" w="36835">
                  <a:moveTo>
                    <a:pt x="35435" y="11271"/>
                  </a:moveTo>
                  <a:cubicBezTo>
                    <a:pt x="41266" y="24325"/>
                    <a:pt x="27893" y="41555"/>
                    <a:pt x="13824" y="38655"/>
                  </a:cubicBezTo>
                  <a:cubicBezTo>
                    <a:pt x="-158" y="35754"/>
                    <a:pt x="-5176" y="13766"/>
                    <a:pt x="6514" y="5470"/>
                  </a:cubicBezTo>
                  <a:lnTo>
                    <a:pt x="5151" y="2801"/>
                  </a:lnTo>
                  <a:cubicBezTo>
                    <a:pt x="15246" y="-2972"/>
                    <a:pt x="30591" y="335"/>
                    <a:pt x="35435" y="1127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4"/>
            <p:cNvSpPr/>
            <p:nvPr/>
          </p:nvSpPr>
          <p:spPr>
            <a:xfrm>
              <a:off x="2874997" y="4520150"/>
              <a:ext cx="42190" cy="43742"/>
            </a:xfrm>
            <a:custGeom>
              <a:rect b="b" l="l" r="r" t="t"/>
              <a:pathLst>
                <a:path extrusionOk="0" h="43742" w="42190">
                  <a:moveTo>
                    <a:pt x="1915" y="29278"/>
                  </a:moveTo>
                  <a:cubicBezTo>
                    <a:pt x="-2785" y="18922"/>
                    <a:pt x="2901" y="4824"/>
                    <a:pt x="13750" y="1024"/>
                  </a:cubicBezTo>
                  <a:cubicBezTo>
                    <a:pt x="25527" y="-3066"/>
                    <a:pt x="39770" y="5608"/>
                    <a:pt x="41916" y="17878"/>
                  </a:cubicBezTo>
                  <a:cubicBezTo>
                    <a:pt x="43947" y="29771"/>
                    <a:pt x="34432" y="42332"/>
                    <a:pt x="22423" y="43637"/>
                  </a:cubicBezTo>
                  <a:cubicBezTo>
                    <a:pt x="13141" y="44623"/>
                    <a:pt x="3858" y="38560"/>
                    <a:pt x="0" y="30148"/>
                  </a:cubicBezTo>
                  <a:lnTo>
                    <a:pt x="1915" y="2927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4"/>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4"/>
            <p:cNvSpPr/>
            <p:nvPr/>
          </p:nvSpPr>
          <p:spPr>
            <a:xfrm>
              <a:off x="2792129" y="4672938"/>
              <a:ext cx="35160" cy="35160"/>
            </a:xfrm>
            <a:custGeom>
              <a:rect b="b" l="l" r="r" t="t"/>
              <a:pathLst>
                <a:path extrusionOk="0" h="35160" w="35160">
                  <a:moveTo>
                    <a:pt x="35121" y="16192"/>
                  </a:moveTo>
                  <a:cubicBezTo>
                    <a:pt x="36049" y="28694"/>
                    <a:pt x="20617" y="39166"/>
                    <a:pt x="9362" y="33655"/>
                  </a:cubicBezTo>
                  <a:cubicBezTo>
                    <a:pt x="-1980" y="28201"/>
                    <a:pt x="-3344" y="9694"/>
                    <a:pt x="7070" y="2616"/>
                  </a:cubicBezTo>
                  <a:cubicBezTo>
                    <a:pt x="17484" y="-4433"/>
                    <a:pt x="34192" y="3660"/>
                    <a:pt x="35121" y="161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 name="Google Shape;115;p4"/>
            <p:cNvSpPr/>
            <p:nvPr/>
          </p:nvSpPr>
          <p:spPr>
            <a:xfrm>
              <a:off x="2705390" y="4516761"/>
              <a:ext cx="105052" cy="106420"/>
            </a:xfrm>
            <a:custGeom>
              <a:rect b="b" l="l" r="r" t="t"/>
              <a:pathLst>
                <a:path extrusionOk="0" h="106420" w="105052">
                  <a:moveTo>
                    <a:pt x="34169" y="7198"/>
                  </a:moveTo>
                  <a:cubicBezTo>
                    <a:pt x="40232" y="2354"/>
                    <a:pt x="47745" y="149"/>
                    <a:pt x="55403" y="4"/>
                  </a:cubicBezTo>
                  <a:cubicBezTo>
                    <a:pt x="67790" y="-170"/>
                    <a:pt x="80785" y="5081"/>
                    <a:pt x="89952" y="13986"/>
                  </a:cubicBezTo>
                  <a:cubicBezTo>
                    <a:pt x="91576" y="15581"/>
                    <a:pt x="93055" y="17264"/>
                    <a:pt x="94419" y="19063"/>
                  </a:cubicBezTo>
                  <a:cubicBezTo>
                    <a:pt x="106486" y="35104"/>
                    <a:pt x="108168" y="57904"/>
                    <a:pt x="100046" y="76034"/>
                  </a:cubicBezTo>
                  <a:cubicBezTo>
                    <a:pt x="97378" y="82097"/>
                    <a:pt x="93549" y="87608"/>
                    <a:pt x="88704" y="92249"/>
                  </a:cubicBezTo>
                  <a:cubicBezTo>
                    <a:pt x="69269" y="110756"/>
                    <a:pt x="35388" y="111249"/>
                    <a:pt x="15749" y="93061"/>
                  </a:cubicBezTo>
                  <a:cubicBezTo>
                    <a:pt x="-3831" y="74787"/>
                    <a:pt x="-5484" y="40412"/>
                    <a:pt x="12646" y="20745"/>
                  </a:cubicBezTo>
                  <a:cubicBezTo>
                    <a:pt x="18418" y="14421"/>
                    <a:pt x="25960" y="9722"/>
                    <a:pt x="34140" y="7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4"/>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 name="Google Shape;117;p4"/>
            <p:cNvSpPr/>
            <p:nvPr/>
          </p:nvSpPr>
          <p:spPr>
            <a:xfrm>
              <a:off x="2692085" y="4716977"/>
              <a:ext cx="36598" cy="36737"/>
            </a:xfrm>
            <a:custGeom>
              <a:rect b="b" l="l" r="r" t="t"/>
              <a:pathLst>
                <a:path extrusionOk="0" h="36737" w="36598">
                  <a:moveTo>
                    <a:pt x="26356" y="2060"/>
                  </a:moveTo>
                  <a:lnTo>
                    <a:pt x="28154" y="2321"/>
                  </a:lnTo>
                  <a:cubicBezTo>
                    <a:pt x="39177" y="8819"/>
                    <a:pt x="39496" y="27529"/>
                    <a:pt x="28589" y="34345"/>
                  </a:cubicBezTo>
                  <a:cubicBezTo>
                    <a:pt x="17740" y="41104"/>
                    <a:pt x="1032" y="32663"/>
                    <a:pt x="46" y="19987"/>
                  </a:cubicBezTo>
                  <a:cubicBezTo>
                    <a:pt x="-941" y="7223"/>
                    <a:pt x="14231" y="-3742"/>
                    <a:pt x="25979" y="1219"/>
                  </a:cubicBezTo>
                  <a:lnTo>
                    <a:pt x="26414" y="1276"/>
                  </a:lnTo>
                  <a:cubicBezTo>
                    <a:pt x="26356" y="1538"/>
                    <a:pt x="26356" y="1828"/>
                    <a:pt x="26356" y="208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4"/>
            <p:cNvSpPr/>
            <p:nvPr/>
          </p:nvSpPr>
          <p:spPr>
            <a:xfrm>
              <a:off x="2676998" y="4463036"/>
              <a:ext cx="36535" cy="39631"/>
            </a:xfrm>
            <a:custGeom>
              <a:rect b="b" l="l" r="r" t="t"/>
              <a:pathLst>
                <a:path extrusionOk="0" h="39631" w="36535">
                  <a:moveTo>
                    <a:pt x="28128" y="34062"/>
                  </a:moveTo>
                  <a:cubicBezTo>
                    <a:pt x="29057" y="35918"/>
                    <a:pt x="30043" y="37833"/>
                    <a:pt x="31029" y="39632"/>
                  </a:cubicBezTo>
                  <a:lnTo>
                    <a:pt x="18904" y="36789"/>
                  </a:lnTo>
                  <a:cubicBezTo>
                    <a:pt x="7330" y="36789"/>
                    <a:pt x="-2765" y="23851"/>
                    <a:pt x="687" y="12567"/>
                  </a:cubicBezTo>
                  <a:cubicBezTo>
                    <a:pt x="4342" y="732"/>
                    <a:pt x="21486" y="-4083"/>
                    <a:pt x="30855" y="4010"/>
                  </a:cubicBezTo>
                  <a:cubicBezTo>
                    <a:pt x="39645" y="11755"/>
                    <a:pt x="37846" y="27970"/>
                    <a:pt x="28128" y="340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4"/>
            <p:cNvSpPr/>
            <p:nvPr/>
          </p:nvSpPr>
          <p:spPr>
            <a:xfrm>
              <a:off x="2622273" y="4627600"/>
              <a:ext cx="33105" cy="35278"/>
            </a:xfrm>
            <a:custGeom>
              <a:rect b="b" l="l" r="r" t="t"/>
              <a:pathLst>
                <a:path extrusionOk="0" h="35278" w="33105">
                  <a:moveTo>
                    <a:pt x="33106" y="5921"/>
                  </a:moveTo>
                  <a:lnTo>
                    <a:pt x="32352" y="6298"/>
                  </a:lnTo>
                  <a:lnTo>
                    <a:pt x="30321" y="11926"/>
                  </a:lnTo>
                  <a:cubicBezTo>
                    <a:pt x="36442" y="22398"/>
                    <a:pt x="24926" y="37453"/>
                    <a:pt x="13032" y="35016"/>
                  </a:cubicBezTo>
                  <a:cubicBezTo>
                    <a:pt x="1139" y="32608"/>
                    <a:pt x="-4111" y="15581"/>
                    <a:pt x="3692" y="6269"/>
                  </a:cubicBezTo>
                  <a:cubicBezTo>
                    <a:pt x="10828" y="-2201"/>
                    <a:pt x="25361" y="-1853"/>
                    <a:pt x="33106" y="58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4"/>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 name="Google Shape;121;p4"/>
            <p:cNvSpPr/>
            <p:nvPr/>
          </p:nvSpPr>
          <p:spPr>
            <a:xfrm>
              <a:off x="2640845" y="4475893"/>
              <a:ext cx="227769" cy="225448"/>
            </a:xfrm>
            <a:custGeom>
              <a:rect b="b" l="l" r="r" t="t"/>
              <a:pathLst>
                <a:path extrusionOk="0" h="225448" w="227769">
                  <a:moveTo>
                    <a:pt x="201895" y="119831"/>
                  </a:moveTo>
                  <a:cubicBezTo>
                    <a:pt x="199081" y="102775"/>
                    <a:pt x="206681" y="87459"/>
                    <a:pt x="217617" y="75043"/>
                  </a:cubicBezTo>
                  <a:cubicBezTo>
                    <a:pt x="204737" y="77074"/>
                    <a:pt x="191597" y="75478"/>
                    <a:pt x="181444" y="65848"/>
                  </a:cubicBezTo>
                  <a:cubicBezTo>
                    <a:pt x="173032" y="57871"/>
                    <a:pt x="169232" y="47051"/>
                    <a:pt x="169580" y="35593"/>
                  </a:cubicBezTo>
                  <a:cubicBezTo>
                    <a:pt x="169870" y="26223"/>
                    <a:pt x="172365" y="17144"/>
                    <a:pt x="173148" y="7861"/>
                  </a:cubicBezTo>
                  <a:cubicBezTo>
                    <a:pt x="162183" y="16186"/>
                    <a:pt x="149042" y="24772"/>
                    <a:pt x="135612" y="23380"/>
                  </a:cubicBezTo>
                  <a:cubicBezTo>
                    <a:pt x="123022" y="22075"/>
                    <a:pt x="116060" y="11371"/>
                    <a:pt x="111796" y="0"/>
                  </a:cubicBezTo>
                  <a:cubicBezTo>
                    <a:pt x="108083" y="11400"/>
                    <a:pt x="102746" y="22597"/>
                    <a:pt x="93434" y="29820"/>
                  </a:cubicBezTo>
                  <a:cubicBezTo>
                    <a:pt x="81599" y="38986"/>
                    <a:pt x="67153" y="36898"/>
                    <a:pt x="54274" y="31590"/>
                  </a:cubicBezTo>
                  <a:cubicBezTo>
                    <a:pt x="55086" y="46528"/>
                    <a:pt x="54941" y="65848"/>
                    <a:pt x="40872" y="73245"/>
                  </a:cubicBezTo>
                  <a:cubicBezTo>
                    <a:pt x="34751" y="76465"/>
                    <a:pt x="27615" y="77161"/>
                    <a:pt x="20886" y="78031"/>
                  </a:cubicBezTo>
                  <a:cubicBezTo>
                    <a:pt x="13866" y="78930"/>
                    <a:pt x="6904" y="79974"/>
                    <a:pt x="0" y="81396"/>
                  </a:cubicBezTo>
                  <a:cubicBezTo>
                    <a:pt x="6585" y="85486"/>
                    <a:pt x="13315" y="89315"/>
                    <a:pt x="19725" y="93695"/>
                  </a:cubicBezTo>
                  <a:cubicBezTo>
                    <a:pt x="28022" y="99381"/>
                    <a:pt x="37014" y="106023"/>
                    <a:pt x="41162" y="115480"/>
                  </a:cubicBezTo>
                  <a:cubicBezTo>
                    <a:pt x="45339" y="124995"/>
                    <a:pt x="45136" y="134857"/>
                    <a:pt x="39625" y="143734"/>
                  </a:cubicBezTo>
                  <a:cubicBezTo>
                    <a:pt x="36086" y="149449"/>
                    <a:pt x="31561" y="154409"/>
                    <a:pt x="27354" y="159601"/>
                  </a:cubicBezTo>
                  <a:cubicBezTo>
                    <a:pt x="34519" y="157222"/>
                    <a:pt x="41626" y="154641"/>
                    <a:pt x="48994" y="152958"/>
                  </a:cubicBezTo>
                  <a:cubicBezTo>
                    <a:pt x="58103" y="150841"/>
                    <a:pt x="67849" y="150580"/>
                    <a:pt x="75420" y="156874"/>
                  </a:cubicBezTo>
                  <a:cubicBezTo>
                    <a:pt x="85370" y="165171"/>
                    <a:pt x="88822" y="181038"/>
                    <a:pt x="89692" y="193279"/>
                  </a:cubicBezTo>
                  <a:cubicBezTo>
                    <a:pt x="90446" y="204070"/>
                    <a:pt x="88880" y="214803"/>
                    <a:pt x="87024" y="225449"/>
                  </a:cubicBezTo>
                  <a:cubicBezTo>
                    <a:pt x="87691" y="224173"/>
                    <a:pt x="88329" y="222896"/>
                    <a:pt x="88996" y="221678"/>
                  </a:cubicBezTo>
                  <a:cubicBezTo>
                    <a:pt x="97089" y="206391"/>
                    <a:pt x="105124" y="188087"/>
                    <a:pt x="119570" y="177673"/>
                  </a:cubicBezTo>
                  <a:cubicBezTo>
                    <a:pt x="131870" y="168826"/>
                    <a:pt x="143763" y="173351"/>
                    <a:pt x="153306" y="181850"/>
                  </a:cubicBezTo>
                  <a:cubicBezTo>
                    <a:pt x="153161" y="176078"/>
                    <a:pt x="153945" y="170334"/>
                    <a:pt x="156613" y="165200"/>
                  </a:cubicBezTo>
                  <a:cubicBezTo>
                    <a:pt x="163865" y="151276"/>
                    <a:pt x="181763" y="150754"/>
                    <a:pt x="195426" y="152001"/>
                  </a:cubicBezTo>
                  <a:cubicBezTo>
                    <a:pt x="206275" y="152987"/>
                    <a:pt x="217008" y="155250"/>
                    <a:pt x="227770" y="157020"/>
                  </a:cubicBezTo>
                  <a:cubicBezTo>
                    <a:pt x="215093" y="147766"/>
                    <a:pt x="204447" y="135554"/>
                    <a:pt x="201866" y="119860"/>
                  </a:cubicBezTo>
                  <a:close/>
                  <a:moveTo>
                    <a:pt x="164591" y="116960"/>
                  </a:moveTo>
                  <a:cubicBezTo>
                    <a:pt x="161922" y="123022"/>
                    <a:pt x="158093" y="128534"/>
                    <a:pt x="153248" y="133175"/>
                  </a:cubicBezTo>
                  <a:cubicBezTo>
                    <a:pt x="133813" y="151682"/>
                    <a:pt x="99932" y="152175"/>
                    <a:pt x="80294" y="133987"/>
                  </a:cubicBezTo>
                  <a:cubicBezTo>
                    <a:pt x="60713" y="115712"/>
                    <a:pt x="59060" y="81338"/>
                    <a:pt x="77190" y="61642"/>
                  </a:cubicBezTo>
                  <a:cubicBezTo>
                    <a:pt x="80033" y="58509"/>
                    <a:pt x="83340" y="55782"/>
                    <a:pt x="86936" y="53519"/>
                  </a:cubicBezTo>
                  <a:cubicBezTo>
                    <a:pt x="91462" y="49429"/>
                    <a:pt x="96973" y="46471"/>
                    <a:pt x="103413" y="44991"/>
                  </a:cubicBezTo>
                  <a:cubicBezTo>
                    <a:pt x="108460" y="42293"/>
                    <a:pt x="114146" y="40988"/>
                    <a:pt x="119918" y="40901"/>
                  </a:cubicBezTo>
                  <a:cubicBezTo>
                    <a:pt x="132305" y="40727"/>
                    <a:pt x="145300" y="45977"/>
                    <a:pt x="154467" y="54883"/>
                  </a:cubicBezTo>
                  <a:cubicBezTo>
                    <a:pt x="156091" y="56507"/>
                    <a:pt x="157571" y="58161"/>
                    <a:pt x="158934" y="59959"/>
                  </a:cubicBezTo>
                  <a:cubicBezTo>
                    <a:pt x="171001" y="76000"/>
                    <a:pt x="172684" y="98801"/>
                    <a:pt x="164561" y="11693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4"/>
            <p:cNvSpPr/>
            <p:nvPr/>
          </p:nvSpPr>
          <p:spPr>
            <a:xfrm>
              <a:off x="2884017" y="4634159"/>
              <a:ext cx="36820" cy="38875"/>
            </a:xfrm>
            <a:custGeom>
              <a:rect b="b" l="l" r="r" t="t"/>
              <a:pathLst>
                <a:path extrusionOk="0" h="38875" w="36820">
                  <a:moveTo>
                    <a:pt x="35419" y="11197"/>
                  </a:moveTo>
                  <a:cubicBezTo>
                    <a:pt x="30807" y="754"/>
                    <a:pt x="16709" y="-2610"/>
                    <a:pt x="6643" y="2060"/>
                  </a:cubicBezTo>
                  <a:cubicBezTo>
                    <a:pt x="9602" y="4322"/>
                    <a:pt x="7891" y="9921"/>
                    <a:pt x="3917" y="9689"/>
                  </a:cubicBezTo>
                  <a:cubicBezTo>
                    <a:pt x="3482" y="9689"/>
                    <a:pt x="3047" y="9602"/>
                    <a:pt x="2582" y="9573"/>
                  </a:cubicBezTo>
                  <a:cubicBezTo>
                    <a:pt x="-3596" y="19465"/>
                    <a:pt x="1770" y="36057"/>
                    <a:pt x="13808" y="38552"/>
                  </a:cubicBezTo>
                  <a:cubicBezTo>
                    <a:pt x="27877" y="41453"/>
                    <a:pt x="41250" y="24251"/>
                    <a:pt x="35419" y="11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4"/>
            <p:cNvSpPr/>
            <p:nvPr/>
          </p:nvSpPr>
          <p:spPr>
            <a:xfrm>
              <a:off x="2875026" y="4520150"/>
              <a:ext cx="42197" cy="43747"/>
            </a:xfrm>
            <a:custGeom>
              <a:rect b="b" l="l" r="r" t="t"/>
              <a:pathLst>
                <a:path extrusionOk="0" h="43747" w="42197">
                  <a:moveTo>
                    <a:pt x="41887" y="17878"/>
                  </a:moveTo>
                  <a:cubicBezTo>
                    <a:pt x="39712" y="5608"/>
                    <a:pt x="25469" y="-3066"/>
                    <a:pt x="13721" y="1024"/>
                  </a:cubicBezTo>
                  <a:cubicBezTo>
                    <a:pt x="6324" y="3606"/>
                    <a:pt x="1421" y="11032"/>
                    <a:pt x="493" y="18748"/>
                  </a:cubicBezTo>
                  <a:cubicBezTo>
                    <a:pt x="2640" y="20199"/>
                    <a:pt x="3626" y="23564"/>
                    <a:pt x="1363" y="25478"/>
                  </a:cubicBezTo>
                  <a:cubicBezTo>
                    <a:pt x="1189" y="25623"/>
                    <a:pt x="1015" y="25797"/>
                    <a:pt x="841" y="25942"/>
                  </a:cubicBezTo>
                  <a:cubicBezTo>
                    <a:pt x="1102" y="27073"/>
                    <a:pt x="1421" y="28205"/>
                    <a:pt x="1915" y="29278"/>
                  </a:cubicBezTo>
                  <a:lnTo>
                    <a:pt x="0" y="30148"/>
                  </a:lnTo>
                  <a:cubicBezTo>
                    <a:pt x="3829" y="38560"/>
                    <a:pt x="13141" y="44652"/>
                    <a:pt x="22423" y="43637"/>
                  </a:cubicBezTo>
                  <a:cubicBezTo>
                    <a:pt x="34432" y="42332"/>
                    <a:pt x="43976" y="29771"/>
                    <a:pt x="41916" y="1787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4"/>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4"/>
            <p:cNvSpPr/>
            <p:nvPr/>
          </p:nvSpPr>
          <p:spPr>
            <a:xfrm>
              <a:off x="2792129" y="4672970"/>
              <a:ext cx="35160" cy="35129"/>
            </a:xfrm>
            <a:custGeom>
              <a:rect b="b" l="l" r="r" t="t"/>
              <a:pathLst>
                <a:path extrusionOk="0" h="35129" w="35160">
                  <a:moveTo>
                    <a:pt x="10928" y="757"/>
                  </a:moveTo>
                  <a:cubicBezTo>
                    <a:pt x="10261" y="1337"/>
                    <a:pt x="9449" y="1656"/>
                    <a:pt x="8549" y="1743"/>
                  </a:cubicBezTo>
                  <a:cubicBezTo>
                    <a:pt x="8056" y="2004"/>
                    <a:pt x="7534" y="2265"/>
                    <a:pt x="7070" y="2584"/>
                  </a:cubicBezTo>
                  <a:cubicBezTo>
                    <a:pt x="-3344" y="9633"/>
                    <a:pt x="-1980" y="28169"/>
                    <a:pt x="9362" y="33623"/>
                  </a:cubicBezTo>
                  <a:cubicBezTo>
                    <a:pt x="20646" y="39134"/>
                    <a:pt x="36049" y="28662"/>
                    <a:pt x="35121" y="16160"/>
                  </a:cubicBezTo>
                  <a:cubicBezTo>
                    <a:pt x="34308" y="5108"/>
                    <a:pt x="21168" y="-2492"/>
                    <a:pt x="10928" y="75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4"/>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4"/>
            <p:cNvSpPr/>
            <p:nvPr/>
          </p:nvSpPr>
          <p:spPr>
            <a:xfrm>
              <a:off x="2692083" y="4717015"/>
              <a:ext cx="36549" cy="36703"/>
            </a:xfrm>
            <a:custGeom>
              <a:rect b="b" l="l" r="r" t="t"/>
              <a:pathLst>
                <a:path extrusionOk="0" h="36703" w="36549">
                  <a:moveTo>
                    <a:pt x="30651" y="7881"/>
                  </a:moveTo>
                  <a:cubicBezTo>
                    <a:pt x="26764" y="11884"/>
                    <a:pt x="20643" y="5764"/>
                    <a:pt x="24530" y="1761"/>
                  </a:cubicBezTo>
                  <a:cubicBezTo>
                    <a:pt x="24791" y="1500"/>
                    <a:pt x="24994" y="1181"/>
                    <a:pt x="25227" y="919"/>
                  </a:cubicBezTo>
                  <a:cubicBezTo>
                    <a:pt x="13565" y="-3258"/>
                    <a:pt x="-939" y="7446"/>
                    <a:pt x="48" y="19949"/>
                  </a:cubicBezTo>
                  <a:cubicBezTo>
                    <a:pt x="1034" y="32654"/>
                    <a:pt x="17771" y="41066"/>
                    <a:pt x="28591" y="34307"/>
                  </a:cubicBezTo>
                  <a:cubicBezTo>
                    <a:pt x="37874" y="28506"/>
                    <a:pt x="38947" y="14118"/>
                    <a:pt x="32275" y="5967"/>
                  </a:cubicBezTo>
                  <a:cubicBezTo>
                    <a:pt x="31724" y="6605"/>
                    <a:pt x="31231" y="7301"/>
                    <a:pt x="30651" y="791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4"/>
            <p:cNvSpPr/>
            <p:nvPr/>
          </p:nvSpPr>
          <p:spPr>
            <a:xfrm>
              <a:off x="2676968" y="4463052"/>
              <a:ext cx="36536" cy="39470"/>
            </a:xfrm>
            <a:custGeom>
              <a:rect b="b" l="l" r="r" t="t"/>
              <a:pathLst>
                <a:path extrusionOk="0" h="39470" w="36536">
                  <a:moveTo>
                    <a:pt x="10377" y="34336"/>
                  </a:moveTo>
                  <a:cubicBezTo>
                    <a:pt x="11740" y="33147"/>
                    <a:pt x="13916" y="32828"/>
                    <a:pt x="15598" y="33698"/>
                  </a:cubicBezTo>
                  <a:cubicBezTo>
                    <a:pt x="20355" y="36135"/>
                    <a:pt x="25635" y="38310"/>
                    <a:pt x="30972" y="39470"/>
                  </a:cubicBezTo>
                  <a:cubicBezTo>
                    <a:pt x="30015" y="37701"/>
                    <a:pt x="29029" y="35844"/>
                    <a:pt x="28129" y="34046"/>
                  </a:cubicBezTo>
                  <a:cubicBezTo>
                    <a:pt x="37847" y="27983"/>
                    <a:pt x="39646" y="11739"/>
                    <a:pt x="30856" y="4023"/>
                  </a:cubicBezTo>
                  <a:cubicBezTo>
                    <a:pt x="21516" y="-4099"/>
                    <a:pt x="4343" y="745"/>
                    <a:pt x="688" y="12580"/>
                  </a:cubicBezTo>
                  <a:cubicBezTo>
                    <a:pt x="-1865" y="20905"/>
                    <a:pt x="2980" y="30130"/>
                    <a:pt x="10348" y="3436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4"/>
            <p:cNvSpPr/>
            <p:nvPr/>
          </p:nvSpPr>
          <p:spPr>
            <a:xfrm>
              <a:off x="2622273" y="4627618"/>
              <a:ext cx="33105" cy="35284"/>
            </a:xfrm>
            <a:custGeom>
              <a:rect b="b" l="l" r="r" t="t"/>
              <a:pathLst>
                <a:path extrusionOk="0" h="35284" w="33105">
                  <a:moveTo>
                    <a:pt x="31249" y="13880"/>
                  </a:moveTo>
                  <a:cubicBezTo>
                    <a:pt x="30988" y="13213"/>
                    <a:pt x="30698" y="12546"/>
                    <a:pt x="30321" y="11908"/>
                  </a:cubicBezTo>
                  <a:lnTo>
                    <a:pt x="32352" y="6280"/>
                  </a:lnTo>
                  <a:cubicBezTo>
                    <a:pt x="32613" y="6164"/>
                    <a:pt x="32845" y="6019"/>
                    <a:pt x="33106" y="5903"/>
                  </a:cubicBezTo>
                  <a:cubicBezTo>
                    <a:pt x="25361" y="-1842"/>
                    <a:pt x="10799" y="-2219"/>
                    <a:pt x="3692" y="6280"/>
                  </a:cubicBezTo>
                  <a:cubicBezTo>
                    <a:pt x="-4111" y="15563"/>
                    <a:pt x="1139" y="32590"/>
                    <a:pt x="13032" y="35027"/>
                  </a:cubicBezTo>
                  <a:cubicBezTo>
                    <a:pt x="22634" y="36970"/>
                    <a:pt x="31945" y="27572"/>
                    <a:pt x="32003" y="18348"/>
                  </a:cubicBezTo>
                  <a:cubicBezTo>
                    <a:pt x="30988" y="17187"/>
                    <a:pt x="30582" y="15505"/>
                    <a:pt x="31249" y="1390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4"/>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1" name="Google Shape;131;p4"/>
          <p:cNvGrpSpPr/>
          <p:nvPr/>
        </p:nvGrpSpPr>
        <p:grpSpPr>
          <a:xfrm>
            <a:off x="228600" y="228600"/>
            <a:ext cx="8686800" cy="4686300"/>
            <a:chOff x="228600" y="228600"/>
            <a:chExt cx="8686800" cy="4686300"/>
          </a:xfrm>
        </p:grpSpPr>
        <p:sp>
          <p:nvSpPr>
            <p:cNvPr id="132" name="Google Shape;132;p4"/>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133" name="Google Shape;133;p4"/>
            <p:cNvGrpSpPr/>
            <p:nvPr/>
          </p:nvGrpSpPr>
          <p:grpSpPr>
            <a:xfrm>
              <a:off x="333904" y="365653"/>
              <a:ext cx="1210874" cy="1218592"/>
              <a:chOff x="2083365" y="2107621"/>
              <a:chExt cx="309829" cy="311796"/>
            </a:xfrm>
          </p:grpSpPr>
          <p:sp>
            <p:nvSpPr>
              <p:cNvPr id="134" name="Google Shape;134;p4"/>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 name="Google Shape;135;p4"/>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4"/>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4"/>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8" name="Google Shape;138;p4"/>
            <p:cNvGrpSpPr/>
            <p:nvPr/>
          </p:nvGrpSpPr>
          <p:grpSpPr>
            <a:xfrm>
              <a:off x="7599218" y="365653"/>
              <a:ext cx="1210878" cy="1218592"/>
              <a:chOff x="3498340" y="2107621"/>
              <a:chExt cx="309830" cy="311796"/>
            </a:xfrm>
          </p:grpSpPr>
          <p:sp>
            <p:nvSpPr>
              <p:cNvPr id="139" name="Google Shape;139;p4"/>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4"/>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4"/>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4"/>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3" name="Google Shape;143;p4"/>
            <p:cNvGrpSpPr/>
            <p:nvPr/>
          </p:nvGrpSpPr>
          <p:grpSpPr>
            <a:xfrm>
              <a:off x="333904" y="3559446"/>
              <a:ext cx="1210874" cy="1218588"/>
              <a:chOff x="2083365" y="2914852"/>
              <a:chExt cx="309829" cy="311795"/>
            </a:xfrm>
          </p:grpSpPr>
          <p:sp>
            <p:nvSpPr>
              <p:cNvPr id="144" name="Google Shape;144;p4"/>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4"/>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 name="Google Shape;146;p4"/>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4"/>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8" name="Google Shape;148;p4"/>
            <p:cNvGrpSpPr/>
            <p:nvPr/>
          </p:nvGrpSpPr>
          <p:grpSpPr>
            <a:xfrm>
              <a:off x="7523018" y="3559446"/>
              <a:ext cx="1210878" cy="1218588"/>
              <a:chOff x="3478843" y="2914852"/>
              <a:chExt cx="309830" cy="311795"/>
            </a:xfrm>
          </p:grpSpPr>
          <p:sp>
            <p:nvSpPr>
              <p:cNvPr id="149" name="Google Shape;149;p4"/>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 name="Google Shape;150;p4"/>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4"/>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 name="Google Shape;152;p4"/>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53" name="Google Shape;153;p4"/>
          <p:cNvGrpSpPr/>
          <p:nvPr/>
        </p:nvGrpSpPr>
        <p:grpSpPr>
          <a:xfrm>
            <a:off x="-216118" y="770263"/>
            <a:ext cx="994509" cy="983671"/>
            <a:chOff x="2435725" y="4245851"/>
            <a:chExt cx="667142" cy="659916"/>
          </a:xfrm>
        </p:grpSpPr>
        <p:sp>
          <p:nvSpPr>
            <p:cNvPr id="154" name="Google Shape;154;p4"/>
            <p:cNvSpPr/>
            <p:nvPr/>
          </p:nvSpPr>
          <p:spPr>
            <a:xfrm>
              <a:off x="2435725" y="4245851"/>
              <a:ext cx="667142" cy="659916"/>
            </a:xfrm>
            <a:custGeom>
              <a:rect b="b" l="l" r="r" t="t"/>
              <a:pathLst>
                <a:path extrusionOk="0" h="659916" w="667142">
                  <a:moveTo>
                    <a:pt x="439272" y="304447"/>
                  </a:moveTo>
                  <a:cubicBezTo>
                    <a:pt x="443101" y="312859"/>
                    <a:pt x="452412" y="318951"/>
                    <a:pt x="461695" y="317935"/>
                  </a:cubicBezTo>
                  <a:cubicBezTo>
                    <a:pt x="473704" y="316630"/>
                    <a:pt x="483248" y="304070"/>
                    <a:pt x="481188" y="292176"/>
                  </a:cubicBezTo>
                  <a:cubicBezTo>
                    <a:pt x="479013" y="279906"/>
                    <a:pt x="464770" y="271233"/>
                    <a:pt x="453022" y="275323"/>
                  </a:cubicBezTo>
                  <a:cubicBezTo>
                    <a:pt x="442173" y="279094"/>
                    <a:pt x="436487" y="293221"/>
                    <a:pt x="441186" y="303577"/>
                  </a:cubicBezTo>
                  <a:lnTo>
                    <a:pt x="439272" y="304447"/>
                  </a:lnTo>
                  <a:close/>
                  <a:moveTo>
                    <a:pt x="453457" y="391035"/>
                  </a:moveTo>
                  <a:lnTo>
                    <a:pt x="454820" y="393704"/>
                  </a:lnTo>
                  <a:cubicBezTo>
                    <a:pt x="443101" y="402000"/>
                    <a:pt x="448119" y="423988"/>
                    <a:pt x="462130" y="426889"/>
                  </a:cubicBezTo>
                  <a:cubicBezTo>
                    <a:pt x="476199" y="429790"/>
                    <a:pt x="489572" y="412588"/>
                    <a:pt x="483741" y="399505"/>
                  </a:cubicBezTo>
                  <a:cubicBezTo>
                    <a:pt x="478897" y="388541"/>
                    <a:pt x="463551" y="385263"/>
                    <a:pt x="453457" y="391035"/>
                  </a:cubicBezTo>
                  <a:close/>
                  <a:moveTo>
                    <a:pt x="326199" y="209330"/>
                  </a:moveTo>
                  <a:cubicBezTo>
                    <a:pt x="337396" y="205849"/>
                    <a:pt x="345402" y="192477"/>
                    <a:pt x="341196" y="181337"/>
                  </a:cubicBezTo>
                  <a:cubicBezTo>
                    <a:pt x="336236" y="168516"/>
                    <a:pt x="316047" y="164919"/>
                    <a:pt x="307634" y="175826"/>
                  </a:cubicBezTo>
                  <a:cubicBezTo>
                    <a:pt x="299512" y="186414"/>
                    <a:pt x="308621" y="204747"/>
                    <a:pt x="321703" y="204747"/>
                  </a:cubicBezTo>
                  <a:lnTo>
                    <a:pt x="326112" y="206371"/>
                  </a:lnTo>
                  <a:cubicBezTo>
                    <a:pt x="326170" y="207358"/>
                    <a:pt x="326228" y="208344"/>
                    <a:pt x="326228" y="209330"/>
                  </a:cubicBezTo>
                  <a:close/>
                  <a:moveTo>
                    <a:pt x="396543" y="221020"/>
                  </a:moveTo>
                  <a:lnTo>
                    <a:pt x="399212" y="221078"/>
                  </a:lnTo>
                  <a:cubicBezTo>
                    <a:pt x="412033" y="225052"/>
                    <a:pt x="426712" y="211970"/>
                    <a:pt x="424304" y="198771"/>
                  </a:cubicBezTo>
                  <a:cubicBezTo>
                    <a:pt x="421896" y="185573"/>
                    <a:pt x="403563" y="178582"/>
                    <a:pt x="392975" y="186762"/>
                  </a:cubicBezTo>
                  <a:cubicBezTo>
                    <a:pt x="382387" y="195000"/>
                    <a:pt x="384563" y="214493"/>
                    <a:pt x="396746" y="220150"/>
                  </a:cubicBezTo>
                  <a:lnTo>
                    <a:pt x="396572" y="221020"/>
                  </a:lnTo>
                  <a:close/>
                  <a:moveTo>
                    <a:pt x="272303" y="256816"/>
                  </a:moveTo>
                  <a:cubicBezTo>
                    <a:pt x="271316" y="255017"/>
                    <a:pt x="270330" y="253103"/>
                    <a:pt x="269402" y="251246"/>
                  </a:cubicBezTo>
                  <a:cubicBezTo>
                    <a:pt x="279120" y="245184"/>
                    <a:pt x="280918" y="228939"/>
                    <a:pt x="272129" y="221223"/>
                  </a:cubicBezTo>
                  <a:cubicBezTo>
                    <a:pt x="262788" y="213101"/>
                    <a:pt x="245615" y="217945"/>
                    <a:pt x="241961" y="229781"/>
                  </a:cubicBezTo>
                  <a:cubicBezTo>
                    <a:pt x="238480" y="241064"/>
                    <a:pt x="248574" y="254002"/>
                    <a:pt x="260177" y="254002"/>
                  </a:cubicBezTo>
                  <a:lnTo>
                    <a:pt x="272303" y="256845"/>
                  </a:lnTo>
                  <a:close/>
                  <a:moveTo>
                    <a:pt x="282774" y="472373"/>
                  </a:moveTo>
                  <a:lnTo>
                    <a:pt x="282339" y="472315"/>
                  </a:lnTo>
                  <a:cubicBezTo>
                    <a:pt x="270562" y="467355"/>
                    <a:pt x="255391" y="478320"/>
                    <a:pt x="256406" y="491083"/>
                  </a:cubicBezTo>
                  <a:cubicBezTo>
                    <a:pt x="257393" y="503789"/>
                    <a:pt x="274130" y="512201"/>
                    <a:pt x="284950" y="505442"/>
                  </a:cubicBezTo>
                  <a:cubicBezTo>
                    <a:pt x="295857" y="498625"/>
                    <a:pt x="295538" y="479915"/>
                    <a:pt x="284515" y="473418"/>
                  </a:cubicBezTo>
                  <a:lnTo>
                    <a:pt x="282717" y="473156"/>
                  </a:lnTo>
                  <a:cubicBezTo>
                    <a:pt x="282717" y="472895"/>
                    <a:pt x="282717" y="472605"/>
                    <a:pt x="282774" y="472344"/>
                  </a:cubicBezTo>
                  <a:close/>
                  <a:moveTo>
                    <a:pt x="325068" y="270914"/>
                  </a:moveTo>
                  <a:cubicBezTo>
                    <a:pt x="317381" y="271030"/>
                    <a:pt x="309897" y="273263"/>
                    <a:pt x="303834" y="278108"/>
                  </a:cubicBezTo>
                  <a:cubicBezTo>
                    <a:pt x="295654" y="280660"/>
                    <a:pt x="288112" y="285360"/>
                    <a:pt x="282339" y="291683"/>
                  </a:cubicBezTo>
                  <a:cubicBezTo>
                    <a:pt x="264180" y="311379"/>
                    <a:pt x="265863" y="345754"/>
                    <a:pt x="285443" y="364000"/>
                  </a:cubicBezTo>
                  <a:cubicBezTo>
                    <a:pt x="305081" y="382217"/>
                    <a:pt x="338963" y="381724"/>
                    <a:pt x="358398" y="363188"/>
                  </a:cubicBezTo>
                  <a:cubicBezTo>
                    <a:pt x="363242" y="358546"/>
                    <a:pt x="367071" y="353035"/>
                    <a:pt x="369740" y="346972"/>
                  </a:cubicBezTo>
                  <a:cubicBezTo>
                    <a:pt x="377862" y="328813"/>
                    <a:pt x="376180" y="306042"/>
                    <a:pt x="364113" y="290001"/>
                  </a:cubicBezTo>
                  <a:cubicBezTo>
                    <a:pt x="362749" y="288202"/>
                    <a:pt x="361270" y="286520"/>
                    <a:pt x="359645" y="284924"/>
                  </a:cubicBezTo>
                  <a:cubicBezTo>
                    <a:pt x="350479" y="276019"/>
                    <a:pt x="337483" y="270740"/>
                    <a:pt x="325097" y="270943"/>
                  </a:cubicBezTo>
                  <a:close/>
                  <a:moveTo>
                    <a:pt x="145538" y="380331"/>
                  </a:moveTo>
                  <a:cubicBezTo>
                    <a:pt x="123928" y="389991"/>
                    <a:pt x="99213" y="392544"/>
                    <a:pt x="76123" y="387467"/>
                  </a:cubicBezTo>
                  <a:cubicBezTo>
                    <a:pt x="37049" y="378794"/>
                    <a:pt x="2849" y="345116"/>
                    <a:pt x="151" y="305172"/>
                  </a:cubicBezTo>
                  <a:cubicBezTo>
                    <a:pt x="-2576" y="265170"/>
                    <a:pt x="32031" y="224675"/>
                    <a:pt x="72062" y="226822"/>
                  </a:cubicBezTo>
                  <a:cubicBezTo>
                    <a:pt x="44069" y="202484"/>
                    <a:pt x="43837" y="154621"/>
                    <a:pt x="68407" y="126861"/>
                  </a:cubicBezTo>
                  <a:cubicBezTo>
                    <a:pt x="93005" y="99042"/>
                    <a:pt x="136720" y="92428"/>
                    <a:pt x="170659" y="107425"/>
                  </a:cubicBezTo>
                  <a:cubicBezTo>
                    <a:pt x="195432" y="118390"/>
                    <a:pt x="214751" y="139305"/>
                    <a:pt x="226383" y="163904"/>
                  </a:cubicBezTo>
                  <a:cubicBezTo>
                    <a:pt x="219769" y="140552"/>
                    <a:pt x="215302" y="116650"/>
                    <a:pt x="213069" y="92515"/>
                  </a:cubicBezTo>
                  <a:cubicBezTo>
                    <a:pt x="211531" y="75720"/>
                    <a:pt x="211096" y="58199"/>
                    <a:pt x="217217" y="42477"/>
                  </a:cubicBezTo>
                  <a:cubicBezTo>
                    <a:pt x="228791" y="12454"/>
                    <a:pt x="264413" y="-5154"/>
                    <a:pt x="296002" y="1344"/>
                  </a:cubicBezTo>
                  <a:cubicBezTo>
                    <a:pt x="327534" y="7784"/>
                    <a:pt x="352654" y="35834"/>
                    <a:pt x="358427" y="67540"/>
                  </a:cubicBezTo>
                  <a:cubicBezTo>
                    <a:pt x="360980" y="39924"/>
                    <a:pt x="388943" y="20663"/>
                    <a:pt x="416385" y="16892"/>
                  </a:cubicBezTo>
                  <a:cubicBezTo>
                    <a:pt x="428017" y="15355"/>
                    <a:pt x="440229" y="15848"/>
                    <a:pt x="450875" y="20663"/>
                  </a:cubicBezTo>
                  <a:cubicBezTo>
                    <a:pt x="472544" y="30381"/>
                    <a:pt x="483190" y="55414"/>
                    <a:pt x="486294" y="78998"/>
                  </a:cubicBezTo>
                  <a:cubicBezTo>
                    <a:pt x="491544" y="119319"/>
                    <a:pt x="479680" y="161612"/>
                    <a:pt x="454472" y="193492"/>
                  </a:cubicBezTo>
                  <a:lnTo>
                    <a:pt x="457083" y="195406"/>
                  </a:lnTo>
                  <a:cubicBezTo>
                    <a:pt x="470571" y="177334"/>
                    <a:pt x="485394" y="159930"/>
                    <a:pt x="503843" y="146992"/>
                  </a:cubicBezTo>
                  <a:cubicBezTo>
                    <a:pt x="523598" y="133126"/>
                    <a:pt x="548051" y="124685"/>
                    <a:pt x="571896" y="128485"/>
                  </a:cubicBezTo>
                  <a:cubicBezTo>
                    <a:pt x="593274" y="131879"/>
                    <a:pt x="612884" y="145397"/>
                    <a:pt x="623675" y="164223"/>
                  </a:cubicBezTo>
                  <a:cubicBezTo>
                    <a:pt x="634437" y="182991"/>
                    <a:pt x="636177" y="206777"/>
                    <a:pt x="628316" y="226967"/>
                  </a:cubicBezTo>
                  <a:cubicBezTo>
                    <a:pt x="622863" y="240833"/>
                    <a:pt x="612449" y="253335"/>
                    <a:pt x="598351" y="258237"/>
                  </a:cubicBezTo>
                  <a:cubicBezTo>
                    <a:pt x="617554" y="262937"/>
                    <a:pt x="637802" y="268216"/>
                    <a:pt x="651493" y="282401"/>
                  </a:cubicBezTo>
                  <a:cubicBezTo>
                    <a:pt x="666490" y="297891"/>
                    <a:pt x="670580" y="322026"/>
                    <a:pt x="664315" y="342650"/>
                  </a:cubicBezTo>
                  <a:cubicBezTo>
                    <a:pt x="658049" y="363275"/>
                    <a:pt x="642588" y="380302"/>
                    <a:pt x="624110" y="391441"/>
                  </a:cubicBezTo>
                  <a:cubicBezTo>
                    <a:pt x="597423" y="407541"/>
                    <a:pt x="563977" y="411631"/>
                    <a:pt x="534012" y="403218"/>
                  </a:cubicBezTo>
                  <a:cubicBezTo>
                    <a:pt x="556928" y="415663"/>
                    <a:pt x="576914" y="433503"/>
                    <a:pt x="591795" y="454940"/>
                  </a:cubicBezTo>
                  <a:cubicBezTo>
                    <a:pt x="603804" y="472228"/>
                    <a:pt x="612652" y="492969"/>
                    <a:pt x="610447" y="513971"/>
                  </a:cubicBezTo>
                  <a:cubicBezTo>
                    <a:pt x="607546" y="540861"/>
                    <a:pt x="585181" y="563893"/>
                    <a:pt x="558813" y="569840"/>
                  </a:cubicBezTo>
                  <a:cubicBezTo>
                    <a:pt x="532358" y="575786"/>
                    <a:pt x="503524" y="565518"/>
                    <a:pt x="484930" y="545821"/>
                  </a:cubicBezTo>
                  <a:cubicBezTo>
                    <a:pt x="487396" y="582980"/>
                    <a:pt x="484756" y="626579"/>
                    <a:pt x="454211" y="647871"/>
                  </a:cubicBezTo>
                  <a:cubicBezTo>
                    <a:pt x="422012" y="670352"/>
                    <a:pt x="374584" y="653324"/>
                    <a:pt x="350914" y="622054"/>
                  </a:cubicBezTo>
                  <a:cubicBezTo>
                    <a:pt x="327185" y="590783"/>
                    <a:pt x="321065" y="550027"/>
                    <a:pt x="315669" y="511128"/>
                  </a:cubicBezTo>
                  <a:lnTo>
                    <a:pt x="311637" y="511128"/>
                  </a:lnTo>
                  <a:cubicBezTo>
                    <a:pt x="311579" y="546227"/>
                    <a:pt x="311028" y="582719"/>
                    <a:pt x="294929" y="613815"/>
                  </a:cubicBezTo>
                  <a:cubicBezTo>
                    <a:pt x="278655" y="645202"/>
                    <a:pt x="241061" y="668611"/>
                    <a:pt x="207731" y="656805"/>
                  </a:cubicBezTo>
                  <a:cubicBezTo>
                    <a:pt x="183713" y="648248"/>
                    <a:pt x="168106" y="623417"/>
                    <a:pt x="164887" y="598093"/>
                  </a:cubicBezTo>
                  <a:cubicBezTo>
                    <a:pt x="161667" y="572827"/>
                    <a:pt x="168977" y="547243"/>
                    <a:pt x="179448" y="524036"/>
                  </a:cubicBezTo>
                  <a:cubicBezTo>
                    <a:pt x="149484" y="542746"/>
                    <a:pt x="109917" y="558962"/>
                    <a:pt x="80619" y="539149"/>
                  </a:cubicBezTo>
                  <a:cubicBezTo>
                    <a:pt x="52626" y="520323"/>
                    <a:pt x="51872" y="476898"/>
                    <a:pt x="69857" y="448355"/>
                  </a:cubicBezTo>
                  <a:cubicBezTo>
                    <a:pt x="87871" y="419869"/>
                    <a:pt x="118851" y="402638"/>
                    <a:pt x="148555" y="386626"/>
                  </a:cubicBezTo>
                  <a:lnTo>
                    <a:pt x="145654" y="380447"/>
                  </a:lnTo>
                  <a:close/>
                  <a:moveTo>
                    <a:pt x="188267" y="299196"/>
                  </a:moveTo>
                  <a:cubicBezTo>
                    <a:pt x="186469" y="286926"/>
                    <a:pt x="171674" y="277586"/>
                    <a:pt x="160100" y="282662"/>
                  </a:cubicBezTo>
                  <a:cubicBezTo>
                    <a:pt x="147453" y="288173"/>
                    <a:pt x="145248" y="308595"/>
                    <a:pt x="156619" y="316282"/>
                  </a:cubicBezTo>
                  <a:cubicBezTo>
                    <a:pt x="168019" y="323969"/>
                    <a:pt x="186469" y="313381"/>
                    <a:pt x="185163" y="299748"/>
                  </a:cubicBezTo>
                  <a:lnTo>
                    <a:pt x="188267" y="299196"/>
                  </a:lnTo>
                  <a:close/>
                  <a:moveTo>
                    <a:pt x="219654" y="387641"/>
                  </a:moveTo>
                  <a:cubicBezTo>
                    <a:pt x="211908" y="379896"/>
                    <a:pt x="197346" y="379519"/>
                    <a:pt x="190240" y="388018"/>
                  </a:cubicBezTo>
                  <a:cubicBezTo>
                    <a:pt x="182436" y="397301"/>
                    <a:pt x="187687" y="414329"/>
                    <a:pt x="199580" y="416765"/>
                  </a:cubicBezTo>
                  <a:cubicBezTo>
                    <a:pt x="211473" y="419173"/>
                    <a:pt x="222989" y="404118"/>
                    <a:pt x="216869" y="393675"/>
                  </a:cubicBezTo>
                  <a:lnTo>
                    <a:pt x="218899" y="388047"/>
                  </a:lnTo>
                  <a:lnTo>
                    <a:pt x="219654" y="387670"/>
                  </a:lnTo>
                  <a:close/>
                  <a:moveTo>
                    <a:pt x="365737" y="460712"/>
                  </a:moveTo>
                  <a:cubicBezTo>
                    <a:pt x="377021" y="466223"/>
                    <a:pt x="392424" y="455752"/>
                    <a:pt x="391496" y="443249"/>
                  </a:cubicBezTo>
                  <a:cubicBezTo>
                    <a:pt x="390568" y="430747"/>
                    <a:pt x="373859" y="422625"/>
                    <a:pt x="363445" y="429674"/>
                  </a:cubicBezTo>
                  <a:cubicBezTo>
                    <a:pt x="353032" y="436723"/>
                    <a:pt x="354395" y="455259"/>
                    <a:pt x="365737" y="4607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4"/>
            <p:cNvSpPr/>
            <p:nvPr/>
          </p:nvSpPr>
          <p:spPr>
            <a:xfrm>
              <a:off x="2884002" y="4634085"/>
              <a:ext cx="36835" cy="38977"/>
            </a:xfrm>
            <a:custGeom>
              <a:rect b="b" l="l" r="r" t="t"/>
              <a:pathLst>
                <a:path extrusionOk="0" h="38977" w="36835">
                  <a:moveTo>
                    <a:pt x="35435" y="11271"/>
                  </a:moveTo>
                  <a:cubicBezTo>
                    <a:pt x="41266" y="24325"/>
                    <a:pt x="27893" y="41555"/>
                    <a:pt x="13824" y="38655"/>
                  </a:cubicBezTo>
                  <a:cubicBezTo>
                    <a:pt x="-158" y="35754"/>
                    <a:pt x="-5176" y="13766"/>
                    <a:pt x="6514" y="5470"/>
                  </a:cubicBezTo>
                  <a:lnTo>
                    <a:pt x="5151" y="2801"/>
                  </a:lnTo>
                  <a:cubicBezTo>
                    <a:pt x="15246" y="-2972"/>
                    <a:pt x="30591" y="335"/>
                    <a:pt x="35435" y="1127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4"/>
            <p:cNvSpPr/>
            <p:nvPr/>
          </p:nvSpPr>
          <p:spPr>
            <a:xfrm>
              <a:off x="2874997" y="4520150"/>
              <a:ext cx="42190" cy="43742"/>
            </a:xfrm>
            <a:custGeom>
              <a:rect b="b" l="l" r="r" t="t"/>
              <a:pathLst>
                <a:path extrusionOk="0" h="43742" w="42190">
                  <a:moveTo>
                    <a:pt x="1915" y="29278"/>
                  </a:moveTo>
                  <a:cubicBezTo>
                    <a:pt x="-2785" y="18922"/>
                    <a:pt x="2901" y="4824"/>
                    <a:pt x="13750" y="1024"/>
                  </a:cubicBezTo>
                  <a:cubicBezTo>
                    <a:pt x="25527" y="-3066"/>
                    <a:pt x="39770" y="5608"/>
                    <a:pt x="41916" y="17878"/>
                  </a:cubicBezTo>
                  <a:cubicBezTo>
                    <a:pt x="43947" y="29771"/>
                    <a:pt x="34432" y="42332"/>
                    <a:pt x="22423" y="43637"/>
                  </a:cubicBezTo>
                  <a:cubicBezTo>
                    <a:pt x="13141" y="44623"/>
                    <a:pt x="3858" y="38560"/>
                    <a:pt x="0" y="30148"/>
                  </a:cubicBezTo>
                  <a:lnTo>
                    <a:pt x="1915" y="2927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4"/>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4"/>
            <p:cNvSpPr/>
            <p:nvPr/>
          </p:nvSpPr>
          <p:spPr>
            <a:xfrm>
              <a:off x="2792129" y="4672938"/>
              <a:ext cx="35160" cy="35160"/>
            </a:xfrm>
            <a:custGeom>
              <a:rect b="b" l="l" r="r" t="t"/>
              <a:pathLst>
                <a:path extrusionOk="0" h="35160" w="35160">
                  <a:moveTo>
                    <a:pt x="35121" y="16192"/>
                  </a:moveTo>
                  <a:cubicBezTo>
                    <a:pt x="36049" y="28694"/>
                    <a:pt x="20617" y="39166"/>
                    <a:pt x="9362" y="33655"/>
                  </a:cubicBezTo>
                  <a:cubicBezTo>
                    <a:pt x="-1980" y="28201"/>
                    <a:pt x="-3344" y="9694"/>
                    <a:pt x="7070" y="2616"/>
                  </a:cubicBezTo>
                  <a:cubicBezTo>
                    <a:pt x="17484" y="-4433"/>
                    <a:pt x="34192" y="3660"/>
                    <a:pt x="35121" y="161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4"/>
            <p:cNvSpPr/>
            <p:nvPr/>
          </p:nvSpPr>
          <p:spPr>
            <a:xfrm>
              <a:off x="2705390" y="4516761"/>
              <a:ext cx="105052" cy="106420"/>
            </a:xfrm>
            <a:custGeom>
              <a:rect b="b" l="l" r="r" t="t"/>
              <a:pathLst>
                <a:path extrusionOk="0" h="106420" w="105052">
                  <a:moveTo>
                    <a:pt x="34169" y="7198"/>
                  </a:moveTo>
                  <a:cubicBezTo>
                    <a:pt x="40232" y="2354"/>
                    <a:pt x="47745" y="149"/>
                    <a:pt x="55403" y="4"/>
                  </a:cubicBezTo>
                  <a:cubicBezTo>
                    <a:pt x="67790" y="-170"/>
                    <a:pt x="80785" y="5081"/>
                    <a:pt x="89952" y="13986"/>
                  </a:cubicBezTo>
                  <a:cubicBezTo>
                    <a:pt x="91576" y="15581"/>
                    <a:pt x="93055" y="17264"/>
                    <a:pt x="94419" y="19063"/>
                  </a:cubicBezTo>
                  <a:cubicBezTo>
                    <a:pt x="106486" y="35104"/>
                    <a:pt x="108168" y="57904"/>
                    <a:pt x="100046" y="76034"/>
                  </a:cubicBezTo>
                  <a:cubicBezTo>
                    <a:pt x="97378" y="82097"/>
                    <a:pt x="93549" y="87608"/>
                    <a:pt x="88704" y="92249"/>
                  </a:cubicBezTo>
                  <a:cubicBezTo>
                    <a:pt x="69269" y="110756"/>
                    <a:pt x="35388" y="111249"/>
                    <a:pt x="15749" y="93061"/>
                  </a:cubicBezTo>
                  <a:cubicBezTo>
                    <a:pt x="-3831" y="74787"/>
                    <a:pt x="-5484" y="40412"/>
                    <a:pt x="12646" y="20745"/>
                  </a:cubicBezTo>
                  <a:cubicBezTo>
                    <a:pt x="18418" y="14421"/>
                    <a:pt x="25960" y="9722"/>
                    <a:pt x="34140" y="7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4"/>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4"/>
            <p:cNvSpPr/>
            <p:nvPr/>
          </p:nvSpPr>
          <p:spPr>
            <a:xfrm>
              <a:off x="2692085" y="4716977"/>
              <a:ext cx="36598" cy="36737"/>
            </a:xfrm>
            <a:custGeom>
              <a:rect b="b" l="l" r="r" t="t"/>
              <a:pathLst>
                <a:path extrusionOk="0" h="36737" w="36598">
                  <a:moveTo>
                    <a:pt x="26356" y="2060"/>
                  </a:moveTo>
                  <a:lnTo>
                    <a:pt x="28154" y="2321"/>
                  </a:lnTo>
                  <a:cubicBezTo>
                    <a:pt x="39177" y="8819"/>
                    <a:pt x="39496" y="27529"/>
                    <a:pt x="28589" y="34345"/>
                  </a:cubicBezTo>
                  <a:cubicBezTo>
                    <a:pt x="17740" y="41104"/>
                    <a:pt x="1032" y="32663"/>
                    <a:pt x="46" y="19987"/>
                  </a:cubicBezTo>
                  <a:cubicBezTo>
                    <a:pt x="-941" y="7223"/>
                    <a:pt x="14231" y="-3742"/>
                    <a:pt x="25979" y="1219"/>
                  </a:cubicBezTo>
                  <a:lnTo>
                    <a:pt x="26414" y="1276"/>
                  </a:lnTo>
                  <a:cubicBezTo>
                    <a:pt x="26356" y="1538"/>
                    <a:pt x="26356" y="1828"/>
                    <a:pt x="26356" y="208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4"/>
            <p:cNvSpPr/>
            <p:nvPr/>
          </p:nvSpPr>
          <p:spPr>
            <a:xfrm>
              <a:off x="2676998" y="4463036"/>
              <a:ext cx="36535" cy="39631"/>
            </a:xfrm>
            <a:custGeom>
              <a:rect b="b" l="l" r="r" t="t"/>
              <a:pathLst>
                <a:path extrusionOk="0" h="39631" w="36535">
                  <a:moveTo>
                    <a:pt x="28128" y="34062"/>
                  </a:moveTo>
                  <a:cubicBezTo>
                    <a:pt x="29057" y="35918"/>
                    <a:pt x="30043" y="37833"/>
                    <a:pt x="31029" y="39632"/>
                  </a:cubicBezTo>
                  <a:lnTo>
                    <a:pt x="18904" y="36789"/>
                  </a:lnTo>
                  <a:cubicBezTo>
                    <a:pt x="7330" y="36789"/>
                    <a:pt x="-2765" y="23851"/>
                    <a:pt x="687" y="12567"/>
                  </a:cubicBezTo>
                  <a:cubicBezTo>
                    <a:pt x="4342" y="732"/>
                    <a:pt x="21486" y="-4083"/>
                    <a:pt x="30855" y="4010"/>
                  </a:cubicBezTo>
                  <a:cubicBezTo>
                    <a:pt x="39645" y="11755"/>
                    <a:pt x="37846" y="27970"/>
                    <a:pt x="28128" y="340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4"/>
            <p:cNvSpPr/>
            <p:nvPr/>
          </p:nvSpPr>
          <p:spPr>
            <a:xfrm>
              <a:off x="2622273" y="4627600"/>
              <a:ext cx="33105" cy="35278"/>
            </a:xfrm>
            <a:custGeom>
              <a:rect b="b" l="l" r="r" t="t"/>
              <a:pathLst>
                <a:path extrusionOk="0" h="35278" w="33105">
                  <a:moveTo>
                    <a:pt x="33106" y="5921"/>
                  </a:moveTo>
                  <a:lnTo>
                    <a:pt x="32352" y="6298"/>
                  </a:lnTo>
                  <a:lnTo>
                    <a:pt x="30321" y="11926"/>
                  </a:lnTo>
                  <a:cubicBezTo>
                    <a:pt x="36442" y="22398"/>
                    <a:pt x="24926" y="37453"/>
                    <a:pt x="13032" y="35016"/>
                  </a:cubicBezTo>
                  <a:cubicBezTo>
                    <a:pt x="1139" y="32608"/>
                    <a:pt x="-4111" y="15581"/>
                    <a:pt x="3692" y="6269"/>
                  </a:cubicBezTo>
                  <a:cubicBezTo>
                    <a:pt x="10828" y="-2201"/>
                    <a:pt x="25361" y="-1853"/>
                    <a:pt x="33106" y="58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4"/>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4"/>
            <p:cNvSpPr/>
            <p:nvPr/>
          </p:nvSpPr>
          <p:spPr>
            <a:xfrm>
              <a:off x="2640845" y="4475893"/>
              <a:ext cx="227769" cy="225448"/>
            </a:xfrm>
            <a:custGeom>
              <a:rect b="b" l="l" r="r" t="t"/>
              <a:pathLst>
                <a:path extrusionOk="0" h="225448" w="227769">
                  <a:moveTo>
                    <a:pt x="201895" y="119831"/>
                  </a:moveTo>
                  <a:cubicBezTo>
                    <a:pt x="199081" y="102775"/>
                    <a:pt x="206681" y="87459"/>
                    <a:pt x="217617" y="75043"/>
                  </a:cubicBezTo>
                  <a:cubicBezTo>
                    <a:pt x="204737" y="77074"/>
                    <a:pt x="191597" y="75478"/>
                    <a:pt x="181444" y="65848"/>
                  </a:cubicBezTo>
                  <a:cubicBezTo>
                    <a:pt x="173032" y="57871"/>
                    <a:pt x="169232" y="47051"/>
                    <a:pt x="169580" y="35593"/>
                  </a:cubicBezTo>
                  <a:cubicBezTo>
                    <a:pt x="169870" y="26223"/>
                    <a:pt x="172365" y="17144"/>
                    <a:pt x="173148" y="7861"/>
                  </a:cubicBezTo>
                  <a:cubicBezTo>
                    <a:pt x="162183" y="16186"/>
                    <a:pt x="149042" y="24772"/>
                    <a:pt x="135612" y="23380"/>
                  </a:cubicBezTo>
                  <a:cubicBezTo>
                    <a:pt x="123022" y="22075"/>
                    <a:pt x="116060" y="11371"/>
                    <a:pt x="111796" y="0"/>
                  </a:cubicBezTo>
                  <a:cubicBezTo>
                    <a:pt x="108083" y="11400"/>
                    <a:pt x="102746" y="22597"/>
                    <a:pt x="93434" y="29820"/>
                  </a:cubicBezTo>
                  <a:cubicBezTo>
                    <a:pt x="81599" y="38986"/>
                    <a:pt x="67153" y="36898"/>
                    <a:pt x="54274" y="31590"/>
                  </a:cubicBezTo>
                  <a:cubicBezTo>
                    <a:pt x="55086" y="46528"/>
                    <a:pt x="54941" y="65848"/>
                    <a:pt x="40872" y="73245"/>
                  </a:cubicBezTo>
                  <a:cubicBezTo>
                    <a:pt x="34751" y="76465"/>
                    <a:pt x="27615" y="77161"/>
                    <a:pt x="20886" y="78031"/>
                  </a:cubicBezTo>
                  <a:cubicBezTo>
                    <a:pt x="13866" y="78930"/>
                    <a:pt x="6904" y="79974"/>
                    <a:pt x="0" y="81396"/>
                  </a:cubicBezTo>
                  <a:cubicBezTo>
                    <a:pt x="6585" y="85486"/>
                    <a:pt x="13315" y="89315"/>
                    <a:pt x="19725" y="93695"/>
                  </a:cubicBezTo>
                  <a:cubicBezTo>
                    <a:pt x="28022" y="99381"/>
                    <a:pt x="37014" y="106023"/>
                    <a:pt x="41162" y="115480"/>
                  </a:cubicBezTo>
                  <a:cubicBezTo>
                    <a:pt x="45339" y="124995"/>
                    <a:pt x="45136" y="134857"/>
                    <a:pt x="39625" y="143734"/>
                  </a:cubicBezTo>
                  <a:cubicBezTo>
                    <a:pt x="36086" y="149449"/>
                    <a:pt x="31561" y="154409"/>
                    <a:pt x="27354" y="159601"/>
                  </a:cubicBezTo>
                  <a:cubicBezTo>
                    <a:pt x="34519" y="157222"/>
                    <a:pt x="41626" y="154641"/>
                    <a:pt x="48994" y="152958"/>
                  </a:cubicBezTo>
                  <a:cubicBezTo>
                    <a:pt x="58103" y="150841"/>
                    <a:pt x="67849" y="150580"/>
                    <a:pt x="75420" y="156874"/>
                  </a:cubicBezTo>
                  <a:cubicBezTo>
                    <a:pt x="85370" y="165171"/>
                    <a:pt x="88822" y="181038"/>
                    <a:pt x="89692" y="193279"/>
                  </a:cubicBezTo>
                  <a:cubicBezTo>
                    <a:pt x="90446" y="204070"/>
                    <a:pt x="88880" y="214803"/>
                    <a:pt x="87024" y="225449"/>
                  </a:cubicBezTo>
                  <a:cubicBezTo>
                    <a:pt x="87691" y="224173"/>
                    <a:pt x="88329" y="222896"/>
                    <a:pt x="88996" y="221678"/>
                  </a:cubicBezTo>
                  <a:cubicBezTo>
                    <a:pt x="97089" y="206391"/>
                    <a:pt x="105124" y="188087"/>
                    <a:pt x="119570" y="177673"/>
                  </a:cubicBezTo>
                  <a:cubicBezTo>
                    <a:pt x="131870" y="168826"/>
                    <a:pt x="143763" y="173351"/>
                    <a:pt x="153306" y="181850"/>
                  </a:cubicBezTo>
                  <a:cubicBezTo>
                    <a:pt x="153161" y="176078"/>
                    <a:pt x="153945" y="170334"/>
                    <a:pt x="156613" y="165200"/>
                  </a:cubicBezTo>
                  <a:cubicBezTo>
                    <a:pt x="163865" y="151276"/>
                    <a:pt x="181763" y="150754"/>
                    <a:pt x="195426" y="152001"/>
                  </a:cubicBezTo>
                  <a:cubicBezTo>
                    <a:pt x="206275" y="152987"/>
                    <a:pt x="217008" y="155250"/>
                    <a:pt x="227770" y="157020"/>
                  </a:cubicBezTo>
                  <a:cubicBezTo>
                    <a:pt x="215093" y="147766"/>
                    <a:pt x="204447" y="135554"/>
                    <a:pt x="201866" y="119860"/>
                  </a:cubicBezTo>
                  <a:close/>
                  <a:moveTo>
                    <a:pt x="164591" y="116960"/>
                  </a:moveTo>
                  <a:cubicBezTo>
                    <a:pt x="161922" y="123022"/>
                    <a:pt x="158093" y="128534"/>
                    <a:pt x="153248" y="133175"/>
                  </a:cubicBezTo>
                  <a:cubicBezTo>
                    <a:pt x="133813" y="151682"/>
                    <a:pt x="99932" y="152175"/>
                    <a:pt x="80294" y="133987"/>
                  </a:cubicBezTo>
                  <a:cubicBezTo>
                    <a:pt x="60713" y="115712"/>
                    <a:pt x="59060" y="81338"/>
                    <a:pt x="77190" y="61642"/>
                  </a:cubicBezTo>
                  <a:cubicBezTo>
                    <a:pt x="80033" y="58509"/>
                    <a:pt x="83340" y="55782"/>
                    <a:pt x="86936" y="53519"/>
                  </a:cubicBezTo>
                  <a:cubicBezTo>
                    <a:pt x="91462" y="49429"/>
                    <a:pt x="96973" y="46471"/>
                    <a:pt x="103413" y="44991"/>
                  </a:cubicBezTo>
                  <a:cubicBezTo>
                    <a:pt x="108460" y="42293"/>
                    <a:pt x="114146" y="40988"/>
                    <a:pt x="119918" y="40901"/>
                  </a:cubicBezTo>
                  <a:cubicBezTo>
                    <a:pt x="132305" y="40727"/>
                    <a:pt x="145300" y="45977"/>
                    <a:pt x="154467" y="54883"/>
                  </a:cubicBezTo>
                  <a:cubicBezTo>
                    <a:pt x="156091" y="56507"/>
                    <a:pt x="157571" y="58161"/>
                    <a:pt x="158934" y="59959"/>
                  </a:cubicBezTo>
                  <a:cubicBezTo>
                    <a:pt x="171001" y="76000"/>
                    <a:pt x="172684" y="98801"/>
                    <a:pt x="164561" y="11693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4"/>
            <p:cNvSpPr/>
            <p:nvPr/>
          </p:nvSpPr>
          <p:spPr>
            <a:xfrm>
              <a:off x="2884017" y="4634159"/>
              <a:ext cx="36820" cy="38875"/>
            </a:xfrm>
            <a:custGeom>
              <a:rect b="b" l="l" r="r" t="t"/>
              <a:pathLst>
                <a:path extrusionOk="0" h="38875" w="36820">
                  <a:moveTo>
                    <a:pt x="35419" y="11197"/>
                  </a:moveTo>
                  <a:cubicBezTo>
                    <a:pt x="30807" y="754"/>
                    <a:pt x="16709" y="-2610"/>
                    <a:pt x="6643" y="2060"/>
                  </a:cubicBezTo>
                  <a:cubicBezTo>
                    <a:pt x="9602" y="4322"/>
                    <a:pt x="7891" y="9921"/>
                    <a:pt x="3917" y="9689"/>
                  </a:cubicBezTo>
                  <a:cubicBezTo>
                    <a:pt x="3482" y="9689"/>
                    <a:pt x="3047" y="9602"/>
                    <a:pt x="2582" y="9573"/>
                  </a:cubicBezTo>
                  <a:cubicBezTo>
                    <a:pt x="-3596" y="19465"/>
                    <a:pt x="1770" y="36057"/>
                    <a:pt x="13808" y="38552"/>
                  </a:cubicBezTo>
                  <a:cubicBezTo>
                    <a:pt x="27877" y="41453"/>
                    <a:pt x="41250" y="24251"/>
                    <a:pt x="35419" y="11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4"/>
            <p:cNvSpPr/>
            <p:nvPr/>
          </p:nvSpPr>
          <p:spPr>
            <a:xfrm>
              <a:off x="2875026" y="4520150"/>
              <a:ext cx="42197" cy="43747"/>
            </a:xfrm>
            <a:custGeom>
              <a:rect b="b" l="l" r="r" t="t"/>
              <a:pathLst>
                <a:path extrusionOk="0" h="43747" w="42197">
                  <a:moveTo>
                    <a:pt x="41887" y="17878"/>
                  </a:moveTo>
                  <a:cubicBezTo>
                    <a:pt x="39712" y="5608"/>
                    <a:pt x="25469" y="-3066"/>
                    <a:pt x="13721" y="1024"/>
                  </a:cubicBezTo>
                  <a:cubicBezTo>
                    <a:pt x="6324" y="3606"/>
                    <a:pt x="1421" y="11032"/>
                    <a:pt x="493" y="18748"/>
                  </a:cubicBezTo>
                  <a:cubicBezTo>
                    <a:pt x="2640" y="20199"/>
                    <a:pt x="3626" y="23564"/>
                    <a:pt x="1363" y="25478"/>
                  </a:cubicBezTo>
                  <a:cubicBezTo>
                    <a:pt x="1189" y="25623"/>
                    <a:pt x="1015" y="25797"/>
                    <a:pt x="841" y="25942"/>
                  </a:cubicBezTo>
                  <a:cubicBezTo>
                    <a:pt x="1102" y="27073"/>
                    <a:pt x="1421" y="28205"/>
                    <a:pt x="1915" y="29278"/>
                  </a:cubicBezTo>
                  <a:lnTo>
                    <a:pt x="0" y="30148"/>
                  </a:lnTo>
                  <a:cubicBezTo>
                    <a:pt x="3829" y="38560"/>
                    <a:pt x="13141" y="44652"/>
                    <a:pt x="22423" y="43637"/>
                  </a:cubicBezTo>
                  <a:cubicBezTo>
                    <a:pt x="34432" y="42332"/>
                    <a:pt x="43976" y="29771"/>
                    <a:pt x="41916" y="1787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4"/>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4"/>
            <p:cNvSpPr/>
            <p:nvPr/>
          </p:nvSpPr>
          <p:spPr>
            <a:xfrm>
              <a:off x="2792129" y="4672970"/>
              <a:ext cx="35160" cy="35129"/>
            </a:xfrm>
            <a:custGeom>
              <a:rect b="b" l="l" r="r" t="t"/>
              <a:pathLst>
                <a:path extrusionOk="0" h="35129" w="35160">
                  <a:moveTo>
                    <a:pt x="10928" y="757"/>
                  </a:moveTo>
                  <a:cubicBezTo>
                    <a:pt x="10261" y="1337"/>
                    <a:pt x="9449" y="1656"/>
                    <a:pt x="8549" y="1743"/>
                  </a:cubicBezTo>
                  <a:cubicBezTo>
                    <a:pt x="8056" y="2004"/>
                    <a:pt x="7534" y="2265"/>
                    <a:pt x="7070" y="2584"/>
                  </a:cubicBezTo>
                  <a:cubicBezTo>
                    <a:pt x="-3344" y="9633"/>
                    <a:pt x="-1980" y="28169"/>
                    <a:pt x="9362" y="33623"/>
                  </a:cubicBezTo>
                  <a:cubicBezTo>
                    <a:pt x="20646" y="39134"/>
                    <a:pt x="36049" y="28662"/>
                    <a:pt x="35121" y="16160"/>
                  </a:cubicBezTo>
                  <a:cubicBezTo>
                    <a:pt x="34308" y="5108"/>
                    <a:pt x="21168" y="-2492"/>
                    <a:pt x="10928" y="75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4"/>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4"/>
            <p:cNvSpPr/>
            <p:nvPr/>
          </p:nvSpPr>
          <p:spPr>
            <a:xfrm>
              <a:off x="2692083" y="4717015"/>
              <a:ext cx="36549" cy="36703"/>
            </a:xfrm>
            <a:custGeom>
              <a:rect b="b" l="l" r="r" t="t"/>
              <a:pathLst>
                <a:path extrusionOk="0" h="36703" w="36549">
                  <a:moveTo>
                    <a:pt x="30651" y="7881"/>
                  </a:moveTo>
                  <a:cubicBezTo>
                    <a:pt x="26764" y="11884"/>
                    <a:pt x="20643" y="5764"/>
                    <a:pt x="24530" y="1761"/>
                  </a:cubicBezTo>
                  <a:cubicBezTo>
                    <a:pt x="24791" y="1500"/>
                    <a:pt x="24994" y="1181"/>
                    <a:pt x="25227" y="919"/>
                  </a:cubicBezTo>
                  <a:cubicBezTo>
                    <a:pt x="13565" y="-3258"/>
                    <a:pt x="-939" y="7446"/>
                    <a:pt x="48" y="19949"/>
                  </a:cubicBezTo>
                  <a:cubicBezTo>
                    <a:pt x="1034" y="32654"/>
                    <a:pt x="17771" y="41066"/>
                    <a:pt x="28591" y="34307"/>
                  </a:cubicBezTo>
                  <a:cubicBezTo>
                    <a:pt x="37874" y="28506"/>
                    <a:pt x="38947" y="14118"/>
                    <a:pt x="32275" y="5967"/>
                  </a:cubicBezTo>
                  <a:cubicBezTo>
                    <a:pt x="31724" y="6605"/>
                    <a:pt x="31231" y="7301"/>
                    <a:pt x="30651" y="791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4"/>
            <p:cNvSpPr/>
            <p:nvPr/>
          </p:nvSpPr>
          <p:spPr>
            <a:xfrm>
              <a:off x="2676968" y="4463052"/>
              <a:ext cx="36536" cy="39470"/>
            </a:xfrm>
            <a:custGeom>
              <a:rect b="b" l="l" r="r" t="t"/>
              <a:pathLst>
                <a:path extrusionOk="0" h="39470" w="36536">
                  <a:moveTo>
                    <a:pt x="10377" y="34336"/>
                  </a:moveTo>
                  <a:cubicBezTo>
                    <a:pt x="11740" y="33147"/>
                    <a:pt x="13916" y="32828"/>
                    <a:pt x="15598" y="33698"/>
                  </a:cubicBezTo>
                  <a:cubicBezTo>
                    <a:pt x="20355" y="36135"/>
                    <a:pt x="25635" y="38310"/>
                    <a:pt x="30972" y="39470"/>
                  </a:cubicBezTo>
                  <a:cubicBezTo>
                    <a:pt x="30015" y="37701"/>
                    <a:pt x="29029" y="35844"/>
                    <a:pt x="28129" y="34046"/>
                  </a:cubicBezTo>
                  <a:cubicBezTo>
                    <a:pt x="37847" y="27983"/>
                    <a:pt x="39646" y="11739"/>
                    <a:pt x="30856" y="4023"/>
                  </a:cubicBezTo>
                  <a:cubicBezTo>
                    <a:pt x="21516" y="-4099"/>
                    <a:pt x="4343" y="745"/>
                    <a:pt x="688" y="12580"/>
                  </a:cubicBezTo>
                  <a:cubicBezTo>
                    <a:pt x="-1865" y="20905"/>
                    <a:pt x="2980" y="30130"/>
                    <a:pt x="10348" y="3436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4"/>
            <p:cNvSpPr/>
            <p:nvPr/>
          </p:nvSpPr>
          <p:spPr>
            <a:xfrm>
              <a:off x="2622273" y="4627618"/>
              <a:ext cx="33105" cy="35284"/>
            </a:xfrm>
            <a:custGeom>
              <a:rect b="b" l="l" r="r" t="t"/>
              <a:pathLst>
                <a:path extrusionOk="0" h="35284" w="33105">
                  <a:moveTo>
                    <a:pt x="31249" y="13880"/>
                  </a:moveTo>
                  <a:cubicBezTo>
                    <a:pt x="30988" y="13213"/>
                    <a:pt x="30698" y="12546"/>
                    <a:pt x="30321" y="11908"/>
                  </a:cubicBezTo>
                  <a:lnTo>
                    <a:pt x="32352" y="6280"/>
                  </a:lnTo>
                  <a:cubicBezTo>
                    <a:pt x="32613" y="6164"/>
                    <a:pt x="32845" y="6019"/>
                    <a:pt x="33106" y="5903"/>
                  </a:cubicBezTo>
                  <a:cubicBezTo>
                    <a:pt x="25361" y="-1842"/>
                    <a:pt x="10799" y="-2219"/>
                    <a:pt x="3692" y="6280"/>
                  </a:cubicBezTo>
                  <a:cubicBezTo>
                    <a:pt x="-4111" y="15563"/>
                    <a:pt x="1139" y="32590"/>
                    <a:pt x="13032" y="35027"/>
                  </a:cubicBezTo>
                  <a:cubicBezTo>
                    <a:pt x="22634" y="36970"/>
                    <a:pt x="31945" y="27572"/>
                    <a:pt x="32003" y="18348"/>
                  </a:cubicBezTo>
                  <a:cubicBezTo>
                    <a:pt x="30988" y="17187"/>
                    <a:pt x="30582" y="15505"/>
                    <a:pt x="31249" y="1390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4"/>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75" name="Google Shape;175;p4"/>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76" name="Google Shape;176;p4"/>
          <p:cNvSpPr txBox="1"/>
          <p:nvPr>
            <p:ph idx="1" type="body"/>
          </p:nvPr>
        </p:nvSpPr>
        <p:spPr>
          <a:xfrm>
            <a:off x="720000" y="1215751"/>
            <a:ext cx="7704000" cy="4215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7" name="Shape 177"/>
        <p:cNvGrpSpPr/>
        <p:nvPr/>
      </p:nvGrpSpPr>
      <p:grpSpPr>
        <a:xfrm>
          <a:off x="0" y="0"/>
          <a:ext cx="0" cy="0"/>
          <a:chOff x="0" y="0"/>
          <a:chExt cx="0" cy="0"/>
        </a:xfrm>
      </p:grpSpPr>
      <p:grpSp>
        <p:nvGrpSpPr>
          <p:cNvPr id="178" name="Google Shape;178;p5"/>
          <p:cNvGrpSpPr/>
          <p:nvPr/>
        </p:nvGrpSpPr>
        <p:grpSpPr>
          <a:xfrm>
            <a:off x="228600" y="228600"/>
            <a:ext cx="8686800" cy="4686300"/>
            <a:chOff x="228600" y="228600"/>
            <a:chExt cx="8686800" cy="4686300"/>
          </a:xfrm>
        </p:grpSpPr>
        <p:sp>
          <p:nvSpPr>
            <p:cNvPr id="179" name="Google Shape;179;p5"/>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180" name="Google Shape;180;p5"/>
            <p:cNvGrpSpPr/>
            <p:nvPr/>
          </p:nvGrpSpPr>
          <p:grpSpPr>
            <a:xfrm>
              <a:off x="333904" y="365653"/>
              <a:ext cx="1210874" cy="1218592"/>
              <a:chOff x="2083365" y="2107621"/>
              <a:chExt cx="309829" cy="311796"/>
            </a:xfrm>
          </p:grpSpPr>
          <p:sp>
            <p:nvSpPr>
              <p:cNvPr id="181" name="Google Shape;181;p5"/>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5"/>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5"/>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5"/>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5" name="Google Shape;185;p5"/>
            <p:cNvGrpSpPr/>
            <p:nvPr/>
          </p:nvGrpSpPr>
          <p:grpSpPr>
            <a:xfrm>
              <a:off x="7599218" y="365653"/>
              <a:ext cx="1210878" cy="1218592"/>
              <a:chOff x="3498340" y="2107621"/>
              <a:chExt cx="309830" cy="311796"/>
            </a:xfrm>
          </p:grpSpPr>
          <p:sp>
            <p:nvSpPr>
              <p:cNvPr id="186" name="Google Shape;186;p5"/>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5"/>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 name="Google Shape;188;p5"/>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 name="Google Shape;189;p5"/>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0" name="Google Shape;190;p5"/>
            <p:cNvGrpSpPr/>
            <p:nvPr/>
          </p:nvGrpSpPr>
          <p:grpSpPr>
            <a:xfrm>
              <a:off x="333904" y="3559446"/>
              <a:ext cx="1210874" cy="1218588"/>
              <a:chOff x="2083365" y="2914852"/>
              <a:chExt cx="309829" cy="311795"/>
            </a:xfrm>
          </p:grpSpPr>
          <p:sp>
            <p:nvSpPr>
              <p:cNvPr id="191" name="Google Shape;191;p5"/>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5"/>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 name="Google Shape;193;p5"/>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5"/>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5" name="Google Shape;195;p5"/>
            <p:cNvGrpSpPr/>
            <p:nvPr/>
          </p:nvGrpSpPr>
          <p:grpSpPr>
            <a:xfrm>
              <a:off x="7523018" y="3559446"/>
              <a:ext cx="1210878" cy="1218588"/>
              <a:chOff x="3478843" y="2914852"/>
              <a:chExt cx="309830" cy="311795"/>
            </a:xfrm>
          </p:grpSpPr>
          <p:sp>
            <p:nvSpPr>
              <p:cNvPr id="196" name="Google Shape;196;p5"/>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5"/>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5"/>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5"/>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200" name="Google Shape;200;p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01" name="Google Shape;201;p5"/>
          <p:cNvSpPr txBox="1"/>
          <p:nvPr>
            <p:ph idx="1" type="subTitle"/>
          </p:nvPr>
        </p:nvSpPr>
        <p:spPr>
          <a:xfrm>
            <a:off x="2355300" y="2111400"/>
            <a:ext cx="4433400" cy="819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02" name="Google Shape;202;p5"/>
          <p:cNvSpPr txBox="1"/>
          <p:nvPr>
            <p:ph idx="2" type="subTitle"/>
          </p:nvPr>
        </p:nvSpPr>
        <p:spPr>
          <a:xfrm>
            <a:off x="2355300" y="3608750"/>
            <a:ext cx="4433400" cy="81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03" name="Google Shape;203;p5"/>
          <p:cNvSpPr txBox="1"/>
          <p:nvPr>
            <p:ph idx="3" type="subTitle"/>
          </p:nvPr>
        </p:nvSpPr>
        <p:spPr>
          <a:xfrm>
            <a:off x="2355300" y="1803375"/>
            <a:ext cx="4433400" cy="3945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204" name="Google Shape;204;p5"/>
          <p:cNvSpPr txBox="1"/>
          <p:nvPr>
            <p:ph idx="4" type="subTitle"/>
          </p:nvPr>
        </p:nvSpPr>
        <p:spPr>
          <a:xfrm>
            <a:off x="2355300" y="3300725"/>
            <a:ext cx="44334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5" name="Shape 205"/>
        <p:cNvGrpSpPr/>
        <p:nvPr/>
      </p:nvGrpSpPr>
      <p:grpSpPr>
        <a:xfrm>
          <a:off x="0" y="0"/>
          <a:ext cx="0" cy="0"/>
          <a:chOff x="0" y="0"/>
          <a:chExt cx="0" cy="0"/>
        </a:xfrm>
      </p:grpSpPr>
      <p:grpSp>
        <p:nvGrpSpPr>
          <p:cNvPr id="206" name="Google Shape;206;p6"/>
          <p:cNvGrpSpPr/>
          <p:nvPr/>
        </p:nvGrpSpPr>
        <p:grpSpPr>
          <a:xfrm>
            <a:off x="8341221" y="11"/>
            <a:ext cx="802772" cy="794011"/>
            <a:chOff x="2435725" y="4245851"/>
            <a:chExt cx="667142" cy="659916"/>
          </a:xfrm>
        </p:grpSpPr>
        <p:sp>
          <p:nvSpPr>
            <p:cNvPr id="207" name="Google Shape;207;p6"/>
            <p:cNvSpPr/>
            <p:nvPr/>
          </p:nvSpPr>
          <p:spPr>
            <a:xfrm>
              <a:off x="2435725" y="4245851"/>
              <a:ext cx="667142" cy="659916"/>
            </a:xfrm>
            <a:custGeom>
              <a:rect b="b" l="l" r="r" t="t"/>
              <a:pathLst>
                <a:path extrusionOk="0" h="659916" w="667142">
                  <a:moveTo>
                    <a:pt x="439272" y="304447"/>
                  </a:moveTo>
                  <a:cubicBezTo>
                    <a:pt x="443101" y="312859"/>
                    <a:pt x="452412" y="318951"/>
                    <a:pt x="461695" y="317935"/>
                  </a:cubicBezTo>
                  <a:cubicBezTo>
                    <a:pt x="473704" y="316630"/>
                    <a:pt x="483248" y="304070"/>
                    <a:pt x="481188" y="292176"/>
                  </a:cubicBezTo>
                  <a:cubicBezTo>
                    <a:pt x="479013" y="279906"/>
                    <a:pt x="464770" y="271233"/>
                    <a:pt x="453022" y="275323"/>
                  </a:cubicBezTo>
                  <a:cubicBezTo>
                    <a:pt x="442173" y="279094"/>
                    <a:pt x="436487" y="293221"/>
                    <a:pt x="441186" y="303577"/>
                  </a:cubicBezTo>
                  <a:lnTo>
                    <a:pt x="439272" y="304447"/>
                  </a:lnTo>
                  <a:close/>
                  <a:moveTo>
                    <a:pt x="453457" y="391035"/>
                  </a:moveTo>
                  <a:lnTo>
                    <a:pt x="454820" y="393704"/>
                  </a:lnTo>
                  <a:cubicBezTo>
                    <a:pt x="443101" y="402000"/>
                    <a:pt x="448119" y="423988"/>
                    <a:pt x="462130" y="426889"/>
                  </a:cubicBezTo>
                  <a:cubicBezTo>
                    <a:pt x="476199" y="429790"/>
                    <a:pt x="489572" y="412588"/>
                    <a:pt x="483741" y="399505"/>
                  </a:cubicBezTo>
                  <a:cubicBezTo>
                    <a:pt x="478897" y="388541"/>
                    <a:pt x="463551" y="385263"/>
                    <a:pt x="453457" y="391035"/>
                  </a:cubicBezTo>
                  <a:close/>
                  <a:moveTo>
                    <a:pt x="326199" y="209330"/>
                  </a:moveTo>
                  <a:cubicBezTo>
                    <a:pt x="337396" y="205849"/>
                    <a:pt x="345402" y="192477"/>
                    <a:pt x="341196" y="181337"/>
                  </a:cubicBezTo>
                  <a:cubicBezTo>
                    <a:pt x="336236" y="168516"/>
                    <a:pt x="316047" y="164919"/>
                    <a:pt x="307634" y="175826"/>
                  </a:cubicBezTo>
                  <a:cubicBezTo>
                    <a:pt x="299512" y="186414"/>
                    <a:pt x="308621" y="204747"/>
                    <a:pt x="321703" y="204747"/>
                  </a:cubicBezTo>
                  <a:lnTo>
                    <a:pt x="326112" y="206371"/>
                  </a:lnTo>
                  <a:cubicBezTo>
                    <a:pt x="326170" y="207358"/>
                    <a:pt x="326228" y="208344"/>
                    <a:pt x="326228" y="209330"/>
                  </a:cubicBezTo>
                  <a:close/>
                  <a:moveTo>
                    <a:pt x="396543" y="221020"/>
                  </a:moveTo>
                  <a:lnTo>
                    <a:pt x="399212" y="221078"/>
                  </a:lnTo>
                  <a:cubicBezTo>
                    <a:pt x="412033" y="225052"/>
                    <a:pt x="426712" y="211970"/>
                    <a:pt x="424304" y="198771"/>
                  </a:cubicBezTo>
                  <a:cubicBezTo>
                    <a:pt x="421896" y="185573"/>
                    <a:pt x="403563" y="178582"/>
                    <a:pt x="392975" y="186762"/>
                  </a:cubicBezTo>
                  <a:cubicBezTo>
                    <a:pt x="382387" y="195000"/>
                    <a:pt x="384563" y="214493"/>
                    <a:pt x="396746" y="220150"/>
                  </a:cubicBezTo>
                  <a:lnTo>
                    <a:pt x="396572" y="221020"/>
                  </a:lnTo>
                  <a:close/>
                  <a:moveTo>
                    <a:pt x="272303" y="256816"/>
                  </a:moveTo>
                  <a:cubicBezTo>
                    <a:pt x="271316" y="255017"/>
                    <a:pt x="270330" y="253103"/>
                    <a:pt x="269402" y="251246"/>
                  </a:cubicBezTo>
                  <a:cubicBezTo>
                    <a:pt x="279120" y="245184"/>
                    <a:pt x="280918" y="228939"/>
                    <a:pt x="272129" y="221223"/>
                  </a:cubicBezTo>
                  <a:cubicBezTo>
                    <a:pt x="262788" y="213101"/>
                    <a:pt x="245615" y="217945"/>
                    <a:pt x="241961" y="229781"/>
                  </a:cubicBezTo>
                  <a:cubicBezTo>
                    <a:pt x="238480" y="241064"/>
                    <a:pt x="248574" y="254002"/>
                    <a:pt x="260177" y="254002"/>
                  </a:cubicBezTo>
                  <a:lnTo>
                    <a:pt x="272303" y="256845"/>
                  </a:lnTo>
                  <a:close/>
                  <a:moveTo>
                    <a:pt x="282774" y="472373"/>
                  </a:moveTo>
                  <a:lnTo>
                    <a:pt x="282339" y="472315"/>
                  </a:lnTo>
                  <a:cubicBezTo>
                    <a:pt x="270562" y="467355"/>
                    <a:pt x="255391" y="478320"/>
                    <a:pt x="256406" y="491083"/>
                  </a:cubicBezTo>
                  <a:cubicBezTo>
                    <a:pt x="257393" y="503789"/>
                    <a:pt x="274130" y="512201"/>
                    <a:pt x="284950" y="505442"/>
                  </a:cubicBezTo>
                  <a:cubicBezTo>
                    <a:pt x="295857" y="498625"/>
                    <a:pt x="295538" y="479915"/>
                    <a:pt x="284515" y="473418"/>
                  </a:cubicBezTo>
                  <a:lnTo>
                    <a:pt x="282717" y="473156"/>
                  </a:lnTo>
                  <a:cubicBezTo>
                    <a:pt x="282717" y="472895"/>
                    <a:pt x="282717" y="472605"/>
                    <a:pt x="282774" y="472344"/>
                  </a:cubicBezTo>
                  <a:close/>
                  <a:moveTo>
                    <a:pt x="325068" y="270914"/>
                  </a:moveTo>
                  <a:cubicBezTo>
                    <a:pt x="317381" y="271030"/>
                    <a:pt x="309897" y="273263"/>
                    <a:pt x="303834" y="278108"/>
                  </a:cubicBezTo>
                  <a:cubicBezTo>
                    <a:pt x="295654" y="280660"/>
                    <a:pt x="288112" y="285360"/>
                    <a:pt x="282339" y="291683"/>
                  </a:cubicBezTo>
                  <a:cubicBezTo>
                    <a:pt x="264180" y="311379"/>
                    <a:pt x="265863" y="345754"/>
                    <a:pt x="285443" y="364000"/>
                  </a:cubicBezTo>
                  <a:cubicBezTo>
                    <a:pt x="305081" y="382217"/>
                    <a:pt x="338963" y="381724"/>
                    <a:pt x="358398" y="363188"/>
                  </a:cubicBezTo>
                  <a:cubicBezTo>
                    <a:pt x="363242" y="358546"/>
                    <a:pt x="367071" y="353035"/>
                    <a:pt x="369740" y="346972"/>
                  </a:cubicBezTo>
                  <a:cubicBezTo>
                    <a:pt x="377862" y="328813"/>
                    <a:pt x="376180" y="306042"/>
                    <a:pt x="364113" y="290001"/>
                  </a:cubicBezTo>
                  <a:cubicBezTo>
                    <a:pt x="362749" y="288202"/>
                    <a:pt x="361270" y="286520"/>
                    <a:pt x="359645" y="284924"/>
                  </a:cubicBezTo>
                  <a:cubicBezTo>
                    <a:pt x="350479" y="276019"/>
                    <a:pt x="337483" y="270740"/>
                    <a:pt x="325097" y="270943"/>
                  </a:cubicBezTo>
                  <a:close/>
                  <a:moveTo>
                    <a:pt x="145538" y="380331"/>
                  </a:moveTo>
                  <a:cubicBezTo>
                    <a:pt x="123928" y="389991"/>
                    <a:pt x="99213" y="392544"/>
                    <a:pt x="76123" y="387467"/>
                  </a:cubicBezTo>
                  <a:cubicBezTo>
                    <a:pt x="37049" y="378794"/>
                    <a:pt x="2849" y="345116"/>
                    <a:pt x="151" y="305172"/>
                  </a:cubicBezTo>
                  <a:cubicBezTo>
                    <a:pt x="-2576" y="265170"/>
                    <a:pt x="32031" y="224675"/>
                    <a:pt x="72062" y="226822"/>
                  </a:cubicBezTo>
                  <a:cubicBezTo>
                    <a:pt x="44069" y="202484"/>
                    <a:pt x="43837" y="154621"/>
                    <a:pt x="68407" y="126861"/>
                  </a:cubicBezTo>
                  <a:cubicBezTo>
                    <a:pt x="93005" y="99042"/>
                    <a:pt x="136720" y="92428"/>
                    <a:pt x="170659" y="107425"/>
                  </a:cubicBezTo>
                  <a:cubicBezTo>
                    <a:pt x="195432" y="118390"/>
                    <a:pt x="214751" y="139305"/>
                    <a:pt x="226383" y="163904"/>
                  </a:cubicBezTo>
                  <a:cubicBezTo>
                    <a:pt x="219769" y="140552"/>
                    <a:pt x="215302" y="116650"/>
                    <a:pt x="213069" y="92515"/>
                  </a:cubicBezTo>
                  <a:cubicBezTo>
                    <a:pt x="211531" y="75720"/>
                    <a:pt x="211096" y="58199"/>
                    <a:pt x="217217" y="42477"/>
                  </a:cubicBezTo>
                  <a:cubicBezTo>
                    <a:pt x="228791" y="12454"/>
                    <a:pt x="264413" y="-5154"/>
                    <a:pt x="296002" y="1344"/>
                  </a:cubicBezTo>
                  <a:cubicBezTo>
                    <a:pt x="327534" y="7784"/>
                    <a:pt x="352654" y="35834"/>
                    <a:pt x="358427" y="67540"/>
                  </a:cubicBezTo>
                  <a:cubicBezTo>
                    <a:pt x="360980" y="39924"/>
                    <a:pt x="388943" y="20663"/>
                    <a:pt x="416385" y="16892"/>
                  </a:cubicBezTo>
                  <a:cubicBezTo>
                    <a:pt x="428017" y="15355"/>
                    <a:pt x="440229" y="15848"/>
                    <a:pt x="450875" y="20663"/>
                  </a:cubicBezTo>
                  <a:cubicBezTo>
                    <a:pt x="472544" y="30381"/>
                    <a:pt x="483190" y="55414"/>
                    <a:pt x="486294" y="78998"/>
                  </a:cubicBezTo>
                  <a:cubicBezTo>
                    <a:pt x="491544" y="119319"/>
                    <a:pt x="479680" y="161612"/>
                    <a:pt x="454472" y="193492"/>
                  </a:cubicBezTo>
                  <a:lnTo>
                    <a:pt x="457083" y="195406"/>
                  </a:lnTo>
                  <a:cubicBezTo>
                    <a:pt x="470571" y="177334"/>
                    <a:pt x="485394" y="159930"/>
                    <a:pt x="503843" y="146992"/>
                  </a:cubicBezTo>
                  <a:cubicBezTo>
                    <a:pt x="523598" y="133126"/>
                    <a:pt x="548051" y="124685"/>
                    <a:pt x="571896" y="128485"/>
                  </a:cubicBezTo>
                  <a:cubicBezTo>
                    <a:pt x="593274" y="131879"/>
                    <a:pt x="612884" y="145397"/>
                    <a:pt x="623675" y="164223"/>
                  </a:cubicBezTo>
                  <a:cubicBezTo>
                    <a:pt x="634437" y="182991"/>
                    <a:pt x="636177" y="206777"/>
                    <a:pt x="628316" y="226967"/>
                  </a:cubicBezTo>
                  <a:cubicBezTo>
                    <a:pt x="622863" y="240833"/>
                    <a:pt x="612449" y="253335"/>
                    <a:pt x="598351" y="258237"/>
                  </a:cubicBezTo>
                  <a:cubicBezTo>
                    <a:pt x="617554" y="262937"/>
                    <a:pt x="637802" y="268216"/>
                    <a:pt x="651493" y="282401"/>
                  </a:cubicBezTo>
                  <a:cubicBezTo>
                    <a:pt x="666490" y="297891"/>
                    <a:pt x="670580" y="322026"/>
                    <a:pt x="664315" y="342650"/>
                  </a:cubicBezTo>
                  <a:cubicBezTo>
                    <a:pt x="658049" y="363275"/>
                    <a:pt x="642588" y="380302"/>
                    <a:pt x="624110" y="391441"/>
                  </a:cubicBezTo>
                  <a:cubicBezTo>
                    <a:pt x="597423" y="407541"/>
                    <a:pt x="563977" y="411631"/>
                    <a:pt x="534012" y="403218"/>
                  </a:cubicBezTo>
                  <a:cubicBezTo>
                    <a:pt x="556928" y="415663"/>
                    <a:pt x="576914" y="433503"/>
                    <a:pt x="591795" y="454940"/>
                  </a:cubicBezTo>
                  <a:cubicBezTo>
                    <a:pt x="603804" y="472228"/>
                    <a:pt x="612652" y="492969"/>
                    <a:pt x="610447" y="513971"/>
                  </a:cubicBezTo>
                  <a:cubicBezTo>
                    <a:pt x="607546" y="540861"/>
                    <a:pt x="585181" y="563893"/>
                    <a:pt x="558813" y="569840"/>
                  </a:cubicBezTo>
                  <a:cubicBezTo>
                    <a:pt x="532358" y="575786"/>
                    <a:pt x="503524" y="565518"/>
                    <a:pt x="484930" y="545821"/>
                  </a:cubicBezTo>
                  <a:cubicBezTo>
                    <a:pt x="487396" y="582980"/>
                    <a:pt x="484756" y="626579"/>
                    <a:pt x="454211" y="647871"/>
                  </a:cubicBezTo>
                  <a:cubicBezTo>
                    <a:pt x="422012" y="670352"/>
                    <a:pt x="374584" y="653324"/>
                    <a:pt x="350914" y="622054"/>
                  </a:cubicBezTo>
                  <a:cubicBezTo>
                    <a:pt x="327185" y="590783"/>
                    <a:pt x="321065" y="550027"/>
                    <a:pt x="315669" y="511128"/>
                  </a:cubicBezTo>
                  <a:lnTo>
                    <a:pt x="311637" y="511128"/>
                  </a:lnTo>
                  <a:cubicBezTo>
                    <a:pt x="311579" y="546227"/>
                    <a:pt x="311028" y="582719"/>
                    <a:pt x="294929" y="613815"/>
                  </a:cubicBezTo>
                  <a:cubicBezTo>
                    <a:pt x="278655" y="645202"/>
                    <a:pt x="241061" y="668611"/>
                    <a:pt x="207731" y="656805"/>
                  </a:cubicBezTo>
                  <a:cubicBezTo>
                    <a:pt x="183713" y="648248"/>
                    <a:pt x="168106" y="623417"/>
                    <a:pt x="164887" y="598093"/>
                  </a:cubicBezTo>
                  <a:cubicBezTo>
                    <a:pt x="161667" y="572827"/>
                    <a:pt x="168977" y="547243"/>
                    <a:pt x="179448" y="524036"/>
                  </a:cubicBezTo>
                  <a:cubicBezTo>
                    <a:pt x="149484" y="542746"/>
                    <a:pt x="109917" y="558962"/>
                    <a:pt x="80619" y="539149"/>
                  </a:cubicBezTo>
                  <a:cubicBezTo>
                    <a:pt x="52626" y="520323"/>
                    <a:pt x="51872" y="476898"/>
                    <a:pt x="69857" y="448355"/>
                  </a:cubicBezTo>
                  <a:cubicBezTo>
                    <a:pt x="87871" y="419869"/>
                    <a:pt x="118851" y="402638"/>
                    <a:pt x="148555" y="386626"/>
                  </a:cubicBezTo>
                  <a:lnTo>
                    <a:pt x="145654" y="380447"/>
                  </a:lnTo>
                  <a:close/>
                  <a:moveTo>
                    <a:pt x="188267" y="299196"/>
                  </a:moveTo>
                  <a:cubicBezTo>
                    <a:pt x="186469" y="286926"/>
                    <a:pt x="171674" y="277586"/>
                    <a:pt x="160100" y="282662"/>
                  </a:cubicBezTo>
                  <a:cubicBezTo>
                    <a:pt x="147453" y="288173"/>
                    <a:pt x="145248" y="308595"/>
                    <a:pt x="156619" y="316282"/>
                  </a:cubicBezTo>
                  <a:cubicBezTo>
                    <a:pt x="168019" y="323969"/>
                    <a:pt x="186469" y="313381"/>
                    <a:pt x="185163" y="299748"/>
                  </a:cubicBezTo>
                  <a:lnTo>
                    <a:pt x="188267" y="299196"/>
                  </a:lnTo>
                  <a:close/>
                  <a:moveTo>
                    <a:pt x="219654" y="387641"/>
                  </a:moveTo>
                  <a:cubicBezTo>
                    <a:pt x="211908" y="379896"/>
                    <a:pt x="197346" y="379519"/>
                    <a:pt x="190240" y="388018"/>
                  </a:cubicBezTo>
                  <a:cubicBezTo>
                    <a:pt x="182436" y="397301"/>
                    <a:pt x="187687" y="414329"/>
                    <a:pt x="199580" y="416765"/>
                  </a:cubicBezTo>
                  <a:cubicBezTo>
                    <a:pt x="211473" y="419173"/>
                    <a:pt x="222989" y="404118"/>
                    <a:pt x="216869" y="393675"/>
                  </a:cubicBezTo>
                  <a:lnTo>
                    <a:pt x="218899" y="388047"/>
                  </a:lnTo>
                  <a:lnTo>
                    <a:pt x="219654" y="387670"/>
                  </a:lnTo>
                  <a:close/>
                  <a:moveTo>
                    <a:pt x="365737" y="460712"/>
                  </a:moveTo>
                  <a:cubicBezTo>
                    <a:pt x="377021" y="466223"/>
                    <a:pt x="392424" y="455752"/>
                    <a:pt x="391496" y="443249"/>
                  </a:cubicBezTo>
                  <a:cubicBezTo>
                    <a:pt x="390568" y="430747"/>
                    <a:pt x="373859" y="422625"/>
                    <a:pt x="363445" y="429674"/>
                  </a:cubicBezTo>
                  <a:cubicBezTo>
                    <a:pt x="353032" y="436723"/>
                    <a:pt x="354395" y="455259"/>
                    <a:pt x="365737" y="4607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6"/>
            <p:cNvSpPr/>
            <p:nvPr/>
          </p:nvSpPr>
          <p:spPr>
            <a:xfrm>
              <a:off x="2884002" y="4634085"/>
              <a:ext cx="36835" cy="38977"/>
            </a:xfrm>
            <a:custGeom>
              <a:rect b="b" l="l" r="r" t="t"/>
              <a:pathLst>
                <a:path extrusionOk="0" h="38977" w="36835">
                  <a:moveTo>
                    <a:pt x="35435" y="11271"/>
                  </a:moveTo>
                  <a:cubicBezTo>
                    <a:pt x="41266" y="24325"/>
                    <a:pt x="27893" y="41555"/>
                    <a:pt x="13824" y="38655"/>
                  </a:cubicBezTo>
                  <a:cubicBezTo>
                    <a:pt x="-158" y="35754"/>
                    <a:pt x="-5176" y="13766"/>
                    <a:pt x="6514" y="5470"/>
                  </a:cubicBezTo>
                  <a:lnTo>
                    <a:pt x="5151" y="2801"/>
                  </a:lnTo>
                  <a:cubicBezTo>
                    <a:pt x="15246" y="-2972"/>
                    <a:pt x="30591" y="335"/>
                    <a:pt x="35435" y="1127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6"/>
            <p:cNvSpPr/>
            <p:nvPr/>
          </p:nvSpPr>
          <p:spPr>
            <a:xfrm>
              <a:off x="2874997" y="4520150"/>
              <a:ext cx="42190" cy="43742"/>
            </a:xfrm>
            <a:custGeom>
              <a:rect b="b" l="l" r="r" t="t"/>
              <a:pathLst>
                <a:path extrusionOk="0" h="43742" w="42190">
                  <a:moveTo>
                    <a:pt x="1915" y="29278"/>
                  </a:moveTo>
                  <a:cubicBezTo>
                    <a:pt x="-2785" y="18922"/>
                    <a:pt x="2901" y="4824"/>
                    <a:pt x="13750" y="1024"/>
                  </a:cubicBezTo>
                  <a:cubicBezTo>
                    <a:pt x="25527" y="-3066"/>
                    <a:pt x="39770" y="5608"/>
                    <a:pt x="41916" y="17878"/>
                  </a:cubicBezTo>
                  <a:cubicBezTo>
                    <a:pt x="43947" y="29771"/>
                    <a:pt x="34432" y="42332"/>
                    <a:pt x="22423" y="43637"/>
                  </a:cubicBezTo>
                  <a:cubicBezTo>
                    <a:pt x="13141" y="44623"/>
                    <a:pt x="3858" y="38560"/>
                    <a:pt x="0" y="30148"/>
                  </a:cubicBezTo>
                  <a:lnTo>
                    <a:pt x="1915" y="2927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6"/>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6"/>
            <p:cNvSpPr/>
            <p:nvPr/>
          </p:nvSpPr>
          <p:spPr>
            <a:xfrm>
              <a:off x="2792129" y="4672938"/>
              <a:ext cx="35160" cy="35160"/>
            </a:xfrm>
            <a:custGeom>
              <a:rect b="b" l="l" r="r" t="t"/>
              <a:pathLst>
                <a:path extrusionOk="0" h="35160" w="35160">
                  <a:moveTo>
                    <a:pt x="35121" y="16192"/>
                  </a:moveTo>
                  <a:cubicBezTo>
                    <a:pt x="36049" y="28694"/>
                    <a:pt x="20617" y="39166"/>
                    <a:pt x="9362" y="33655"/>
                  </a:cubicBezTo>
                  <a:cubicBezTo>
                    <a:pt x="-1980" y="28201"/>
                    <a:pt x="-3344" y="9694"/>
                    <a:pt x="7070" y="2616"/>
                  </a:cubicBezTo>
                  <a:cubicBezTo>
                    <a:pt x="17484" y="-4433"/>
                    <a:pt x="34192" y="3660"/>
                    <a:pt x="35121" y="161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6"/>
            <p:cNvSpPr/>
            <p:nvPr/>
          </p:nvSpPr>
          <p:spPr>
            <a:xfrm>
              <a:off x="2705390" y="4516761"/>
              <a:ext cx="105052" cy="106420"/>
            </a:xfrm>
            <a:custGeom>
              <a:rect b="b" l="l" r="r" t="t"/>
              <a:pathLst>
                <a:path extrusionOk="0" h="106420" w="105052">
                  <a:moveTo>
                    <a:pt x="34169" y="7198"/>
                  </a:moveTo>
                  <a:cubicBezTo>
                    <a:pt x="40232" y="2354"/>
                    <a:pt x="47745" y="149"/>
                    <a:pt x="55403" y="4"/>
                  </a:cubicBezTo>
                  <a:cubicBezTo>
                    <a:pt x="67790" y="-170"/>
                    <a:pt x="80785" y="5081"/>
                    <a:pt x="89952" y="13986"/>
                  </a:cubicBezTo>
                  <a:cubicBezTo>
                    <a:pt x="91576" y="15581"/>
                    <a:pt x="93055" y="17264"/>
                    <a:pt x="94419" y="19063"/>
                  </a:cubicBezTo>
                  <a:cubicBezTo>
                    <a:pt x="106486" y="35104"/>
                    <a:pt x="108168" y="57904"/>
                    <a:pt x="100046" y="76034"/>
                  </a:cubicBezTo>
                  <a:cubicBezTo>
                    <a:pt x="97378" y="82097"/>
                    <a:pt x="93549" y="87608"/>
                    <a:pt x="88704" y="92249"/>
                  </a:cubicBezTo>
                  <a:cubicBezTo>
                    <a:pt x="69269" y="110756"/>
                    <a:pt x="35388" y="111249"/>
                    <a:pt x="15749" y="93061"/>
                  </a:cubicBezTo>
                  <a:cubicBezTo>
                    <a:pt x="-3831" y="74787"/>
                    <a:pt x="-5484" y="40412"/>
                    <a:pt x="12646" y="20745"/>
                  </a:cubicBezTo>
                  <a:cubicBezTo>
                    <a:pt x="18418" y="14421"/>
                    <a:pt x="25960" y="9722"/>
                    <a:pt x="34140" y="7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6"/>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6"/>
            <p:cNvSpPr/>
            <p:nvPr/>
          </p:nvSpPr>
          <p:spPr>
            <a:xfrm>
              <a:off x="2692085" y="4716977"/>
              <a:ext cx="36598" cy="36737"/>
            </a:xfrm>
            <a:custGeom>
              <a:rect b="b" l="l" r="r" t="t"/>
              <a:pathLst>
                <a:path extrusionOk="0" h="36737" w="36598">
                  <a:moveTo>
                    <a:pt x="26356" y="2060"/>
                  </a:moveTo>
                  <a:lnTo>
                    <a:pt x="28154" y="2321"/>
                  </a:lnTo>
                  <a:cubicBezTo>
                    <a:pt x="39177" y="8819"/>
                    <a:pt x="39496" y="27529"/>
                    <a:pt x="28589" y="34345"/>
                  </a:cubicBezTo>
                  <a:cubicBezTo>
                    <a:pt x="17740" y="41104"/>
                    <a:pt x="1032" y="32663"/>
                    <a:pt x="46" y="19987"/>
                  </a:cubicBezTo>
                  <a:cubicBezTo>
                    <a:pt x="-941" y="7223"/>
                    <a:pt x="14231" y="-3742"/>
                    <a:pt x="25979" y="1219"/>
                  </a:cubicBezTo>
                  <a:lnTo>
                    <a:pt x="26414" y="1276"/>
                  </a:lnTo>
                  <a:cubicBezTo>
                    <a:pt x="26356" y="1538"/>
                    <a:pt x="26356" y="1828"/>
                    <a:pt x="26356" y="208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6"/>
            <p:cNvSpPr/>
            <p:nvPr/>
          </p:nvSpPr>
          <p:spPr>
            <a:xfrm>
              <a:off x="2676998" y="4463036"/>
              <a:ext cx="36535" cy="39631"/>
            </a:xfrm>
            <a:custGeom>
              <a:rect b="b" l="l" r="r" t="t"/>
              <a:pathLst>
                <a:path extrusionOk="0" h="39631" w="36535">
                  <a:moveTo>
                    <a:pt x="28128" y="34062"/>
                  </a:moveTo>
                  <a:cubicBezTo>
                    <a:pt x="29057" y="35918"/>
                    <a:pt x="30043" y="37833"/>
                    <a:pt x="31029" y="39632"/>
                  </a:cubicBezTo>
                  <a:lnTo>
                    <a:pt x="18904" y="36789"/>
                  </a:lnTo>
                  <a:cubicBezTo>
                    <a:pt x="7330" y="36789"/>
                    <a:pt x="-2765" y="23851"/>
                    <a:pt x="687" y="12567"/>
                  </a:cubicBezTo>
                  <a:cubicBezTo>
                    <a:pt x="4342" y="732"/>
                    <a:pt x="21486" y="-4083"/>
                    <a:pt x="30855" y="4010"/>
                  </a:cubicBezTo>
                  <a:cubicBezTo>
                    <a:pt x="39645" y="11755"/>
                    <a:pt x="37846" y="27970"/>
                    <a:pt x="28128" y="340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6"/>
            <p:cNvSpPr/>
            <p:nvPr/>
          </p:nvSpPr>
          <p:spPr>
            <a:xfrm>
              <a:off x="2622273" y="4627600"/>
              <a:ext cx="33105" cy="35278"/>
            </a:xfrm>
            <a:custGeom>
              <a:rect b="b" l="l" r="r" t="t"/>
              <a:pathLst>
                <a:path extrusionOk="0" h="35278" w="33105">
                  <a:moveTo>
                    <a:pt x="33106" y="5921"/>
                  </a:moveTo>
                  <a:lnTo>
                    <a:pt x="32352" y="6298"/>
                  </a:lnTo>
                  <a:lnTo>
                    <a:pt x="30321" y="11926"/>
                  </a:lnTo>
                  <a:cubicBezTo>
                    <a:pt x="36442" y="22398"/>
                    <a:pt x="24926" y="37453"/>
                    <a:pt x="13032" y="35016"/>
                  </a:cubicBezTo>
                  <a:cubicBezTo>
                    <a:pt x="1139" y="32608"/>
                    <a:pt x="-4111" y="15581"/>
                    <a:pt x="3692" y="6269"/>
                  </a:cubicBezTo>
                  <a:cubicBezTo>
                    <a:pt x="10828" y="-2201"/>
                    <a:pt x="25361" y="-1853"/>
                    <a:pt x="33106" y="58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6"/>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6"/>
            <p:cNvSpPr/>
            <p:nvPr/>
          </p:nvSpPr>
          <p:spPr>
            <a:xfrm>
              <a:off x="2640845" y="4475893"/>
              <a:ext cx="227769" cy="225448"/>
            </a:xfrm>
            <a:custGeom>
              <a:rect b="b" l="l" r="r" t="t"/>
              <a:pathLst>
                <a:path extrusionOk="0" h="225448" w="227769">
                  <a:moveTo>
                    <a:pt x="201895" y="119831"/>
                  </a:moveTo>
                  <a:cubicBezTo>
                    <a:pt x="199081" y="102775"/>
                    <a:pt x="206681" y="87459"/>
                    <a:pt x="217617" y="75043"/>
                  </a:cubicBezTo>
                  <a:cubicBezTo>
                    <a:pt x="204737" y="77074"/>
                    <a:pt x="191597" y="75478"/>
                    <a:pt x="181444" y="65848"/>
                  </a:cubicBezTo>
                  <a:cubicBezTo>
                    <a:pt x="173032" y="57871"/>
                    <a:pt x="169232" y="47051"/>
                    <a:pt x="169580" y="35593"/>
                  </a:cubicBezTo>
                  <a:cubicBezTo>
                    <a:pt x="169870" y="26223"/>
                    <a:pt x="172365" y="17144"/>
                    <a:pt x="173148" y="7861"/>
                  </a:cubicBezTo>
                  <a:cubicBezTo>
                    <a:pt x="162183" y="16186"/>
                    <a:pt x="149042" y="24772"/>
                    <a:pt x="135612" y="23380"/>
                  </a:cubicBezTo>
                  <a:cubicBezTo>
                    <a:pt x="123022" y="22075"/>
                    <a:pt x="116060" y="11371"/>
                    <a:pt x="111796" y="0"/>
                  </a:cubicBezTo>
                  <a:cubicBezTo>
                    <a:pt x="108083" y="11400"/>
                    <a:pt x="102746" y="22597"/>
                    <a:pt x="93434" y="29820"/>
                  </a:cubicBezTo>
                  <a:cubicBezTo>
                    <a:pt x="81599" y="38986"/>
                    <a:pt x="67153" y="36898"/>
                    <a:pt x="54274" y="31590"/>
                  </a:cubicBezTo>
                  <a:cubicBezTo>
                    <a:pt x="55086" y="46528"/>
                    <a:pt x="54941" y="65848"/>
                    <a:pt x="40872" y="73245"/>
                  </a:cubicBezTo>
                  <a:cubicBezTo>
                    <a:pt x="34751" y="76465"/>
                    <a:pt x="27615" y="77161"/>
                    <a:pt x="20886" y="78031"/>
                  </a:cubicBezTo>
                  <a:cubicBezTo>
                    <a:pt x="13866" y="78930"/>
                    <a:pt x="6904" y="79974"/>
                    <a:pt x="0" y="81396"/>
                  </a:cubicBezTo>
                  <a:cubicBezTo>
                    <a:pt x="6585" y="85486"/>
                    <a:pt x="13315" y="89315"/>
                    <a:pt x="19725" y="93695"/>
                  </a:cubicBezTo>
                  <a:cubicBezTo>
                    <a:pt x="28022" y="99381"/>
                    <a:pt x="37014" y="106023"/>
                    <a:pt x="41162" y="115480"/>
                  </a:cubicBezTo>
                  <a:cubicBezTo>
                    <a:pt x="45339" y="124995"/>
                    <a:pt x="45136" y="134857"/>
                    <a:pt x="39625" y="143734"/>
                  </a:cubicBezTo>
                  <a:cubicBezTo>
                    <a:pt x="36086" y="149449"/>
                    <a:pt x="31561" y="154409"/>
                    <a:pt x="27354" y="159601"/>
                  </a:cubicBezTo>
                  <a:cubicBezTo>
                    <a:pt x="34519" y="157222"/>
                    <a:pt x="41626" y="154641"/>
                    <a:pt x="48994" y="152958"/>
                  </a:cubicBezTo>
                  <a:cubicBezTo>
                    <a:pt x="58103" y="150841"/>
                    <a:pt x="67849" y="150580"/>
                    <a:pt x="75420" y="156874"/>
                  </a:cubicBezTo>
                  <a:cubicBezTo>
                    <a:pt x="85370" y="165171"/>
                    <a:pt x="88822" y="181038"/>
                    <a:pt x="89692" y="193279"/>
                  </a:cubicBezTo>
                  <a:cubicBezTo>
                    <a:pt x="90446" y="204070"/>
                    <a:pt x="88880" y="214803"/>
                    <a:pt x="87024" y="225449"/>
                  </a:cubicBezTo>
                  <a:cubicBezTo>
                    <a:pt x="87691" y="224173"/>
                    <a:pt x="88329" y="222896"/>
                    <a:pt x="88996" y="221678"/>
                  </a:cubicBezTo>
                  <a:cubicBezTo>
                    <a:pt x="97089" y="206391"/>
                    <a:pt x="105124" y="188087"/>
                    <a:pt x="119570" y="177673"/>
                  </a:cubicBezTo>
                  <a:cubicBezTo>
                    <a:pt x="131870" y="168826"/>
                    <a:pt x="143763" y="173351"/>
                    <a:pt x="153306" y="181850"/>
                  </a:cubicBezTo>
                  <a:cubicBezTo>
                    <a:pt x="153161" y="176078"/>
                    <a:pt x="153945" y="170334"/>
                    <a:pt x="156613" y="165200"/>
                  </a:cubicBezTo>
                  <a:cubicBezTo>
                    <a:pt x="163865" y="151276"/>
                    <a:pt x="181763" y="150754"/>
                    <a:pt x="195426" y="152001"/>
                  </a:cubicBezTo>
                  <a:cubicBezTo>
                    <a:pt x="206275" y="152987"/>
                    <a:pt x="217008" y="155250"/>
                    <a:pt x="227770" y="157020"/>
                  </a:cubicBezTo>
                  <a:cubicBezTo>
                    <a:pt x="215093" y="147766"/>
                    <a:pt x="204447" y="135554"/>
                    <a:pt x="201866" y="119860"/>
                  </a:cubicBezTo>
                  <a:close/>
                  <a:moveTo>
                    <a:pt x="164591" y="116960"/>
                  </a:moveTo>
                  <a:cubicBezTo>
                    <a:pt x="161922" y="123022"/>
                    <a:pt x="158093" y="128534"/>
                    <a:pt x="153248" y="133175"/>
                  </a:cubicBezTo>
                  <a:cubicBezTo>
                    <a:pt x="133813" y="151682"/>
                    <a:pt x="99932" y="152175"/>
                    <a:pt x="80294" y="133987"/>
                  </a:cubicBezTo>
                  <a:cubicBezTo>
                    <a:pt x="60713" y="115712"/>
                    <a:pt x="59060" y="81338"/>
                    <a:pt x="77190" y="61642"/>
                  </a:cubicBezTo>
                  <a:cubicBezTo>
                    <a:pt x="80033" y="58509"/>
                    <a:pt x="83340" y="55782"/>
                    <a:pt x="86936" y="53519"/>
                  </a:cubicBezTo>
                  <a:cubicBezTo>
                    <a:pt x="91462" y="49429"/>
                    <a:pt x="96973" y="46471"/>
                    <a:pt x="103413" y="44991"/>
                  </a:cubicBezTo>
                  <a:cubicBezTo>
                    <a:pt x="108460" y="42293"/>
                    <a:pt x="114146" y="40988"/>
                    <a:pt x="119918" y="40901"/>
                  </a:cubicBezTo>
                  <a:cubicBezTo>
                    <a:pt x="132305" y="40727"/>
                    <a:pt x="145300" y="45977"/>
                    <a:pt x="154467" y="54883"/>
                  </a:cubicBezTo>
                  <a:cubicBezTo>
                    <a:pt x="156091" y="56507"/>
                    <a:pt x="157571" y="58161"/>
                    <a:pt x="158934" y="59959"/>
                  </a:cubicBezTo>
                  <a:cubicBezTo>
                    <a:pt x="171001" y="76000"/>
                    <a:pt x="172684" y="98801"/>
                    <a:pt x="164561" y="11693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6"/>
            <p:cNvSpPr/>
            <p:nvPr/>
          </p:nvSpPr>
          <p:spPr>
            <a:xfrm>
              <a:off x="2884017" y="4634159"/>
              <a:ext cx="36820" cy="38875"/>
            </a:xfrm>
            <a:custGeom>
              <a:rect b="b" l="l" r="r" t="t"/>
              <a:pathLst>
                <a:path extrusionOk="0" h="38875" w="36820">
                  <a:moveTo>
                    <a:pt x="35419" y="11197"/>
                  </a:moveTo>
                  <a:cubicBezTo>
                    <a:pt x="30807" y="754"/>
                    <a:pt x="16709" y="-2610"/>
                    <a:pt x="6643" y="2060"/>
                  </a:cubicBezTo>
                  <a:cubicBezTo>
                    <a:pt x="9602" y="4322"/>
                    <a:pt x="7891" y="9921"/>
                    <a:pt x="3917" y="9689"/>
                  </a:cubicBezTo>
                  <a:cubicBezTo>
                    <a:pt x="3482" y="9689"/>
                    <a:pt x="3047" y="9602"/>
                    <a:pt x="2582" y="9573"/>
                  </a:cubicBezTo>
                  <a:cubicBezTo>
                    <a:pt x="-3596" y="19465"/>
                    <a:pt x="1770" y="36057"/>
                    <a:pt x="13808" y="38552"/>
                  </a:cubicBezTo>
                  <a:cubicBezTo>
                    <a:pt x="27877" y="41453"/>
                    <a:pt x="41250" y="24251"/>
                    <a:pt x="35419" y="11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6"/>
            <p:cNvSpPr/>
            <p:nvPr/>
          </p:nvSpPr>
          <p:spPr>
            <a:xfrm>
              <a:off x="2875026" y="4520150"/>
              <a:ext cx="42197" cy="43747"/>
            </a:xfrm>
            <a:custGeom>
              <a:rect b="b" l="l" r="r" t="t"/>
              <a:pathLst>
                <a:path extrusionOk="0" h="43747" w="42197">
                  <a:moveTo>
                    <a:pt x="41887" y="17878"/>
                  </a:moveTo>
                  <a:cubicBezTo>
                    <a:pt x="39712" y="5608"/>
                    <a:pt x="25469" y="-3066"/>
                    <a:pt x="13721" y="1024"/>
                  </a:cubicBezTo>
                  <a:cubicBezTo>
                    <a:pt x="6324" y="3606"/>
                    <a:pt x="1421" y="11032"/>
                    <a:pt x="493" y="18748"/>
                  </a:cubicBezTo>
                  <a:cubicBezTo>
                    <a:pt x="2640" y="20199"/>
                    <a:pt x="3626" y="23564"/>
                    <a:pt x="1363" y="25478"/>
                  </a:cubicBezTo>
                  <a:cubicBezTo>
                    <a:pt x="1189" y="25623"/>
                    <a:pt x="1015" y="25797"/>
                    <a:pt x="841" y="25942"/>
                  </a:cubicBezTo>
                  <a:cubicBezTo>
                    <a:pt x="1102" y="27073"/>
                    <a:pt x="1421" y="28205"/>
                    <a:pt x="1915" y="29278"/>
                  </a:cubicBezTo>
                  <a:lnTo>
                    <a:pt x="0" y="30148"/>
                  </a:lnTo>
                  <a:cubicBezTo>
                    <a:pt x="3829" y="38560"/>
                    <a:pt x="13141" y="44652"/>
                    <a:pt x="22423" y="43637"/>
                  </a:cubicBezTo>
                  <a:cubicBezTo>
                    <a:pt x="34432" y="42332"/>
                    <a:pt x="43976" y="29771"/>
                    <a:pt x="41916" y="1787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6"/>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6"/>
            <p:cNvSpPr/>
            <p:nvPr/>
          </p:nvSpPr>
          <p:spPr>
            <a:xfrm>
              <a:off x="2792129" y="4672970"/>
              <a:ext cx="35160" cy="35129"/>
            </a:xfrm>
            <a:custGeom>
              <a:rect b="b" l="l" r="r" t="t"/>
              <a:pathLst>
                <a:path extrusionOk="0" h="35129" w="35160">
                  <a:moveTo>
                    <a:pt x="10928" y="757"/>
                  </a:moveTo>
                  <a:cubicBezTo>
                    <a:pt x="10261" y="1337"/>
                    <a:pt x="9449" y="1656"/>
                    <a:pt x="8549" y="1743"/>
                  </a:cubicBezTo>
                  <a:cubicBezTo>
                    <a:pt x="8056" y="2004"/>
                    <a:pt x="7534" y="2265"/>
                    <a:pt x="7070" y="2584"/>
                  </a:cubicBezTo>
                  <a:cubicBezTo>
                    <a:pt x="-3344" y="9633"/>
                    <a:pt x="-1980" y="28169"/>
                    <a:pt x="9362" y="33623"/>
                  </a:cubicBezTo>
                  <a:cubicBezTo>
                    <a:pt x="20646" y="39134"/>
                    <a:pt x="36049" y="28662"/>
                    <a:pt x="35121" y="16160"/>
                  </a:cubicBezTo>
                  <a:cubicBezTo>
                    <a:pt x="34308" y="5108"/>
                    <a:pt x="21168" y="-2492"/>
                    <a:pt x="10928" y="75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 name="Google Shape;223;p6"/>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 name="Google Shape;224;p6"/>
            <p:cNvSpPr/>
            <p:nvPr/>
          </p:nvSpPr>
          <p:spPr>
            <a:xfrm>
              <a:off x="2692083" y="4717015"/>
              <a:ext cx="36549" cy="36703"/>
            </a:xfrm>
            <a:custGeom>
              <a:rect b="b" l="l" r="r" t="t"/>
              <a:pathLst>
                <a:path extrusionOk="0" h="36703" w="36549">
                  <a:moveTo>
                    <a:pt x="30651" y="7881"/>
                  </a:moveTo>
                  <a:cubicBezTo>
                    <a:pt x="26764" y="11884"/>
                    <a:pt x="20643" y="5764"/>
                    <a:pt x="24530" y="1761"/>
                  </a:cubicBezTo>
                  <a:cubicBezTo>
                    <a:pt x="24791" y="1500"/>
                    <a:pt x="24994" y="1181"/>
                    <a:pt x="25227" y="919"/>
                  </a:cubicBezTo>
                  <a:cubicBezTo>
                    <a:pt x="13565" y="-3258"/>
                    <a:pt x="-939" y="7446"/>
                    <a:pt x="48" y="19949"/>
                  </a:cubicBezTo>
                  <a:cubicBezTo>
                    <a:pt x="1034" y="32654"/>
                    <a:pt x="17771" y="41066"/>
                    <a:pt x="28591" y="34307"/>
                  </a:cubicBezTo>
                  <a:cubicBezTo>
                    <a:pt x="37874" y="28506"/>
                    <a:pt x="38947" y="14118"/>
                    <a:pt x="32275" y="5967"/>
                  </a:cubicBezTo>
                  <a:cubicBezTo>
                    <a:pt x="31724" y="6605"/>
                    <a:pt x="31231" y="7301"/>
                    <a:pt x="30651" y="791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6"/>
            <p:cNvSpPr/>
            <p:nvPr/>
          </p:nvSpPr>
          <p:spPr>
            <a:xfrm>
              <a:off x="2676968" y="4463052"/>
              <a:ext cx="36536" cy="39470"/>
            </a:xfrm>
            <a:custGeom>
              <a:rect b="b" l="l" r="r" t="t"/>
              <a:pathLst>
                <a:path extrusionOk="0" h="39470" w="36536">
                  <a:moveTo>
                    <a:pt x="10377" y="34336"/>
                  </a:moveTo>
                  <a:cubicBezTo>
                    <a:pt x="11740" y="33147"/>
                    <a:pt x="13916" y="32828"/>
                    <a:pt x="15598" y="33698"/>
                  </a:cubicBezTo>
                  <a:cubicBezTo>
                    <a:pt x="20355" y="36135"/>
                    <a:pt x="25635" y="38310"/>
                    <a:pt x="30972" y="39470"/>
                  </a:cubicBezTo>
                  <a:cubicBezTo>
                    <a:pt x="30015" y="37701"/>
                    <a:pt x="29029" y="35844"/>
                    <a:pt x="28129" y="34046"/>
                  </a:cubicBezTo>
                  <a:cubicBezTo>
                    <a:pt x="37847" y="27983"/>
                    <a:pt x="39646" y="11739"/>
                    <a:pt x="30856" y="4023"/>
                  </a:cubicBezTo>
                  <a:cubicBezTo>
                    <a:pt x="21516" y="-4099"/>
                    <a:pt x="4343" y="745"/>
                    <a:pt x="688" y="12580"/>
                  </a:cubicBezTo>
                  <a:cubicBezTo>
                    <a:pt x="-1865" y="20905"/>
                    <a:pt x="2980" y="30130"/>
                    <a:pt x="10348" y="3436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6"/>
            <p:cNvSpPr/>
            <p:nvPr/>
          </p:nvSpPr>
          <p:spPr>
            <a:xfrm>
              <a:off x="2622273" y="4627618"/>
              <a:ext cx="33105" cy="35284"/>
            </a:xfrm>
            <a:custGeom>
              <a:rect b="b" l="l" r="r" t="t"/>
              <a:pathLst>
                <a:path extrusionOk="0" h="35284" w="33105">
                  <a:moveTo>
                    <a:pt x="31249" y="13880"/>
                  </a:moveTo>
                  <a:cubicBezTo>
                    <a:pt x="30988" y="13213"/>
                    <a:pt x="30698" y="12546"/>
                    <a:pt x="30321" y="11908"/>
                  </a:cubicBezTo>
                  <a:lnTo>
                    <a:pt x="32352" y="6280"/>
                  </a:lnTo>
                  <a:cubicBezTo>
                    <a:pt x="32613" y="6164"/>
                    <a:pt x="32845" y="6019"/>
                    <a:pt x="33106" y="5903"/>
                  </a:cubicBezTo>
                  <a:cubicBezTo>
                    <a:pt x="25361" y="-1842"/>
                    <a:pt x="10799" y="-2219"/>
                    <a:pt x="3692" y="6280"/>
                  </a:cubicBezTo>
                  <a:cubicBezTo>
                    <a:pt x="-4111" y="15563"/>
                    <a:pt x="1139" y="32590"/>
                    <a:pt x="13032" y="35027"/>
                  </a:cubicBezTo>
                  <a:cubicBezTo>
                    <a:pt x="22634" y="36970"/>
                    <a:pt x="31945" y="27572"/>
                    <a:pt x="32003" y="18348"/>
                  </a:cubicBezTo>
                  <a:cubicBezTo>
                    <a:pt x="30988" y="17187"/>
                    <a:pt x="30582" y="15505"/>
                    <a:pt x="31249" y="1390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 name="Google Shape;227;p6"/>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8" name="Google Shape;228;p6"/>
          <p:cNvGrpSpPr/>
          <p:nvPr/>
        </p:nvGrpSpPr>
        <p:grpSpPr>
          <a:xfrm>
            <a:off x="228600" y="228600"/>
            <a:ext cx="8686800" cy="4686300"/>
            <a:chOff x="228600" y="228600"/>
            <a:chExt cx="8686800" cy="4686300"/>
          </a:xfrm>
        </p:grpSpPr>
        <p:sp>
          <p:nvSpPr>
            <p:cNvPr id="229" name="Google Shape;229;p6"/>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230" name="Google Shape;230;p6"/>
            <p:cNvGrpSpPr/>
            <p:nvPr/>
          </p:nvGrpSpPr>
          <p:grpSpPr>
            <a:xfrm>
              <a:off x="333904" y="365653"/>
              <a:ext cx="1210874" cy="1218592"/>
              <a:chOff x="2083365" y="2107621"/>
              <a:chExt cx="309829" cy="311796"/>
            </a:xfrm>
          </p:grpSpPr>
          <p:sp>
            <p:nvSpPr>
              <p:cNvPr id="231" name="Google Shape;231;p6"/>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 name="Google Shape;232;p6"/>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 name="Google Shape;233;p6"/>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 name="Google Shape;234;p6"/>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5" name="Google Shape;235;p6"/>
            <p:cNvGrpSpPr/>
            <p:nvPr/>
          </p:nvGrpSpPr>
          <p:grpSpPr>
            <a:xfrm>
              <a:off x="7599218" y="365653"/>
              <a:ext cx="1210878" cy="1218592"/>
              <a:chOff x="3498340" y="2107621"/>
              <a:chExt cx="309830" cy="311796"/>
            </a:xfrm>
          </p:grpSpPr>
          <p:sp>
            <p:nvSpPr>
              <p:cNvPr id="236" name="Google Shape;236;p6"/>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 name="Google Shape;237;p6"/>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 name="Google Shape;238;p6"/>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 name="Google Shape;239;p6"/>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0" name="Google Shape;240;p6"/>
            <p:cNvGrpSpPr/>
            <p:nvPr/>
          </p:nvGrpSpPr>
          <p:grpSpPr>
            <a:xfrm>
              <a:off x="333904" y="3559446"/>
              <a:ext cx="1210874" cy="1218588"/>
              <a:chOff x="2083365" y="2914852"/>
              <a:chExt cx="309829" cy="311795"/>
            </a:xfrm>
          </p:grpSpPr>
          <p:sp>
            <p:nvSpPr>
              <p:cNvPr id="241" name="Google Shape;241;p6"/>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 name="Google Shape;242;p6"/>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 name="Google Shape;243;p6"/>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4" name="Google Shape;244;p6"/>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5" name="Google Shape;245;p6"/>
            <p:cNvGrpSpPr/>
            <p:nvPr/>
          </p:nvGrpSpPr>
          <p:grpSpPr>
            <a:xfrm>
              <a:off x="7523018" y="3559446"/>
              <a:ext cx="1210878" cy="1218588"/>
              <a:chOff x="3478843" y="2914852"/>
              <a:chExt cx="309830" cy="311795"/>
            </a:xfrm>
          </p:grpSpPr>
          <p:sp>
            <p:nvSpPr>
              <p:cNvPr id="246" name="Google Shape;246;p6"/>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 name="Google Shape;247;p6"/>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 name="Google Shape;248;p6"/>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 name="Google Shape;249;p6"/>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250" name="Google Shape;250;p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251" name="Google Shape;251;p6"/>
          <p:cNvGrpSpPr/>
          <p:nvPr/>
        </p:nvGrpSpPr>
        <p:grpSpPr>
          <a:xfrm>
            <a:off x="-281293" y="2079915"/>
            <a:ext cx="10034510" cy="2988588"/>
            <a:chOff x="-281293" y="2079915"/>
            <a:chExt cx="10034510" cy="2988588"/>
          </a:xfrm>
        </p:grpSpPr>
        <p:grpSp>
          <p:nvGrpSpPr>
            <p:cNvPr id="252" name="Google Shape;252;p6"/>
            <p:cNvGrpSpPr/>
            <p:nvPr/>
          </p:nvGrpSpPr>
          <p:grpSpPr>
            <a:xfrm>
              <a:off x="7477847" y="4407738"/>
              <a:ext cx="2275369" cy="660765"/>
              <a:chOff x="7195266" y="5292104"/>
              <a:chExt cx="4631323" cy="1345205"/>
            </a:xfrm>
          </p:grpSpPr>
          <p:sp>
            <p:nvSpPr>
              <p:cNvPr id="253" name="Google Shape;253;p6"/>
              <p:cNvSpPr/>
              <p:nvPr/>
            </p:nvSpPr>
            <p:spPr>
              <a:xfrm>
                <a:off x="7198193" y="5294725"/>
                <a:ext cx="4625675" cy="1340030"/>
              </a:xfrm>
              <a:custGeom>
                <a:rect b="b" l="l" r="r" t="t"/>
                <a:pathLst>
                  <a:path extrusionOk="0" h="1340030" w="4625675">
                    <a:moveTo>
                      <a:pt x="2787000" y="496683"/>
                    </a:moveTo>
                    <a:cubicBezTo>
                      <a:pt x="2841316" y="417861"/>
                      <a:pt x="2952689" y="379457"/>
                      <a:pt x="3047695" y="404877"/>
                    </a:cubicBezTo>
                    <a:cubicBezTo>
                      <a:pt x="3160625" y="435235"/>
                      <a:pt x="3244383" y="539477"/>
                      <a:pt x="3271267" y="653411"/>
                    </a:cubicBezTo>
                    <a:cubicBezTo>
                      <a:pt x="3315066" y="586568"/>
                      <a:pt x="3425617" y="615738"/>
                      <a:pt x="3474080" y="679563"/>
                    </a:cubicBezTo>
                    <a:cubicBezTo>
                      <a:pt x="3522361" y="743113"/>
                      <a:pt x="3536168" y="826872"/>
                      <a:pt x="3579236" y="894172"/>
                    </a:cubicBezTo>
                    <a:cubicBezTo>
                      <a:pt x="3662812" y="1024566"/>
                      <a:pt x="3835451" y="1065257"/>
                      <a:pt x="3990351" y="1062422"/>
                    </a:cubicBezTo>
                    <a:cubicBezTo>
                      <a:pt x="4227821" y="1057942"/>
                      <a:pt x="4471600" y="970433"/>
                      <a:pt x="4625676" y="789657"/>
                    </a:cubicBezTo>
                    <a:cubicBezTo>
                      <a:pt x="4432463" y="1126430"/>
                      <a:pt x="3962553" y="1270174"/>
                      <a:pt x="3614075" y="1098906"/>
                    </a:cubicBezTo>
                    <a:cubicBezTo>
                      <a:pt x="3552901" y="1196107"/>
                      <a:pt x="3423971" y="1235884"/>
                      <a:pt x="3311501" y="1213755"/>
                    </a:cubicBezTo>
                    <a:cubicBezTo>
                      <a:pt x="3199029" y="1191444"/>
                      <a:pt x="3102742" y="1116555"/>
                      <a:pt x="3030323" y="1027583"/>
                    </a:cubicBezTo>
                    <a:cubicBezTo>
                      <a:pt x="3021818" y="1121950"/>
                      <a:pt x="2911999" y="1186140"/>
                      <a:pt x="2820467" y="1162914"/>
                    </a:cubicBezTo>
                    <a:cubicBezTo>
                      <a:pt x="2728661" y="1139597"/>
                      <a:pt x="2664928" y="1047609"/>
                      <a:pt x="2655784" y="953243"/>
                    </a:cubicBezTo>
                    <a:cubicBezTo>
                      <a:pt x="2593147" y="1041940"/>
                      <a:pt x="2464034" y="1075589"/>
                      <a:pt x="2366102" y="1028772"/>
                    </a:cubicBezTo>
                    <a:lnTo>
                      <a:pt x="2352934" y="1028498"/>
                    </a:lnTo>
                    <a:cubicBezTo>
                      <a:pt x="2356227" y="1074401"/>
                      <a:pt x="2348728" y="1121218"/>
                      <a:pt x="2328428" y="1162640"/>
                    </a:cubicBezTo>
                    <a:cubicBezTo>
                      <a:pt x="2261403" y="1300258"/>
                      <a:pt x="2086569" y="1366186"/>
                      <a:pt x="1937614" y="1330433"/>
                    </a:cubicBezTo>
                    <a:cubicBezTo>
                      <a:pt x="1788384" y="1294863"/>
                      <a:pt x="1669329" y="1173705"/>
                      <a:pt x="1609619" y="1032796"/>
                    </a:cubicBezTo>
                    <a:cubicBezTo>
                      <a:pt x="1555760" y="1114177"/>
                      <a:pt x="1416680" y="1115366"/>
                      <a:pt x="1361633" y="1034716"/>
                    </a:cubicBezTo>
                    <a:cubicBezTo>
                      <a:pt x="1362548" y="1131642"/>
                      <a:pt x="1263518" y="1209275"/>
                      <a:pt x="1166592" y="1208634"/>
                    </a:cubicBezTo>
                    <a:cubicBezTo>
                      <a:pt x="1069666" y="1208177"/>
                      <a:pt x="981426" y="1146730"/>
                      <a:pt x="921898" y="1070286"/>
                    </a:cubicBezTo>
                    <a:cubicBezTo>
                      <a:pt x="753374" y="1222534"/>
                      <a:pt x="513619" y="1292394"/>
                      <a:pt x="289865" y="1254263"/>
                    </a:cubicBezTo>
                    <a:cubicBezTo>
                      <a:pt x="172639" y="1234055"/>
                      <a:pt x="51481" y="1177545"/>
                      <a:pt x="0" y="1070469"/>
                    </a:cubicBezTo>
                    <a:cubicBezTo>
                      <a:pt x="135514" y="1162914"/>
                      <a:pt x="323058" y="1227380"/>
                      <a:pt x="457932" y="1133745"/>
                    </a:cubicBezTo>
                    <a:cubicBezTo>
                      <a:pt x="531815" y="1082173"/>
                      <a:pt x="571134" y="994208"/>
                      <a:pt x="636331" y="931846"/>
                    </a:cubicBezTo>
                    <a:cubicBezTo>
                      <a:pt x="701253" y="869484"/>
                      <a:pt x="823418" y="844063"/>
                      <a:pt x="871881" y="920050"/>
                    </a:cubicBezTo>
                    <a:cubicBezTo>
                      <a:pt x="857068" y="835102"/>
                      <a:pt x="900318" y="743113"/>
                      <a:pt x="975208" y="700045"/>
                    </a:cubicBezTo>
                    <a:cubicBezTo>
                      <a:pt x="1020379" y="673894"/>
                      <a:pt x="1075243" y="667127"/>
                      <a:pt x="1126084" y="677917"/>
                    </a:cubicBezTo>
                    <a:cubicBezTo>
                      <a:pt x="1127273" y="578887"/>
                      <a:pt x="1171255" y="480498"/>
                      <a:pt x="1245413" y="414387"/>
                    </a:cubicBezTo>
                    <a:cubicBezTo>
                      <a:pt x="1322131" y="345898"/>
                      <a:pt x="1429390" y="312705"/>
                      <a:pt x="1531529" y="326421"/>
                    </a:cubicBezTo>
                    <a:lnTo>
                      <a:pt x="1552012" y="328067"/>
                    </a:lnTo>
                    <a:cubicBezTo>
                      <a:pt x="1556217" y="286645"/>
                      <a:pt x="1567556" y="245954"/>
                      <a:pt x="1586576" y="208738"/>
                    </a:cubicBezTo>
                    <a:cubicBezTo>
                      <a:pt x="1664483" y="56033"/>
                      <a:pt x="1852940" y="-26354"/>
                      <a:pt x="2021190" y="7570"/>
                    </a:cubicBezTo>
                    <a:cubicBezTo>
                      <a:pt x="2054108" y="14154"/>
                      <a:pt x="2086569" y="24761"/>
                      <a:pt x="2116013" y="41220"/>
                    </a:cubicBezTo>
                    <a:cubicBezTo>
                      <a:pt x="2142622" y="56033"/>
                      <a:pt x="2166854" y="75601"/>
                      <a:pt x="2188068" y="97730"/>
                    </a:cubicBezTo>
                    <a:cubicBezTo>
                      <a:pt x="2251345" y="163658"/>
                      <a:pt x="2288561" y="254001"/>
                      <a:pt x="2290390" y="345532"/>
                    </a:cubicBezTo>
                    <a:lnTo>
                      <a:pt x="2306392" y="353305"/>
                    </a:lnTo>
                    <a:cubicBezTo>
                      <a:pt x="2317456" y="343155"/>
                      <a:pt x="2329434" y="334011"/>
                      <a:pt x="2342144" y="326238"/>
                    </a:cubicBezTo>
                    <a:cubicBezTo>
                      <a:pt x="2433676" y="270460"/>
                      <a:pt x="2553920" y="276861"/>
                      <a:pt x="2650389" y="323221"/>
                    </a:cubicBezTo>
                    <a:cubicBezTo>
                      <a:pt x="2717415" y="355499"/>
                      <a:pt x="2780782" y="416398"/>
                      <a:pt x="2779137" y="490739"/>
                    </a:cubicBezTo>
                    <a:lnTo>
                      <a:pt x="2787366" y="49686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6"/>
              <p:cNvSpPr/>
              <p:nvPr/>
            </p:nvSpPr>
            <p:spPr>
              <a:xfrm>
                <a:off x="8743881" y="5292104"/>
                <a:ext cx="746897" cy="707056"/>
              </a:xfrm>
              <a:custGeom>
                <a:rect b="b" l="l" r="r" t="t"/>
                <a:pathLst>
                  <a:path extrusionOk="0" h="707056" w="746897">
                    <a:moveTo>
                      <a:pt x="281466" y="383723"/>
                    </a:moveTo>
                    <a:cubicBezTo>
                      <a:pt x="266653" y="364978"/>
                      <a:pt x="278083" y="338369"/>
                      <a:pt x="296463" y="326939"/>
                    </a:cubicBezTo>
                    <a:cubicBezTo>
                      <a:pt x="314842" y="315509"/>
                      <a:pt x="338708" y="315601"/>
                      <a:pt x="359830" y="316698"/>
                    </a:cubicBezTo>
                    <a:cubicBezTo>
                      <a:pt x="400704" y="318801"/>
                      <a:pt x="438378" y="331420"/>
                      <a:pt x="457854" y="369916"/>
                    </a:cubicBezTo>
                    <a:cubicBezTo>
                      <a:pt x="473490" y="400914"/>
                      <a:pt x="475685" y="437490"/>
                      <a:pt x="475411" y="471597"/>
                    </a:cubicBezTo>
                    <a:cubicBezTo>
                      <a:pt x="475045" y="512745"/>
                      <a:pt x="474313" y="556454"/>
                      <a:pt x="459957" y="595498"/>
                    </a:cubicBezTo>
                    <a:cubicBezTo>
                      <a:pt x="430605" y="675234"/>
                      <a:pt x="341451" y="711353"/>
                      <a:pt x="261532" y="699191"/>
                    </a:cubicBezTo>
                    <a:cubicBezTo>
                      <a:pt x="187100" y="687853"/>
                      <a:pt x="120166" y="642773"/>
                      <a:pt x="75909" y="582697"/>
                    </a:cubicBezTo>
                    <a:cubicBezTo>
                      <a:pt x="-1998" y="476901"/>
                      <a:pt x="-16811" y="325202"/>
                      <a:pt x="44911" y="208433"/>
                    </a:cubicBezTo>
                    <a:cubicBezTo>
                      <a:pt x="110382" y="84440"/>
                      <a:pt x="249005" y="9368"/>
                      <a:pt x="387171" y="5527"/>
                    </a:cubicBezTo>
                    <a:cubicBezTo>
                      <a:pt x="468004" y="3241"/>
                      <a:pt x="551123" y="24821"/>
                      <a:pt x="613759" y="77582"/>
                    </a:cubicBezTo>
                    <a:cubicBezTo>
                      <a:pt x="676396" y="130343"/>
                      <a:pt x="718824" y="205415"/>
                      <a:pt x="734734" y="285334"/>
                    </a:cubicBezTo>
                    <a:cubicBezTo>
                      <a:pt x="738849" y="305999"/>
                      <a:pt x="741044" y="326939"/>
                      <a:pt x="741501" y="348062"/>
                    </a:cubicBezTo>
                    <a:cubicBezTo>
                      <a:pt x="741501" y="351536"/>
                      <a:pt x="746988" y="351536"/>
                      <a:pt x="746896" y="348062"/>
                    </a:cubicBezTo>
                    <a:cubicBezTo>
                      <a:pt x="744793" y="261925"/>
                      <a:pt x="712698" y="177618"/>
                      <a:pt x="656370" y="112329"/>
                    </a:cubicBezTo>
                    <a:cubicBezTo>
                      <a:pt x="625921" y="77034"/>
                      <a:pt x="588705" y="47590"/>
                      <a:pt x="545820" y="29119"/>
                    </a:cubicBezTo>
                    <a:cubicBezTo>
                      <a:pt x="508420" y="13025"/>
                      <a:pt x="467821" y="4064"/>
                      <a:pt x="427222" y="1047"/>
                    </a:cubicBezTo>
                    <a:cubicBezTo>
                      <a:pt x="280095" y="-9652"/>
                      <a:pt x="125287" y="62220"/>
                      <a:pt x="48843" y="190419"/>
                    </a:cubicBezTo>
                    <a:cubicBezTo>
                      <a:pt x="-27601" y="318618"/>
                      <a:pt x="-11050" y="478912"/>
                      <a:pt x="75726" y="591566"/>
                    </a:cubicBezTo>
                    <a:cubicBezTo>
                      <a:pt x="123092" y="653014"/>
                      <a:pt x="194416" y="698186"/>
                      <a:pt x="272505" y="706049"/>
                    </a:cubicBezTo>
                    <a:cubicBezTo>
                      <a:pt x="350595" y="713913"/>
                      <a:pt x="435177" y="675508"/>
                      <a:pt x="464255" y="598699"/>
                    </a:cubicBezTo>
                    <a:cubicBezTo>
                      <a:pt x="479708" y="557917"/>
                      <a:pt x="480348" y="511556"/>
                      <a:pt x="480348" y="468397"/>
                    </a:cubicBezTo>
                    <a:cubicBezTo>
                      <a:pt x="480348" y="433558"/>
                      <a:pt x="477605" y="396068"/>
                      <a:pt x="460506" y="364978"/>
                    </a:cubicBezTo>
                    <a:cubicBezTo>
                      <a:pt x="441944" y="331054"/>
                      <a:pt x="408660" y="316606"/>
                      <a:pt x="371352" y="313315"/>
                    </a:cubicBezTo>
                    <a:cubicBezTo>
                      <a:pt x="338068" y="310388"/>
                      <a:pt x="289879" y="309657"/>
                      <a:pt x="275066" y="346873"/>
                    </a:cubicBezTo>
                    <a:cubicBezTo>
                      <a:pt x="269854" y="360040"/>
                      <a:pt x="270676" y="374214"/>
                      <a:pt x="279912" y="385278"/>
                    </a:cubicBezTo>
                    <a:cubicBezTo>
                      <a:pt x="280826" y="386375"/>
                      <a:pt x="282381" y="384821"/>
                      <a:pt x="281466" y="383723"/>
                    </a:cubicBezTo>
                    <a:lnTo>
                      <a:pt x="281466" y="383723"/>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6"/>
              <p:cNvSpPr/>
              <p:nvPr/>
            </p:nvSpPr>
            <p:spPr>
              <a:xfrm>
                <a:off x="9424743" y="5578602"/>
                <a:ext cx="554877" cy="321049"/>
              </a:xfrm>
              <a:custGeom>
                <a:rect b="b" l="l" r="r" t="t"/>
                <a:pathLst>
                  <a:path extrusionOk="0" h="321049" w="554877">
                    <a:moveTo>
                      <a:pt x="20315" y="318419"/>
                    </a:moveTo>
                    <a:cubicBezTo>
                      <a:pt x="-22205" y="221584"/>
                      <a:pt x="24978" y="103443"/>
                      <a:pt x="111206" y="47665"/>
                    </a:cubicBezTo>
                    <a:cubicBezTo>
                      <a:pt x="211150" y="-17075"/>
                      <a:pt x="350413" y="-4273"/>
                      <a:pt x="449168" y="56260"/>
                    </a:cubicBezTo>
                    <a:cubicBezTo>
                      <a:pt x="502203" y="88813"/>
                      <a:pt x="550026" y="141208"/>
                      <a:pt x="549478" y="206862"/>
                    </a:cubicBezTo>
                    <a:cubicBezTo>
                      <a:pt x="549478" y="210337"/>
                      <a:pt x="554781" y="210337"/>
                      <a:pt x="554873" y="206862"/>
                    </a:cubicBezTo>
                    <a:cubicBezTo>
                      <a:pt x="555330" y="149803"/>
                      <a:pt x="520034" y="101797"/>
                      <a:pt x="476234" y="68422"/>
                    </a:cubicBezTo>
                    <a:cubicBezTo>
                      <a:pt x="427588" y="31297"/>
                      <a:pt x="366781" y="9626"/>
                      <a:pt x="306339" y="2402"/>
                    </a:cubicBezTo>
                    <a:cubicBezTo>
                      <a:pt x="245897" y="-4822"/>
                      <a:pt x="180335" y="3865"/>
                      <a:pt x="125287" y="33675"/>
                    </a:cubicBezTo>
                    <a:cubicBezTo>
                      <a:pt x="77373" y="59644"/>
                      <a:pt x="39791" y="102255"/>
                      <a:pt x="18486" y="152272"/>
                    </a:cubicBezTo>
                    <a:cubicBezTo>
                      <a:pt x="-4283" y="205673"/>
                      <a:pt x="-7575" y="266938"/>
                      <a:pt x="17388" y="320156"/>
                    </a:cubicBezTo>
                    <a:cubicBezTo>
                      <a:pt x="18394" y="322168"/>
                      <a:pt x="21320" y="320430"/>
                      <a:pt x="20406" y="318419"/>
                    </a:cubicBezTo>
                    <a:lnTo>
                      <a:pt x="20406" y="318419"/>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6"/>
              <p:cNvSpPr/>
              <p:nvPr/>
            </p:nvSpPr>
            <p:spPr>
              <a:xfrm>
                <a:off x="7195266" y="5965135"/>
                <a:ext cx="2358815" cy="672174"/>
              </a:xfrm>
              <a:custGeom>
                <a:rect b="b" l="l" r="r" t="t"/>
                <a:pathLst>
                  <a:path extrusionOk="0" h="672174" w="2358815">
                    <a:moveTo>
                      <a:pt x="1098470" y="153354"/>
                    </a:moveTo>
                    <a:cubicBezTo>
                      <a:pt x="1053299" y="193130"/>
                      <a:pt x="1071861" y="272134"/>
                      <a:pt x="1120964" y="300298"/>
                    </a:cubicBezTo>
                    <a:cubicBezTo>
                      <a:pt x="1182412" y="335593"/>
                      <a:pt x="1260867" y="286307"/>
                      <a:pt x="1280984" y="225043"/>
                    </a:cubicBezTo>
                    <a:cubicBezTo>
                      <a:pt x="1306313" y="148141"/>
                      <a:pt x="1256661" y="64657"/>
                      <a:pt x="1190001" y="27441"/>
                    </a:cubicBezTo>
                    <a:cubicBezTo>
                      <a:pt x="1123342" y="-9775"/>
                      <a:pt x="1034645" y="-9867"/>
                      <a:pt x="969082" y="31647"/>
                    </a:cubicBezTo>
                    <a:cubicBezTo>
                      <a:pt x="897028" y="77275"/>
                      <a:pt x="857983" y="166613"/>
                      <a:pt x="871699" y="250372"/>
                    </a:cubicBezTo>
                    <a:lnTo>
                      <a:pt x="876637" y="248268"/>
                    </a:lnTo>
                    <a:cubicBezTo>
                      <a:pt x="846004" y="201543"/>
                      <a:pt x="788488" y="193130"/>
                      <a:pt x="737373" y="205291"/>
                    </a:cubicBezTo>
                    <a:cubicBezTo>
                      <a:pt x="709301" y="211967"/>
                      <a:pt x="682327" y="224403"/>
                      <a:pt x="658918" y="241228"/>
                    </a:cubicBezTo>
                    <a:cubicBezTo>
                      <a:pt x="632126" y="260521"/>
                      <a:pt x="610454" y="286399"/>
                      <a:pt x="590247" y="312276"/>
                    </a:cubicBezTo>
                    <a:cubicBezTo>
                      <a:pt x="546081" y="368878"/>
                      <a:pt x="507127" y="433069"/>
                      <a:pt x="443943" y="470651"/>
                    </a:cubicBezTo>
                    <a:cubicBezTo>
                      <a:pt x="380757" y="508232"/>
                      <a:pt x="305137" y="512987"/>
                      <a:pt x="234271" y="499180"/>
                    </a:cubicBezTo>
                    <a:cubicBezTo>
                      <a:pt x="151335" y="483086"/>
                      <a:pt x="73427" y="444773"/>
                      <a:pt x="3933" y="397590"/>
                    </a:cubicBezTo>
                    <a:cubicBezTo>
                      <a:pt x="1556" y="395944"/>
                      <a:pt x="-822" y="399053"/>
                      <a:pt x="275" y="401248"/>
                    </a:cubicBezTo>
                    <a:cubicBezTo>
                      <a:pt x="58340" y="519937"/>
                      <a:pt x="193854" y="573521"/>
                      <a:pt x="317664" y="590071"/>
                    </a:cubicBezTo>
                    <a:cubicBezTo>
                      <a:pt x="456195" y="608633"/>
                      <a:pt x="599116" y="586688"/>
                      <a:pt x="726766" y="530452"/>
                    </a:cubicBezTo>
                    <a:cubicBezTo>
                      <a:pt x="799644" y="498357"/>
                      <a:pt x="867218" y="454923"/>
                      <a:pt x="926380" y="401613"/>
                    </a:cubicBezTo>
                    <a:lnTo>
                      <a:pt x="922539" y="401613"/>
                    </a:lnTo>
                    <a:cubicBezTo>
                      <a:pt x="973289" y="465987"/>
                      <a:pt x="1043332" y="520851"/>
                      <a:pt x="1125445" y="536487"/>
                    </a:cubicBezTo>
                    <a:cubicBezTo>
                      <a:pt x="1198323" y="550295"/>
                      <a:pt x="1275132" y="526612"/>
                      <a:pt x="1324784" y="470559"/>
                    </a:cubicBezTo>
                    <a:cubicBezTo>
                      <a:pt x="1350936" y="441024"/>
                      <a:pt x="1366846" y="403899"/>
                      <a:pt x="1366938" y="364214"/>
                    </a:cubicBezTo>
                    <a:lnTo>
                      <a:pt x="1361909" y="365586"/>
                    </a:lnTo>
                    <a:cubicBezTo>
                      <a:pt x="1419516" y="447882"/>
                      <a:pt x="1558322" y="446785"/>
                      <a:pt x="1614649" y="363574"/>
                    </a:cubicBezTo>
                    <a:lnTo>
                      <a:pt x="1609985" y="363574"/>
                    </a:lnTo>
                    <a:cubicBezTo>
                      <a:pt x="1685972" y="541333"/>
                      <a:pt x="1861263" y="692667"/>
                      <a:pt x="2064442" y="669898"/>
                    </a:cubicBezTo>
                    <a:cubicBezTo>
                      <a:pt x="2153505" y="659931"/>
                      <a:pt x="2241104" y="618509"/>
                      <a:pt x="2298346" y="548283"/>
                    </a:cubicBezTo>
                    <a:cubicBezTo>
                      <a:pt x="2352478" y="481897"/>
                      <a:pt x="2370584" y="396035"/>
                      <a:pt x="2351381" y="312825"/>
                    </a:cubicBezTo>
                    <a:cubicBezTo>
                      <a:pt x="2330898" y="223671"/>
                      <a:pt x="2268445" y="142472"/>
                      <a:pt x="2177736" y="117966"/>
                    </a:cubicBezTo>
                    <a:cubicBezTo>
                      <a:pt x="2174353" y="117052"/>
                      <a:pt x="2172890" y="122264"/>
                      <a:pt x="2176274" y="123179"/>
                    </a:cubicBezTo>
                    <a:cubicBezTo>
                      <a:pt x="2256192" y="144758"/>
                      <a:pt x="2314165" y="211875"/>
                      <a:pt x="2339128" y="289051"/>
                    </a:cubicBezTo>
                    <a:cubicBezTo>
                      <a:pt x="2364091" y="366226"/>
                      <a:pt x="2355861" y="456477"/>
                      <a:pt x="2308130" y="526155"/>
                    </a:cubicBezTo>
                    <a:cubicBezTo>
                      <a:pt x="2257472" y="600130"/>
                      <a:pt x="2173164" y="646307"/>
                      <a:pt x="2085931" y="661394"/>
                    </a:cubicBezTo>
                    <a:cubicBezTo>
                      <a:pt x="1992753" y="677396"/>
                      <a:pt x="1898844" y="655542"/>
                      <a:pt x="1819017" y="605982"/>
                    </a:cubicBezTo>
                    <a:cubicBezTo>
                      <a:pt x="1726937" y="548740"/>
                      <a:pt x="1656985" y="459952"/>
                      <a:pt x="1614649" y="360831"/>
                    </a:cubicBezTo>
                    <a:cubicBezTo>
                      <a:pt x="1613826" y="358819"/>
                      <a:pt x="1610991" y="359368"/>
                      <a:pt x="1609985" y="360831"/>
                    </a:cubicBezTo>
                    <a:cubicBezTo>
                      <a:pt x="1556036" y="440475"/>
                      <a:pt x="1421802" y="441664"/>
                      <a:pt x="1366572" y="362843"/>
                    </a:cubicBezTo>
                    <a:cubicBezTo>
                      <a:pt x="1365109" y="360739"/>
                      <a:pt x="1361543" y="361380"/>
                      <a:pt x="1361543" y="364214"/>
                    </a:cubicBezTo>
                    <a:cubicBezTo>
                      <a:pt x="1361543" y="437915"/>
                      <a:pt x="1304941" y="498174"/>
                      <a:pt x="1238465" y="522771"/>
                    </a:cubicBezTo>
                    <a:cubicBezTo>
                      <a:pt x="1165678" y="549746"/>
                      <a:pt x="1086583" y="529446"/>
                      <a:pt x="1023398" y="488298"/>
                    </a:cubicBezTo>
                    <a:cubicBezTo>
                      <a:pt x="986090" y="463975"/>
                      <a:pt x="953812" y="432703"/>
                      <a:pt x="926380" y="397864"/>
                    </a:cubicBezTo>
                    <a:cubicBezTo>
                      <a:pt x="925465" y="396676"/>
                      <a:pt x="923545" y="396950"/>
                      <a:pt x="922539" y="397864"/>
                    </a:cubicBezTo>
                    <a:cubicBezTo>
                      <a:pt x="819944" y="490219"/>
                      <a:pt x="691745" y="552124"/>
                      <a:pt x="556231" y="577818"/>
                    </a:cubicBezTo>
                    <a:cubicBezTo>
                      <a:pt x="425929" y="602507"/>
                      <a:pt x="280905" y="596746"/>
                      <a:pt x="159107" y="540236"/>
                    </a:cubicBezTo>
                    <a:cubicBezTo>
                      <a:pt x="94276" y="510153"/>
                      <a:pt x="36668" y="463609"/>
                      <a:pt x="4847" y="398504"/>
                    </a:cubicBezTo>
                    <a:lnTo>
                      <a:pt x="1190" y="402162"/>
                    </a:lnTo>
                    <a:cubicBezTo>
                      <a:pt x="111467" y="477051"/>
                      <a:pt x="260879" y="541699"/>
                      <a:pt x="395296" y="498357"/>
                    </a:cubicBezTo>
                    <a:cubicBezTo>
                      <a:pt x="460859" y="477143"/>
                      <a:pt x="507859" y="429868"/>
                      <a:pt x="548641" y="376376"/>
                    </a:cubicBezTo>
                    <a:cubicBezTo>
                      <a:pt x="589880" y="322426"/>
                      <a:pt x="627737" y="260339"/>
                      <a:pt x="690007" y="228517"/>
                    </a:cubicBezTo>
                    <a:cubicBezTo>
                      <a:pt x="747249" y="199257"/>
                      <a:pt x="831739" y="189655"/>
                      <a:pt x="871973" y="250920"/>
                    </a:cubicBezTo>
                    <a:cubicBezTo>
                      <a:pt x="873711" y="253572"/>
                      <a:pt x="877368" y="251835"/>
                      <a:pt x="876911" y="248817"/>
                    </a:cubicBezTo>
                    <a:cubicBezTo>
                      <a:pt x="865389" y="178774"/>
                      <a:pt x="892090" y="104891"/>
                      <a:pt x="944393" y="57067"/>
                    </a:cubicBezTo>
                    <a:cubicBezTo>
                      <a:pt x="996697" y="9244"/>
                      <a:pt x="1076159" y="-6301"/>
                      <a:pt x="1145196" y="14273"/>
                    </a:cubicBezTo>
                    <a:cubicBezTo>
                      <a:pt x="1214233" y="34847"/>
                      <a:pt x="1276504" y="96935"/>
                      <a:pt x="1281990" y="173105"/>
                    </a:cubicBezTo>
                    <a:cubicBezTo>
                      <a:pt x="1284550" y="209589"/>
                      <a:pt x="1272572" y="244794"/>
                      <a:pt x="1246694" y="270763"/>
                    </a:cubicBezTo>
                    <a:cubicBezTo>
                      <a:pt x="1223286" y="294171"/>
                      <a:pt x="1190093" y="309350"/>
                      <a:pt x="1156534" y="306241"/>
                    </a:cubicBezTo>
                    <a:cubicBezTo>
                      <a:pt x="1089052" y="299841"/>
                      <a:pt x="1047447" y="204103"/>
                      <a:pt x="1101030" y="155914"/>
                    </a:cubicBezTo>
                    <a:cubicBezTo>
                      <a:pt x="1102859" y="154268"/>
                      <a:pt x="1100207" y="151708"/>
                      <a:pt x="1098379" y="153262"/>
                    </a:cubicBezTo>
                    <a:lnTo>
                      <a:pt x="1098379" y="15326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6"/>
              <p:cNvSpPr/>
              <p:nvPr/>
            </p:nvSpPr>
            <p:spPr>
              <a:xfrm>
                <a:off x="8321807" y="5614865"/>
                <a:ext cx="409214" cy="370190"/>
              </a:xfrm>
              <a:custGeom>
                <a:rect b="b" l="l" r="r" t="t"/>
                <a:pathLst>
                  <a:path extrusionOk="0" h="370190" w="409214">
                    <a:moveTo>
                      <a:pt x="3476" y="368841"/>
                    </a:moveTo>
                    <a:cubicBezTo>
                      <a:pt x="5122" y="289014"/>
                      <a:pt x="27891" y="212296"/>
                      <a:pt x="75805" y="147740"/>
                    </a:cubicBezTo>
                    <a:cubicBezTo>
                      <a:pt x="123720" y="83183"/>
                      <a:pt x="194769" y="36640"/>
                      <a:pt x="273224" y="16706"/>
                    </a:cubicBezTo>
                    <a:cubicBezTo>
                      <a:pt x="295535" y="11037"/>
                      <a:pt x="318487" y="7471"/>
                      <a:pt x="341438" y="6099"/>
                    </a:cubicBezTo>
                    <a:cubicBezTo>
                      <a:pt x="364390" y="4727"/>
                      <a:pt x="385330" y="6830"/>
                      <a:pt x="407458" y="7928"/>
                    </a:cubicBezTo>
                    <a:cubicBezTo>
                      <a:pt x="409470" y="8019"/>
                      <a:pt x="409927" y="4819"/>
                      <a:pt x="407916" y="4361"/>
                    </a:cubicBezTo>
                    <a:cubicBezTo>
                      <a:pt x="369328" y="-3685"/>
                      <a:pt x="326351" y="430"/>
                      <a:pt x="288037" y="8385"/>
                    </a:cubicBezTo>
                    <a:cubicBezTo>
                      <a:pt x="247712" y="16706"/>
                      <a:pt x="208667" y="31885"/>
                      <a:pt x="173280" y="53099"/>
                    </a:cubicBezTo>
                    <a:cubicBezTo>
                      <a:pt x="104700" y="94247"/>
                      <a:pt x="52122" y="158529"/>
                      <a:pt x="23593" y="233144"/>
                    </a:cubicBezTo>
                    <a:cubicBezTo>
                      <a:pt x="7317" y="275938"/>
                      <a:pt x="-2010" y="322847"/>
                      <a:pt x="367" y="368750"/>
                    </a:cubicBezTo>
                    <a:cubicBezTo>
                      <a:pt x="459" y="370670"/>
                      <a:pt x="3293" y="370670"/>
                      <a:pt x="3293" y="368750"/>
                    </a:cubicBezTo>
                    <a:lnTo>
                      <a:pt x="3293" y="368750"/>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6"/>
              <p:cNvSpPr/>
              <p:nvPr/>
            </p:nvSpPr>
            <p:spPr>
              <a:xfrm>
                <a:off x="9561970" y="5689586"/>
                <a:ext cx="2264619" cy="827029"/>
              </a:xfrm>
              <a:custGeom>
                <a:rect b="b" l="l" r="r" t="t"/>
                <a:pathLst>
                  <a:path extrusionOk="0" h="827029" w="2264619">
                    <a:moveTo>
                      <a:pt x="1227" y="635740"/>
                    </a:moveTo>
                    <a:cubicBezTo>
                      <a:pt x="101263" y="682832"/>
                      <a:pt x="229462" y="649273"/>
                      <a:pt x="294018" y="559662"/>
                    </a:cubicBezTo>
                    <a:lnTo>
                      <a:pt x="289538" y="558473"/>
                    </a:lnTo>
                    <a:cubicBezTo>
                      <a:pt x="297585" y="636563"/>
                      <a:pt x="340561" y="713647"/>
                      <a:pt x="410421" y="752326"/>
                    </a:cubicBezTo>
                    <a:cubicBezTo>
                      <a:pt x="475344" y="788262"/>
                      <a:pt x="555171" y="780032"/>
                      <a:pt x="612687" y="733398"/>
                    </a:cubicBezTo>
                    <a:cubicBezTo>
                      <a:pt x="643776" y="708161"/>
                      <a:pt x="665082" y="672773"/>
                      <a:pt x="669013" y="632723"/>
                    </a:cubicBezTo>
                    <a:lnTo>
                      <a:pt x="664533" y="634552"/>
                    </a:lnTo>
                    <a:cubicBezTo>
                      <a:pt x="725066" y="708252"/>
                      <a:pt x="800962" y="772626"/>
                      <a:pt x="891579" y="805636"/>
                    </a:cubicBezTo>
                    <a:cubicBezTo>
                      <a:pt x="974057" y="835720"/>
                      <a:pt x="1066504" y="835079"/>
                      <a:pt x="1146422" y="797315"/>
                    </a:cubicBezTo>
                    <a:cubicBezTo>
                      <a:pt x="1189490" y="776923"/>
                      <a:pt x="1226797" y="745651"/>
                      <a:pt x="1252584" y="705418"/>
                    </a:cubicBezTo>
                    <a:lnTo>
                      <a:pt x="1248926" y="706332"/>
                    </a:lnTo>
                    <a:cubicBezTo>
                      <a:pt x="1385264" y="772900"/>
                      <a:pt x="1540437" y="792286"/>
                      <a:pt x="1689941" y="770523"/>
                    </a:cubicBezTo>
                    <a:cubicBezTo>
                      <a:pt x="1839172" y="748852"/>
                      <a:pt x="1983190" y="686764"/>
                      <a:pt x="2099501" y="590294"/>
                    </a:cubicBezTo>
                    <a:cubicBezTo>
                      <a:pt x="2165338" y="535705"/>
                      <a:pt x="2221573" y="470051"/>
                      <a:pt x="2264276" y="395984"/>
                    </a:cubicBezTo>
                    <a:cubicBezTo>
                      <a:pt x="2265739" y="393516"/>
                      <a:pt x="2262173" y="390498"/>
                      <a:pt x="2260161" y="392784"/>
                    </a:cubicBezTo>
                    <a:cubicBezTo>
                      <a:pt x="2107457" y="570818"/>
                      <a:pt x="1871084" y="656954"/>
                      <a:pt x="1640838" y="664361"/>
                    </a:cubicBezTo>
                    <a:cubicBezTo>
                      <a:pt x="1535134" y="667744"/>
                      <a:pt x="1423302" y="653662"/>
                      <a:pt x="1329850" y="601084"/>
                    </a:cubicBezTo>
                    <a:cubicBezTo>
                      <a:pt x="1283947" y="575207"/>
                      <a:pt x="1243805" y="539454"/>
                      <a:pt x="1215825" y="494557"/>
                    </a:cubicBezTo>
                    <a:cubicBezTo>
                      <a:pt x="1183912" y="443350"/>
                      <a:pt x="1168550" y="384280"/>
                      <a:pt x="1141576" y="330696"/>
                    </a:cubicBezTo>
                    <a:cubicBezTo>
                      <a:pt x="1128499" y="304636"/>
                      <a:pt x="1112772" y="278941"/>
                      <a:pt x="1090461" y="259739"/>
                    </a:cubicBezTo>
                    <a:cubicBezTo>
                      <a:pt x="1071715" y="243554"/>
                      <a:pt x="1049495" y="231301"/>
                      <a:pt x="1025812" y="224169"/>
                    </a:cubicBezTo>
                    <a:cubicBezTo>
                      <a:pt x="982287" y="211093"/>
                      <a:pt x="932361" y="216945"/>
                      <a:pt x="905295" y="257087"/>
                    </a:cubicBezTo>
                    <a:lnTo>
                      <a:pt x="910140" y="257727"/>
                    </a:lnTo>
                    <a:cubicBezTo>
                      <a:pt x="886366" y="159246"/>
                      <a:pt x="821719" y="66709"/>
                      <a:pt x="728358" y="23366"/>
                    </a:cubicBezTo>
                    <a:cubicBezTo>
                      <a:pt x="642678" y="-16410"/>
                      <a:pt x="538986" y="-4889"/>
                      <a:pt x="464645" y="53999"/>
                    </a:cubicBezTo>
                    <a:cubicBezTo>
                      <a:pt x="429258" y="81979"/>
                      <a:pt x="402009" y="121116"/>
                      <a:pt x="392042" y="165556"/>
                    </a:cubicBezTo>
                    <a:cubicBezTo>
                      <a:pt x="382075" y="209995"/>
                      <a:pt x="389116" y="259922"/>
                      <a:pt x="413987" y="298784"/>
                    </a:cubicBezTo>
                    <a:cubicBezTo>
                      <a:pt x="437305" y="335177"/>
                      <a:pt x="475618" y="358768"/>
                      <a:pt x="519326" y="358037"/>
                    </a:cubicBezTo>
                    <a:cubicBezTo>
                      <a:pt x="559103" y="357305"/>
                      <a:pt x="600891" y="338194"/>
                      <a:pt x="622104" y="303539"/>
                    </a:cubicBezTo>
                    <a:cubicBezTo>
                      <a:pt x="646153" y="264220"/>
                      <a:pt x="633626" y="218134"/>
                      <a:pt x="598696" y="190153"/>
                    </a:cubicBezTo>
                    <a:cubicBezTo>
                      <a:pt x="566967" y="164824"/>
                      <a:pt x="519418" y="155863"/>
                      <a:pt x="487871" y="186221"/>
                    </a:cubicBezTo>
                    <a:cubicBezTo>
                      <a:pt x="485494" y="188507"/>
                      <a:pt x="489151" y="192073"/>
                      <a:pt x="491437" y="189787"/>
                    </a:cubicBezTo>
                    <a:cubicBezTo>
                      <a:pt x="520881" y="161532"/>
                      <a:pt x="565412" y="170310"/>
                      <a:pt x="595039" y="193811"/>
                    </a:cubicBezTo>
                    <a:cubicBezTo>
                      <a:pt x="626585" y="218865"/>
                      <a:pt x="639844" y="259648"/>
                      <a:pt x="620185" y="296406"/>
                    </a:cubicBezTo>
                    <a:cubicBezTo>
                      <a:pt x="600525" y="333165"/>
                      <a:pt x="559926" y="351727"/>
                      <a:pt x="520698" y="352825"/>
                    </a:cubicBezTo>
                    <a:cubicBezTo>
                      <a:pt x="476624" y="354013"/>
                      <a:pt x="438493" y="329690"/>
                      <a:pt x="416182" y="292383"/>
                    </a:cubicBezTo>
                    <a:cubicBezTo>
                      <a:pt x="368908" y="213379"/>
                      <a:pt x="398169" y="114075"/>
                      <a:pt x="467206" y="58845"/>
                    </a:cubicBezTo>
                    <a:cubicBezTo>
                      <a:pt x="536243" y="3615"/>
                      <a:pt x="631706" y="-9918"/>
                      <a:pt x="712722" y="22543"/>
                    </a:cubicBezTo>
                    <a:cubicBezTo>
                      <a:pt x="811661" y="62228"/>
                      <a:pt x="880331" y="157783"/>
                      <a:pt x="904929" y="259373"/>
                    </a:cubicBezTo>
                    <a:cubicBezTo>
                      <a:pt x="905477" y="261750"/>
                      <a:pt x="908587" y="261842"/>
                      <a:pt x="909775" y="260013"/>
                    </a:cubicBezTo>
                    <a:cubicBezTo>
                      <a:pt x="938030" y="218225"/>
                      <a:pt x="991980" y="216945"/>
                      <a:pt x="1035231" y="233313"/>
                    </a:cubicBezTo>
                    <a:cubicBezTo>
                      <a:pt x="1088540" y="253429"/>
                      <a:pt x="1120088" y="296955"/>
                      <a:pt x="1143404" y="347155"/>
                    </a:cubicBezTo>
                    <a:cubicBezTo>
                      <a:pt x="1168367" y="401014"/>
                      <a:pt x="1184552" y="459444"/>
                      <a:pt x="1218477" y="508822"/>
                    </a:cubicBezTo>
                    <a:cubicBezTo>
                      <a:pt x="1246366" y="549329"/>
                      <a:pt x="1284313" y="581882"/>
                      <a:pt x="1327016" y="606022"/>
                    </a:cubicBezTo>
                    <a:cubicBezTo>
                      <a:pt x="1416993" y="656680"/>
                      <a:pt x="1524435" y="672225"/>
                      <a:pt x="1626482" y="670304"/>
                    </a:cubicBezTo>
                    <a:cubicBezTo>
                      <a:pt x="1738770" y="668293"/>
                      <a:pt x="1851241" y="647902"/>
                      <a:pt x="1956214" y="607759"/>
                    </a:cubicBezTo>
                    <a:cubicBezTo>
                      <a:pt x="2073715" y="562862"/>
                      <a:pt x="2181523" y="492454"/>
                      <a:pt x="2263727" y="396716"/>
                    </a:cubicBezTo>
                    <a:lnTo>
                      <a:pt x="2259613" y="393516"/>
                    </a:lnTo>
                    <a:cubicBezTo>
                      <a:pt x="2184358" y="523818"/>
                      <a:pt x="2067314" y="625956"/>
                      <a:pt x="1932349" y="690970"/>
                    </a:cubicBezTo>
                    <a:cubicBezTo>
                      <a:pt x="1797383" y="755984"/>
                      <a:pt x="1644130" y="784970"/>
                      <a:pt x="1494808" y="770157"/>
                    </a:cubicBezTo>
                    <a:cubicBezTo>
                      <a:pt x="1410501" y="761836"/>
                      <a:pt x="1327747" y="739067"/>
                      <a:pt x="1251487" y="701851"/>
                    </a:cubicBezTo>
                    <a:cubicBezTo>
                      <a:pt x="1250115" y="701211"/>
                      <a:pt x="1248652" y="701485"/>
                      <a:pt x="1247829" y="702766"/>
                    </a:cubicBezTo>
                    <a:cubicBezTo>
                      <a:pt x="1201103" y="775735"/>
                      <a:pt x="1116887" y="815511"/>
                      <a:pt x="1032031" y="821363"/>
                    </a:cubicBezTo>
                    <a:cubicBezTo>
                      <a:pt x="941871" y="827490"/>
                      <a:pt x="854911" y="793474"/>
                      <a:pt x="782948" y="741079"/>
                    </a:cubicBezTo>
                    <a:cubicBezTo>
                      <a:pt x="739879" y="709806"/>
                      <a:pt x="701933" y="671950"/>
                      <a:pt x="668191" y="630894"/>
                    </a:cubicBezTo>
                    <a:cubicBezTo>
                      <a:pt x="666545" y="628882"/>
                      <a:pt x="663893" y="630711"/>
                      <a:pt x="663710" y="632723"/>
                    </a:cubicBezTo>
                    <a:cubicBezTo>
                      <a:pt x="656669" y="703406"/>
                      <a:pt x="593758" y="754886"/>
                      <a:pt x="526825" y="767322"/>
                    </a:cubicBezTo>
                    <a:cubicBezTo>
                      <a:pt x="451112" y="781404"/>
                      <a:pt x="379514" y="739524"/>
                      <a:pt x="337726" y="677894"/>
                    </a:cubicBezTo>
                    <a:cubicBezTo>
                      <a:pt x="313678" y="642415"/>
                      <a:pt x="298682" y="601084"/>
                      <a:pt x="294201" y="558473"/>
                    </a:cubicBezTo>
                    <a:cubicBezTo>
                      <a:pt x="293927" y="556096"/>
                      <a:pt x="291184" y="555273"/>
                      <a:pt x="289720" y="557285"/>
                    </a:cubicBezTo>
                    <a:cubicBezTo>
                      <a:pt x="226719" y="644976"/>
                      <a:pt x="100989" y="677711"/>
                      <a:pt x="3148" y="632266"/>
                    </a:cubicBezTo>
                    <a:cubicBezTo>
                      <a:pt x="770" y="631168"/>
                      <a:pt x="-1333" y="634734"/>
                      <a:pt x="1045" y="635832"/>
                    </a:cubicBezTo>
                    <a:lnTo>
                      <a:pt x="1045" y="63583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9" name="Google Shape;259;p6"/>
            <p:cNvGrpSpPr/>
            <p:nvPr/>
          </p:nvGrpSpPr>
          <p:grpSpPr>
            <a:xfrm>
              <a:off x="-281293" y="2079915"/>
              <a:ext cx="994509" cy="983671"/>
              <a:chOff x="2435725" y="4245851"/>
              <a:chExt cx="667142" cy="659916"/>
            </a:xfrm>
          </p:grpSpPr>
          <p:sp>
            <p:nvSpPr>
              <p:cNvPr id="260" name="Google Shape;260;p6"/>
              <p:cNvSpPr/>
              <p:nvPr/>
            </p:nvSpPr>
            <p:spPr>
              <a:xfrm>
                <a:off x="2435725" y="4245851"/>
                <a:ext cx="667142" cy="659916"/>
              </a:xfrm>
              <a:custGeom>
                <a:rect b="b" l="l" r="r" t="t"/>
                <a:pathLst>
                  <a:path extrusionOk="0" h="659916" w="667142">
                    <a:moveTo>
                      <a:pt x="439272" y="304447"/>
                    </a:moveTo>
                    <a:cubicBezTo>
                      <a:pt x="443101" y="312859"/>
                      <a:pt x="452412" y="318951"/>
                      <a:pt x="461695" y="317935"/>
                    </a:cubicBezTo>
                    <a:cubicBezTo>
                      <a:pt x="473704" y="316630"/>
                      <a:pt x="483248" y="304070"/>
                      <a:pt x="481188" y="292176"/>
                    </a:cubicBezTo>
                    <a:cubicBezTo>
                      <a:pt x="479013" y="279906"/>
                      <a:pt x="464770" y="271233"/>
                      <a:pt x="453022" y="275323"/>
                    </a:cubicBezTo>
                    <a:cubicBezTo>
                      <a:pt x="442173" y="279094"/>
                      <a:pt x="436487" y="293221"/>
                      <a:pt x="441186" y="303577"/>
                    </a:cubicBezTo>
                    <a:lnTo>
                      <a:pt x="439272" y="304447"/>
                    </a:lnTo>
                    <a:close/>
                    <a:moveTo>
                      <a:pt x="453457" y="391035"/>
                    </a:moveTo>
                    <a:lnTo>
                      <a:pt x="454820" y="393704"/>
                    </a:lnTo>
                    <a:cubicBezTo>
                      <a:pt x="443101" y="402000"/>
                      <a:pt x="448119" y="423988"/>
                      <a:pt x="462130" y="426889"/>
                    </a:cubicBezTo>
                    <a:cubicBezTo>
                      <a:pt x="476199" y="429790"/>
                      <a:pt x="489572" y="412588"/>
                      <a:pt x="483741" y="399505"/>
                    </a:cubicBezTo>
                    <a:cubicBezTo>
                      <a:pt x="478897" y="388541"/>
                      <a:pt x="463551" y="385263"/>
                      <a:pt x="453457" y="391035"/>
                    </a:cubicBezTo>
                    <a:close/>
                    <a:moveTo>
                      <a:pt x="326199" y="209330"/>
                    </a:moveTo>
                    <a:cubicBezTo>
                      <a:pt x="337396" y="205849"/>
                      <a:pt x="345402" y="192477"/>
                      <a:pt x="341196" y="181337"/>
                    </a:cubicBezTo>
                    <a:cubicBezTo>
                      <a:pt x="336236" y="168516"/>
                      <a:pt x="316047" y="164919"/>
                      <a:pt x="307634" y="175826"/>
                    </a:cubicBezTo>
                    <a:cubicBezTo>
                      <a:pt x="299512" y="186414"/>
                      <a:pt x="308621" y="204747"/>
                      <a:pt x="321703" y="204747"/>
                    </a:cubicBezTo>
                    <a:lnTo>
                      <a:pt x="326112" y="206371"/>
                    </a:lnTo>
                    <a:cubicBezTo>
                      <a:pt x="326170" y="207358"/>
                      <a:pt x="326228" y="208344"/>
                      <a:pt x="326228" y="209330"/>
                    </a:cubicBezTo>
                    <a:close/>
                    <a:moveTo>
                      <a:pt x="396543" y="221020"/>
                    </a:moveTo>
                    <a:lnTo>
                      <a:pt x="399212" y="221078"/>
                    </a:lnTo>
                    <a:cubicBezTo>
                      <a:pt x="412033" y="225052"/>
                      <a:pt x="426712" y="211970"/>
                      <a:pt x="424304" y="198771"/>
                    </a:cubicBezTo>
                    <a:cubicBezTo>
                      <a:pt x="421896" y="185573"/>
                      <a:pt x="403563" y="178582"/>
                      <a:pt x="392975" y="186762"/>
                    </a:cubicBezTo>
                    <a:cubicBezTo>
                      <a:pt x="382387" y="195000"/>
                      <a:pt x="384563" y="214493"/>
                      <a:pt x="396746" y="220150"/>
                    </a:cubicBezTo>
                    <a:lnTo>
                      <a:pt x="396572" y="221020"/>
                    </a:lnTo>
                    <a:close/>
                    <a:moveTo>
                      <a:pt x="272303" y="256816"/>
                    </a:moveTo>
                    <a:cubicBezTo>
                      <a:pt x="271316" y="255017"/>
                      <a:pt x="270330" y="253103"/>
                      <a:pt x="269402" y="251246"/>
                    </a:cubicBezTo>
                    <a:cubicBezTo>
                      <a:pt x="279120" y="245184"/>
                      <a:pt x="280918" y="228939"/>
                      <a:pt x="272129" y="221223"/>
                    </a:cubicBezTo>
                    <a:cubicBezTo>
                      <a:pt x="262788" y="213101"/>
                      <a:pt x="245615" y="217945"/>
                      <a:pt x="241961" y="229781"/>
                    </a:cubicBezTo>
                    <a:cubicBezTo>
                      <a:pt x="238480" y="241064"/>
                      <a:pt x="248574" y="254002"/>
                      <a:pt x="260177" y="254002"/>
                    </a:cubicBezTo>
                    <a:lnTo>
                      <a:pt x="272303" y="256845"/>
                    </a:lnTo>
                    <a:close/>
                    <a:moveTo>
                      <a:pt x="282774" y="472373"/>
                    </a:moveTo>
                    <a:lnTo>
                      <a:pt x="282339" y="472315"/>
                    </a:lnTo>
                    <a:cubicBezTo>
                      <a:pt x="270562" y="467355"/>
                      <a:pt x="255391" y="478320"/>
                      <a:pt x="256406" y="491083"/>
                    </a:cubicBezTo>
                    <a:cubicBezTo>
                      <a:pt x="257393" y="503789"/>
                      <a:pt x="274130" y="512201"/>
                      <a:pt x="284950" y="505442"/>
                    </a:cubicBezTo>
                    <a:cubicBezTo>
                      <a:pt x="295857" y="498625"/>
                      <a:pt x="295538" y="479915"/>
                      <a:pt x="284515" y="473418"/>
                    </a:cubicBezTo>
                    <a:lnTo>
                      <a:pt x="282717" y="473156"/>
                    </a:lnTo>
                    <a:cubicBezTo>
                      <a:pt x="282717" y="472895"/>
                      <a:pt x="282717" y="472605"/>
                      <a:pt x="282774" y="472344"/>
                    </a:cubicBezTo>
                    <a:close/>
                    <a:moveTo>
                      <a:pt x="325068" y="270914"/>
                    </a:moveTo>
                    <a:cubicBezTo>
                      <a:pt x="317381" y="271030"/>
                      <a:pt x="309897" y="273263"/>
                      <a:pt x="303834" y="278108"/>
                    </a:cubicBezTo>
                    <a:cubicBezTo>
                      <a:pt x="295654" y="280660"/>
                      <a:pt x="288112" y="285360"/>
                      <a:pt x="282339" y="291683"/>
                    </a:cubicBezTo>
                    <a:cubicBezTo>
                      <a:pt x="264180" y="311379"/>
                      <a:pt x="265863" y="345754"/>
                      <a:pt x="285443" y="364000"/>
                    </a:cubicBezTo>
                    <a:cubicBezTo>
                      <a:pt x="305081" y="382217"/>
                      <a:pt x="338963" y="381724"/>
                      <a:pt x="358398" y="363188"/>
                    </a:cubicBezTo>
                    <a:cubicBezTo>
                      <a:pt x="363242" y="358546"/>
                      <a:pt x="367071" y="353035"/>
                      <a:pt x="369740" y="346972"/>
                    </a:cubicBezTo>
                    <a:cubicBezTo>
                      <a:pt x="377862" y="328813"/>
                      <a:pt x="376180" y="306042"/>
                      <a:pt x="364113" y="290001"/>
                    </a:cubicBezTo>
                    <a:cubicBezTo>
                      <a:pt x="362749" y="288202"/>
                      <a:pt x="361270" y="286520"/>
                      <a:pt x="359645" y="284924"/>
                    </a:cubicBezTo>
                    <a:cubicBezTo>
                      <a:pt x="350479" y="276019"/>
                      <a:pt x="337483" y="270740"/>
                      <a:pt x="325097" y="270943"/>
                    </a:cubicBezTo>
                    <a:close/>
                    <a:moveTo>
                      <a:pt x="145538" y="380331"/>
                    </a:moveTo>
                    <a:cubicBezTo>
                      <a:pt x="123928" y="389991"/>
                      <a:pt x="99213" y="392544"/>
                      <a:pt x="76123" y="387467"/>
                    </a:cubicBezTo>
                    <a:cubicBezTo>
                      <a:pt x="37049" y="378794"/>
                      <a:pt x="2849" y="345116"/>
                      <a:pt x="151" y="305172"/>
                    </a:cubicBezTo>
                    <a:cubicBezTo>
                      <a:pt x="-2576" y="265170"/>
                      <a:pt x="32031" y="224675"/>
                      <a:pt x="72062" y="226822"/>
                    </a:cubicBezTo>
                    <a:cubicBezTo>
                      <a:pt x="44069" y="202484"/>
                      <a:pt x="43837" y="154621"/>
                      <a:pt x="68407" y="126861"/>
                    </a:cubicBezTo>
                    <a:cubicBezTo>
                      <a:pt x="93005" y="99042"/>
                      <a:pt x="136720" y="92428"/>
                      <a:pt x="170659" y="107425"/>
                    </a:cubicBezTo>
                    <a:cubicBezTo>
                      <a:pt x="195432" y="118390"/>
                      <a:pt x="214751" y="139305"/>
                      <a:pt x="226383" y="163904"/>
                    </a:cubicBezTo>
                    <a:cubicBezTo>
                      <a:pt x="219769" y="140552"/>
                      <a:pt x="215302" y="116650"/>
                      <a:pt x="213069" y="92515"/>
                    </a:cubicBezTo>
                    <a:cubicBezTo>
                      <a:pt x="211531" y="75720"/>
                      <a:pt x="211096" y="58199"/>
                      <a:pt x="217217" y="42477"/>
                    </a:cubicBezTo>
                    <a:cubicBezTo>
                      <a:pt x="228791" y="12454"/>
                      <a:pt x="264413" y="-5154"/>
                      <a:pt x="296002" y="1344"/>
                    </a:cubicBezTo>
                    <a:cubicBezTo>
                      <a:pt x="327534" y="7784"/>
                      <a:pt x="352654" y="35834"/>
                      <a:pt x="358427" y="67540"/>
                    </a:cubicBezTo>
                    <a:cubicBezTo>
                      <a:pt x="360980" y="39924"/>
                      <a:pt x="388943" y="20663"/>
                      <a:pt x="416385" y="16892"/>
                    </a:cubicBezTo>
                    <a:cubicBezTo>
                      <a:pt x="428017" y="15355"/>
                      <a:pt x="440229" y="15848"/>
                      <a:pt x="450875" y="20663"/>
                    </a:cubicBezTo>
                    <a:cubicBezTo>
                      <a:pt x="472544" y="30381"/>
                      <a:pt x="483190" y="55414"/>
                      <a:pt x="486294" y="78998"/>
                    </a:cubicBezTo>
                    <a:cubicBezTo>
                      <a:pt x="491544" y="119319"/>
                      <a:pt x="479680" y="161612"/>
                      <a:pt x="454472" y="193492"/>
                    </a:cubicBezTo>
                    <a:lnTo>
                      <a:pt x="457083" y="195406"/>
                    </a:lnTo>
                    <a:cubicBezTo>
                      <a:pt x="470571" y="177334"/>
                      <a:pt x="485394" y="159930"/>
                      <a:pt x="503843" y="146992"/>
                    </a:cubicBezTo>
                    <a:cubicBezTo>
                      <a:pt x="523598" y="133126"/>
                      <a:pt x="548051" y="124685"/>
                      <a:pt x="571896" y="128485"/>
                    </a:cubicBezTo>
                    <a:cubicBezTo>
                      <a:pt x="593274" y="131879"/>
                      <a:pt x="612884" y="145397"/>
                      <a:pt x="623675" y="164223"/>
                    </a:cubicBezTo>
                    <a:cubicBezTo>
                      <a:pt x="634437" y="182991"/>
                      <a:pt x="636177" y="206777"/>
                      <a:pt x="628316" y="226967"/>
                    </a:cubicBezTo>
                    <a:cubicBezTo>
                      <a:pt x="622863" y="240833"/>
                      <a:pt x="612449" y="253335"/>
                      <a:pt x="598351" y="258237"/>
                    </a:cubicBezTo>
                    <a:cubicBezTo>
                      <a:pt x="617554" y="262937"/>
                      <a:pt x="637802" y="268216"/>
                      <a:pt x="651493" y="282401"/>
                    </a:cubicBezTo>
                    <a:cubicBezTo>
                      <a:pt x="666490" y="297891"/>
                      <a:pt x="670580" y="322026"/>
                      <a:pt x="664315" y="342650"/>
                    </a:cubicBezTo>
                    <a:cubicBezTo>
                      <a:pt x="658049" y="363275"/>
                      <a:pt x="642588" y="380302"/>
                      <a:pt x="624110" y="391441"/>
                    </a:cubicBezTo>
                    <a:cubicBezTo>
                      <a:pt x="597423" y="407541"/>
                      <a:pt x="563977" y="411631"/>
                      <a:pt x="534012" y="403218"/>
                    </a:cubicBezTo>
                    <a:cubicBezTo>
                      <a:pt x="556928" y="415663"/>
                      <a:pt x="576914" y="433503"/>
                      <a:pt x="591795" y="454940"/>
                    </a:cubicBezTo>
                    <a:cubicBezTo>
                      <a:pt x="603804" y="472228"/>
                      <a:pt x="612652" y="492969"/>
                      <a:pt x="610447" y="513971"/>
                    </a:cubicBezTo>
                    <a:cubicBezTo>
                      <a:pt x="607546" y="540861"/>
                      <a:pt x="585181" y="563893"/>
                      <a:pt x="558813" y="569840"/>
                    </a:cubicBezTo>
                    <a:cubicBezTo>
                      <a:pt x="532358" y="575786"/>
                      <a:pt x="503524" y="565518"/>
                      <a:pt x="484930" y="545821"/>
                    </a:cubicBezTo>
                    <a:cubicBezTo>
                      <a:pt x="487396" y="582980"/>
                      <a:pt x="484756" y="626579"/>
                      <a:pt x="454211" y="647871"/>
                    </a:cubicBezTo>
                    <a:cubicBezTo>
                      <a:pt x="422012" y="670352"/>
                      <a:pt x="374584" y="653324"/>
                      <a:pt x="350914" y="622054"/>
                    </a:cubicBezTo>
                    <a:cubicBezTo>
                      <a:pt x="327185" y="590783"/>
                      <a:pt x="321065" y="550027"/>
                      <a:pt x="315669" y="511128"/>
                    </a:cubicBezTo>
                    <a:lnTo>
                      <a:pt x="311637" y="511128"/>
                    </a:lnTo>
                    <a:cubicBezTo>
                      <a:pt x="311579" y="546227"/>
                      <a:pt x="311028" y="582719"/>
                      <a:pt x="294929" y="613815"/>
                    </a:cubicBezTo>
                    <a:cubicBezTo>
                      <a:pt x="278655" y="645202"/>
                      <a:pt x="241061" y="668611"/>
                      <a:pt x="207731" y="656805"/>
                    </a:cubicBezTo>
                    <a:cubicBezTo>
                      <a:pt x="183713" y="648248"/>
                      <a:pt x="168106" y="623417"/>
                      <a:pt x="164887" y="598093"/>
                    </a:cubicBezTo>
                    <a:cubicBezTo>
                      <a:pt x="161667" y="572827"/>
                      <a:pt x="168977" y="547243"/>
                      <a:pt x="179448" y="524036"/>
                    </a:cubicBezTo>
                    <a:cubicBezTo>
                      <a:pt x="149484" y="542746"/>
                      <a:pt x="109917" y="558962"/>
                      <a:pt x="80619" y="539149"/>
                    </a:cubicBezTo>
                    <a:cubicBezTo>
                      <a:pt x="52626" y="520323"/>
                      <a:pt x="51872" y="476898"/>
                      <a:pt x="69857" y="448355"/>
                    </a:cubicBezTo>
                    <a:cubicBezTo>
                      <a:pt x="87871" y="419869"/>
                      <a:pt x="118851" y="402638"/>
                      <a:pt x="148555" y="386626"/>
                    </a:cubicBezTo>
                    <a:lnTo>
                      <a:pt x="145654" y="380447"/>
                    </a:lnTo>
                    <a:close/>
                    <a:moveTo>
                      <a:pt x="188267" y="299196"/>
                    </a:moveTo>
                    <a:cubicBezTo>
                      <a:pt x="186469" y="286926"/>
                      <a:pt x="171674" y="277586"/>
                      <a:pt x="160100" y="282662"/>
                    </a:cubicBezTo>
                    <a:cubicBezTo>
                      <a:pt x="147453" y="288173"/>
                      <a:pt x="145248" y="308595"/>
                      <a:pt x="156619" y="316282"/>
                    </a:cubicBezTo>
                    <a:cubicBezTo>
                      <a:pt x="168019" y="323969"/>
                      <a:pt x="186469" y="313381"/>
                      <a:pt x="185163" y="299748"/>
                    </a:cubicBezTo>
                    <a:lnTo>
                      <a:pt x="188267" y="299196"/>
                    </a:lnTo>
                    <a:close/>
                    <a:moveTo>
                      <a:pt x="219654" y="387641"/>
                    </a:moveTo>
                    <a:cubicBezTo>
                      <a:pt x="211908" y="379896"/>
                      <a:pt x="197346" y="379519"/>
                      <a:pt x="190240" y="388018"/>
                    </a:cubicBezTo>
                    <a:cubicBezTo>
                      <a:pt x="182436" y="397301"/>
                      <a:pt x="187687" y="414329"/>
                      <a:pt x="199580" y="416765"/>
                    </a:cubicBezTo>
                    <a:cubicBezTo>
                      <a:pt x="211473" y="419173"/>
                      <a:pt x="222989" y="404118"/>
                      <a:pt x="216869" y="393675"/>
                    </a:cubicBezTo>
                    <a:lnTo>
                      <a:pt x="218899" y="388047"/>
                    </a:lnTo>
                    <a:lnTo>
                      <a:pt x="219654" y="387670"/>
                    </a:lnTo>
                    <a:close/>
                    <a:moveTo>
                      <a:pt x="365737" y="460712"/>
                    </a:moveTo>
                    <a:cubicBezTo>
                      <a:pt x="377021" y="466223"/>
                      <a:pt x="392424" y="455752"/>
                      <a:pt x="391496" y="443249"/>
                    </a:cubicBezTo>
                    <a:cubicBezTo>
                      <a:pt x="390568" y="430747"/>
                      <a:pt x="373859" y="422625"/>
                      <a:pt x="363445" y="429674"/>
                    </a:cubicBezTo>
                    <a:cubicBezTo>
                      <a:pt x="353032" y="436723"/>
                      <a:pt x="354395" y="455259"/>
                      <a:pt x="365737" y="4607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6"/>
              <p:cNvSpPr/>
              <p:nvPr/>
            </p:nvSpPr>
            <p:spPr>
              <a:xfrm>
                <a:off x="2884002" y="4634085"/>
                <a:ext cx="36835" cy="38977"/>
              </a:xfrm>
              <a:custGeom>
                <a:rect b="b" l="l" r="r" t="t"/>
                <a:pathLst>
                  <a:path extrusionOk="0" h="38977" w="36835">
                    <a:moveTo>
                      <a:pt x="35435" y="11271"/>
                    </a:moveTo>
                    <a:cubicBezTo>
                      <a:pt x="41266" y="24325"/>
                      <a:pt x="27893" y="41555"/>
                      <a:pt x="13824" y="38655"/>
                    </a:cubicBezTo>
                    <a:cubicBezTo>
                      <a:pt x="-158" y="35754"/>
                      <a:pt x="-5176" y="13766"/>
                      <a:pt x="6514" y="5470"/>
                    </a:cubicBezTo>
                    <a:lnTo>
                      <a:pt x="5151" y="2801"/>
                    </a:lnTo>
                    <a:cubicBezTo>
                      <a:pt x="15246" y="-2972"/>
                      <a:pt x="30591" y="335"/>
                      <a:pt x="35435" y="1127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6"/>
              <p:cNvSpPr/>
              <p:nvPr/>
            </p:nvSpPr>
            <p:spPr>
              <a:xfrm>
                <a:off x="2874997" y="4520150"/>
                <a:ext cx="42190" cy="43742"/>
              </a:xfrm>
              <a:custGeom>
                <a:rect b="b" l="l" r="r" t="t"/>
                <a:pathLst>
                  <a:path extrusionOk="0" h="43742" w="42190">
                    <a:moveTo>
                      <a:pt x="1915" y="29278"/>
                    </a:moveTo>
                    <a:cubicBezTo>
                      <a:pt x="-2785" y="18922"/>
                      <a:pt x="2901" y="4824"/>
                      <a:pt x="13750" y="1024"/>
                    </a:cubicBezTo>
                    <a:cubicBezTo>
                      <a:pt x="25527" y="-3066"/>
                      <a:pt x="39770" y="5608"/>
                      <a:pt x="41916" y="17878"/>
                    </a:cubicBezTo>
                    <a:cubicBezTo>
                      <a:pt x="43947" y="29771"/>
                      <a:pt x="34432" y="42332"/>
                      <a:pt x="22423" y="43637"/>
                    </a:cubicBezTo>
                    <a:cubicBezTo>
                      <a:pt x="13141" y="44623"/>
                      <a:pt x="3858" y="38560"/>
                      <a:pt x="0" y="30148"/>
                    </a:cubicBezTo>
                    <a:lnTo>
                      <a:pt x="1915" y="2927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 name="Google Shape;263;p6"/>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 name="Google Shape;264;p6"/>
              <p:cNvSpPr/>
              <p:nvPr/>
            </p:nvSpPr>
            <p:spPr>
              <a:xfrm>
                <a:off x="2792129" y="4672938"/>
                <a:ext cx="35160" cy="35160"/>
              </a:xfrm>
              <a:custGeom>
                <a:rect b="b" l="l" r="r" t="t"/>
                <a:pathLst>
                  <a:path extrusionOk="0" h="35160" w="35160">
                    <a:moveTo>
                      <a:pt x="35121" y="16192"/>
                    </a:moveTo>
                    <a:cubicBezTo>
                      <a:pt x="36049" y="28694"/>
                      <a:pt x="20617" y="39166"/>
                      <a:pt x="9362" y="33655"/>
                    </a:cubicBezTo>
                    <a:cubicBezTo>
                      <a:pt x="-1980" y="28201"/>
                      <a:pt x="-3344" y="9694"/>
                      <a:pt x="7070" y="2616"/>
                    </a:cubicBezTo>
                    <a:cubicBezTo>
                      <a:pt x="17484" y="-4433"/>
                      <a:pt x="34192" y="3660"/>
                      <a:pt x="35121" y="161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6"/>
              <p:cNvSpPr/>
              <p:nvPr/>
            </p:nvSpPr>
            <p:spPr>
              <a:xfrm>
                <a:off x="2705390" y="4516761"/>
                <a:ext cx="105052" cy="106420"/>
              </a:xfrm>
              <a:custGeom>
                <a:rect b="b" l="l" r="r" t="t"/>
                <a:pathLst>
                  <a:path extrusionOk="0" h="106420" w="105052">
                    <a:moveTo>
                      <a:pt x="34169" y="7198"/>
                    </a:moveTo>
                    <a:cubicBezTo>
                      <a:pt x="40232" y="2354"/>
                      <a:pt x="47745" y="149"/>
                      <a:pt x="55403" y="4"/>
                    </a:cubicBezTo>
                    <a:cubicBezTo>
                      <a:pt x="67790" y="-170"/>
                      <a:pt x="80785" y="5081"/>
                      <a:pt x="89952" y="13986"/>
                    </a:cubicBezTo>
                    <a:cubicBezTo>
                      <a:pt x="91576" y="15581"/>
                      <a:pt x="93055" y="17264"/>
                      <a:pt x="94419" y="19063"/>
                    </a:cubicBezTo>
                    <a:cubicBezTo>
                      <a:pt x="106486" y="35104"/>
                      <a:pt x="108168" y="57904"/>
                      <a:pt x="100046" y="76034"/>
                    </a:cubicBezTo>
                    <a:cubicBezTo>
                      <a:pt x="97378" y="82097"/>
                      <a:pt x="93549" y="87608"/>
                      <a:pt x="88704" y="92249"/>
                    </a:cubicBezTo>
                    <a:cubicBezTo>
                      <a:pt x="69269" y="110756"/>
                      <a:pt x="35388" y="111249"/>
                      <a:pt x="15749" y="93061"/>
                    </a:cubicBezTo>
                    <a:cubicBezTo>
                      <a:pt x="-3831" y="74787"/>
                      <a:pt x="-5484" y="40412"/>
                      <a:pt x="12646" y="20745"/>
                    </a:cubicBezTo>
                    <a:cubicBezTo>
                      <a:pt x="18418" y="14421"/>
                      <a:pt x="25960" y="9722"/>
                      <a:pt x="34140" y="7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6"/>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6"/>
              <p:cNvSpPr/>
              <p:nvPr/>
            </p:nvSpPr>
            <p:spPr>
              <a:xfrm>
                <a:off x="2692085" y="4716977"/>
                <a:ext cx="36598" cy="36737"/>
              </a:xfrm>
              <a:custGeom>
                <a:rect b="b" l="l" r="r" t="t"/>
                <a:pathLst>
                  <a:path extrusionOk="0" h="36737" w="36598">
                    <a:moveTo>
                      <a:pt x="26356" y="2060"/>
                    </a:moveTo>
                    <a:lnTo>
                      <a:pt x="28154" y="2321"/>
                    </a:lnTo>
                    <a:cubicBezTo>
                      <a:pt x="39177" y="8819"/>
                      <a:pt x="39496" y="27529"/>
                      <a:pt x="28589" y="34345"/>
                    </a:cubicBezTo>
                    <a:cubicBezTo>
                      <a:pt x="17740" y="41104"/>
                      <a:pt x="1032" y="32663"/>
                      <a:pt x="46" y="19987"/>
                    </a:cubicBezTo>
                    <a:cubicBezTo>
                      <a:pt x="-941" y="7223"/>
                      <a:pt x="14231" y="-3742"/>
                      <a:pt x="25979" y="1219"/>
                    </a:cubicBezTo>
                    <a:lnTo>
                      <a:pt x="26414" y="1276"/>
                    </a:lnTo>
                    <a:cubicBezTo>
                      <a:pt x="26356" y="1538"/>
                      <a:pt x="26356" y="1828"/>
                      <a:pt x="26356" y="208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6"/>
              <p:cNvSpPr/>
              <p:nvPr/>
            </p:nvSpPr>
            <p:spPr>
              <a:xfrm>
                <a:off x="2676998" y="4463036"/>
                <a:ext cx="36535" cy="39631"/>
              </a:xfrm>
              <a:custGeom>
                <a:rect b="b" l="l" r="r" t="t"/>
                <a:pathLst>
                  <a:path extrusionOk="0" h="39631" w="36535">
                    <a:moveTo>
                      <a:pt x="28128" y="34062"/>
                    </a:moveTo>
                    <a:cubicBezTo>
                      <a:pt x="29057" y="35918"/>
                      <a:pt x="30043" y="37833"/>
                      <a:pt x="31029" y="39632"/>
                    </a:cubicBezTo>
                    <a:lnTo>
                      <a:pt x="18904" y="36789"/>
                    </a:lnTo>
                    <a:cubicBezTo>
                      <a:pt x="7330" y="36789"/>
                      <a:pt x="-2765" y="23851"/>
                      <a:pt x="687" y="12567"/>
                    </a:cubicBezTo>
                    <a:cubicBezTo>
                      <a:pt x="4342" y="732"/>
                      <a:pt x="21486" y="-4083"/>
                      <a:pt x="30855" y="4010"/>
                    </a:cubicBezTo>
                    <a:cubicBezTo>
                      <a:pt x="39645" y="11755"/>
                      <a:pt x="37846" y="27970"/>
                      <a:pt x="28128" y="340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 name="Google Shape;269;p6"/>
              <p:cNvSpPr/>
              <p:nvPr/>
            </p:nvSpPr>
            <p:spPr>
              <a:xfrm>
                <a:off x="2622273" y="4627600"/>
                <a:ext cx="33105" cy="35278"/>
              </a:xfrm>
              <a:custGeom>
                <a:rect b="b" l="l" r="r" t="t"/>
                <a:pathLst>
                  <a:path extrusionOk="0" h="35278" w="33105">
                    <a:moveTo>
                      <a:pt x="33106" y="5921"/>
                    </a:moveTo>
                    <a:lnTo>
                      <a:pt x="32352" y="6298"/>
                    </a:lnTo>
                    <a:lnTo>
                      <a:pt x="30321" y="11926"/>
                    </a:lnTo>
                    <a:cubicBezTo>
                      <a:pt x="36442" y="22398"/>
                      <a:pt x="24926" y="37453"/>
                      <a:pt x="13032" y="35016"/>
                    </a:cubicBezTo>
                    <a:cubicBezTo>
                      <a:pt x="1139" y="32608"/>
                      <a:pt x="-4111" y="15581"/>
                      <a:pt x="3692" y="6269"/>
                    </a:cubicBezTo>
                    <a:cubicBezTo>
                      <a:pt x="10828" y="-2201"/>
                      <a:pt x="25361" y="-1853"/>
                      <a:pt x="33106" y="58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 name="Google Shape;270;p6"/>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6"/>
              <p:cNvSpPr/>
              <p:nvPr/>
            </p:nvSpPr>
            <p:spPr>
              <a:xfrm>
                <a:off x="2640845" y="4475893"/>
                <a:ext cx="227769" cy="225448"/>
              </a:xfrm>
              <a:custGeom>
                <a:rect b="b" l="l" r="r" t="t"/>
                <a:pathLst>
                  <a:path extrusionOk="0" h="225448" w="227769">
                    <a:moveTo>
                      <a:pt x="201895" y="119831"/>
                    </a:moveTo>
                    <a:cubicBezTo>
                      <a:pt x="199081" y="102775"/>
                      <a:pt x="206681" y="87459"/>
                      <a:pt x="217617" y="75043"/>
                    </a:cubicBezTo>
                    <a:cubicBezTo>
                      <a:pt x="204737" y="77074"/>
                      <a:pt x="191597" y="75478"/>
                      <a:pt x="181444" y="65848"/>
                    </a:cubicBezTo>
                    <a:cubicBezTo>
                      <a:pt x="173032" y="57871"/>
                      <a:pt x="169232" y="47051"/>
                      <a:pt x="169580" y="35593"/>
                    </a:cubicBezTo>
                    <a:cubicBezTo>
                      <a:pt x="169870" y="26223"/>
                      <a:pt x="172365" y="17144"/>
                      <a:pt x="173148" y="7861"/>
                    </a:cubicBezTo>
                    <a:cubicBezTo>
                      <a:pt x="162183" y="16186"/>
                      <a:pt x="149042" y="24772"/>
                      <a:pt x="135612" y="23380"/>
                    </a:cubicBezTo>
                    <a:cubicBezTo>
                      <a:pt x="123022" y="22075"/>
                      <a:pt x="116060" y="11371"/>
                      <a:pt x="111796" y="0"/>
                    </a:cubicBezTo>
                    <a:cubicBezTo>
                      <a:pt x="108083" y="11400"/>
                      <a:pt x="102746" y="22597"/>
                      <a:pt x="93434" y="29820"/>
                    </a:cubicBezTo>
                    <a:cubicBezTo>
                      <a:pt x="81599" y="38986"/>
                      <a:pt x="67153" y="36898"/>
                      <a:pt x="54274" y="31590"/>
                    </a:cubicBezTo>
                    <a:cubicBezTo>
                      <a:pt x="55086" y="46528"/>
                      <a:pt x="54941" y="65848"/>
                      <a:pt x="40872" y="73245"/>
                    </a:cubicBezTo>
                    <a:cubicBezTo>
                      <a:pt x="34751" y="76465"/>
                      <a:pt x="27615" y="77161"/>
                      <a:pt x="20886" y="78031"/>
                    </a:cubicBezTo>
                    <a:cubicBezTo>
                      <a:pt x="13866" y="78930"/>
                      <a:pt x="6904" y="79974"/>
                      <a:pt x="0" y="81396"/>
                    </a:cubicBezTo>
                    <a:cubicBezTo>
                      <a:pt x="6585" y="85486"/>
                      <a:pt x="13315" y="89315"/>
                      <a:pt x="19725" y="93695"/>
                    </a:cubicBezTo>
                    <a:cubicBezTo>
                      <a:pt x="28022" y="99381"/>
                      <a:pt x="37014" y="106023"/>
                      <a:pt x="41162" y="115480"/>
                    </a:cubicBezTo>
                    <a:cubicBezTo>
                      <a:pt x="45339" y="124995"/>
                      <a:pt x="45136" y="134857"/>
                      <a:pt x="39625" y="143734"/>
                    </a:cubicBezTo>
                    <a:cubicBezTo>
                      <a:pt x="36086" y="149449"/>
                      <a:pt x="31561" y="154409"/>
                      <a:pt x="27354" y="159601"/>
                    </a:cubicBezTo>
                    <a:cubicBezTo>
                      <a:pt x="34519" y="157222"/>
                      <a:pt x="41626" y="154641"/>
                      <a:pt x="48994" y="152958"/>
                    </a:cubicBezTo>
                    <a:cubicBezTo>
                      <a:pt x="58103" y="150841"/>
                      <a:pt x="67849" y="150580"/>
                      <a:pt x="75420" y="156874"/>
                    </a:cubicBezTo>
                    <a:cubicBezTo>
                      <a:pt x="85370" y="165171"/>
                      <a:pt x="88822" y="181038"/>
                      <a:pt x="89692" y="193279"/>
                    </a:cubicBezTo>
                    <a:cubicBezTo>
                      <a:pt x="90446" y="204070"/>
                      <a:pt x="88880" y="214803"/>
                      <a:pt x="87024" y="225449"/>
                    </a:cubicBezTo>
                    <a:cubicBezTo>
                      <a:pt x="87691" y="224173"/>
                      <a:pt x="88329" y="222896"/>
                      <a:pt x="88996" y="221678"/>
                    </a:cubicBezTo>
                    <a:cubicBezTo>
                      <a:pt x="97089" y="206391"/>
                      <a:pt x="105124" y="188087"/>
                      <a:pt x="119570" y="177673"/>
                    </a:cubicBezTo>
                    <a:cubicBezTo>
                      <a:pt x="131870" y="168826"/>
                      <a:pt x="143763" y="173351"/>
                      <a:pt x="153306" y="181850"/>
                    </a:cubicBezTo>
                    <a:cubicBezTo>
                      <a:pt x="153161" y="176078"/>
                      <a:pt x="153945" y="170334"/>
                      <a:pt x="156613" y="165200"/>
                    </a:cubicBezTo>
                    <a:cubicBezTo>
                      <a:pt x="163865" y="151276"/>
                      <a:pt x="181763" y="150754"/>
                      <a:pt x="195426" y="152001"/>
                    </a:cubicBezTo>
                    <a:cubicBezTo>
                      <a:pt x="206275" y="152987"/>
                      <a:pt x="217008" y="155250"/>
                      <a:pt x="227770" y="157020"/>
                    </a:cubicBezTo>
                    <a:cubicBezTo>
                      <a:pt x="215093" y="147766"/>
                      <a:pt x="204447" y="135554"/>
                      <a:pt x="201866" y="119860"/>
                    </a:cubicBezTo>
                    <a:close/>
                    <a:moveTo>
                      <a:pt x="164591" y="116960"/>
                    </a:moveTo>
                    <a:cubicBezTo>
                      <a:pt x="161922" y="123022"/>
                      <a:pt x="158093" y="128534"/>
                      <a:pt x="153248" y="133175"/>
                    </a:cubicBezTo>
                    <a:cubicBezTo>
                      <a:pt x="133813" y="151682"/>
                      <a:pt x="99932" y="152175"/>
                      <a:pt x="80294" y="133987"/>
                    </a:cubicBezTo>
                    <a:cubicBezTo>
                      <a:pt x="60713" y="115712"/>
                      <a:pt x="59060" y="81338"/>
                      <a:pt x="77190" y="61642"/>
                    </a:cubicBezTo>
                    <a:cubicBezTo>
                      <a:pt x="80033" y="58509"/>
                      <a:pt x="83340" y="55782"/>
                      <a:pt x="86936" y="53519"/>
                    </a:cubicBezTo>
                    <a:cubicBezTo>
                      <a:pt x="91462" y="49429"/>
                      <a:pt x="96973" y="46471"/>
                      <a:pt x="103413" y="44991"/>
                    </a:cubicBezTo>
                    <a:cubicBezTo>
                      <a:pt x="108460" y="42293"/>
                      <a:pt x="114146" y="40988"/>
                      <a:pt x="119918" y="40901"/>
                    </a:cubicBezTo>
                    <a:cubicBezTo>
                      <a:pt x="132305" y="40727"/>
                      <a:pt x="145300" y="45977"/>
                      <a:pt x="154467" y="54883"/>
                    </a:cubicBezTo>
                    <a:cubicBezTo>
                      <a:pt x="156091" y="56507"/>
                      <a:pt x="157571" y="58161"/>
                      <a:pt x="158934" y="59959"/>
                    </a:cubicBezTo>
                    <a:cubicBezTo>
                      <a:pt x="171001" y="76000"/>
                      <a:pt x="172684" y="98801"/>
                      <a:pt x="164561" y="11693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 name="Google Shape;272;p6"/>
              <p:cNvSpPr/>
              <p:nvPr/>
            </p:nvSpPr>
            <p:spPr>
              <a:xfrm>
                <a:off x="2884017" y="4634159"/>
                <a:ext cx="36820" cy="38875"/>
              </a:xfrm>
              <a:custGeom>
                <a:rect b="b" l="l" r="r" t="t"/>
                <a:pathLst>
                  <a:path extrusionOk="0" h="38875" w="36820">
                    <a:moveTo>
                      <a:pt x="35419" y="11197"/>
                    </a:moveTo>
                    <a:cubicBezTo>
                      <a:pt x="30807" y="754"/>
                      <a:pt x="16709" y="-2610"/>
                      <a:pt x="6643" y="2060"/>
                    </a:cubicBezTo>
                    <a:cubicBezTo>
                      <a:pt x="9602" y="4322"/>
                      <a:pt x="7891" y="9921"/>
                      <a:pt x="3917" y="9689"/>
                    </a:cubicBezTo>
                    <a:cubicBezTo>
                      <a:pt x="3482" y="9689"/>
                      <a:pt x="3047" y="9602"/>
                      <a:pt x="2582" y="9573"/>
                    </a:cubicBezTo>
                    <a:cubicBezTo>
                      <a:pt x="-3596" y="19465"/>
                      <a:pt x="1770" y="36057"/>
                      <a:pt x="13808" y="38552"/>
                    </a:cubicBezTo>
                    <a:cubicBezTo>
                      <a:pt x="27877" y="41453"/>
                      <a:pt x="41250" y="24251"/>
                      <a:pt x="35419" y="11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6"/>
              <p:cNvSpPr/>
              <p:nvPr/>
            </p:nvSpPr>
            <p:spPr>
              <a:xfrm>
                <a:off x="2875026" y="4520150"/>
                <a:ext cx="42197" cy="43747"/>
              </a:xfrm>
              <a:custGeom>
                <a:rect b="b" l="l" r="r" t="t"/>
                <a:pathLst>
                  <a:path extrusionOk="0" h="43747" w="42197">
                    <a:moveTo>
                      <a:pt x="41887" y="17878"/>
                    </a:moveTo>
                    <a:cubicBezTo>
                      <a:pt x="39712" y="5608"/>
                      <a:pt x="25469" y="-3066"/>
                      <a:pt x="13721" y="1024"/>
                    </a:cubicBezTo>
                    <a:cubicBezTo>
                      <a:pt x="6324" y="3606"/>
                      <a:pt x="1421" y="11032"/>
                      <a:pt x="493" y="18748"/>
                    </a:cubicBezTo>
                    <a:cubicBezTo>
                      <a:pt x="2640" y="20199"/>
                      <a:pt x="3626" y="23564"/>
                      <a:pt x="1363" y="25478"/>
                    </a:cubicBezTo>
                    <a:cubicBezTo>
                      <a:pt x="1189" y="25623"/>
                      <a:pt x="1015" y="25797"/>
                      <a:pt x="841" y="25942"/>
                    </a:cubicBezTo>
                    <a:cubicBezTo>
                      <a:pt x="1102" y="27073"/>
                      <a:pt x="1421" y="28205"/>
                      <a:pt x="1915" y="29278"/>
                    </a:cubicBezTo>
                    <a:lnTo>
                      <a:pt x="0" y="30148"/>
                    </a:lnTo>
                    <a:cubicBezTo>
                      <a:pt x="3829" y="38560"/>
                      <a:pt x="13141" y="44652"/>
                      <a:pt x="22423" y="43637"/>
                    </a:cubicBezTo>
                    <a:cubicBezTo>
                      <a:pt x="34432" y="42332"/>
                      <a:pt x="43976" y="29771"/>
                      <a:pt x="41916" y="1787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6"/>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6"/>
              <p:cNvSpPr/>
              <p:nvPr/>
            </p:nvSpPr>
            <p:spPr>
              <a:xfrm>
                <a:off x="2792129" y="4672970"/>
                <a:ext cx="35160" cy="35129"/>
              </a:xfrm>
              <a:custGeom>
                <a:rect b="b" l="l" r="r" t="t"/>
                <a:pathLst>
                  <a:path extrusionOk="0" h="35129" w="35160">
                    <a:moveTo>
                      <a:pt x="10928" y="757"/>
                    </a:moveTo>
                    <a:cubicBezTo>
                      <a:pt x="10261" y="1337"/>
                      <a:pt x="9449" y="1656"/>
                      <a:pt x="8549" y="1743"/>
                    </a:cubicBezTo>
                    <a:cubicBezTo>
                      <a:pt x="8056" y="2004"/>
                      <a:pt x="7534" y="2265"/>
                      <a:pt x="7070" y="2584"/>
                    </a:cubicBezTo>
                    <a:cubicBezTo>
                      <a:pt x="-3344" y="9633"/>
                      <a:pt x="-1980" y="28169"/>
                      <a:pt x="9362" y="33623"/>
                    </a:cubicBezTo>
                    <a:cubicBezTo>
                      <a:pt x="20646" y="39134"/>
                      <a:pt x="36049" y="28662"/>
                      <a:pt x="35121" y="16160"/>
                    </a:cubicBezTo>
                    <a:cubicBezTo>
                      <a:pt x="34308" y="5108"/>
                      <a:pt x="21168" y="-2492"/>
                      <a:pt x="10928" y="75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 name="Google Shape;276;p6"/>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6"/>
              <p:cNvSpPr/>
              <p:nvPr/>
            </p:nvSpPr>
            <p:spPr>
              <a:xfrm>
                <a:off x="2692083" y="4717015"/>
                <a:ext cx="36549" cy="36703"/>
              </a:xfrm>
              <a:custGeom>
                <a:rect b="b" l="l" r="r" t="t"/>
                <a:pathLst>
                  <a:path extrusionOk="0" h="36703" w="36549">
                    <a:moveTo>
                      <a:pt x="30651" y="7881"/>
                    </a:moveTo>
                    <a:cubicBezTo>
                      <a:pt x="26764" y="11884"/>
                      <a:pt x="20643" y="5764"/>
                      <a:pt x="24530" y="1761"/>
                    </a:cubicBezTo>
                    <a:cubicBezTo>
                      <a:pt x="24791" y="1500"/>
                      <a:pt x="24994" y="1181"/>
                      <a:pt x="25227" y="919"/>
                    </a:cubicBezTo>
                    <a:cubicBezTo>
                      <a:pt x="13565" y="-3258"/>
                      <a:pt x="-939" y="7446"/>
                      <a:pt x="48" y="19949"/>
                    </a:cubicBezTo>
                    <a:cubicBezTo>
                      <a:pt x="1034" y="32654"/>
                      <a:pt x="17771" y="41066"/>
                      <a:pt x="28591" y="34307"/>
                    </a:cubicBezTo>
                    <a:cubicBezTo>
                      <a:pt x="37874" y="28506"/>
                      <a:pt x="38947" y="14118"/>
                      <a:pt x="32275" y="5967"/>
                    </a:cubicBezTo>
                    <a:cubicBezTo>
                      <a:pt x="31724" y="6605"/>
                      <a:pt x="31231" y="7301"/>
                      <a:pt x="30651" y="791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6"/>
              <p:cNvSpPr/>
              <p:nvPr/>
            </p:nvSpPr>
            <p:spPr>
              <a:xfrm>
                <a:off x="2676968" y="4463052"/>
                <a:ext cx="36536" cy="39470"/>
              </a:xfrm>
              <a:custGeom>
                <a:rect b="b" l="l" r="r" t="t"/>
                <a:pathLst>
                  <a:path extrusionOk="0" h="39470" w="36536">
                    <a:moveTo>
                      <a:pt x="10377" y="34336"/>
                    </a:moveTo>
                    <a:cubicBezTo>
                      <a:pt x="11740" y="33147"/>
                      <a:pt x="13916" y="32828"/>
                      <a:pt x="15598" y="33698"/>
                    </a:cubicBezTo>
                    <a:cubicBezTo>
                      <a:pt x="20355" y="36135"/>
                      <a:pt x="25635" y="38310"/>
                      <a:pt x="30972" y="39470"/>
                    </a:cubicBezTo>
                    <a:cubicBezTo>
                      <a:pt x="30015" y="37701"/>
                      <a:pt x="29029" y="35844"/>
                      <a:pt x="28129" y="34046"/>
                    </a:cubicBezTo>
                    <a:cubicBezTo>
                      <a:pt x="37847" y="27983"/>
                      <a:pt x="39646" y="11739"/>
                      <a:pt x="30856" y="4023"/>
                    </a:cubicBezTo>
                    <a:cubicBezTo>
                      <a:pt x="21516" y="-4099"/>
                      <a:pt x="4343" y="745"/>
                      <a:pt x="688" y="12580"/>
                    </a:cubicBezTo>
                    <a:cubicBezTo>
                      <a:pt x="-1865" y="20905"/>
                      <a:pt x="2980" y="30130"/>
                      <a:pt x="10348" y="3436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 name="Google Shape;279;p6"/>
              <p:cNvSpPr/>
              <p:nvPr/>
            </p:nvSpPr>
            <p:spPr>
              <a:xfrm>
                <a:off x="2622273" y="4627618"/>
                <a:ext cx="33105" cy="35284"/>
              </a:xfrm>
              <a:custGeom>
                <a:rect b="b" l="l" r="r" t="t"/>
                <a:pathLst>
                  <a:path extrusionOk="0" h="35284" w="33105">
                    <a:moveTo>
                      <a:pt x="31249" y="13880"/>
                    </a:moveTo>
                    <a:cubicBezTo>
                      <a:pt x="30988" y="13213"/>
                      <a:pt x="30698" y="12546"/>
                      <a:pt x="30321" y="11908"/>
                    </a:cubicBezTo>
                    <a:lnTo>
                      <a:pt x="32352" y="6280"/>
                    </a:lnTo>
                    <a:cubicBezTo>
                      <a:pt x="32613" y="6164"/>
                      <a:pt x="32845" y="6019"/>
                      <a:pt x="33106" y="5903"/>
                    </a:cubicBezTo>
                    <a:cubicBezTo>
                      <a:pt x="25361" y="-1842"/>
                      <a:pt x="10799" y="-2219"/>
                      <a:pt x="3692" y="6280"/>
                    </a:cubicBezTo>
                    <a:cubicBezTo>
                      <a:pt x="-4111" y="15563"/>
                      <a:pt x="1139" y="32590"/>
                      <a:pt x="13032" y="35027"/>
                    </a:cubicBezTo>
                    <a:cubicBezTo>
                      <a:pt x="22634" y="36970"/>
                      <a:pt x="31945" y="27572"/>
                      <a:pt x="32003" y="18348"/>
                    </a:cubicBezTo>
                    <a:cubicBezTo>
                      <a:pt x="30988" y="17187"/>
                      <a:pt x="30582" y="15505"/>
                      <a:pt x="31249" y="1390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 name="Google Shape;280;p6"/>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1" name="Shape 281"/>
        <p:cNvGrpSpPr/>
        <p:nvPr/>
      </p:nvGrpSpPr>
      <p:grpSpPr>
        <a:xfrm>
          <a:off x="0" y="0"/>
          <a:ext cx="0" cy="0"/>
          <a:chOff x="0" y="0"/>
          <a:chExt cx="0" cy="0"/>
        </a:xfrm>
      </p:grpSpPr>
      <p:grpSp>
        <p:nvGrpSpPr>
          <p:cNvPr id="282" name="Google Shape;282;p7"/>
          <p:cNvGrpSpPr/>
          <p:nvPr/>
        </p:nvGrpSpPr>
        <p:grpSpPr>
          <a:xfrm>
            <a:off x="7580166" y="2957995"/>
            <a:ext cx="1956059" cy="1956909"/>
            <a:chOff x="4021503" y="1921113"/>
            <a:chExt cx="805692" cy="806042"/>
          </a:xfrm>
        </p:grpSpPr>
        <p:sp>
          <p:nvSpPr>
            <p:cNvPr id="283" name="Google Shape;283;p7"/>
            <p:cNvSpPr/>
            <p:nvPr/>
          </p:nvSpPr>
          <p:spPr>
            <a:xfrm>
              <a:off x="4635425" y="2198798"/>
              <a:ext cx="191770" cy="244983"/>
            </a:xfrm>
            <a:custGeom>
              <a:rect b="b" l="l" r="r" t="t"/>
              <a:pathLst>
                <a:path extrusionOk="0" h="244983" w="191770">
                  <a:moveTo>
                    <a:pt x="65703" y="238974"/>
                  </a:moveTo>
                  <a:lnTo>
                    <a:pt x="65616" y="239148"/>
                  </a:lnTo>
                  <a:cubicBezTo>
                    <a:pt x="64920" y="238771"/>
                    <a:pt x="64165" y="238452"/>
                    <a:pt x="63440" y="238133"/>
                  </a:cubicBezTo>
                  <a:cubicBezTo>
                    <a:pt x="53665" y="230968"/>
                    <a:pt x="50097" y="217247"/>
                    <a:pt x="49893" y="204774"/>
                  </a:cubicBezTo>
                  <a:cubicBezTo>
                    <a:pt x="49720" y="191198"/>
                    <a:pt x="52417" y="177419"/>
                    <a:pt x="49574" y="164134"/>
                  </a:cubicBezTo>
                  <a:cubicBezTo>
                    <a:pt x="44788" y="141740"/>
                    <a:pt x="22626" y="124886"/>
                    <a:pt x="0" y="124886"/>
                  </a:cubicBezTo>
                  <a:lnTo>
                    <a:pt x="0" y="123494"/>
                  </a:lnTo>
                  <a:cubicBezTo>
                    <a:pt x="16534" y="123320"/>
                    <a:pt x="33939" y="120970"/>
                    <a:pt x="44527" y="108729"/>
                  </a:cubicBezTo>
                  <a:cubicBezTo>
                    <a:pt x="56304" y="95095"/>
                    <a:pt x="54622" y="74790"/>
                    <a:pt x="52707" y="56892"/>
                  </a:cubicBezTo>
                  <a:cubicBezTo>
                    <a:pt x="50880" y="39864"/>
                    <a:pt x="50300" y="20313"/>
                    <a:pt x="61468" y="7694"/>
                  </a:cubicBezTo>
                  <a:lnTo>
                    <a:pt x="63179" y="9145"/>
                  </a:lnTo>
                  <a:cubicBezTo>
                    <a:pt x="89895" y="-8347"/>
                    <a:pt x="130187" y="152"/>
                    <a:pt x="147563" y="26985"/>
                  </a:cubicBezTo>
                  <a:cubicBezTo>
                    <a:pt x="159746" y="45869"/>
                    <a:pt x="160558" y="69626"/>
                    <a:pt x="165896" y="91440"/>
                  </a:cubicBezTo>
                  <a:cubicBezTo>
                    <a:pt x="169261" y="104987"/>
                    <a:pt x="177847" y="120477"/>
                    <a:pt x="191771" y="120013"/>
                  </a:cubicBezTo>
                  <a:cubicBezTo>
                    <a:pt x="178602" y="129469"/>
                    <a:pt x="168536" y="143132"/>
                    <a:pt x="163430" y="158506"/>
                  </a:cubicBezTo>
                  <a:cubicBezTo>
                    <a:pt x="158122" y="174460"/>
                    <a:pt x="158122" y="191981"/>
                    <a:pt x="151566" y="207500"/>
                  </a:cubicBezTo>
                  <a:cubicBezTo>
                    <a:pt x="138310" y="239003"/>
                    <a:pt x="96190" y="254319"/>
                    <a:pt x="65703" y="23897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 name="Google Shape;284;p7"/>
            <p:cNvSpPr/>
            <p:nvPr/>
          </p:nvSpPr>
          <p:spPr>
            <a:xfrm>
              <a:off x="4552933" y="2012202"/>
              <a:ext cx="191518" cy="194494"/>
            </a:xfrm>
            <a:custGeom>
              <a:rect b="b" l="l" r="r" t="t"/>
              <a:pathLst>
                <a:path extrusionOk="0" h="194494" w="191518">
                  <a:moveTo>
                    <a:pt x="36427" y="143353"/>
                  </a:moveTo>
                  <a:cubicBezTo>
                    <a:pt x="37965" y="140713"/>
                    <a:pt x="39183" y="137870"/>
                    <a:pt x="40053" y="134941"/>
                  </a:cubicBezTo>
                  <a:cubicBezTo>
                    <a:pt x="43911" y="122235"/>
                    <a:pt x="41649" y="107760"/>
                    <a:pt x="33962" y="96882"/>
                  </a:cubicBezTo>
                  <a:cubicBezTo>
                    <a:pt x="27174" y="87252"/>
                    <a:pt x="16789" y="80696"/>
                    <a:pt x="9653" y="71239"/>
                  </a:cubicBezTo>
                  <a:cubicBezTo>
                    <a:pt x="2575" y="61870"/>
                    <a:pt x="-819" y="49774"/>
                    <a:pt x="168" y="38112"/>
                  </a:cubicBezTo>
                  <a:lnTo>
                    <a:pt x="1038" y="38112"/>
                  </a:lnTo>
                  <a:cubicBezTo>
                    <a:pt x="15136" y="5101"/>
                    <a:pt x="60156" y="-10186"/>
                    <a:pt x="91455" y="7335"/>
                  </a:cubicBezTo>
                  <a:cubicBezTo>
                    <a:pt x="104161" y="14413"/>
                    <a:pt x="114023" y="25581"/>
                    <a:pt x="125858" y="34109"/>
                  </a:cubicBezTo>
                  <a:cubicBezTo>
                    <a:pt x="137694" y="42638"/>
                    <a:pt x="153213" y="48439"/>
                    <a:pt x="166673" y="42899"/>
                  </a:cubicBezTo>
                  <a:cubicBezTo>
                    <a:pt x="154025" y="56445"/>
                    <a:pt x="160117" y="78694"/>
                    <a:pt x="169747" y="94504"/>
                  </a:cubicBezTo>
                  <a:cubicBezTo>
                    <a:pt x="179378" y="110371"/>
                    <a:pt x="192374" y="126209"/>
                    <a:pt x="191475" y="144774"/>
                  </a:cubicBezTo>
                  <a:cubicBezTo>
                    <a:pt x="190343" y="168126"/>
                    <a:pt x="167746" y="184341"/>
                    <a:pt x="145642" y="192260"/>
                  </a:cubicBezTo>
                  <a:lnTo>
                    <a:pt x="145729" y="192492"/>
                  </a:lnTo>
                  <a:cubicBezTo>
                    <a:pt x="132472" y="198816"/>
                    <a:pt x="117011" y="189127"/>
                    <a:pt x="107671" y="177843"/>
                  </a:cubicBezTo>
                  <a:cubicBezTo>
                    <a:pt x="98359" y="166501"/>
                    <a:pt x="91136" y="152519"/>
                    <a:pt x="78112" y="145731"/>
                  </a:cubicBezTo>
                  <a:cubicBezTo>
                    <a:pt x="64246" y="138480"/>
                    <a:pt x="47015" y="141438"/>
                    <a:pt x="32976" y="148661"/>
                  </a:cubicBezTo>
                  <a:cubicBezTo>
                    <a:pt x="34223" y="146979"/>
                    <a:pt x="35383" y="145209"/>
                    <a:pt x="36427" y="14341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7"/>
            <p:cNvSpPr/>
            <p:nvPr/>
          </p:nvSpPr>
          <p:spPr>
            <a:xfrm>
              <a:off x="4532621" y="2436931"/>
              <a:ext cx="206840" cy="202644"/>
            </a:xfrm>
            <a:custGeom>
              <a:rect b="b" l="l" r="r" t="t"/>
              <a:pathLst>
                <a:path extrusionOk="0" h="202644" w="206840">
                  <a:moveTo>
                    <a:pt x="44875" y="37420"/>
                  </a:moveTo>
                  <a:lnTo>
                    <a:pt x="44817" y="37362"/>
                  </a:lnTo>
                  <a:cubicBezTo>
                    <a:pt x="43889" y="35419"/>
                    <a:pt x="42873" y="33504"/>
                    <a:pt x="41655" y="31648"/>
                  </a:cubicBezTo>
                  <a:cubicBezTo>
                    <a:pt x="48820" y="38725"/>
                    <a:pt x="57377" y="44353"/>
                    <a:pt x="66979" y="47370"/>
                  </a:cubicBezTo>
                  <a:cubicBezTo>
                    <a:pt x="80206" y="51518"/>
                    <a:pt x="95378" y="50213"/>
                    <a:pt x="106720" y="42351"/>
                  </a:cubicBezTo>
                  <a:cubicBezTo>
                    <a:pt x="117191" y="35128"/>
                    <a:pt x="123573" y="23351"/>
                    <a:pt x="133059" y="14939"/>
                  </a:cubicBezTo>
                  <a:cubicBezTo>
                    <a:pt x="142893" y="6324"/>
                    <a:pt x="156004" y="1537"/>
                    <a:pt x="169028" y="1915"/>
                  </a:cubicBezTo>
                  <a:cubicBezTo>
                    <a:pt x="168042" y="1363"/>
                    <a:pt x="167085" y="754"/>
                    <a:pt x="166186" y="0"/>
                  </a:cubicBezTo>
                  <a:cubicBezTo>
                    <a:pt x="166940" y="319"/>
                    <a:pt x="167665" y="638"/>
                    <a:pt x="168361" y="1015"/>
                  </a:cubicBezTo>
                  <a:cubicBezTo>
                    <a:pt x="191771" y="12473"/>
                    <a:pt x="208073" y="37971"/>
                    <a:pt x="206768" y="64020"/>
                  </a:cubicBezTo>
                  <a:cubicBezTo>
                    <a:pt x="205985" y="80410"/>
                    <a:pt x="198820" y="95668"/>
                    <a:pt x="193772" y="111303"/>
                  </a:cubicBezTo>
                  <a:cubicBezTo>
                    <a:pt x="188783" y="126880"/>
                    <a:pt x="185998" y="144633"/>
                    <a:pt x="193482" y="159195"/>
                  </a:cubicBezTo>
                  <a:cubicBezTo>
                    <a:pt x="172597" y="153277"/>
                    <a:pt x="150667" y="163488"/>
                    <a:pt x="132276" y="175062"/>
                  </a:cubicBezTo>
                  <a:cubicBezTo>
                    <a:pt x="113885" y="186637"/>
                    <a:pt x="95465" y="200328"/>
                    <a:pt x="73825" y="202388"/>
                  </a:cubicBezTo>
                  <a:cubicBezTo>
                    <a:pt x="49893" y="204621"/>
                    <a:pt x="27557" y="191974"/>
                    <a:pt x="9166" y="175759"/>
                  </a:cubicBezTo>
                  <a:cubicBezTo>
                    <a:pt x="6004" y="173003"/>
                    <a:pt x="2930" y="170073"/>
                    <a:pt x="0" y="167143"/>
                  </a:cubicBezTo>
                  <a:lnTo>
                    <a:pt x="145" y="166969"/>
                  </a:lnTo>
                  <a:cubicBezTo>
                    <a:pt x="1218" y="167723"/>
                    <a:pt x="2233" y="168594"/>
                    <a:pt x="3220" y="169522"/>
                  </a:cubicBezTo>
                  <a:cubicBezTo>
                    <a:pt x="-2611" y="158963"/>
                    <a:pt x="2088" y="145416"/>
                    <a:pt x="9747" y="136105"/>
                  </a:cubicBezTo>
                  <a:cubicBezTo>
                    <a:pt x="17434" y="126793"/>
                    <a:pt x="27818" y="120005"/>
                    <a:pt x="35767" y="110984"/>
                  </a:cubicBezTo>
                  <a:cubicBezTo>
                    <a:pt x="53084" y="91288"/>
                    <a:pt x="56188" y="60859"/>
                    <a:pt x="44846" y="3739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 name="Google Shape;286;p7"/>
            <p:cNvSpPr/>
            <p:nvPr/>
          </p:nvSpPr>
          <p:spPr>
            <a:xfrm>
              <a:off x="4527922" y="2322321"/>
              <a:ext cx="173814" cy="164317"/>
            </a:xfrm>
            <a:custGeom>
              <a:rect b="b" l="l" r="r" t="t"/>
              <a:pathLst>
                <a:path extrusionOk="0" h="164317" w="173814">
                  <a:moveTo>
                    <a:pt x="46384" y="146258"/>
                  </a:moveTo>
                  <a:cubicBezTo>
                    <a:pt x="43773" y="143705"/>
                    <a:pt x="41365" y="140949"/>
                    <a:pt x="39161" y="138077"/>
                  </a:cubicBezTo>
                  <a:lnTo>
                    <a:pt x="40234" y="137207"/>
                  </a:lnTo>
                  <a:cubicBezTo>
                    <a:pt x="41307" y="137671"/>
                    <a:pt x="42293" y="138280"/>
                    <a:pt x="43221" y="139035"/>
                  </a:cubicBezTo>
                  <a:cubicBezTo>
                    <a:pt x="38696" y="134422"/>
                    <a:pt x="38986" y="126793"/>
                    <a:pt x="41278" y="120731"/>
                  </a:cubicBezTo>
                  <a:cubicBezTo>
                    <a:pt x="43569" y="114668"/>
                    <a:pt x="47457" y="109273"/>
                    <a:pt x="49458" y="103152"/>
                  </a:cubicBezTo>
                  <a:cubicBezTo>
                    <a:pt x="54680" y="86675"/>
                    <a:pt x="44440" y="68488"/>
                    <a:pt x="29965" y="58973"/>
                  </a:cubicBezTo>
                  <a:cubicBezTo>
                    <a:pt x="20944" y="53026"/>
                    <a:pt x="10646" y="49749"/>
                    <a:pt x="0" y="47486"/>
                  </a:cubicBezTo>
                  <a:lnTo>
                    <a:pt x="58" y="47341"/>
                  </a:lnTo>
                  <a:cubicBezTo>
                    <a:pt x="15838" y="51025"/>
                    <a:pt x="31937" y="53578"/>
                    <a:pt x="48095" y="55028"/>
                  </a:cubicBezTo>
                  <a:cubicBezTo>
                    <a:pt x="52881" y="55434"/>
                    <a:pt x="57958" y="55724"/>
                    <a:pt x="62338" y="53723"/>
                  </a:cubicBezTo>
                  <a:cubicBezTo>
                    <a:pt x="73187" y="48849"/>
                    <a:pt x="73941" y="34142"/>
                    <a:pt x="78263" y="23003"/>
                  </a:cubicBezTo>
                  <a:cubicBezTo>
                    <a:pt x="82266" y="12589"/>
                    <a:pt x="90823" y="4061"/>
                    <a:pt x="101208" y="0"/>
                  </a:cubicBezTo>
                  <a:cubicBezTo>
                    <a:pt x="103297" y="58"/>
                    <a:pt x="105385" y="58"/>
                    <a:pt x="107532" y="0"/>
                  </a:cubicBezTo>
                  <a:lnTo>
                    <a:pt x="107532" y="1392"/>
                  </a:lnTo>
                  <a:cubicBezTo>
                    <a:pt x="130158" y="1392"/>
                    <a:pt x="152291" y="18246"/>
                    <a:pt x="157106" y="40640"/>
                  </a:cubicBezTo>
                  <a:cubicBezTo>
                    <a:pt x="159949" y="53897"/>
                    <a:pt x="157251" y="67675"/>
                    <a:pt x="157425" y="81280"/>
                  </a:cubicBezTo>
                  <a:cubicBezTo>
                    <a:pt x="157600" y="93753"/>
                    <a:pt x="161196" y="107474"/>
                    <a:pt x="170972" y="114639"/>
                  </a:cubicBezTo>
                  <a:cubicBezTo>
                    <a:pt x="171842" y="115393"/>
                    <a:pt x="172829" y="116002"/>
                    <a:pt x="173815" y="116554"/>
                  </a:cubicBezTo>
                  <a:cubicBezTo>
                    <a:pt x="160790" y="116176"/>
                    <a:pt x="147650" y="120963"/>
                    <a:pt x="137845" y="129578"/>
                  </a:cubicBezTo>
                  <a:cubicBezTo>
                    <a:pt x="128360" y="137990"/>
                    <a:pt x="121978" y="149768"/>
                    <a:pt x="111506" y="156990"/>
                  </a:cubicBezTo>
                  <a:cubicBezTo>
                    <a:pt x="100164" y="164852"/>
                    <a:pt x="84964" y="166157"/>
                    <a:pt x="71765" y="162009"/>
                  </a:cubicBezTo>
                  <a:cubicBezTo>
                    <a:pt x="62164" y="158992"/>
                    <a:pt x="53606" y="153364"/>
                    <a:pt x="46441" y="14628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 name="Google Shape;287;p7"/>
            <p:cNvSpPr/>
            <p:nvPr/>
          </p:nvSpPr>
          <p:spPr>
            <a:xfrm>
              <a:off x="4540134" y="2153694"/>
              <a:ext cx="158557" cy="168641"/>
            </a:xfrm>
            <a:custGeom>
              <a:rect b="b" l="l" r="r" t="t"/>
              <a:pathLst>
                <a:path extrusionOk="0" h="168641" w="158557">
                  <a:moveTo>
                    <a:pt x="158557" y="50943"/>
                  </a:moveTo>
                  <a:cubicBezTo>
                    <a:pt x="157919" y="51552"/>
                    <a:pt x="157339" y="52161"/>
                    <a:pt x="156730" y="52799"/>
                  </a:cubicBezTo>
                  <a:cubicBezTo>
                    <a:pt x="145561" y="65417"/>
                    <a:pt x="146171" y="84969"/>
                    <a:pt x="147969" y="101996"/>
                  </a:cubicBezTo>
                  <a:cubicBezTo>
                    <a:pt x="149884" y="119923"/>
                    <a:pt x="151566" y="140200"/>
                    <a:pt x="139789" y="153833"/>
                  </a:cubicBezTo>
                  <a:cubicBezTo>
                    <a:pt x="129172" y="166075"/>
                    <a:pt x="111767" y="168395"/>
                    <a:pt x="95262" y="168598"/>
                  </a:cubicBezTo>
                  <a:cubicBezTo>
                    <a:pt x="93115" y="168656"/>
                    <a:pt x="91027" y="168656"/>
                    <a:pt x="88938" y="168598"/>
                  </a:cubicBezTo>
                  <a:cubicBezTo>
                    <a:pt x="89344" y="168424"/>
                    <a:pt x="89779" y="168221"/>
                    <a:pt x="90243" y="168076"/>
                  </a:cubicBezTo>
                  <a:cubicBezTo>
                    <a:pt x="81396" y="165843"/>
                    <a:pt x="73680" y="159316"/>
                    <a:pt x="69996" y="150962"/>
                  </a:cubicBezTo>
                  <a:cubicBezTo>
                    <a:pt x="65529" y="140780"/>
                    <a:pt x="66602" y="128074"/>
                    <a:pt x="59466" y="119546"/>
                  </a:cubicBezTo>
                  <a:cubicBezTo>
                    <a:pt x="52533" y="111221"/>
                    <a:pt x="40350" y="109915"/>
                    <a:pt x="29501" y="110438"/>
                  </a:cubicBezTo>
                  <a:cubicBezTo>
                    <a:pt x="19493" y="110960"/>
                    <a:pt x="9630" y="112439"/>
                    <a:pt x="0" y="114963"/>
                  </a:cubicBezTo>
                  <a:cubicBezTo>
                    <a:pt x="4641" y="113338"/>
                    <a:pt x="9253" y="111656"/>
                    <a:pt x="13692" y="109480"/>
                  </a:cubicBezTo>
                  <a:cubicBezTo>
                    <a:pt x="27326" y="102780"/>
                    <a:pt x="39944" y="89900"/>
                    <a:pt x="38957" y="74700"/>
                  </a:cubicBezTo>
                  <a:cubicBezTo>
                    <a:pt x="38348" y="65156"/>
                    <a:pt x="32547" y="56831"/>
                    <a:pt x="28631" y="48071"/>
                  </a:cubicBezTo>
                  <a:cubicBezTo>
                    <a:pt x="24715" y="39281"/>
                    <a:pt x="23148" y="27881"/>
                    <a:pt x="29878" y="21035"/>
                  </a:cubicBezTo>
                  <a:lnTo>
                    <a:pt x="29559" y="20339"/>
                  </a:lnTo>
                  <a:cubicBezTo>
                    <a:pt x="35941" y="17351"/>
                    <a:pt x="41510" y="12739"/>
                    <a:pt x="45804" y="7112"/>
                  </a:cubicBezTo>
                  <a:cubicBezTo>
                    <a:pt x="59872" y="-111"/>
                    <a:pt x="77074" y="-3070"/>
                    <a:pt x="90940" y="4182"/>
                  </a:cubicBezTo>
                  <a:cubicBezTo>
                    <a:pt x="103964" y="10970"/>
                    <a:pt x="111187" y="24952"/>
                    <a:pt x="120499" y="36294"/>
                  </a:cubicBezTo>
                  <a:cubicBezTo>
                    <a:pt x="129868" y="47607"/>
                    <a:pt x="145300" y="57295"/>
                    <a:pt x="158557" y="5094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7"/>
            <p:cNvSpPr/>
            <p:nvPr/>
          </p:nvSpPr>
          <p:spPr>
            <a:xfrm>
              <a:off x="4506978" y="2264031"/>
              <a:ext cx="123399" cy="113611"/>
            </a:xfrm>
            <a:custGeom>
              <a:rect b="b" l="l" r="r" t="t"/>
              <a:pathLst>
                <a:path extrusionOk="0" h="113611" w="123399">
                  <a:moveTo>
                    <a:pt x="123400" y="57768"/>
                  </a:moveTo>
                  <a:cubicBezTo>
                    <a:pt x="122935" y="57913"/>
                    <a:pt x="122529" y="58087"/>
                    <a:pt x="122094" y="58290"/>
                  </a:cubicBezTo>
                  <a:cubicBezTo>
                    <a:pt x="111709" y="62351"/>
                    <a:pt x="103152" y="70850"/>
                    <a:pt x="99149" y="81293"/>
                  </a:cubicBezTo>
                  <a:cubicBezTo>
                    <a:pt x="94827" y="92403"/>
                    <a:pt x="94073" y="107110"/>
                    <a:pt x="83224" y="112012"/>
                  </a:cubicBezTo>
                  <a:cubicBezTo>
                    <a:pt x="78844" y="114014"/>
                    <a:pt x="73767" y="113724"/>
                    <a:pt x="68981" y="113318"/>
                  </a:cubicBezTo>
                  <a:cubicBezTo>
                    <a:pt x="52824" y="111867"/>
                    <a:pt x="36724" y="109315"/>
                    <a:pt x="20944" y="105631"/>
                  </a:cubicBezTo>
                  <a:cubicBezTo>
                    <a:pt x="14301" y="104151"/>
                    <a:pt x="7687" y="102382"/>
                    <a:pt x="1160" y="100467"/>
                  </a:cubicBezTo>
                  <a:lnTo>
                    <a:pt x="0" y="99858"/>
                  </a:lnTo>
                  <a:cubicBezTo>
                    <a:pt x="5367" y="89676"/>
                    <a:pt x="8993" y="78537"/>
                    <a:pt x="10414" y="67079"/>
                  </a:cubicBezTo>
                  <a:cubicBezTo>
                    <a:pt x="12561" y="49761"/>
                    <a:pt x="9660" y="32067"/>
                    <a:pt x="2814" y="16083"/>
                  </a:cubicBezTo>
                  <a:lnTo>
                    <a:pt x="4264" y="15474"/>
                  </a:lnTo>
                  <a:cubicBezTo>
                    <a:pt x="5947" y="14633"/>
                    <a:pt x="7658" y="13792"/>
                    <a:pt x="9369" y="13009"/>
                  </a:cubicBezTo>
                  <a:cubicBezTo>
                    <a:pt x="9544" y="12951"/>
                    <a:pt x="9689" y="12864"/>
                    <a:pt x="9892" y="12776"/>
                  </a:cubicBezTo>
                  <a:cubicBezTo>
                    <a:pt x="17434" y="9557"/>
                    <a:pt x="25353" y="7294"/>
                    <a:pt x="33127" y="4625"/>
                  </a:cubicBezTo>
                  <a:cubicBezTo>
                    <a:pt x="42758" y="2102"/>
                    <a:pt x="52620" y="622"/>
                    <a:pt x="62628" y="100"/>
                  </a:cubicBezTo>
                  <a:cubicBezTo>
                    <a:pt x="73477" y="-422"/>
                    <a:pt x="85660" y="883"/>
                    <a:pt x="92593" y="9209"/>
                  </a:cubicBezTo>
                  <a:cubicBezTo>
                    <a:pt x="99700" y="17737"/>
                    <a:pt x="98656" y="30442"/>
                    <a:pt x="103123" y="40624"/>
                  </a:cubicBezTo>
                  <a:cubicBezTo>
                    <a:pt x="106807" y="49007"/>
                    <a:pt x="114523" y="55505"/>
                    <a:pt x="123370" y="5773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 name="Google Shape;289;p7"/>
            <p:cNvSpPr/>
            <p:nvPr/>
          </p:nvSpPr>
          <p:spPr>
            <a:xfrm>
              <a:off x="4426308" y="2046253"/>
              <a:ext cx="168525" cy="147794"/>
            </a:xfrm>
            <a:custGeom>
              <a:rect b="b" l="l" r="r" t="t"/>
              <a:pathLst>
                <a:path extrusionOk="0" h="147794" w="168525">
                  <a:moveTo>
                    <a:pt x="55724" y="132421"/>
                  </a:moveTo>
                  <a:cubicBezTo>
                    <a:pt x="57203" y="121659"/>
                    <a:pt x="55550" y="110491"/>
                    <a:pt x="47805" y="103297"/>
                  </a:cubicBezTo>
                  <a:cubicBezTo>
                    <a:pt x="40495" y="96451"/>
                    <a:pt x="29878" y="95001"/>
                    <a:pt x="20305" y="92129"/>
                  </a:cubicBezTo>
                  <a:cubicBezTo>
                    <a:pt x="11516" y="89431"/>
                    <a:pt x="2147" y="83891"/>
                    <a:pt x="0" y="75246"/>
                  </a:cubicBezTo>
                  <a:cubicBezTo>
                    <a:pt x="1711" y="61700"/>
                    <a:pt x="3684" y="48008"/>
                    <a:pt x="9224" y="35535"/>
                  </a:cubicBezTo>
                  <a:cubicBezTo>
                    <a:pt x="14765" y="23061"/>
                    <a:pt x="24453" y="11835"/>
                    <a:pt x="37333" y="7455"/>
                  </a:cubicBezTo>
                  <a:cubicBezTo>
                    <a:pt x="52127" y="2437"/>
                    <a:pt x="68197" y="7078"/>
                    <a:pt x="83600" y="9689"/>
                  </a:cubicBezTo>
                  <a:cubicBezTo>
                    <a:pt x="99004" y="12241"/>
                    <a:pt x="117105" y="11864"/>
                    <a:pt x="127316" y="0"/>
                  </a:cubicBezTo>
                  <a:cubicBezTo>
                    <a:pt x="127316" y="87"/>
                    <a:pt x="127257" y="145"/>
                    <a:pt x="127257" y="232"/>
                  </a:cubicBezTo>
                  <a:cubicBezTo>
                    <a:pt x="127083" y="1479"/>
                    <a:pt x="126880" y="2756"/>
                    <a:pt x="126793" y="4003"/>
                  </a:cubicBezTo>
                  <a:cubicBezTo>
                    <a:pt x="125807" y="15693"/>
                    <a:pt x="129201" y="27789"/>
                    <a:pt x="136279" y="37130"/>
                  </a:cubicBezTo>
                  <a:cubicBezTo>
                    <a:pt x="143415" y="46587"/>
                    <a:pt x="153771" y="53142"/>
                    <a:pt x="160587" y="62773"/>
                  </a:cubicBezTo>
                  <a:cubicBezTo>
                    <a:pt x="168275" y="73651"/>
                    <a:pt x="170537" y="88126"/>
                    <a:pt x="166679" y="100831"/>
                  </a:cubicBezTo>
                  <a:cubicBezTo>
                    <a:pt x="165809" y="103761"/>
                    <a:pt x="164591" y="106604"/>
                    <a:pt x="163053" y="109244"/>
                  </a:cubicBezTo>
                  <a:cubicBezTo>
                    <a:pt x="162038" y="111071"/>
                    <a:pt x="160877" y="112841"/>
                    <a:pt x="159601" y="114494"/>
                  </a:cubicBezTo>
                  <a:cubicBezTo>
                    <a:pt x="155308" y="120121"/>
                    <a:pt x="149739" y="124734"/>
                    <a:pt x="143357" y="127722"/>
                  </a:cubicBezTo>
                  <a:lnTo>
                    <a:pt x="143676" y="128418"/>
                  </a:lnTo>
                  <a:cubicBezTo>
                    <a:pt x="135583" y="134480"/>
                    <a:pt x="124096" y="132189"/>
                    <a:pt x="114813" y="128186"/>
                  </a:cubicBezTo>
                  <a:cubicBezTo>
                    <a:pt x="105560" y="124183"/>
                    <a:pt x="96393" y="118642"/>
                    <a:pt x="86327" y="118787"/>
                  </a:cubicBezTo>
                  <a:cubicBezTo>
                    <a:pt x="70489" y="119077"/>
                    <a:pt x="58509" y="133349"/>
                    <a:pt x="52040" y="147795"/>
                  </a:cubicBezTo>
                  <a:lnTo>
                    <a:pt x="51663" y="147650"/>
                  </a:lnTo>
                  <a:cubicBezTo>
                    <a:pt x="52359" y="145793"/>
                    <a:pt x="53026" y="143879"/>
                    <a:pt x="53606" y="141964"/>
                  </a:cubicBezTo>
                  <a:cubicBezTo>
                    <a:pt x="54593" y="138890"/>
                    <a:pt x="55318" y="135641"/>
                    <a:pt x="55695" y="1323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 name="Google Shape;290;p7"/>
            <p:cNvSpPr/>
            <p:nvPr/>
          </p:nvSpPr>
          <p:spPr>
            <a:xfrm>
              <a:off x="4465323" y="2165067"/>
              <a:ext cx="113794" cy="115018"/>
            </a:xfrm>
            <a:custGeom>
              <a:rect b="b" l="l" r="r" t="t"/>
              <a:pathLst>
                <a:path extrusionOk="0" h="115018" w="113794">
                  <a:moveTo>
                    <a:pt x="37391" y="101211"/>
                  </a:moveTo>
                  <a:cubicBezTo>
                    <a:pt x="33562" y="94974"/>
                    <a:pt x="29095" y="89115"/>
                    <a:pt x="24077" y="83748"/>
                  </a:cubicBezTo>
                  <a:cubicBezTo>
                    <a:pt x="20305" y="79745"/>
                    <a:pt x="16215" y="76061"/>
                    <a:pt x="11835" y="72725"/>
                  </a:cubicBezTo>
                  <a:cubicBezTo>
                    <a:pt x="8122" y="69883"/>
                    <a:pt x="4148" y="67272"/>
                    <a:pt x="0" y="65038"/>
                  </a:cubicBezTo>
                  <a:lnTo>
                    <a:pt x="1479" y="62341"/>
                  </a:lnTo>
                  <a:cubicBezTo>
                    <a:pt x="3017" y="50651"/>
                    <a:pt x="8499" y="39947"/>
                    <a:pt x="12647" y="28866"/>
                  </a:cubicBezTo>
                  <a:lnTo>
                    <a:pt x="13024" y="29011"/>
                  </a:lnTo>
                  <a:cubicBezTo>
                    <a:pt x="19493" y="14594"/>
                    <a:pt x="31502" y="293"/>
                    <a:pt x="47312" y="3"/>
                  </a:cubicBezTo>
                  <a:cubicBezTo>
                    <a:pt x="57378" y="-142"/>
                    <a:pt x="66544" y="5398"/>
                    <a:pt x="75798" y="9401"/>
                  </a:cubicBezTo>
                  <a:cubicBezTo>
                    <a:pt x="85051" y="13404"/>
                    <a:pt x="96567" y="15696"/>
                    <a:pt x="104661" y="9633"/>
                  </a:cubicBezTo>
                  <a:cubicBezTo>
                    <a:pt x="97902" y="16479"/>
                    <a:pt x="99497" y="27879"/>
                    <a:pt x="103413" y="36669"/>
                  </a:cubicBezTo>
                  <a:cubicBezTo>
                    <a:pt x="107329" y="45429"/>
                    <a:pt x="113131" y="53754"/>
                    <a:pt x="113740" y="63298"/>
                  </a:cubicBezTo>
                  <a:cubicBezTo>
                    <a:pt x="114726" y="78469"/>
                    <a:pt x="102108" y="91378"/>
                    <a:pt x="88474" y="98078"/>
                  </a:cubicBezTo>
                  <a:cubicBezTo>
                    <a:pt x="84065" y="100254"/>
                    <a:pt x="79453" y="101936"/>
                    <a:pt x="74782" y="103561"/>
                  </a:cubicBezTo>
                  <a:cubicBezTo>
                    <a:pt x="66834" y="105620"/>
                    <a:pt x="59060" y="108347"/>
                    <a:pt x="51547" y="111712"/>
                  </a:cubicBezTo>
                  <a:cubicBezTo>
                    <a:pt x="51373" y="111799"/>
                    <a:pt x="51228" y="111886"/>
                    <a:pt x="51025" y="111944"/>
                  </a:cubicBezTo>
                  <a:cubicBezTo>
                    <a:pt x="49313" y="112698"/>
                    <a:pt x="47573" y="113540"/>
                    <a:pt x="45920" y="114410"/>
                  </a:cubicBezTo>
                  <a:lnTo>
                    <a:pt x="44469" y="115019"/>
                  </a:lnTo>
                  <a:cubicBezTo>
                    <a:pt x="42409" y="110233"/>
                    <a:pt x="40060" y="105620"/>
                    <a:pt x="37362" y="10118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 name="Google Shape;291;p7"/>
            <p:cNvSpPr/>
            <p:nvPr/>
          </p:nvSpPr>
          <p:spPr>
            <a:xfrm>
              <a:off x="4428251" y="2410534"/>
              <a:ext cx="155996" cy="195919"/>
            </a:xfrm>
            <a:custGeom>
              <a:rect b="b" l="l" r="r" t="t"/>
              <a:pathLst>
                <a:path extrusionOk="0" h="195919" w="155996">
                  <a:moveTo>
                    <a:pt x="2466" y="124473"/>
                  </a:moveTo>
                  <a:lnTo>
                    <a:pt x="1160" y="124560"/>
                  </a:lnTo>
                  <a:cubicBezTo>
                    <a:pt x="1016" y="121862"/>
                    <a:pt x="609" y="119193"/>
                    <a:pt x="0" y="116554"/>
                  </a:cubicBezTo>
                  <a:cubicBezTo>
                    <a:pt x="5163" y="96770"/>
                    <a:pt x="40524" y="100135"/>
                    <a:pt x="49575" y="81077"/>
                  </a:cubicBezTo>
                  <a:cubicBezTo>
                    <a:pt x="52214" y="75478"/>
                    <a:pt x="51953" y="69010"/>
                    <a:pt x="51257" y="62889"/>
                  </a:cubicBezTo>
                  <a:cubicBezTo>
                    <a:pt x="48879" y="41394"/>
                    <a:pt x="42178" y="20625"/>
                    <a:pt x="35535" y="0"/>
                  </a:cubicBezTo>
                  <a:cubicBezTo>
                    <a:pt x="41598" y="15693"/>
                    <a:pt x="48879" y="30864"/>
                    <a:pt x="57262" y="45426"/>
                  </a:cubicBezTo>
                  <a:cubicBezTo>
                    <a:pt x="65355" y="59524"/>
                    <a:pt x="78756" y="74840"/>
                    <a:pt x="94537" y="71156"/>
                  </a:cubicBezTo>
                  <a:cubicBezTo>
                    <a:pt x="103703" y="69010"/>
                    <a:pt x="110085" y="61004"/>
                    <a:pt x="117308" y="54970"/>
                  </a:cubicBezTo>
                  <a:cubicBezTo>
                    <a:pt x="123603" y="49719"/>
                    <a:pt x="132885" y="45890"/>
                    <a:pt x="139934" y="48965"/>
                  </a:cubicBezTo>
                  <a:lnTo>
                    <a:pt x="138861" y="49835"/>
                  </a:lnTo>
                  <a:cubicBezTo>
                    <a:pt x="141036" y="52707"/>
                    <a:pt x="143473" y="55463"/>
                    <a:pt x="146084" y="58016"/>
                  </a:cubicBezTo>
                  <a:cubicBezTo>
                    <a:pt x="147302" y="59872"/>
                    <a:pt x="148317" y="61787"/>
                    <a:pt x="149246" y="63730"/>
                  </a:cubicBezTo>
                  <a:lnTo>
                    <a:pt x="149304" y="63788"/>
                  </a:lnTo>
                  <a:cubicBezTo>
                    <a:pt x="160646" y="87256"/>
                    <a:pt x="157542" y="117685"/>
                    <a:pt x="140224" y="137381"/>
                  </a:cubicBezTo>
                  <a:cubicBezTo>
                    <a:pt x="132276" y="146403"/>
                    <a:pt x="121891" y="153219"/>
                    <a:pt x="114204" y="162502"/>
                  </a:cubicBezTo>
                  <a:cubicBezTo>
                    <a:pt x="106575" y="171814"/>
                    <a:pt x="101876" y="185360"/>
                    <a:pt x="107677" y="195919"/>
                  </a:cubicBezTo>
                  <a:cubicBezTo>
                    <a:pt x="106691" y="194991"/>
                    <a:pt x="105676" y="194092"/>
                    <a:pt x="104602" y="193366"/>
                  </a:cubicBezTo>
                  <a:cubicBezTo>
                    <a:pt x="81831" y="176136"/>
                    <a:pt x="43483" y="190582"/>
                    <a:pt x="20538" y="172191"/>
                  </a:cubicBezTo>
                  <a:cubicBezTo>
                    <a:pt x="6817" y="161197"/>
                    <a:pt x="3539" y="142458"/>
                    <a:pt x="2466" y="12444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 name="Google Shape;292;p7"/>
            <p:cNvSpPr/>
            <p:nvPr/>
          </p:nvSpPr>
          <p:spPr>
            <a:xfrm>
              <a:off x="4459406" y="2363860"/>
              <a:ext cx="119327" cy="118385"/>
            </a:xfrm>
            <a:custGeom>
              <a:rect b="b" l="l" r="r" t="t"/>
              <a:pathLst>
                <a:path extrusionOk="0" h="118385" w="119327">
                  <a:moveTo>
                    <a:pt x="68487" y="5918"/>
                  </a:moveTo>
                  <a:cubicBezTo>
                    <a:pt x="79133" y="8209"/>
                    <a:pt x="89431" y="11458"/>
                    <a:pt x="98452" y="17405"/>
                  </a:cubicBezTo>
                  <a:cubicBezTo>
                    <a:pt x="112927" y="26890"/>
                    <a:pt x="123167" y="45107"/>
                    <a:pt x="117946" y="61584"/>
                  </a:cubicBezTo>
                  <a:cubicBezTo>
                    <a:pt x="115944" y="67733"/>
                    <a:pt x="112028" y="73129"/>
                    <a:pt x="109766" y="79162"/>
                  </a:cubicBezTo>
                  <a:cubicBezTo>
                    <a:pt x="107474" y="85225"/>
                    <a:pt x="107213" y="92854"/>
                    <a:pt x="111709" y="97466"/>
                  </a:cubicBezTo>
                  <a:cubicBezTo>
                    <a:pt x="110781" y="96712"/>
                    <a:pt x="109795" y="96103"/>
                    <a:pt x="108721" y="95639"/>
                  </a:cubicBezTo>
                  <a:cubicBezTo>
                    <a:pt x="101701" y="92564"/>
                    <a:pt x="92390" y="96393"/>
                    <a:pt x="86095" y="101644"/>
                  </a:cubicBezTo>
                  <a:cubicBezTo>
                    <a:pt x="78872" y="107706"/>
                    <a:pt x="72520" y="115712"/>
                    <a:pt x="63324" y="117830"/>
                  </a:cubicBezTo>
                  <a:cubicBezTo>
                    <a:pt x="47544" y="121514"/>
                    <a:pt x="34142" y="106198"/>
                    <a:pt x="26049" y="92100"/>
                  </a:cubicBezTo>
                  <a:cubicBezTo>
                    <a:pt x="17666" y="77538"/>
                    <a:pt x="10356" y="62367"/>
                    <a:pt x="4322" y="46674"/>
                  </a:cubicBezTo>
                  <a:lnTo>
                    <a:pt x="0" y="45803"/>
                  </a:lnTo>
                  <a:cubicBezTo>
                    <a:pt x="20189" y="36318"/>
                    <a:pt x="37188" y="19841"/>
                    <a:pt x="47573" y="0"/>
                  </a:cubicBezTo>
                  <a:lnTo>
                    <a:pt x="48733" y="609"/>
                  </a:lnTo>
                  <a:cubicBezTo>
                    <a:pt x="55260" y="2524"/>
                    <a:pt x="61845" y="4293"/>
                    <a:pt x="68517" y="5773"/>
                  </a:cubicBezTo>
                  <a:lnTo>
                    <a:pt x="68458" y="591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 name="Google Shape;293;p7"/>
            <p:cNvSpPr/>
            <p:nvPr/>
          </p:nvSpPr>
          <p:spPr>
            <a:xfrm>
              <a:off x="4316099" y="1921113"/>
              <a:ext cx="246026" cy="200966"/>
            </a:xfrm>
            <a:custGeom>
              <a:rect b="b" l="l" r="r" t="t"/>
              <a:pathLst>
                <a:path extrusionOk="0" h="200966" w="246026">
                  <a:moveTo>
                    <a:pt x="240366" y="77132"/>
                  </a:moveTo>
                  <a:cubicBezTo>
                    <a:pt x="248431" y="92216"/>
                    <a:pt x="248227" y="112318"/>
                    <a:pt x="237495" y="125401"/>
                  </a:cubicBezTo>
                  <a:cubicBezTo>
                    <a:pt x="237495" y="125314"/>
                    <a:pt x="237553" y="125256"/>
                    <a:pt x="237553" y="125169"/>
                  </a:cubicBezTo>
                  <a:cubicBezTo>
                    <a:pt x="227371" y="137033"/>
                    <a:pt x="209241" y="137410"/>
                    <a:pt x="193838" y="134858"/>
                  </a:cubicBezTo>
                  <a:cubicBezTo>
                    <a:pt x="178435" y="132247"/>
                    <a:pt x="162364" y="127606"/>
                    <a:pt x="147570" y="132624"/>
                  </a:cubicBezTo>
                  <a:cubicBezTo>
                    <a:pt x="134691" y="137004"/>
                    <a:pt x="125002" y="148201"/>
                    <a:pt x="119462" y="160704"/>
                  </a:cubicBezTo>
                  <a:cubicBezTo>
                    <a:pt x="113921" y="173177"/>
                    <a:pt x="111978" y="186869"/>
                    <a:pt x="110237" y="200415"/>
                  </a:cubicBezTo>
                  <a:cubicBezTo>
                    <a:pt x="110005" y="199661"/>
                    <a:pt x="109918" y="198936"/>
                    <a:pt x="109831" y="198124"/>
                  </a:cubicBezTo>
                  <a:cubicBezTo>
                    <a:pt x="109512" y="199139"/>
                    <a:pt x="109077" y="200067"/>
                    <a:pt x="108613" y="200966"/>
                  </a:cubicBezTo>
                  <a:lnTo>
                    <a:pt x="107626" y="200502"/>
                  </a:lnTo>
                  <a:cubicBezTo>
                    <a:pt x="108613" y="188087"/>
                    <a:pt x="109541" y="175469"/>
                    <a:pt x="107075" y="163256"/>
                  </a:cubicBezTo>
                  <a:cubicBezTo>
                    <a:pt x="104668" y="151015"/>
                    <a:pt x="98431" y="139006"/>
                    <a:pt x="87843" y="132392"/>
                  </a:cubicBezTo>
                  <a:cubicBezTo>
                    <a:pt x="74528" y="124096"/>
                    <a:pt x="57675" y="125778"/>
                    <a:pt x="42040" y="125981"/>
                  </a:cubicBezTo>
                  <a:cubicBezTo>
                    <a:pt x="26955" y="126126"/>
                    <a:pt x="9754" y="123370"/>
                    <a:pt x="1139" y="111274"/>
                  </a:cubicBezTo>
                  <a:lnTo>
                    <a:pt x="1690" y="110897"/>
                  </a:lnTo>
                  <a:cubicBezTo>
                    <a:pt x="-5533" y="82411"/>
                    <a:pt x="11088" y="49836"/>
                    <a:pt x="38414" y="38987"/>
                  </a:cubicBezTo>
                  <a:cubicBezTo>
                    <a:pt x="54368" y="32605"/>
                    <a:pt x="72208" y="33272"/>
                    <a:pt x="89061" y="29878"/>
                  </a:cubicBezTo>
                  <a:cubicBezTo>
                    <a:pt x="105915" y="26484"/>
                    <a:pt x="123726" y="16767"/>
                    <a:pt x="127555" y="0"/>
                  </a:cubicBezTo>
                  <a:cubicBezTo>
                    <a:pt x="130166" y="14620"/>
                    <a:pt x="142958" y="25411"/>
                    <a:pt x="156592" y="31328"/>
                  </a:cubicBezTo>
                  <a:cubicBezTo>
                    <a:pt x="170167" y="37188"/>
                    <a:pt x="185135" y="39480"/>
                    <a:pt x="199030" y="44440"/>
                  </a:cubicBezTo>
                  <a:cubicBezTo>
                    <a:pt x="215971" y="50532"/>
                    <a:pt x="231925" y="61294"/>
                    <a:pt x="240366" y="7716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7"/>
            <p:cNvSpPr/>
            <p:nvPr/>
          </p:nvSpPr>
          <p:spPr>
            <a:xfrm>
              <a:off x="4272512" y="2534978"/>
              <a:ext cx="274980" cy="192177"/>
            </a:xfrm>
            <a:custGeom>
              <a:rect b="b" l="l" r="r" t="t"/>
              <a:pathLst>
                <a:path extrusionOk="0" h="192177" w="274980">
                  <a:moveTo>
                    <a:pt x="3216" y="66341"/>
                  </a:moveTo>
                  <a:cubicBezTo>
                    <a:pt x="3767" y="64629"/>
                    <a:pt x="4377" y="62889"/>
                    <a:pt x="5131" y="61265"/>
                  </a:cubicBezTo>
                  <a:cubicBezTo>
                    <a:pt x="19548" y="48878"/>
                    <a:pt x="41333" y="48849"/>
                    <a:pt x="60420" y="51808"/>
                  </a:cubicBezTo>
                  <a:cubicBezTo>
                    <a:pt x="80435" y="54941"/>
                    <a:pt x="101234" y="60365"/>
                    <a:pt x="120553" y="54274"/>
                  </a:cubicBezTo>
                  <a:cubicBezTo>
                    <a:pt x="142889" y="47196"/>
                    <a:pt x="158350" y="23380"/>
                    <a:pt x="156900" y="87"/>
                  </a:cubicBezTo>
                  <a:lnTo>
                    <a:pt x="158205" y="0"/>
                  </a:lnTo>
                  <a:cubicBezTo>
                    <a:pt x="159279" y="18014"/>
                    <a:pt x="162527" y="36782"/>
                    <a:pt x="176277" y="47747"/>
                  </a:cubicBezTo>
                  <a:cubicBezTo>
                    <a:pt x="199222" y="66138"/>
                    <a:pt x="237571" y="51692"/>
                    <a:pt x="260342" y="68923"/>
                  </a:cubicBezTo>
                  <a:lnTo>
                    <a:pt x="260197" y="69097"/>
                  </a:lnTo>
                  <a:cubicBezTo>
                    <a:pt x="263126" y="72027"/>
                    <a:pt x="266201" y="74956"/>
                    <a:pt x="269363" y="77712"/>
                  </a:cubicBezTo>
                  <a:cubicBezTo>
                    <a:pt x="282156" y="102804"/>
                    <a:pt x="272438" y="138484"/>
                    <a:pt x="246940" y="151653"/>
                  </a:cubicBezTo>
                  <a:cubicBezTo>
                    <a:pt x="229913" y="160442"/>
                    <a:pt x="209752" y="159601"/>
                    <a:pt x="190752" y="162299"/>
                  </a:cubicBezTo>
                  <a:cubicBezTo>
                    <a:pt x="171752" y="165055"/>
                    <a:pt x="150953" y="173873"/>
                    <a:pt x="145238" y="192177"/>
                  </a:cubicBezTo>
                  <a:cubicBezTo>
                    <a:pt x="133926" y="173699"/>
                    <a:pt x="114664" y="160355"/>
                    <a:pt x="93401" y="156149"/>
                  </a:cubicBezTo>
                  <a:cubicBezTo>
                    <a:pt x="79072" y="153365"/>
                    <a:pt x="64075" y="154554"/>
                    <a:pt x="49890" y="151044"/>
                  </a:cubicBezTo>
                  <a:cubicBezTo>
                    <a:pt x="31238" y="146345"/>
                    <a:pt x="14935" y="133088"/>
                    <a:pt x="6523" y="115770"/>
                  </a:cubicBezTo>
                  <a:cubicBezTo>
                    <a:pt x="-845" y="100541"/>
                    <a:pt x="-2005" y="82440"/>
                    <a:pt x="3216" y="66399"/>
                  </a:cubicBezTo>
                  <a:cubicBezTo>
                    <a:pt x="3216" y="66341"/>
                    <a:pt x="3274" y="66312"/>
                    <a:pt x="3274" y="663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7"/>
            <p:cNvSpPr/>
            <p:nvPr/>
          </p:nvSpPr>
          <p:spPr>
            <a:xfrm>
              <a:off x="4320642" y="2218082"/>
              <a:ext cx="197491" cy="200390"/>
            </a:xfrm>
            <a:custGeom>
              <a:rect b="b" l="l" r="r" t="t"/>
              <a:pathLst>
                <a:path extrusionOk="0" h="200390" w="197491">
                  <a:moveTo>
                    <a:pt x="6980" y="60467"/>
                  </a:moveTo>
                  <a:cubicBezTo>
                    <a:pt x="10896" y="49066"/>
                    <a:pt x="16524" y="38218"/>
                    <a:pt x="23515" y="28442"/>
                  </a:cubicBezTo>
                  <a:lnTo>
                    <a:pt x="24037" y="28761"/>
                  </a:lnTo>
                  <a:cubicBezTo>
                    <a:pt x="33436" y="19594"/>
                    <a:pt x="44662" y="12517"/>
                    <a:pt x="56845" y="7672"/>
                  </a:cubicBezTo>
                  <a:cubicBezTo>
                    <a:pt x="70682" y="2132"/>
                    <a:pt x="85708" y="-479"/>
                    <a:pt x="100560" y="72"/>
                  </a:cubicBezTo>
                  <a:cubicBezTo>
                    <a:pt x="114338" y="536"/>
                    <a:pt x="127972" y="3698"/>
                    <a:pt x="140387" y="9703"/>
                  </a:cubicBezTo>
                  <a:cubicBezTo>
                    <a:pt x="141867" y="10399"/>
                    <a:pt x="143317" y="11153"/>
                    <a:pt x="144710" y="11994"/>
                  </a:cubicBezTo>
                  <a:cubicBezTo>
                    <a:pt x="148858" y="14228"/>
                    <a:pt x="152803" y="16839"/>
                    <a:pt x="156545" y="19682"/>
                  </a:cubicBezTo>
                  <a:cubicBezTo>
                    <a:pt x="160925" y="23046"/>
                    <a:pt x="165015" y="26701"/>
                    <a:pt x="168786" y="30705"/>
                  </a:cubicBezTo>
                  <a:cubicBezTo>
                    <a:pt x="173805" y="36071"/>
                    <a:pt x="178272" y="41931"/>
                    <a:pt x="182101" y="48167"/>
                  </a:cubicBezTo>
                  <a:cubicBezTo>
                    <a:pt x="184799" y="52576"/>
                    <a:pt x="187177" y="57189"/>
                    <a:pt x="189208" y="62004"/>
                  </a:cubicBezTo>
                  <a:cubicBezTo>
                    <a:pt x="196054" y="78016"/>
                    <a:pt x="198925" y="95711"/>
                    <a:pt x="196808" y="113000"/>
                  </a:cubicBezTo>
                  <a:cubicBezTo>
                    <a:pt x="195357" y="124458"/>
                    <a:pt x="191731" y="135568"/>
                    <a:pt x="186394" y="145779"/>
                  </a:cubicBezTo>
                  <a:cubicBezTo>
                    <a:pt x="176009" y="165620"/>
                    <a:pt x="159040" y="182067"/>
                    <a:pt x="138821" y="191582"/>
                  </a:cubicBezTo>
                  <a:cubicBezTo>
                    <a:pt x="131743" y="194889"/>
                    <a:pt x="124288" y="197355"/>
                    <a:pt x="116572" y="198805"/>
                  </a:cubicBezTo>
                  <a:cubicBezTo>
                    <a:pt x="99486" y="202054"/>
                    <a:pt x="81705" y="200197"/>
                    <a:pt x="65373" y="194280"/>
                  </a:cubicBezTo>
                  <a:cubicBezTo>
                    <a:pt x="42428" y="185897"/>
                    <a:pt x="22326" y="169507"/>
                    <a:pt x="11071" y="147838"/>
                  </a:cubicBezTo>
                  <a:cubicBezTo>
                    <a:pt x="10229" y="146214"/>
                    <a:pt x="9446" y="144589"/>
                    <a:pt x="8692" y="142907"/>
                  </a:cubicBezTo>
                  <a:cubicBezTo>
                    <a:pt x="-2795" y="117264"/>
                    <a:pt x="-2418" y="87328"/>
                    <a:pt x="7009" y="6046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 name="Google Shape;296;p7"/>
            <p:cNvSpPr/>
            <p:nvPr/>
          </p:nvSpPr>
          <p:spPr>
            <a:xfrm>
              <a:off x="4364562" y="2119208"/>
              <a:ext cx="117957" cy="110926"/>
            </a:xfrm>
            <a:custGeom>
              <a:rect b="b" l="l" r="r" t="t"/>
              <a:pathLst>
                <a:path extrusionOk="0" h="110926" w="117957">
                  <a:moveTo>
                    <a:pt x="56611" y="98975"/>
                  </a:moveTo>
                  <a:cubicBezTo>
                    <a:pt x="41759" y="98424"/>
                    <a:pt x="26733" y="101034"/>
                    <a:pt x="12897" y="106575"/>
                  </a:cubicBezTo>
                  <a:lnTo>
                    <a:pt x="12287" y="105182"/>
                  </a:lnTo>
                  <a:cubicBezTo>
                    <a:pt x="11736" y="92071"/>
                    <a:pt x="5673" y="79859"/>
                    <a:pt x="2222" y="67211"/>
                  </a:cubicBezTo>
                  <a:cubicBezTo>
                    <a:pt x="-1230" y="54564"/>
                    <a:pt x="-1491" y="39480"/>
                    <a:pt x="7530" y="29936"/>
                  </a:cubicBezTo>
                  <a:cubicBezTo>
                    <a:pt x="21454" y="15316"/>
                    <a:pt x="51361" y="19638"/>
                    <a:pt x="60121" y="2843"/>
                  </a:cubicBezTo>
                  <a:cubicBezTo>
                    <a:pt x="60585" y="1973"/>
                    <a:pt x="60992" y="1015"/>
                    <a:pt x="61340" y="0"/>
                  </a:cubicBezTo>
                  <a:cubicBezTo>
                    <a:pt x="61427" y="783"/>
                    <a:pt x="61514" y="1537"/>
                    <a:pt x="61746" y="2292"/>
                  </a:cubicBezTo>
                  <a:cubicBezTo>
                    <a:pt x="63892" y="10936"/>
                    <a:pt x="73233" y="16476"/>
                    <a:pt x="82051" y="19174"/>
                  </a:cubicBezTo>
                  <a:cubicBezTo>
                    <a:pt x="91653" y="22046"/>
                    <a:pt x="102241" y="23496"/>
                    <a:pt x="109551" y="30342"/>
                  </a:cubicBezTo>
                  <a:cubicBezTo>
                    <a:pt x="117267" y="37565"/>
                    <a:pt x="118949" y="48733"/>
                    <a:pt x="117470" y="59466"/>
                  </a:cubicBezTo>
                  <a:cubicBezTo>
                    <a:pt x="117093" y="62715"/>
                    <a:pt x="116339" y="65993"/>
                    <a:pt x="115381" y="69068"/>
                  </a:cubicBezTo>
                  <a:cubicBezTo>
                    <a:pt x="114772" y="70982"/>
                    <a:pt x="114134" y="72897"/>
                    <a:pt x="113438" y="74753"/>
                  </a:cubicBezTo>
                  <a:cubicBezTo>
                    <a:pt x="109290" y="85834"/>
                    <a:pt x="103807" y="96538"/>
                    <a:pt x="102270" y="108228"/>
                  </a:cubicBezTo>
                  <a:lnTo>
                    <a:pt x="100790" y="110926"/>
                  </a:lnTo>
                  <a:cubicBezTo>
                    <a:pt x="99398" y="110085"/>
                    <a:pt x="97948" y="109331"/>
                    <a:pt x="96468" y="108634"/>
                  </a:cubicBezTo>
                  <a:cubicBezTo>
                    <a:pt x="84053" y="102630"/>
                    <a:pt x="70419" y="99468"/>
                    <a:pt x="56640" y="990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7"/>
            <p:cNvSpPr/>
            <p:nvPr/>
          </p:nvSpPr>
          <p:spPr>
            <a:xfrm>
              <a:off x="4371610" y="2409664"/>
              <a:ext cx="108375" cy="118671"/>
            </a:xfrm>
            <a:custGeom>
              <a:rect b="b" l="l" r="r" t="t"/>
              <a:pathLst>
                <a:path extrusionOk="0" h="118671" w="108375">
                  <a:moveTo>
                    <a:pt x="56640" y="117424"/>
                  </a:moveTo>
                  <a:cubicBezTo>
                    <a:pt x="56496" y="117801"/>
                    <a:pt x="56409" y="118265"/>
                    <a:pt x="56321" y="118671"/>
                  </a:cubicBezTo>
                  <a:cubicBezTo>
                    <a:pt x="54407" y="108721"/>
                    <a:pt x="43703" y="103210"/>
                    <a:pt x="33927" y="100570"/>
                  </a:cubicBezTo>
                  <a:cubicBezTo>
                    <a:pt x="24152" y="97872"/>
                    <a:pt x="13274" y="96103"/>
                    <a:pt x="6515" y="88503"/>
                  </a:cubicBezTo>
                  <a:cubicBezTo>
                    <a:pt x="-969" y="80091"/>
                    <a:pt x="-650" y="67414"/>
                    <a:pt x="887" y="56217"/>
                  </a:cubicBezTo>
                  <a:cubicBezTo>
                    <a:pt x="3208" y="39190"/>
                    <a:pt x="7211" y="22394"/>
                    <a:pt x="12955" y="6179"/>
                  </a:cubicBezTo>
                  <a:cubicBezTo>
                    <a:pt x="13245" y="5569"/>
                    <a:pt x="13506" y="4931"/>
                    <a:pt x="13796" y="4322"/>
                  </a:cubicBezTo>
                  <a:lnTo>
                    <a:pt x="14405" y="2698"/>
                  </a:lnTo>
                  <a:cubicBezTo>
                    <a:pt x="30737" y="8615"/>
                    <a:pt x="48518" y="10472"/>
                    <a:pt x="65604" y="7223"/>
                  </a:cubicBezTo>
                  <a:cubicBezTo>
                    <a:pt x="73320" y="5773"/>
                    <a:pt x="80775" y="3307"/>
                    <a:pt x="87853" y="0"/>
                  </a:cubicBezTo>
                  <a:lnTo>
                    <a:pt x="92175" y="870"/>
                  </a:lnTo>
                  <a:cubicBezTo>
                    <a:pt x="98818" y="21495"/>
                    <a:pt x="105519" y="42235"/>
                    <a:pt x="107897" y="63759"/>
                  </a:cubicBezTo>
                  <a:cubicBezTo>
                    <a:pt x="108594" y="69909"/>
                    <a:pt x="108884" y="76378"/>
                    <a:pt x="106215" y="81947"/>
                  </a:cubicBezTo>
                  <a:cubicBezTo>
                    <a:pt x="97194" y="100976"/>
                    <a:pt x="61804" y="97640"/>
                    <a:pt x="56640" y="11742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7"/>
            <p:cNvSpPr/>
            <p:nvPr/>
          </p:nvSpPr>
          <p:spPr>
            <a:xfrm>
              <a:off x="4247058" y="2415813"/>
              <a:ext cx="182447" cy="182343"/>
            </a:xfrm>
            <a:custGeom>
              <a:rect b="b" l="l" r="r" t="t"/>
              <a:pathLst>
                <a:path extrusionOk="0" h="182343" w="182447">
                  <a:moveTo>
                    <a:pt x="30585" y="180429"/>
                  </a:moveTo>
                  <a:cubicBezTo>
                    <a:pt x="29830" y="181038"/>
                    <a:pt x="29192" y="181676"/>
                    <a:pt x="28496" y="182343"/>
                  </a:cubicBezTo>
                  <a:cubicBezTo>
                    <a:pt x="32035" y="172742"/>
                    <a:pt x="28322" y="161951"/>
                    <a:pt x="22810" y="153394"/>
                  </a:cubicBezTo>
                  <a:cubicBezTo>
                    <a:pt x="17328" y="144778"/>
                    <a:pt x="10047" y="137323"/>
                    <a:pt x="5319" y="128302"/>
                  </a:cubicBezTo>
                  <a:cubicBezTo>
                    <a:pt x="-3703" y="111042"/>
                    <a:pt x="-744" y="89199"/>
                    <a:pt x="10395" y="73419"/>
                  </a:cubicBezTo>
                  <a:cubicBezTo>
                    <a:pt x="14253" y="67820"/>
                    <a:pt x="19184" y="63005"/>
                    <a:pt x="24957" y="59408"/>
                  </a:cubicBezTo>
                  <a:cubicBezTo>
                    <a:pt x="27132" y="58016"/>
                    <a:pt x="29482" y="56797"/>
                    <a:pt x="31948" y="55811"/>
                  </a:cubicBezTo>
                  <a:lnTo>
                    <a:pt x="31426" y="54825"/>
                  </a:lnTo>
                  <a:cubicBezTo>
                    <a:pt x="52776" y="42903"/>
                    <a:pt x="79956" y="71823"/>
                    <a:pt x="102118" y="61468"/>
                  </a:cubicBezTo>
                  <a:cubicBezTo>
                    <a:pt x="111661" y="57000"/>
                    <a:pt x="116680" y="46616"/>
                    <a:pt x="120973" y="37043"/>
                  </a:cubicBezTo>
                  <a:cubicBezTo>
                    <a:pt x="126455" y="24657"/>
                    <a:pt x="131967" y="12386"/>
                    <a:pt x="137508" y="0"/>
                  </a:cubicBezTo>
                  <a:cubicBezTo>
                    <a:pt x="131793" y="16186"/>
                    <a:pt x="127790" y="33011"/>
                    <a:pt x="125440" y="50039"/>
                  </a:cubicBezTo>
                  <a:cubicBezTo>
                    <a:pt x="123903" y="61265"/>
                    <a:pt x="123584" y="73912"/>
                    <a:pt x="131068" y="82324"/>
                  </a:cubicBezTo>
                  <a:cubicBezTo>
                    <a:pt x="137827" y="89924"/>
                    <a:pt x="148704" y="91694"/>
                    <a:pt x="158480" y="94392"/>
                  </a:cubicBezTo>
                  <a:cubicBezTo>
                    <a:pt x="168256" y="97031"/>
                    <a:pt x="178960" y="102543"/>
                    <a:pt x="180874" y="112492"/>
                  </a:cubicBezTo>
                  <a:cubicBezTo>
                    <a:pt x="180961" y="112086"/>
                    <a:pt x="181048" y="111622"/>
                    <a:pt x="181193" y="111245"/>
                  </a:cubicBezTo>
                  <a:cubicBezTo>
                    <a:pt x="181803" y="113885"/>
                    <a:pt x="182209" y="116554"/>
                    <a:pt x="182354" y="119251"/>
                  </a:cubicBezTo>
                  <a:cubicBezTo>
                    <a:pt x="183804" y="142516"/>
                    <a:pt x="168343" y="166360"/>
                    <a:pt x="146007" y="173438"/>
                  </a:cubicBezTo>
                  <a:cubicBezTo>
                    <a:pt x="126688" y="179530"/>
                    <a:pt x="105889" y="174076"/>
                    <a:pt x="85873" y="170972"/>
                  </a:cubicBezTo>
                  <a:cubicBezTo>
                    <a:pt x="66786" y="167984"/>
                    <a:pt x="45001" y="168042"/>
                    <a:pt x="30585" y="18042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7"/>
            <p:cNvSpPr/>
            <p:nvPr/>
          </p:nvSpPr>
          <p:spPr>
            <a:xfrm>
              <a:off x="4261972" y="2030995"/>
              <a:ext cx="162776" cy="193395"/>
            </a:xfrm>
            <a:custGeom>
              <a:rect b="b" l="l" r="r" t="t"/>
              <a:pathLst>
                <a:path extrusionOk="0" h="193395" w="162776">
                  <a:moveTo>
                    <a:pt x="54048" y="1450"/>
                  </a:moveTo>
                  <a:cubicBezTo>
                    <a:pt x="54135" y="986"/>
                    <a:pt x="54222" y="464"/>
                    <a:pt x="54338" y="0"/>
                  </a:cubicBezTo>
                  <a:cubicBezTo>
                    <a:pt x="54628" y="464"/>
                    <a:pt x="54947" y="928"/>
                    <a:pt x="55266" y="1363"/>
                  </a:cubicBezTo>
                  <a:cubicBezTo>
                    <a:pt x="63882" y="13460"/>
                    <a:pt x="81083" y="16215"/>
                    <a:pt x="96167" y="16070"/>
                  </a:cubicBezTo>
                  <a:cubicBezTo>
                    <a:pt x="111803" y="15896"/>
                    <a:pt x="128656" y="14214"/>
                    <a:pt x="141971" y="22481"/>
                  </a:cubicBezTo>
                  <a:cubicBezTo>
                    <a:pt x="152530" y="29095"/>
                    <a:pt x="158766" y="41104"/>
                    <a:pt x="161203" y="53345"/>
                  </a:cubicBezTo>
                  <a:cubicBezTo>
                    <a:pt x="163669" y="65529"/>
                    <a:pt x="162740" y="78147"/>
                    <a:pt x="161754" y="90592"/>
                  </a:cubicBezTo>
                  <a:lnTo>
                    <a:pt x="162740" y="91056"/>
                  </a:lnTo>
                  <a:cubicBezTo>
                    <a:pt x="153980" y="107851"/>
                    <a:pt x="124073" y="103529"/>
                    <a:pt x="110149" y="118149"/>
                  </a:cubicBezTo>
                  <a:cubicBezTo>
                    <a:pt x="101128" y="127693"/>
                    <a:pt x="101389" y="142777"/>
                    <a:pt x="104841" y="155424"/>
                  </a:cubicBezTo>
                  <a:cubicBezTo>
                    <a:pt x="108293" y="168071"/>
                    <a:pt x="114326" y="180284"/>
                    <a:pt x="114906" y="193395"/>
                  </a:cubicBezTo>
                  <a:cubicBezTo>
                    <a:pt x="111919" y="179907"/>
                    <a:pt x="108815" y="166070"/>
                    <a:pt x="101128" y="154583"/>
                  </a:cubicBezTo>
                  <a:cubicBezTo>
                    <a:pt x="93441" y="143096"/>
                    <a:pt x="80039" y="134393"/>
                    <a:pt x="66347" y="136250"/>
                  </a:cubicBezTo>
                  <a:cubicBezTo>
                    <a:pt x="51931" y="138309"/>
                    <a:pt x="37078" y="151044"/>
                    <a:pt x="24750" y="145706"/>
                  </a:cubicBezTo>
                  <a:lnTo>
                    <a:pt x="24924" y="145329"/>
                  </a:lnTo>
                  <a:cubicBezTo>
                    <a:pt x="16599" y="134393"/>
                    <a:pt x="8158" y="123254"/>
                    <a:pt x="3458" y="110375"/>
                  </a:cubicBezTo>
                  <a:cubicBezTo>
                    <a:pt x="-1241" y="97437"/>
                    <a:pt x="-1705" y="82266"/>
                    <a:pt x="5547" y="70634"/>
                  </a:cubicBezTo>
                  <a:cubicBezTo>
                    <a:pt x="10797" y="62222"/>
                    <a:pt x="19384" y="56565"/>
                    <a:pt x="26664" y="49865"/>
                  </a:cubicBezTo>
                  <a:cubicBezTo>
                    <a:pt x="40530" y="37159"/>
                    <a:pt x="50248" y="19899"/>
                    <a:pt x="54019" y="145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7"/>
            <p:cNvSpPr/>
            <p:nvPr/>
          </p:nvSpPr>
          <p:spPr>
            <a:xfrm>
              <a:off x="4263903" y="2360959"/>
              <a:ext cx="122083" cy="118624"/>
            </a:xfrm>
            <a:custGeom>
              <a:rect b="b" l="l" r="r" t="t"/>
              <a:pathLst>
                <a:path extrusionOk="0" h="118624" w="122083">
                  <a:moveTo>
                    <a:pt x="120633" y="54883"/>
                  </a:moveTo>
                  <a:cubicBezTo>
                    <a:pt x="115093" y="67269"/>
                    <a:pt x="109610" y="79540"/>
                    <a:pt x="104099" y="91926"/>
                  </a:cubicBezTo>
                  <a:cubicBezTo>
                    <a:pt x="99806" y="101527"/>
                    <a:pt x="94787" y="111883"/>
                    <a:pt x="85244" y="116351"/>
                  </a:cubicBezTo>
                  <a:cubicBezTo>
                    <a:pt x="63082" y="126677"/>
                    <a:pt x="35902" y="97785"/>
                    <a:pt x="14552" y="109708"/>
                  </a:cubicBezTo>
                  <a:lnTo>
                    <a:pt x="14494" y="109708"/>
                  </a:lnTo>
                  <a:cubicBezTo>
                    <a:pt x="21252" y="88822"/>
                    <a:pt x="-5000" y="68110"/>
                    <a:pt x="860" y="46964"/>
                  </a:cubicBezTo>
                  <a:cubicBezTo>
                    <a:pt x="3413" y="37884"/>
                    <a:pt x="11274" y="31474"/>
                    <a:pt x="19019" y="26107"/>
                  </a:cubicBezTo>
                  <a:cubicBezTo>
                    <a:pt x="33204" y="16244"/>
                    <a:pt x="48288" y="7687"/>
                    <a:pt x="64039" y="609"/>
                  </a:cubicBezTo>
                  <a:lnTo>
                    <a:pt x="65402" y="0"/>
                  </a:lnTo>
                  <a:cubicBezTo>
                    <a:pt x="66157" y="1683"/>
                    <a:pt x="66940" y="3307"/>
                    <a:pt x="67781" y="4931"/>
                  </a:cubicBezTo>
                  <a:cubicBezTo>
                    <a:pt x="79036" y="26629"/>
                    <a:pt x="99139" y="42990"/>
                    <a:pt x="122084" y="51373"/>
                  </a:cubicBezTo>
                  <a:lnTo>
                    <a:pt x="121475" y="52997"/>
                  </a:lnTo>
                  <a:cubicBezTo>
                    <a:pt x="121184" y="53607"/>
                    <a:pt x="120923" y="54245"/>
                    <a:pt x="120633" y="5485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7"/>
            <p:cNvSpPr/>
            <p:nvPr/>
          </p:nvSpPr>
          <p:spPr>
            <a:xfrm>
              <a:off x="4265932" y="2166937"/>
              <a:ext cx="111526" cy="111611"/>
            </a:xfrm>
            <a:custGeom>
              <a:rect b="b" l="l" r="r" t="t"/>
              <a:pathLst>
                <a:path extrusionOk="0" h="111611" w="111526">
                  <a:moveTo>
                    <a:pt x="78197" y="79587"/>
                  </a:moveTo>
                  <a:cubicBezTo>
                    <a:pt x="71206" y="89363"/>
                    <a:pt x="65578" y="100211"/>
                    <a:pt x="61662" y="111612"/>
                  </a:cubicBezTo>
                  <a:cubicBezTo>
                    <a:pt x="57253" y="109552"/>
                    <a:pt x="52670" y="107899"/>
                    <a:pt x="48116" y="106303"/>
                  </a:cubicBezTo>
                  <a:cubicBezTo>
                    <a:pt x="48058" y="106245"/>
                    <a:pt x="48029" y="106245"/>
                    <a:pt x="47971" y="106245"/>
                  </a:cubicBezTo>
                  <a:cubicBezTo>
                    <a:pt x="42372" y="103837"/>
                    <a:pt x="36745" y="101720"/>
                    <a:pt x="30943" y="100298"/>
                  </a:cubicBezTo>
                  <a:cubicBezTo>
                    <a:pt x="28855" y="99457"/>
                    <a:pt x="26766" y="98529"/>
                    <a:pt x="24706" y="97543"/>
                  </a:cubicBezTo>
                  <a:cubicBezTo>
                    <a:pt x="12755" y="91712"/>
                    <a:pt x="1616" y="81530"/>
                    <a:pt x="166" y="68361"/>
                  </a:cubicBezTo>
                  <a:cubicBezTo>
                    <a:pt x="-2068" y="48055"/>
                    <a:pt x="19021" y="30651"/>
                    <a:pt x="18180" y="10635"/>
                  </a:cubicBezTo>
                  <a:cubicBezTo>
                    <a:pt x="18180" y="9794"/>
                    <a:pt x="18092" y="9011"/>
                    <a:pt x="18005" y="8170"/>
                  </a:cubicBezTo>
                  <a:cubicBezTo>
                    <a:pt x="18876" y="8779"/>
                    <a:pt x="19833" y="9301"/>
                    <a:pt x="20761" y="9707"/>
                  </a:cubicBezTo>
                  <a:cubicBezTo>
                    <a:pt x="33090" y="15073"/>
                    <a:pt x="47942" y="2310"/>
                    <a:pt x="62358" y="250"/>
                  </a:cubicBezTo>
                  <a:cubicBezTo>
                    <a:pt x="76050" y="-1606"/>
                    <a:pt x="89452" y="7096"/>
                    <a:pt x="97139" y="18583"/>
                  </a:cubicBezTo>
                  <a:cubicBezTo>
                    <a:pt x="104826" y="30070"/>
                    <a:pt x="107930" y="43907"/>
                    <a:pt x="110918" y="57396"/>
                  </a:cubicBezTo>
                  <a:lnTo>
                    <a:pt x="111527" y="58788"/>
                  </a:lnTo>
                  <a:cubicBezTo>
                    <a:pt x="99343" y="63633"/>
                    <a:pt x="88117" y="70710"/>
                    <a:pt x="78719" y="79877"/>
                  </a:cubicBezTo>
                  <a:lnTo>
                    <a:pt x="78197" y="7955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 name="Google Shape;302;p7"/>
            <p:cNvSpPr/>
            <p:nvPr/>
          </p:nvSpPr>
          <p:spPr>
            <a:xfrm>
              <a:off x="4217973" y="2265146"/>
              <a:ext cx="111332" cy="116566"/>
            </a:xfrm>
            <a:custGeom>
              <a:rect b="b" l="l" r="r" t="t"/>
              <a:pathLst>
                <a:path extrusionOk="0" h="116566" w="111332">
                  <a:moveTo>
                    <a:pt x="1016" y="56275"/>
                  </a:moveTo>
                  <a:cubicBezTo>
                    <a:pt x="696" y="56101"/>
                    <a:pt x="319" y="55898"/>
                    <a:pt x="0" y="55753"/>
                  </a:cubicBezTo>
                  <a:cubicBezTo>
                    <a:pt x="9225" y="55115"/>
                    <a:pt x="16012" y="46877"/>
                    <a:pt x="19871" y="38493"/>
                  </a:cubicBezTo>
                  <a:cubicBezTo>
                    <a:pt x="23700" y="30168"/>
                    <a:pt x="25875" y="20857"/>
                    <a:pt x="31590" y="13634"/>
                  </a:cubicBezTo>
                  <a:cubicBezTo>
                    <a:pt x="40147" y="2756"/>
                    <a:pt x="55289" y="-1160"/>
                    <a:pt x="69010" y="290"/>
                  </a:cubicBezTo>
                  <a:cubicBezTo>
                    <a:pt x="72375" y="609"/>
                    <a:pt x="75653" y="1276"/>
                    <a:pt x="78931" y="2118"/>
                  </a:cubicBezTo>
                  <a:cubicBezTo>
                    <a:pt x="84529" y="4293"/>
                    <a:pt x="90243" y="6121"/>
                    <a:pt x="95958" y="8064"/>
                  </a:cubicBezTo>
                  <a:cubicBezTo>
                    <a:pt x="96016" y="8064"/>
                    <a:pt x="96045" y="8064"/>
                    <a:pt x="96103" y="8122"/>
                  </a:cubicBezTo>
                  <a:cubicBezTo>
                    <a:pt x="100657" y="9718"/>
                    <a:pt x="105212" y="11371"/>
                    <a:pt x="109650" y="13431"/>
                  </a:cubicBezTo>
                  <a:cubicBezTo>
                    <a:pt x="100193" y="40292"/>
                    <a:pt x="99816" y="70199"/>
                    <a:pt x="111332" y="95871"/>
                  </a:cubicBezTo>
                  <a:lnTo>
                    <a:pt x="109969" y="96480"/>
                  </a:lnTo>
                  <a:cubicBezTo>
                    <a:pt x="96741" y="100164"/>
                    <a:pt x="85109" y="108025"/>
                    <a:pt x="72259" y="112812"/>
                  </a:cubicBezTo>
                  <a:cubicBezTo>
                    <a:pt x="59466" y="117598"/>
                    <a:pt x="43715" y="118874"/>
                    <a:pt x="33127" y="110201"/>
                  </a:cubicBezTo>
                  <a:cubicBezTo>
                    <a:pt x="17956" y="97815"/>
                    <a:pt x="19290" y="70924"/>
                    <a:pt x="5309" y="59147"/>
                  </a:cubicBezTo>
                  <a:cubicBezTo>
                    <a:pt x="4061" y="58074"/>
                    <a:pt x="2611" y="57088"/>
                    <a:pt x="1016" y="563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7"/>
            <p:cNvSpPr/>
            <p:nvPr/>
          </p:nvSpPr>
          <p:spPr>
            <a:xfrm>
              <a:off x="4130311" y="2323393"/>
              <a:ext cx="197601" cy="169522"/>
            </a:xfrm>
            <a:custGeom>
              <a:rect b="b" l="l" r="r" t="t"/>
              <a:pathLst>
                <a:path extrusionOk="0" h="169522" w="197601">
                  <a:moveTo>
                    <a:pt x="141588" y="151712"/>
                  </a:moveTo>
                  <a:cubicBezTo>
                    <a:pt x="131492" y="157659"/>
                    <a:pt x="121108" y="163431"/>
                    <a:pt x="109882" y="166738"/>
                  </a:cubicBezTo>
                  <a:cubicBezTo>
                    <a:pt x="97408" y="170451"/>
                    <a:pt x="83485" y="170915"/>
                    <a:pt x="71765" y="165259"/>
                  </a:cubicBezTo>
                  <a:cubicBezTo>
                    <a:pt x="57581" y="158384"/>
                    <a:pt x="48907" y="143996"/>
                    <a:pt x="39190" y="131523"/>
                  </a:cubicBezTo>
                  <a:cubicBezTo>
                    <a:pt x="29472" y="119107"/>
                    <a:pt x="15693" y="107127"/>
                    <a:pt x="0" y="108810"/>
                  </a:cubicBezTo>
                  <a:cubicBezTo>
                    <a:pt x="9950" y="95118"/>
                    <a:pt x="15635" y="78322"/>
                    <a:pt x="16099" y="61382"/>
                  </a:cubicBezTo>
                  <a:cubicBezTo>
                    <a:pt x="16390" y="50040"/>
                    <a:pt x="14417" y="38205"/>
                    <a:pt x="18333" y="27559"/>
                  </a:cubicBezTo>
                  <a:cubicBezTo>
                    <a:pt x="23206" y="14244"/>
                    <a:pt x="36492" y="5455"/>
                    <a:pt x="50270" y="2148"/>
                  </a:cubicBezTo>
                  <a:cubicBezTo>
                    <a:pt x="63991" y="-1217"/>
                    <a:pt x="78437" y="59"/>
                    <a:pt x="92535" y="1364"/>
                  </a:cubicBezTo>
                  <a:lnTo>
                    <a:pt x="92941" y="900"/>
                  </a:lnTo>
                  <a:cubicBezTo>
                    <a:pt x="106952" y="12678"/>
                    <a:pt x="105589" y="39568"/>
                    <a:pt x="120760" y="51954"/>
                  </a:cubicBezTo>
                  <a:cubicBezTo>
                    <a:pt x="131377" y="60599"/>
                    <a:pt x="147099" y="59351"/>
                    <a:pt x="159891" y="54565"/>
                  </a:cubicBezTo>
                  <a:cubicBezTo>
                    <a:pt x="172742" y="49779"/>
                    <a:pt x="184374" y="41918"/>
                    <a:pt x="197601" y="38234"/>
                  </a:cubicBezTo>
                  <a:cubicBezTo>
                    <a:pt x="181879" y="45311"/>
                    <a:pt x="166795" y="53869"/>
                    <a:pt x="152581" y="63731"/>
                  </a:cubicBezTo>
                  <a:cubicBezTo>
                    <a:pt x="144865" y="69098"/>
                    <a:pt x="137004" y="75509"/>
                    <a:pt x="134422" y="84588"/>
                  </a:cubicBezTo>
                  <a:cubicBezTo>
                    <a:pt x="128563" y="105706"/>
                    <a:pt x="154815" y="126417"/>
                    <a:pt x="148056" y="147332"/>
                  </a:cubicBezTo>
                  <a:lnTo>
                    <a:pt x="148114" y="147332"/>
                  </a:lnTo>
                  <a:lnTo>
                    <a:pt x="148636" y="148318"/>
                  </a:lnTo>
                  <a:cubicBezTo>
                    <a:pt x="146171" y="149305"/>
                    <a:pt x="143850" y="150494"/>
                    <a:pt x="141645" y="151915"/>
                  </a:cubicBezTo>
                  <a:lnTo>
                    <a:pt x="141558" y="151770"/>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7"/>
            <p:cNvSpPr/>
            <p:nvPr/>
          </p:nvSpPr>
          <p:spPr>
            <a:xfrm>
              <a:off x="4117720" y="1995683"/>
              <a:ext cx="198357" cy="186255"/>
            </a:xfrm>
            <a:custGeom>
              <a:rect b="b" l="l" r="r" t="t"/>
              <a:pathLst>
                <a:path extrusionOk="0" h="186255" w="198357">
                  <a:moveTo>
                    <a:pt x="198299" y="36763"/>
                  </a:moveTo>
                  <a:cubicBezTo>
                    <a:pt x="194528" y="55183"/>
                    <a:pt x="184811" y="72471"/>
                    <a:pt x="170945" y="85177"/>
                  </a:cubicBezTo>
                  <a:cubicBezTo>
                    <a:pt x="163635" y="91878"/>
                    <a:pt x="155078" y="97505"/>
                    <a:pt x="149827" y="105946"/>
                  </a:cubicBezTo>
                  <a:cubicBezTo>
                    <a:pt x="142575" y="117579"/>
                    <a:pt x="143039" y="132750"/>
                    <a:pt x="147739" y="145687"/>
                  </a:cubicBezTo>
                  <a:cubicBezTo>
                    <a:pt x="152438" y="158567"/>
                    <a:pt x="160850" y="169706"/>
                    <a:pt x="169204" y="180642"/>
                  </a:cubicBezTo>
                  <a:lnTo>
                    <a:pt x="169031" y="181019"/>
                  </a:lnTo>
                  <a:cubicBezTo>
                    <a:pt x="168102" y="180613"/>
                    <a:pt x="167174" y="180090"/>
                    <a:pt x="166275" y="179481"/>
                  </a:cubicBezTo>
                  <a:cubicBezTo>
                    <a:pt x="166362" y="180323"/>
                    <a:pt x="166449" y="181106"/>
                    <a:pt x="166449" y="181947"/>
                  </a:cubicBezTo>
                  <a:lnTo>
                    <a:pt x="165985" y="181947"/>
                  </a:lnTo>
                  <a:cubicBezTo>
                    <a:pt x="157050" y="167153"/>
                    <a:pt x="141502" y="156536"/>
                    <a:pt x="124475" y="153606"/>
                  </a:cubicBezTo>
                  <a:cubicBezTo>
                    <a:pt x="107476" y="150618"/>
                    <a:pt x="89288" y="155376"/>
                    <a:pt x="75886" y="166225"/>
                  </a:cubicBezTo>
                  <a:cubicBezTo>
                    <a:pt x="69185" y="171678"/>
                    <a:pt x="63587" y="178553"/>
                    <a:pt x="55929" y="182411"/>
                  </a:cubicBezTo>
                  <a:cubicBezTo>
                    <a:pt x="47371" y="186704"/>
                    <a:pt x="37451" y="186646"/>
                    <a:pt x="27762" y="185805"/>
                  </a:cubicBezTo>
                  <a:cubicBezTo>
                    <a:pt x="8530" y="181193"/>
                    <a:pt x="-1594" y="158480"/>
                    <a:pt x="205" y="138754"/>
                  </a:cubicBezTo>
                  <a:cubicBezTo>
                    <a:pt x="2061" y="118971"/>
                    <a:pt x="12620" y="101247"/>
                    <a:pt x="21671" y="83494"/>
                  </a:cubicBezTo>
                  <a:cubicBezTo>
                    <a:pt x="30692" y="65770"/>
                    <a:pt x="38553" y="45900"/>
                    <a:pt x="34521" y="26436"/>
                  </a:cubicBezTo>
                  <a:cubicBezTo>
                    <a:pt x="44471" y="37430"/>
                    <a:pt x="62572" y="35921"/>
                    <a:pt x="75857" y="29221"/>
                  </a:cubicBezTo>
                  <a:cubicBezTo>
                    <a:pt x="89085" y="22462"/>
                    <a:pt x="99963" y="11671"/>
                    <a:pt x="113422" y="5405"/>
                  </a:cubicBezTo>
                  <a:cubicBezTo>
                    <a:pt x="143823" y="-8896"/>
                    <a:pt x="184346" y="6420"/>
                    <a:pt x="198358" y="367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7"/>
            <p:cNvSpPr/>
            <p:nvPr/>
          </p:nvSpPr>
          <p:spPr>
            <a:xfrm>
              <a:off x="4139536" y="2148395"/>
              <a:ext cx="157367" cy="173027"/>
            </a:xfrm>
            <a:custGeom>
              <a:rect b="b" l="l" r="r" t="t"/>
              <a:pathLst>
                <a:path extrusionOk="0" h="173027" w="157367">
                  <a:moveTo>
                    <a:pt x="5917" y="33064"/>
                  </a:moveTo>
                  <a:cubicBezTo>
                    <a:pt x="15606" y="33906"/>
                    <a:pt x="25498" y="33935"/>
                    <a:pt x="34084" y="29670"/>
                  </a:cubicBezTo>
                  <a:cubicBezTo>
                    <a:pt x="41771" y="25812"/>
                    <a:pt x="47341" y="18909"/>
                    <a:pt x="54042" y="13484"/>
                  </a:cubicBezTo>
                  <a:cubicBezTo>
                    <a:pt x="67443" y="2635"/>
                    <a:pt x="85631" y="-2093"/>
                    <a:pt x="102630" y="866"/>
                  </a:cubicBezTo>
                  <a:cubicBezTo>
                    <a:pt x="119657" y="3795"/>
                    <a:pt x="135206" y="14412"/>
                    <a:pt x="144140" y="29206"/>
                  </a:cubicBezTo>
                  <a:lnTo>
                    <a:pt x="144604" y="29206"/>
                  </a:lnTo>
                  <a:cubicBezTo>
                    <a:pt x="145445" y="49222"/>
                    <a:pt x="124357" y="66626"/>
                    <a:pt x="126590" y="86932"/>
                  </a:cubicBezTo>
                  <a:cubicBezTo>
                    <a:pt x="128041" y="100102"/>
                    <a:pt x="139151" y="110283"/>
                    <a:pt x="151131" y="116114"/>
                  </a:cubicBezTo>
                  <a:cubicBezTo>
                    <a:pt x="153190" y="117100"/>
                    <a:pt x="155279" y="118028"/>
                    <a:pt x="157368" y="118870"/>
                  </a:cubicBezTo>
                  <a:cubicBezTo>
                    <a:pt x="154119" y="118028"/>
                    <a:pt x="150812" y="117390"/>
                    <a:pt x="147447" y="117042"/>
                  </a:cubicBezTo>
                  <a:cubicBezTo>
                    <a:pt x="133726" y="115592"/>
                    <a:pt x="118584" y="119508"/>
                    <a:pt x="110027" y="130386"/>
                  </a:cubicBezTo>
                  <a:cubicBezTo>
                    <a:pt x="104312" y="137609"/>
                    <a:pt x="102107" y="146920"/>
                    <a:pt x="98308" y="155245"/>
                  </a:cubicBezTo>
                  <a:cubicBezTo>
                    <a:pt x="94449" y="163629"/>
                    <a:pt x="87662" y="171867"/>
                    <a:pt x="78437" y="172505"/>
                  </a:cubicBezTo>
                  <a:cubicBezTo>
                    <a:pt x="78756" y="172650"/>
                    <a:pt x="79133" y="172824"/>
                    <a:pt x="79453" y="173027"/>
                  </a:cubicBezTo>
                  <a:cubicBezTo>
                    <a:pt x="63962" y="170939"/>
                    <a:pt x="48501" y="166239"/>
                    <a:pt x="35621" y="157334"/>
                  </a:cubicBezTo>
                  <a:cubicBezTo>
                    <a:pt x="22539" y="148255"/>
                    <a:pt x="12299" y="134476"/>
                    <a:pt x="9689" y="118841"/>
                  </a:cubicBezTo>
                  <a:cubicBezTo>
                    <a:pt x="7165" y="103902"/>
                    <a:pt x="11545" y="88817"/>
                    <a:pt x="13083" y="73791"/>
                  </a:cubicBezTo>
                  <a:cubicBezTo>
                    <a:pt x="14446" y="60100"/>
                    <a:pt x="12560" y="44697"/>
                    <a:pt x="3162" y="35240"/>
                  </a:cubicBezTo>
                  <a:cubicBezTo>
                    <a:pt x="3162" y="35182"/>
                    <a:pt x="3104" y="35182"/>
                    <a:pt x="3104" y="35182"/>
                  </a:cubicBezTo>
                  <a:cubicBezTo>
                    <a:pt x="2118" y="34167"/>
                    <a:pt x="1102" y="33267"/>
                    <a:pt x="0" y="32426"/>
                  </a:cubicBezTo>
                  <a:cubicBezTo>
                    <a:pt x="1943" y="32658"/>
                    <a:pt x="3916" y="32832"/>
                    <a:pt x="5917" y="3303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7"/>
            <p:cNvSpPr/>
            <p:nvPr/>
          </p:nvSpPr>
          <p:spPr>
            <a:xfrm>
              <a:off x="4097792" y="2432044"/>
              <a:ext cx="179849" cy="217464"/>
            </a:xfrm>
            <a:custGeom>
              <a:rect b="b" l="l" r="r" t="t"/>
              <a:pathLst>
                <a:path extrusionOk="0" h="217464" w="179849">
                  <a:moveTo>
                    <a:pt x="26108" y="7933"/>
                  </a:moveTo>
                  <a:lnTo>
                    <a:pt x="25470" y="7237"/>
                  </a:lnTo>
                  <a:cubicBezTo>
                    <a:pt x="27936" y="5322"/>
                    <a:pt x="30256" y="3146"/>
                    <a:pt x="32258" y="710"/>
                  </a:cubicBezTo>
                  <a:lnTo>
                    <a:pt x="32548" y="159"/>
                  </a:lnTo>
                  <a:cubicBezTo>
                    <a:pt x="48241" y="-1524"/>
                    <a:pt x="62020" y="10456"/>
                    <a:pt x="71738" y="22872"/>
                  </a:cubicBezTo>
                  <a:cubicBezTo>
                    <a:pt x="81455" y="35345"/>
                    <a:pt x="90128" y="49733"/>
                    <a:pt x="104313" y="56608"/>
                  </a:cubicBezTo>
                  <a:cubicBezTo>
                    <a:pt x="116033" y="62293"/>
                    <a:pt x="129956" y="61829"/>
                    <a:pt x="142430" y="58087"/>
                  </a:cubicBezTo>
                  <a:cubicBezTo>
                    <a:pt x="153656" y="54780"/>
                    <a:pt x="164011" y="49008"/>
                    <a:pt x="174135" y="43061"/>
                  </a:cubicBezTo>
                  <a:lnTo>
                    <a:pt x="174222" y="43206"/>
                  </a:lnTo>
                  <a:cubicBezTo>
                    <a:pt x="168450" y="46803"/>
                    <a:pt x="163518" y="51619"/>
                    <a:pt x="159660" y="57217"/>
                  </a:cubicBezTo>
                  <a:cubicBezTo>
                    <a:pt x="148550" y="72997"/>
                    <a:pt x="145562" y="94811"/>
                    <a:pt x="154584" y="112100"/>
                  </a:cubicBezTo>
                  <a:cubicBezTo>
                    <a:pt x="159341" y="121121"/>
                    <a:pt x="166593" y="128576"/>
                    <a:pt x="172076" y="137192"/>
                  </a:cubicBezTo>
                  <a:cubicBezTo>
                    <a:pt x="177558" y="145749"/>
                    <a:pt x="181300" y="156540"/>
                    <a:pt x="177761" y="166142"/>
                  </a:cubicBezTo>
                  <a:cubicBezTo>
                    <a:pt x="178458" y="165503"/>
                    <a:pt x="179125" y="164836"/>
                    <a:pt x="179850" y="164227"/>
                  </a:cubicBezTo>
                  <a:cubicBezTo>
                    <a:pt x="179096" y="165851"/>
                    <a:pt x="178487" y="167592"/>
                    <a:pt x="177935" y="169303"/>
                  </a:cubicBezTo>
                  <a:cubicBezTo>
                    <a:pt x="177935" y="169303"/>
                    <a:pt x="177877" y="169361"/>
                    <a:pt x="177877" y="169390"/>
                  </a:cubicBezTo>
                  <a:cubicBezTo>
                    <a:pt x="164853" y="194018"/>
                    <a:pt x="142865" y="216963"/>
                    <a:pt x="115220" y="217456"/>
                  </a:cubicBezTo>
                  <a:cubicBezTo>
                    <a:pt x="75944" y="218153"/>
                    <a:pt x="48908" y="174728"/>
                    <a:pt x="10270" y="167795"/>
                  </a:cubicBezTo>
                  <a:cubicBezTo>
                    <a:pt x="17493" y="152450"/>
                    <a:pt x="19146" y="134610"/>
                    <a:pt x="14911" y="118192"/>
                  </a:cubicBezTo>
                  <a:cubicBezTo>
                    <a:pt x="11691" y="105660"/>
                    <a:pt x="5280" y="94173"/>
                    <a:pt x="2061" y="81700"/>
                  </a:cubicBezTo>
                  <a:cubicBezTo>
                    <a:pt x="-4640" y="55274"/>
                    <a:pt x="5426" y="25511"/>
                    <a:pt x="26079" y="79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 name="Google Shape;307;p7"/>
            <p:cNvSpPr/>
            <p:nvPr/>
          </p:nvSpPr>
          <p:spPr>
            <a:xfrm>
              <a:off x="4021503" y="2180731"/>
              <a:ext cx="201778" cy="267547"/>
            </a:xfrm>
            <a:custGeom>
              <a:rect b="b" l="l" r="r" t="t"/>
              <a:pathLst>
                <a:path extrusionOk="0" h="267547" w="201778">
                  <a:moveTo>
                    <a:pt x="201779" y="143534"/>
                  </a:moveTo>
                  <a:lnTo>
                    <a:pt x="201373" y="143998"/>
                  </a:lnTo>
                  <a:cubicBezTo>
                    <a:pt x="187275" y="142692"/>
                    <a:pt x="172829" y="141445"/>
                    <a:pt x="159108" y="144781"/>
                  </a:cubicBezTo>
                  <a:cubicBezTo>
                    <a:pt x="145329" y="148088"/>
                    <a:pt x="132073" y="156877"/>
                    <a:pt x="127170" y="170192"/>
                  </a:cubicBezTo>
                  <a:cubicBezTo>
                    <a:pt x="123254" y="180838"/>
                    <a:pt x="125227" y="192673"/>
                    <a:pt x="124937" y="204015"/>
                  </a:cubicBezTo>
                  <a:cubicBezTo>
                    <a:pt x="124473" y="220956"/>
                    <a:pt x="118787" y="237751"/>
                    <a:pt x="108838" y="251443"/>
                  </a:cubicBezTo>
                  <a:lnTo>
                    <a:pt x="108548" y="251994"/>
                  </a:lnTo>
                  <a:cubicBezTo>
                    <a:pt x="106546" y="254402"/>
                    <a:pt x="104225" y="256606"/>
                    <a:pt x="101760" y="258521"/>
                  </a:cubicBezTo>
                  <a:cubicBezTo>
                    <a:pt x="93231" y="265048"/>
                    <a:pt x="82295" y="268384"/>
                    <a:pt x="71592" y="267368"/>
                  </a:cubicBezTo>
                  <a:cubicBezTo>
                    <a:pt x="57755" y="266063"/>
                    <a:pt x="44817" y="257593"/>
                    <a:pt x="38087" y="245438"/>
                  </a:cubicBezTo>
                  <a:cubicBezTo>
                    <a:pt x="28776" y="228498"/>
                    <a:pt x="31851" y="207873"/>
                    <a:pt x="30487" y="188612"/>
                  </a:cubicBezTo>
                  <a:cubicBezTo>
                    <a:pt x="29182" y="169351"/>
                    <a:pt x="19232" y="146957"/>
                    <a:pt x="0" y="145013"/>
                  </a:cubicBezTo>
                  <a:cubicBezTo>
                    <a:pt x="21553" y="136369"/>
                    <a:pt x="33562" y="113366"/>
                    <a:pt x="40350" y="91174"/>
                  </a:cubicBezTo>
                  <a:cubicBezTo>
                    <a:pt x="47109" y="68983"/>
                    <a:pt x="50735" y="45226"/>
                    <a:pt x="63527" y="25878"/>
                  </a:cubicBezTo>
                  <a:cubicBezTo>
                    <a:pt x="75943" y="7110"/>
                    <a:pt x="100889" y="-6089"/>
                    <a:pt x="121137" y="2875"/>
                  </a:cubicBezTo>
                  <a:cubicBezTo>
                    <a:pt x="121137" y="2875"/>
                    <a:pt x="121195" y="2875"/>
                    <a:pt x="121195" y="2933"/>
                  </a:cubicBezTo>
                  <a:cubicBezTo>
                    <a:pt x="130593" y="12389"/>
                    <a:pt x="132450" y="27792"/>
                    <a:pt x="131116" y="41484"/>
                  </a:cubicBezTo>
                  <a:cubicBezTo>
                    <a:pt x="129578" y="56510"/>
                    <a:pt x="125198" y="71594"/>
                    <a:pt x="127722" y="86533"/>
                  </a:cubicBezTo>
                  <a:cubicBezTo>
                    <a:pt x="130332" y="102168"/>
                    <a:pt x="140572" y="115947"/>
                    <a:pt x="153655" y="125027"/>
                  </a:cubicBezTo>
                  <a:cubicBezTo>
                    <a:pt x="166534" y="133903"/>
                    <a:pt x="181995" y="138631"/>
                    <a:pt x="197486" y="140720"/>
                  </a:cubicBezTo>
                  <a:cubicBezTo>
                    <a:pt x="199081" y="141503"/>
                    <a:pt x="200502" y="142489"/>
                    <a:pt x="201779" y="1435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 name="Google Shape;308;p7"/>
            <p:cNvSpPr/>
            <p:nvPr/>
          </p:nvSpPr>
          <p:spPr>
            <a:xfrm>
              <a:off x="4507065" y="2264060"/>
              <a:ext cx="97118" cy="107661"/>
            </a:xfrm>
            <a:custGeom>
              <a:rect b="b" l="l" r="r" t="t"/>
              <a:pathLst>
                <a:path extrusionOk="0" h="107661" w="97118">
                  <a:moveTo>
                    <a:pt x="8819" y="99191"/>
                  </a:moveTo>
                  <a:cubicBezTo>
                    <a:pt x="6411" y="97944"/>
                    <a:pt x="6875" y="93766"/>
                    <a:pt x="9602" y="93244"/>
                  </a:cubicBezTo>
                  <a:cubicBezTo>
                    <a:pt x="20683" y="91069"/>
                    <a:pt x="32576" y="89937"/>
                    <a:pt x="43048" y="85412"/>
                  </a:cubicBezTo>
                  <a:cubicBezTo>
                    <a:pt x="34113" y="81380"/>
                    <a:pt x="24541" y="78769"/>
                    <a:pt x="15693" y="74447"/>
                  </a:cubicBezTo>
                  <a:cubicBezTo>
                    <a:pt x="13634" y="73461"/>
                    <a:pt x="13489" y="69777"/>
                    <a:pt x="15693" y="68820"/>
                  </a:cubicBezTo>
                  <a:cubicBezTo>
                    <a:pt x="26600" y="64149"/>
                    <a:pt x="39073" y="63511"/>
                    <a:pt x="49865" y="58667"/>
                  </a:cubicBezTo>
                  <a:cubicBezTo>
                    <a:pt x="41336" y="53010"/>
                    <a:pt x="30110" y="51821"/>
                    <a:pt x="21205" y="46948"/>
                  </a:cubicBezTo>
                  <a:cubicBezTo>
                    <a:pt x="18739" y="45584"/>
                    <a:pt x="19319" y="41726"/>
                    <a:pt x="21988" y="41001"/>
                  </a:cubicBezTo>
                  <a:cubicBezTo>
                    <a:pt x="30226" y="38767"/>
                    <a:pt x="38725" y="38216"/>
                    <a:pt x="47196" y="37491"/>
                  </a:cubicBezTo>
                  <a:cubicBezTo>
                    <a:pt x="38290" y="30442"/>
                    <a:pt x="25933" y="28035"/>
                    <a:pt x="15722" y="23596"/>
                  </a:cubicBezTo>
                  <a:cubicBezTo>
                    <a:pt x="12822" y="22349"/>
                    <a:pt x="14301" y="18578"/>
                    <a:pt x="16506" y="17650"/>
                  </a:cubicBezTo>
                  <a:cubicBezTo>
                    <a:pt x="26397" y="13531"/>
                    <a:pt x="36347" y="9412"/>
                    <a:pt x="46703" y="6569"/>
                  </a:cubicBezTo>
                  <a:cubicBezTo>
                    <a:pt x="63904" y="1870"/>
                    <a:pt x="83398" y="622"/>
                    <a:pt x="95639" y="15880"/>
                  </a:cubicBezTo>
                  <a:cubicBezTo>
                    <a:pt x="96161" y="16519"/>
                    <a:pt x="96625" y="17186"/>
                    <a:pt x="97118" y="17882"/>
                  </a:cubicBezTo>
                  <a:cubicBezTo>
                    <a:pt x="96074" y="14749"/>
                    <a:pt x="94740" y="11790"/>
                    <a:pt x="92593" y="9208"/>
                  </a:cubicBezTo>
                  <a:cubicBezTo>
                    <a:pt x="85660" y="883"/>
                    <a:pt x="73477" y="-422"/>
                    <a:pt x="62628" y="100"/>
                  </a:cubicBezTo>
                  <a:cubicBezTo>
                    <a:pt x="52620" y="622"/>
                    <a:pt x="42758" y="2102"/>
                    <a:pt x="33127" y="4625"/>
                  </a:cubicBezTo>
                  <a:cubicBezTo>
                    <a:pt x="25353" y="7265"/>
                    <a:pt x="17434" y="9557"/>
                    <a:pt x="9892" y="12776"/>
                  </a:cubicBezTo>
                  <a:cubicBezTo>
                    <a:pt x="9718" y="12864"/>
                    <a:pt x="9573" y="12951"/>
                    <a:pt x="9369" y="13009"/>
                  </a:cubicBezTo>
                  <a:cubicBezTo>
                    <a:pt x="7658" y="13792"/>
                    <a:pt x="5918" y="14633"/>
                    <a:pt x="4264" y="15474"/>
                  </a:cubicBezTo>
                  <a:lnTo>
                    <a:pt x="2814" y="16083"/>
                  </a:lnTo>
                  <a:cubicBezTo>
                    <a:pt x="9659" y="32096"/>
                    <a:pt x="12532" y="49791"/>
                    <a:pt x="10414" y="67079"/>
                  </a:cubicBezTo>
                  <a:cubicBezTo>
                    <a:pt x="8963" y="78537"/>
                    <a:pt x="5337" y="89647"/>
                    <a:pt x="0" y="99858"/>
                  </a:cubicBezTo>
                  <a:lnTo>
                    <a:pt x="1160" y="100467"/>
                  </a:lnTo>
                  <a:cubicBezTo>
                    <a:pt x="7687" y="102382"/>
                    <a:pt x="14272" y="104151"/>
                    <a:pt x="20944" y="105631"/>
                  </a:cubicBezTo>
                  <a:cubicBezTo>
                    <a:pt x="24077" y="106356"/>
                    <a:pt x="27209" y="107023"/>
                    <a:pt x="30371" y="107661"/>
                  </a:cubicBezTo>
                  <a:cubicBezTo>
                    <a:pt x="22800" y="105573"/>
                    <a:pt x="15519" y="102730"/>
                    <a:pt x="8906" y="9924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7"/>
            <p:cNvSpPr/>
            <p:nvPr/>
          </p:nvSpPr>
          <p:spPr>
            <a:xfrm>
              <a:off x="4465294" y="2165125"/>
              <a:ext cx="113823" cy="115047"/>
            </a:xfrm>
            <a:custGeom>
              <a:rect b="b" l="l" r="r" t="t"/>
              <a:pathLst>
                <a:path extrusionOk="0" h="115047" w="113823">
                  <a:moveTo>
                    <a:pt x="113798" y="63269"/>
                  </a:moveTo>
                  <a:cubicBezTo>
                    <a:pt x="113334" y="55930"/>
                    <a:pt x="109795" y="49316"/>
                    <a:pt x="106401" y="42673"/>
                  </a:cubicBezTo>
                  <a:cubicBezTo>
                    <a:pt x="106923" y="44327"/>
                    <a:pt x="107445" y="46009"/>
                    <a:pt x="107880" y="47721"/>
                  </a:cubicBezTo>
                  <a:cubicBezTo>
                    <a:pt x="110404" y="57467"/>
                    <a:pt x="109244" y="68548"/>
                    <a:pt x="104167" y="77338"/>
                  </a:cubicBezTo>
                  <a:cubicBezTo>
                    <a:pt x="94682" y="93727"/>
                    <a:pt x="74173" y="98020"/>
                    <a:pt x="57232" y="102255"/>
                  </a:cubicBezTo>
                  <a:cubicBezTo>
                    <a:pt x="54709" y="102894"/>
                    <a:pt x="51779" y="99877"/>
                    <a:pt x="53549" y="97469"/>
                  </a:cubicBezTo>
                  <a:cubicBezTo>
                    <a:pt x="56304" y="93727"/>
                    <a:pt x="58770" y="89782"/>
                    <a:pt x="61091" y="85750"/>
                  </a:cubicBezTo>
                  <a:cubicBezTo>
                    <a:pt x="54535" y="87113"/>
                    <a:pt x="47950" y="88506"/>
                    <a:pt x="41220" y="88622"/>
                  </a:cubicBezTo>
                  <a:cubicBezTo>
                    <a:pt x="38639" y="88680"/>
                    <a:pt x="37333" y="85866"/>
                    <a:pt x="38406" y="83719"/>
                  </a:cubicBezTo>
                  <a:cubicBezTo>
                    <a:pt x="41365" y="77918"/>
                    <a:pt x="44759" y="72377"/>
                    <a:pt x="48182" y="66837"/>
                  </a:cubicBezTo>
                  <a:cubicBezTo>
                    <a:pt x="41598" y="68664"/>
                    <a:pt x="35274" y="71362"/>
                    <a:pt x="29124" y="74437"/>
                  </a:cubicBezTo>
                  <a:cubicBezTo>
                    <a:pt x="26455" y="75742"/>
                    <a:pt x="23845" y="73596"/>
                    <a:pt x="24338" y="70753"/>
                  </a:cubicBezTo>
                  <a:cubicBezTo>
                    <a:pt x="25295" y="65270"/>
                    <a:pt x="26774" y="59904"/>
                    <a:pt x="28138" y="54538"/>
                  </a:cubicBezTo>
                  <a:cubicBezTo>
                    <a:pt x="23206" y="57641"/>
                    <a:pt x="18826" y="61557"/>
                    <a:pt x="14649" y="65677"/>
                  </a:cubicBezTo>
                  <a:cubicBezTo>
                    <a:pt x="12213" y="68084"/>
                    <a:pt x="8587" y="65590"/>
                    <a:pt x="9196" y="62515"/>
                  </a:cubicBezTo>
                  <a:cubicBezTo>
                    <a:pt x="12967" y="43776"/>
                    <a:pt x="18855" y="19699"/>
                    <a:pt x="38349" y="11374"/>
                  </a:cubicBezTo>
                  <a:cubicBezTo>
                    <a:pt x="48704" y="6965"/>
                    <a:pt x="59756" y="8212"/>
                    <a:pt x="69851" y="12505"/>
                  </a:cubicBezTo>
                  <a:cubicBezTo>
                    <a:pt x="74695" y="14565"/>
                    <a:pt x="79714" y="17175"/>
                    <a:pt x="84993" y="17785"/>
                  </a:cubicBezTo>
                  <a:cubicBezTo>
                    <a:pt x="90070" y="18365"/>
                    <a:pt x="94102" y="16160"/>
                    <a:pt x="97409" y="12824"/>
                  </a:cubicBezTo>
                  <a:cubicBezTo>
                    <a:pt x="90476" y="14304"/>
                    <a:pt x="82557" y="12331"/>
                    <a:pt x="75798" y="9401"/>
                  </a:cubicBezTo>
                  <a:cubicBezTo>
                    <a:pt x="66544" y="5398"/>
                    <a:pt x="57378" y="-142"/>
                    <a:pt x="47312" y="3"/>
                  </a:cubicBezTo>
                  <a:cubicBezTo>
                    <a:pt x="35099" y="206"/>
                    <a:pt x="25208" y="8763"/>
                    <a:pt x="18333" y="19293"/>
                  </a:cubicBezTo>
                  <a:cubicBezTo>
                    <a:pt x="16621" y="25791"/>
                    <a:pt x="13431" y="31969"/>
                    <a:pt x="9283" y="37394"/>
                  </a:cubicBezTo>
                  <a:cubicBezTo>
                    <a:pt x="5947" y="45545"/>
                    <a:pt x="2640" y="53667"/>
                    <a:pt x="1479" y="62341"/>
                  </a:cubicBezTo>
                  <a:lnTo>
                    <a:pt x="0" y="65038"/>
                  </a:lnTo>
                  <a:cubicBezTo>
                    <a:pt x="4148" y="67272"/>
                    <a:pt x="8093" y="69883"/>
                    <a:pt x="11835" y="72725"/>
                  </a:cubicBezTo>
                  <a:cubicBezTo>
                    <a:pt x="16216" y="76090"/>
                    <a:pt x="20305" y="79745"/>
                    <a:pt x="24077" y="83748"/>
                  </a:cubicBezTo>
                  <a:cubicBezTo>
                    <a:pt x="29095" y="89115"/>
                    <a:pt x="33562" y="94975"/>
                    <a:pt x="37391" y="101211"/>
                  </a:cubicBezTo>
                  <a:cubicBezTo>
                    <a:pt x="40089" y="105620"/>
                    <a:pt x="42468" y="110233"/>
                    <a:pt x="44498" y="115048"/>
                  </a:cubicBezTo>
                  <a:lnTo>
                    <a:pt x="45949" y="114439"/>
                  </a:lnTo>
                  <a:cubicBezTo>
                    <a:pt x="47631" y="113569"/>
                    <a:pt x="49342" y="112727"/>
                    <a:pt x="51054" y="111973"/>
                  </a:cubicBezTo>
                  <a:cubicBezTo>
                    <a:pt x="51228" y="111915"/>
                    <a:pt x="51373" y="111828"/>
                    <a:pt x="51576" y="111741"/>
                  </a:cubicBezTo>
                  <a:cubicBezTo>
                    <a:pt x="59060" y="108376"/>
                    <a:pt x="66834" y="105649"/>
                    <a:pt x="74811" y="103590"/>
                  </a:cubicBezTo>
                  <a:cubicBezTo>
                    <a:pt x="79453" y="101965"/>
                    <a:pt x="84065" y="100283"/>
                    <a:pt x="88503" y="98107"/>
                  </a:cubicBezTo>
                  <a:cubicBezTo>
                    <a:pt x="102137" y="91407"/>
                    <a:pt x="114755" y="78527"/>
                    <a:pt x="113769" y="6332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 name="Google Shape;310;p7"/>
            <p:cNvSpPr/>
            <p:nvPr/>
          </p:nvSpPr>
          <p:spPr>
            <a:xfrm>
              <a:off x="4459463" y="2363889"/>
              <a:ext cx="111825" cy="118322"/>
            </a:xfrm>
            <a:custGeom>
              <a:rect b="b" l="l" r="r" t="t"/>
              <a:pathLst>
                <a:path extrusionOk="0" h="118322" w="111825">
                  <a:moveTo>
                    <a:pt x="37710" y="103732"/>
                  </a:moveTo>
                  <a:cubicBezTo>
                    <a:pt x="25672" y="88039"/>
                    <a:pt x="19523" y="68284"/>
                    <a:pt x="13692" y="49661"/>
                  </a:cubicBezTo>
                  <a:cubicBezTo>
                    <a:pt x="12705" y="46529"/>
                    <a:pt x="16883" y="44237"/>
                    <a:pt x="19145" y="46500"/>
                  </a:cubicBezTo>
                  <a:cubicBezTo>
                    <a:pt x="25121" y="52562"/>
                    <a:pt x="30661" y="59669"/>
                    <a:pt x="37826" y="64426"/>
                  </a:cubicBezTo>
                  <a:cubicBezTo>
                    <a:pt x="35187" y="55376"/>
                    <a:pt x="31938" y="46529"/>
                    <a:pt x="27790" y="38087"/>
                  </a:cubicBezTo>
                  <a:cubicBezTo>
                    <a:pt x="26397" y="35274"/>
                    <a:pt x="29298" y="31909"/>
                    <a:pt x="32257" y="33620"/>
                  </a:cubicBezTo>
                  <a:cubicBezTo>
                    <a:pt x="40205" y="38232"/>
                    <a:pt x="47689" y="44266"/>
                    <a:pt x="56450" y="47109"/>
                  </a:cubicBezTo>
                  <a:cubicBezTo>
                    <a:pt x="54158" y="39451"/>
                    <a:pt x="49894" y="32547"/>
                    <a:pt x="44788" y="26368"/>
                  </a:cubicBezTo>
                  <a:cubicBezTo>
                    <a:pt x="42932" y="24106"/>
                    <a:pt x="44585" y="19725"/>
                    <a:pt x="47950" y="20915"/>
                  </a:cubicBezTo>
                  <a:cubicBezTo>
                    <a:pt x="53607" y="22916"/>
                    <a:pt x="58712" y="25933"/>
                    <a:pt x="63846" y="28979"/>
                  </a:cubicBezTo>
                  <a:cubicBezTo>
                    <a:pt x="61004" y="23525"/>
                    <a:pt x="57378" y="18507"/>
                    <a:pt x="53897" y="13344"/>
                  </a:cubicBezTo>
                  <a:cubicBezTo>
                    <a:pt x="52359" y="11052"/>
                    <a:pt x="54941" y="7600"/>
                    <a:pt x="57581" y="8557"/>
                  </a:cubicBezTo>
                  <a:cubicBezTo>
                    <a:pt x="66979" y="12009"/>
                    <a:pt x="76929" y="13257"/>
                    <a:pt x="86617" y="15722"/>
                  </a:cubicBezTo>
                  <a:cubicBezTo>
                    <a:pt x="96161" y="18159"/>
                    <a:pt x="105734" y="23090"/>
                    <a:pt x="111825" y="30603"/>
                  </a:cubicBezTo>
                  <a:cubicBezTo>
                    <a:pt x="108228" y="25411"/>
                    <a:pt x="103645" y="20828"/>
                    <a:pt x="98424" y="17405"/>
                  </a:cubicBezTo>
                  <a:cubicBezTo>
                    <a:pt x="89402" y="11458"/>
                    <a:pt x="79104" y="8180"/>
                    <a:pt x="68459" y="5918"/>
                  </a:cubicBezTo>
                  <a:lnTo>
                    <a:pt x="68517" y="5773"/>
                  </a:lnTo>
                  <a:cubicBezTo>
                    <a:pt x="61874" y="4293"/>
                    <a:pt x="55260" y="2524"/>
                    <a:pt x="48733" y="609"/>
                  </a:cubicBezTo>
                  <a:lnTo>
                    <a:pt x="47573" y="0"/>
                  </a:lnTo>
                  <a:cubicBezTo>
                    <a:pt x="37188" y="19812"/>
                    <a:pt x="20219" y="36289"/>
                    <a:pt x="0" y="45803"/>
                  </a:cubicBezTo>
                  <a:lnTo>
                    <a:pt x="4322" y="46674"/>
                  </a:lnTo>
                  <a:cubicBezTo>
                    <a:pt x="10385" y="62367"/>
                    <a:pt x="17666" y="77538"/>
                    <a:pt x="26049" y="92100"/>
                  </a:cubicBezTo>
                  <a:cubicBezTo>
                    <a:pt x="33098" y="104370"/>
                    <a:pt x="44150" y="117511"/>
                    <a:pt x="57291" y="118323"/>
                  </a:cubicBezTo>
                  <a:cubicBezTo>
                    <a:pt x="49198" y="116234"/>
                    <a:pt x="42729" y="110230"/>
                    <a:pt x="37739" y="10373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 name="Google Shape;311;p7"/>
            <p:cNvSpPr/>
            <p:nvPr/>
          </p:nvSpPr>
          <p:spPr>
            <a:xfrm>
              <a:off x="4364562" y="2134176"/>
              <a:ext cx="110044" cy="95899"/>
            </a:xfrm>
            <a:custGeom>
              <a:rect b="b" l="l" r="r" t="t"/>
              <a:pathLst>
                <a:path extrusionOk="0" h="95899" w="110044">
                  <a:moveTo>
                    <a:pt x="96874" y="80613"/>
                  </a:moveTo>
                  <a:cubicBezTo>
                    <a:pt x="95047" y="81831"/>
                    <a:pt x="92697" y="80555"/>
                    <a:pt x="92088" y="78669"/>
                  </a:cubicBezTo>
                  <a:cubicBezTo>
                    <a:pt x="89013" y="69213"/>
                    <a:pt x="87505" y="58277"/>
                    <a:pt x="81587" y="50068"/>
                  </a:cubicBezTo>
                  <a:cubicBezTo>
                    <a:pt x="76308" y="57581"/>
                    <a:pt x="72827" y="66254"/>
                    <a:pt x="67808" y="73941"/>
                  </a:cubicBezTo>
                  <a:cubicBezTo>
                    <a:pt x="66561" y="75827"/>
                    <a:pt x="63312" y="76262"/>
                    <a:pt x="62181" y="73941"/>
                  </a:cubicBezTo>
                  <a:cubicBezTo>
                    <a:pt x="57975" y="65210"/>
                    <a:pt x="56147" y="55753"/>
                    <a:pt x="53653" y="46471"/>
                  </a:cubicBezTo>
                  <a:cubicBezTo>
                    <a:pt x="50172" y="56565"/>
                    <a:pt x="47793" y="67037"/>
                    <a:pt x="44747" y="77277"/>
                  </a:cubicBezTo>
                  <a:cubicBezTo>
                    <a:pt x="44022" y="79714"/>
                    <a:pt x="39961" y="80787"/>
                    <a:pt x="38801" y="78060"/>
                  </a:cubicBezTo>
                  <a:cubicBezTo>
                    <a:pt x="34624" y="68313"/>
                    <a:pt x="33318" y="57407"/>
                    <a:pt x="28938" y="47805"/>
                  </a:cubicBezTo>
                  <a:cubicBezTo>
                    <a:pt x="26443" y="58074"/>
                    <a:pt x="25312" y="68633"/>
                    <a:pt x="24268" y="79162"/>
                  </a:cubicBezTo>
                  <a:cubicBezTo>
                    <a:pt x="24007" y="81773"/>
                    <a:pt x="20816" y="83717"/>
                    <a:pt x="18698" y="81454"/>
                  </a:cubicBezTo>
                  <a:cubicBezTo>
                    <a:pt x="4803" y="66544"/>
                    <a:pt x="-3493" y="45310"/>
                    <a:pt x="6863" y="26078"/>
                  </a:cubicBezTo>
                  <a:cubicBezTo>
                    <a:pt x="11591" y="17318"/>
                    <a:pt x="19568" y="10588"/>
                    <a:pt x="28445" y="6324"/>
                  </a:cubicBezTo>
                  <a:cubicBezTo>
                    <a:pt x="33260" y="4003"/>
                    <a:pt x="38192" y="2060"/>
                    <a:pt x="43123" y="0"/>
                  </a:cubicBezTo>
                  <a:cubicBezTo>
                    <a:pt x="31027" y="4061"/>
                    <a:pt x="16174" y="5831"/>
                    <a:pt x="7530" y="14939"/>
                  </a:cubicBezTo>
                  <a:cubicBezTo>
                    <a:pt x="-1491" y="24483"/>
                    <a:pt x="-1230" y="39567"/>
                    <a:pt x="2222" y="52214"/>
                  </a:cubicBezTo>
                  <a:cubicBezTo>
                    <a:pt x="5673" y="64862"/>
                    <a:pt x="11707" y="77074"/>
                    <a:pt x="12287" y="90185"/>
                  </a:cubicBezTo>
                  <a:lnTo>
                    <a:pt x="12897" y="91578"/>
                  </a:lnTo>
                  <a:cubicBezTo>
                    <a:pt x="26733" y="86037"/>
                    <a:pt x="41759" y="83427"/>
                    <a:pt x="56611" y="83978"/>
                  </a:cubicBezTo>
                  <a:cubicBezTo>
                    <a:pt x="70390" y="84442"/>
                    <a:pt x="84024" y="87604"/>
                    <a:pt x="96439" y="93608"/>
                  </a:cubicBezTo>
                  <a:cubicBezTo>
                    <a:pt x="97919" y="94305"/>
                    <a:pt x="99369" y="95059"/>
                    <a:pt x="100761" y="95900"/>
                  </a:cubicBezTo>
                  <a:lnTo>
                    <a:pt x="102241" y="93202"/>
                  </a:lnTo>
                  <a:cubicBezTo>
                    <a:pt x="103372" y="84529"/>
                    <a:pt x="106708" y="76407"/>
                    <a:pt x="110044" y="68255"/>
                  </a:cubicBezTo>
                  <a:cubicBezTo>
                    <a:pt x="106302" y="73100"/>
                    <a:pt x="101806" y="77335"/>
                    <a:pt x="96874" y="8058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7"/>
            <p:cNvSpPr/>
            <p:nvPr/>
          </p:nvSpPr>
          <p:spPr>
            <a:xfrm>
              <a:off x="4371582" y="2409664"/>
              <a:ext cx="108396" cy="118671"/>
            </a:xfrm>
            <a:custGeom>
              <a:rect b="b" l="l" r="r" t="t"/>
              <a:pathLst>
                <a:path extrusionOk="0" h="118671" w="108396">
                  <a:moveTo>
                    <a:pt x="107897" y="63759"/>
                  </a:moveTo>
                  <a:cubicBezTo>
                    <a:pt x="105519" y="42264"/>
                    <a:pt x="98818" y="21495"/>
                    <a:pt x="92175" y="870"/>
                  </a:cubicBezTo>
                  <a:lnTo>
                    <a:pt x="87853" y="0"/>
                  </a:lnTo>
                  <a:cubicBezTo>
                    <a:pt x="80775" y="3307"/>
                    <a:pt x="73320" y="5773"/>
                    <a:pt x="65604" y="7223"/>
                  </a:cubicBezTo>
                  <a:cubicBezTo>
                    <a:pt x="48518" y="10472"/>
                    <a:pt x="30737" y="8615"/>
                    <a:pt x="14405" y="2698"/>
                  </a:cubicBezTo>
                  <a:lnTo>
                    <a:pt x="13796" y="4322"/>
                  </a:lnTo>
                  <a:cubicBezTo>
                    <a:pt x="13535" y="4902"/>
                    <a:pt x="13274" y="5511"/>
                    <a:pt x="12984" y="6121"/>
                  </a:cubicBezTo>
                  <a:cubicBezTo>
                    <a:pt x="13187" y="6672"/>
                    <a:pt x="13216" y="7310"/>
                    <a:pt x="12984" y="8006"/>
                  </a:cubicBezTo>
                  <a:cubicBezTo>
                    <a:pt x="10895" y="14591"/>
                    <a:pt x="8864" y="21205"/>
                    <a:pt x="6515" y="27674"/>
                  </a:cubicBezTo>
                  <a:cubicBezTo>
                    <a:pt x="4136" y="37072"/>
                    <a:pt x="2222" y="46616"/>
                    <a:pt x="887" y="56217"/>
                  </a:cubicBezTo>
                  <a:cubicBezTo>
                    <a:pt x="-650" y="67443"/>
                    <a:pt x="-969" y="80091"/>
                    <a:pt x="6515" y="88503"/>
                  </a:cubicBezTo>
                  <a:cubicBezTo>
                    <a:pt x="13274" y="96103"/>
                    <a:pt x="24152" y="97872"/>
                    <a:pt x="33927" y="100570"/>
                  </a:cubicBezTo>
                  <a:cubicBezTo>
                    <a:pt x="43703" y="103210"/>
                    <a:pt x="54407" y="108721"/>
                    <a:pt x="56321" y="118671"/>
                  </a:cubicBezTo>
                  <a:cubicBezTo>
                    <a:pt x="56408" y="118265"/>
                    <a:pt x="56495" y="117801"/>
                    <a:pt x="56641" y="117424"/>
                  </a:cubicBezTo>
                  <a:cubicBezTo>
                    <a:pt x="56902" y="116437"/>
                    <a:pt x="57279" y="115567"/>
                    <a:pt x="57685" y="114697"/>
                  </a:cubicBezTo>
                  <a:cubicBezTo>
                    <a:pt x="56641" y="114581"/>
                    <a:pt x="55654" y="114088"/>
                    <a:pt x="55103" y="113247"/>
                  </a:cubicBezTo>
                  <a:cubicBezTo>
                    <a:pt x="54291" y="112957"/>
                    <a:pt x="53624" y="112289"/>
                    <a:pt x="53450" y="111100"/>
                  </a:cubicBezTo>
                  <a:cubicBezTo>
                    <a:pt x="51999" y="101237"/>
                    <a:pt x="37611" y="98946"/>
                    <a:pt x="30011" y="95755"/>
                  </a:cubicBezTo>
                  <a:cubicBezTo>
                    <a:pt x="20410" y="91723"/>
                    <a:pt x="11736" y="84906"/>
                    <a:pt x="7153" y="75333"/>
                  </a:cubicBezTo>
                  <a:cubicBezTo>
                    <a:pt x="-2333" y="55492"/>
                    <a:pt x="6254" y="31996"/>
                    <a:pt x="18031" y="15113"/>
                  </a:cubicBezTo>
                  <a:cubicBezTo>
                    <a:pt x="19423" y="13112"/>
                    <a:pt x="23543" y="12850"/>
                    <a:pt x="23978" y="15896"/>
                  </a:cubicBezTo>
                  <a:cubicBezTo>
                    <a:pt x="24993" y="22916"/>
                    <a:pt x="26037" y="29936"/>
                    <a:pt x="28706" y="36434"/>
                  </a:cubicBezTo>
                  <a:cubicBezTo>
                    <a:pt x="31404" y="29269"/>
                    <a:pt x="33898" y="22017"/>
                    <a:pt x="37263" y="15142"/>
                  </a:cubicBezTo>
                  <a:cubicBezTo>
                    <a:pt x="38249" y="13112"/>
                    <a:pt x="41934" y="12937"/>
                    <a:pt x="42891" y="15142"/>
                  </a:cubicBezTo>
                  <a:cubicBezTo>
                    <a:pt x="46546" y="23728"/>
                    <a:pt x="49592" y="33011"/>
                    <a:pt x="54755" y="40901"/>
                  </a:cubicBezTo>
                  <a:cubicBezTo>
                    <a:pt x="58120" y="33446"/>
                    <a:pt x="59193" y="25092"/>
                    <a:pt x="61688" y="17289"/>
                  </a:cubicBezTo>
                  <a:cubicBezTo>
                    <a:pt x="62703" y="14156"/>
                    <a:pt x="66938" y="14243"/>
                    <a:pt x="67953" y="17289"/>
                  </a:cubicBezTo>
                  <a:cubicBezTo>
                    <a:pt x="70071" y="23612"/>
                    <a:pt x="72247" y="29907"/>
                    <a:pt x="74886" y="36028"/>
                  </a:cubicBezTo>
                  <a:cubicBezTo>
                    <a:pt x="78599" y="28979"/>
                    <a:pt x="80543" y="20915"/>
                    <a:pt x="84024" y="13750"/>
                  </a:cubicBezTo>
                  <a:cubicBezTo>
                    <a:pt x="85126" y="11487"/>
                    <a:pt x="88462" y="11777"/>
                    <a:pt x="89651" y="13750"/>
                  </a:cubicBezTo>
                  <a:cubicBezTo>
                    <a:pt x="94583" y="22046"/>
                    <a:pt x="98499" y="31067"/>
                    <a:pt x="101516" y="40234"/>
                  </a:cubicBezTo>
                  <a:cubicBezTo>
                    <a:pt x="106650" y="55724"/>
                    <a:pt x="110827" y="76320"/>
                    <a:pt x="97048" y="88648"/>
                  </a:cubicBezTo>
                  <a:cubicBezTo>
                    <a:pt x="91102" y="93985"/>
                    <a:pt x="83618" y="97002"/>
                    <a:pt x="76453" y="100309"/>
                  </a:cubicBezTo>
                  <a:cubicBezTo>
                    <a:pt x="73436" y="101702"/>
                    <a:pt x="69868" y="103239"/>
                    <a:pt x="66880" y="105328"/>
                  </a:cubicBezTo>
                  <a:cubicBezTo>
                    <a:pt x="79586" y="97843"/>
                    <a:pt x="99717" y="95697"/>
                    <a:pt x="106244" y="81976"/>
                  </a:cubicBezTo>
                  <a:cubicBezTo>
                    <a:pt x="108883" y="76378"/>
                    <a:pt x="108623" y="69909"/>
                    <a:pt x="107926" y="6378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 name="Google Shape;313;p7"/>
            <p:cNvSpPr/>
            <p:nvPr/>
          </p:nvSpPr>
          <p:spPr>
            <a:xfrm>
              <a:off x="4263877" y="2360988"/>
              <a:ext cx="122081" cy="65789"/>
            </a:xfrm>
            <a:custGeom>
              <a:rect b="b" l="l" r="r" t="t"/>
              <a:pathLst>
                <a:path extrusionOk="0" h="65789" w="122081">
                  <a:moveTo>
                    <a:pt x="67778" y="4931"/>
                  </a:moveTo>
                  <a:cubicBezTo>
                    <a:pt x="66937" y="3307"/>
                    <a:pt x="66154" y="1682"/>
                    <a:pt x="65400" y="0"/>
                  </a:cubicBezTo>
                  <a:lnTo>
                    <a:pt x="64036" y="609"/>
                  </a:lnTo>
                  <a:cubicBezTo>
                    <a:pt x="48314" y="7687"/>
                    <a:pt x="33230" y="16244"/>
                    <a:pt x="19016" y="26107"/>
                  </a:cubicBezTo>
                  <a:cubicBezTo>
                    <a:pt x="11300" y="31474"/>
                    <a:pt x="3439" y="37884"/>
                    <a:pt x="857" y="46964"/>
                  </a:cubicBezTo>
                  <a:cubicBezTo>
                    <a:pt x="-593" y="52214"/>
                    <a:pt x="-71" y="57436"/>
                    <a:pt x="1438" y="62657"/>
                  </a:cubicBezTo>
                  <a:cubicBezTo>
                    <a:pt x="1205" y="61671"/>
                    <a:pt x="973" y="60684"/>
                    <a:pt x="770" y="59698"/>
                  </a:cubicBezTo>
                  <a:cubicBezTo>
                    <a:pt x="219" y="56797"/>
                    <a:pt x="-303" y="53897"/>
                    <a:pt x="625" y="51025"/>
                  </a:cubicBezTo>
                  <a:cubicBezTo>
                    <a:pt x="1988" y="46761"/>
                    <a:pt x="4889" y="43019"/>
                    <a:pt x="7877" y="39741"/>
                  </a:cubicBezTo>
                  <a:cubicBezTo>
                    <a:pt x="15680" y="31183"/>
                    <a:pt x="25775" y="24425"/>
                    <a:pt x="35841" y="18913"/>
                  </a:cubicBezTo>
                  <a:cubicBezTo>
                    <a:pt x="44427" y="14185"/>
                    <a:pt x="54000" y="9515"/>
                    <a:pt x="63920" y="8557"/>
                  </a:cubicBezTo>
                  <a:cubicBezTo>
                    <a:pt x="67024" y="8267"/>
                    <a:pt x="67808" y="12183"/>
                    <a:pt x="66212" y="14127"/>
                  </a:cubicBezTo>
                  <a:cubicBezTo>
                    <a:pt x="61339" y="20044"/>
                    <a:pt x="57161" y="26484"/>
                    <a:pt x="52694" y="32721"/>
                  </a:cubicBezTo>
                  <a:cubicBezTo>
                    <a:pt x="58844" y="30893"/>
                    <a:pt x="64762" y="28370"/>
                    <a:pt x="70534" y="25527"/>
                  </a:cubicBezTo>
                  <a:cubicBezTo>
                    <a:pt x="72884" y="24367"/>
                    <a:pt x="76336" y="26310"/>
                    <a:pt x="75320" y="29211"/>
                  </a:cubicBezTo>
                  <a:cubicBezTo>
                    <a:pt x="72942" y="35970"/>
                    <a:pt x="69345" y="42206"/>
                    <a:pt x="66444" y="48733"/>
                  </a:cubicBezTo>
                  <a:cubicBezTo>
                    <a:pt x="74653" y="46819"/>
                    <a:pt x="82340" y="43483"/>
                    <a:pt x="89766" y="39277"/>
                  </a:cubicBezTo>
                  <a:cubicBezTo>
                    <a:pt x="92464" y="37768"/>
                    <a:pt x="94930" y="40263"/>
                    <a:pt x="94553" y="42961"/>
                  </a:cubicBezTo>
                  <a:cubicBezTo>
                    <a:pt x="93450" y="50735"/>
                    <a:pt x="92203" y="58451"/>
                    <a:pt x="89592" y="65790"/>
                  </a:cubicBezTo>
                  <a:cubicBezTo>
                    <a:pt x="98411" y="60887"/>
                    <a:pt x="106359" y="54129"/>
                    <a:pt x="116657" y="52707"/>
                  </a:cubicBezTo>
                  <a:cubicBezTo>
                    <a:pt x="118339" y="52475"/>
                    <a:pt x="120137" y="53316"/>
                    <a:pt x="120660" y="54825"/>
                  </a:cubicBezTo>
                  <a:cubicBezTo>
                    <a:pt x="120921" y="54245"/>
                    <a:pt x="121182" y="53606"/>
                    <a:pt x="121472" y="53026"/>
                  </a:cubicBezTo>
                  <a:lnTo>
                    <a:pt x="122081" y="51402"/>
                  </a:lnTo>
                  <a:cubicBezTo>
                    <a:pt x="99136" y="43019"/>
                    <a:pt x="79034" y="26629"/>
                    <a:pt x="67778" y="496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7"/>
            <p:cNvSpPr/>
            <p:nvPr/>
          </p:nvSpPr>
          <p:spPr>
            <a:xfrm>
              <a:off x="4265873" y="2166995"/>
              <a:ext cx="111527" cy="111205"/>
            </a:xfrm>
            <a:custGeom>
              <a:rect b="b" l="l" r="r" t="t"/>
              <a:pathLst>
                <a:path extrusionOk="0" h="111205" w="111527">
                  <a:moveTo>
                    <a:pt x="110976" y="57396"/>
                  </a:moveTo>
                  <a:cubicBezTo>
                    <a:pt x="107988" y="43907"/>
                    <a:pt x="104884" y="30070"/>
                    <a:pt x="97197" y="18583"/>
                  </a:cubicBezTo>
                  <a:cubicBezTo>
                    <a:pt x="89510" y="7096"/>
                    <a:pt x="76108" y="-1606"/>
                    <a:pt x="62417" y="250"/>
                  </a:cubicBezTo>
                  <a:cubicBezTo>
                    <a:pt x="58907" y="743"/>
                    <a:pt x="55397" y="1875"/>
                    <a:pt x="51887" y="3209"/>
                  </a:cubicBezTo>
                  <a:cubicBezTo>
                    <a:pt x="59110" y="1382"/>
                    <a:pt x="65926" y="1150"/>
                    <a:pt x="73295" y="4456"/>
                  </a:cubicBezTo>
                  <a:cubicBezTo>
                    <a:pt x="92121" y="12898"/>
                    <a:pt x="99518" y="35553"/>
                    <a:pt x="100910" y="54611"/>
                  </a:cubicBezTo>
                  <a:cubicBezTo>
                    <a:pt x="101084" y="57019"/>
                    <a:pt x="97980" y="58759"/>
                    <a:pt x="96008" y="57425"/>
                  </a:cubicBezTo>
                  <a:cubicBezTo>
                    <a:pt x="90003" y="53364"/>
                    <a:pt x="84289" y="48839"/>
                    <a:pt x="78342" y="44690"/>
                  </a:cubicBezTo>
                  <a:cubicBezTo>
                    <a:pt x="79589" y="50666"/>
                    <a:pt x="82055" y="56410"/>
                    <a:pt x="84289" y="62008"/>
                  </a:cubicBezTo>
                  <a:cubicBezTo>
                    <a:pt x="85362" y="64648"/>
                    <a:pt x="81736" y="67172"/>
                    <a:pt x="79502" y="65692"/>
                  </a:cubicBezTo>
                  <a:cubicBezTo>
                    <a:pt x="73121" y="61399"/>
                    <a:pt x="66942" y="56526"/>
                    <a:pt x="59980" y="53219"/>
                  </a:cubicBezTo>
                  <a:cubicBezTo>
                    <a:pt x="62649" y="62124"/>
                    <a:pt x="66072" y="70768"/>
                    <a:pt x="70220" y="79123"/>
                  </a:cubicBezTo>
                  <a:cubicBezTo>
                    <a:pt x="71757" y="82198"/>
                    <a:pt x="68740" y="84866"/>
                    <a:pt x="65753" y="83590"/>
                  </a:cubicBezTo>
                  <a:cubicBezTo>
                    <a:pt x="58211" y="80312"/>
                    <a:pt x="50843" y="76367"/>
                    <a:pt x="42923" y="74133"/>
                  </a:cubicBezTo>
                  <a:cubicBezTo>
                    <a:pt x="46027" y="83503"/>
                    <a:pt x="53279" y="90987"/>
                    <a:pt x="57834" y="99747"/>
                  </a:cubicBezTo>
                  <a:cubicBezTo>
                    <a:pt x="59081" y="102184"/>
                    <a:pt x="56992" y="105375"/>
                    <a:pt x="54149" y="104534"/>
                  </a:cubicBezTo>
                  <a:cubicBezTo>
                    <a:pt x="37064" y="99399"/>
                    <a:pt x="15018" y="92901"/>
                    <a:pt x="6518" y="75468"/>
                  </a:cubicBezTo>
                  <a:cubicBezTo>
                    <a:pt x="1993" y="66156"/>
                    <a:pt x="2429" y="55365"/>
                    <a:pt x="5503" y="45677"/>
                  </a:cubicBezTo>
                  <a:cubicBezTo>
                    <a:pt x="1964" y="53016"/>
                    <a:pt x="-704" y="60471"/>
                    <a:pt x="166" y="68361"/>
                  </a:cubicBezTo>
                  <a:cubicBezTo>
                    <a:pt x="1616" y="81530"/>
                    <a:pt x="12726" y="91712"/>
                    <a:pt x="24706" y="97543"/>
                  </a:cubicBezTo>
                  <a:cubicBezTo>
                    <a:pt x="26766" y="98529"/>
                    <a:pt x="28855" y="99457"/>
                    <a:pt x="30943" y="100298"/>
                  </a:cubicBezTo>
                  <a:cubicBezTo>
                    <a:pt x="36774" y="101749"/>
                    <a:pt x="42401" y="103837"/>
                    <a:pt x="47971" y="106245"/>
                  </a:cubicBezTo>
                  <a:cubicBezTo>
                    <a:pt x="48029" y="106245"/>
                    <a:pt x="48058" y="106245"/>
                    <a:pt x="48116" y="106303"/>
                  </a:cubicBezTo>
                  <a:cubicBezTo>
                    <a:pt x="52351" y="107782"/>
                    <a:pt x="56586" y="109349"/>
                    <a:pt x="60705" y="111205"/>
                  </a:cubicBezTo>
                  <a:cubicBezTo>
                    <a:pt x="64592" y="93685"/>
                    <a:pt x="73469" y="78020"/>
                    <a:pt x="89800" y="69028"/>
                  </a:cubicBezTo>
                  <a:cubicBezTo>
                    <a:pt x="90786" y="68477"/>
                    <a:pt x="91744" y="68506"/>
                    <a:pt x="92527" y="68854"/>
                  </a:cubicBezTo>
                  <a:cubicBezTo>
                    <a:pt x="98474" y="64880"/>
                    <a:pt x="104826" y="61486"/>
                    <a:pt x="111527" y="58846"/>
                  </a:cubicBezTo>
                  <a:lnTo>
                    <a:pt x="110918" y="57454"/>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7"/>
            <p:cNvSpPr/>
            <p:nvPr/>
          </p:nvSpPr>
          <p:spPr>
            <a:xfrm>
              <a:off x="4224703" y="2265146"/>
              <a:ext cx="104602" cy="113710"/>
            </a:xfrm>
            <a:custGeom>
              <a:rect b="b" l="l" r="r" t="t"/>
              <a:pathLst>
                <a:path extrusionOk="0" h="113710" w="104602">
                  <a:moveTo>
                    <a:pt x="100541" y="21060"/>
                  </a:moveTo>
                  <a:cubicBezTo>
                    <a:pt x="100918" y="18333"/>
                    <a:pt x="101382" y="15664"/>
                    <a:pt x="101963" y="13025"/>
                  </a:cubicBezTo>
                  <a:cubicBezTo>
                    <a:pt x="97843" y="11168"/>
                    <a:pt x="93608" y="9602"/>
                    <a:pt x="89373" y="8122"/>
                  </a:cubicBezTo>
                  <a:cubicBezTo>
                    <a:pt x="89315" y="8064"/>
                    <a:pt x="89286" y="8064"/>
                    <a:pt x="89228" y="8064"/>
                  </a:cubicBezTo>
                  <a:cubicBezTo>
                    <a:pt x="83513" y="6121"/>
                    <a:pt x="77770" y="4293"/>
                    <a:pt x="72201" y="2118"/>
                  </a:cubicBezTo>
                  <a:cubicBezTo>
                    <a:pt x="68952" y="1276"/>
                    <a:pt x="65645" y="638"/>
                    <a:pt x="62280" y="290"/>
                  </a:cubicBezTo>
                  <a:cubicBezTo>
                    <a:pt x="48559" y="-1160"/>
                    <a:pt x="33417" y="2756"/>
                    <a:pt x="24860" y="13634"/>
                  </a:cubicBezTo>
                  <a:cubicBezTo>
                    <a:pt x="19145" y="20857"/>
                    <a:pt x="16940" y="30168"/>
                    <a:pt x="13141" y="38493"/>
                  </a:cubicBezTo>
                  <a:cubicBezTo>
                    <a:pt x="10298" y="44672"/>
                    <a:pt x="5831" y="50764"/>
                    <a:pt x="0" y="53810"/>
                  </a:cubicBezTo>
                  <a:cubicBezTo>
                    <a:pt x="667" y="53781"/>
                    <a:pt x="1392" y="53897"/>
                    <a:pt x="2059" y="54332"/>
                  </a:cubicBezTo>
                  <a:cubicBezTo>
                    <a:pt x="9863" y="48153"/>
                    <a:pt x="13373" y="39190"/>
                    <a:pt x="17230" y="30342"/>
                  </a:cubicBezTo>
                  <a:cubicBezTo>
                    <a:pt x="20973" y="21785"/>
                    <a:pt x="25614" y="13779"/>
                    <a:pt x="33533" y="8470"/>
                  </a:cubicBezTo>
                  <a:cubicBezTo>
                    <a:pt x="53345" y="-4786"/>
                    <a:pt x="77509" y="4873"/>
                    <a:pt x="93057" y="20132"/>
                  </a:cubicBezTo>
                  <a:cubicBezTo>
                    <a:pt x="94797" y="21843"/>
                    <a:pt x="93986" y="24947"/>
                    <a:pt x="91607" y="25585"/>
                  </a:cubicBezTo>
                  <a:cubicBezTo>
                    <a:pt x="84007" y="27645"/>
                    <a:pt x="76059" y="28080"/>
                    <a:pt x="68400" y="29675"/>
                  </a:cubicBezTo>
                  <a:cubicBezTo>
                    <a:pt x="74985" y="35100"/>
                    <a:pt x="83194" y="38290"/>
                    <a:pt x="91027" y="41655"/>
                  </a:cubicBezTo>
                  <a:cubicBezTo>
                    <a:pt x="93666" y="42787"/>
                    <a:pt x="92767" y="46993"/>
                    <a:pt x="90243" y="47602"/>
                  </a:cubicBezTo>
                  <a:cubicBezTo>
                    <a:pt x="81048" y="49836"/>
                    <a:pt x="71533" y="51083"/>
                    <a:pt x="62483" y="53984"/>
                  </a:cubicBezTo>
                  <a:cubicBezTo>
                    <a:pt x="70808" y="60743"/>
                    <a:pt x="81889" y="63614"/>
                    <a:pt x="91027" y="69155"/>
                  </a:cubicBezTo>
                  <a:cubicBezTo>
                    <a:pt x="93231" y="70489"/>
                    <a:pt x="92999" y="73390"/>
                    <a:pt x="91027" y="74782"/>
                  </a:cubicBezTo>
                  <a:cubicBezTo>
                    <a:pt x="84239" y="79540"/>
                    <a:pt x="76958" y="83543"/>
                    <a:pt x="69300" y="86618"/>
                  </a:cubicBezTo>
                  <a:cubicBezTo>
                    <a:pt x="77248" y="87923"/>
                    <a:pt x="85399" y="87952"/>
                    <a:pt x="93492" y="87952"/>
                  </a:cubicBezTo>
                  <a:cubicBezTo>
                    <a:pt x="96828" y="87952"/>
                    <a:pt x="97785" y="92303"/>
                    <a:pt x="95146" y="94015"/>
                  </a:cubicBezTo>
                  <a:cubicBezTo>
                    <a:pt x="85718" y="100164"/>
                    <a:pt x="74608" y="109041"/>
                    <a:pt x="62860" y="113711"/>
                  </a:cubicBezTo>
                  <a:cubicBezTo>
                    <a:pt x="63759" y="113421"/>
                    <a:pt x="64658" y="113160"/>
                    <a:pt x="65529" y="112841"/>
                  </a:cubicBezTo>
                  <a:cubicBezTo>
                    <a:pt x="78379" y="108054"/>
                    <a:pt x="90011" y="100193"/>
                    <a:pt x="103239" y="96509"/>
                  </a:cubicBezTo>
                  <a:lnTo>
                    <a:pt x="104602" y="95900"/>
                  </a:lnTo>
                  <a:cubicBezTo>
                    <a:pt x="94188" y="72665"/>
                    <a:pt x="93550" y="45919"/>
                    <a:pt x="100541" y="211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6" name="Google Shape;316;p7"/>
          <p:cNvGrpSpPr/>
          <p:nvPr/>
        </p:nvGrpSpPr>
        <p:grpSpPr>
          <a:xfrm>
            <a:off x="228600" y="228600"/>
            <a:ext cx="8686800" cy="4686300"/>
            <a:chOff x="228600" y="228600"/>
            <a:chExt cx="8686800" cy="4686300"/>
          </a:xfrm>
        </p:grpSpPr>
        <p:sp>
          <p:nvSpPr>
            <p:cNvPr id="317" name="Google Shape;317;p7"/>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318" name="Google Shape;318;p7"/>
            <p:cNvGrpSpPr/>
            <p:nvPr/>
          </p:nvGrpSpPr>
          <p:grpSpPr>
            <a:xfrm>
              <a:off x="333904" y="365653"/>
              <a:ext cx="1210874" cy="1218592"/>
              <a:chOff x="2083365" y="2107621"/>
              <a:chExt cx="309829" cy="311796"/>
            </a:xfrm>
          </p:grpSpPr>
          <p:sp>
            <p:nvSpPr>
              <p:cNvPr id="319" name="Google Shape;319;p7"/>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7"/>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7"/>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7"/>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3" name="Google Shape;323;p7"/>
            <p:cNvGrpSpPr/>
            <p:nvPr/>
          </p:nvGrpSpPr>
          <p:grpSpPr>
            <a:xfrm>
              <a:off x="7599218" y="365653"/>
              <a:ext cx="1210878" cy="1218592"/>
              <a:chOff x="3498340" y="2107621"/>
              <a:chExt cx="309830" cy="311796"/>
            </a:xfrm>
          </p:grpSpPr>
          <p:sp>
            <p:nvSpPr>
              <p:cNvPr id="324" name="Google Shape;324;p7"/>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7"/>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7"/>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7"/>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8" name="Google Shape;328;p7"/>
            <p:cNvGrpSpPr/>
            <p:nvPr/>
          </p:nvGrpSpPr>
          <p:grpSpPr>
            <a:xfrm>
              <a:off x="333904" y="3559446"/>
              <a:ext cx="1210874" cy="1218588"/>
              <a:chOff x="2083365" y="2914852"/>
              <a:chExt cx="309829" cy="311795"/>
            </a:xfrm>
          </p:grpSpPr>
          <p:sp>
            <p:nvSpPr>
              <p:cNvPr id="329" name="Google Shape;329;p7"/>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7"/>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7"/>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7"/>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3" name="Google Shape;333;p7"/>
            <p:cNvGrpSpPr/>
            <p:nvPr/>
          </p:nvGrpSpPr>
          <p:grpSpPr>
            <a:xfrm>
              <a:off x="7523018" y="3559446"/>
              <a:ext cx="1210878" cy="1218588"/>
              <a:chOff x="3478843" y="2914852"/>
              <a:chExt cx="309830" cy="311795"/>
            </a:xfrm>
          </p:grpSpPr>
          <p:sp>
            <p:nvSpPr>
              <p:cNvPr id="334" name="Google Shape;334;p7"/>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7"/>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7"/>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7"/>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38" name="Google Shape;338;p7"/>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39" name="Google Shape;339;p7"/>
          <p:cNvSpPr txBox="1"/>
          <p:nvPr>
            <p:ph idx="1" type="subTitle"/>
          </p:nvPr>
        </p:nvSpPr>
        <p:spPr>
          <a:xfrm>
            <a:off x="1321025" y="1877875"/>
            <a:ext cx="4294800" cy="195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0" name="Shape 340"/>
        <p:cNvGrpSpPr/>
        <p:nvPr/>
      </p:nvGrpSpPr>
      <p:grpSpPr>
        <a:xfrm>
          <a:off x="0" y="0"/>
          <a:ext cx="0" cy="0"/>
          <a:chOff x="0" y="0"/>
          <a:chExt cx="0" cy="0"/>
        </a:xfrm>
      </p:grpSpPr>
      <p:grpSp>
        <p:nvGrpSpPr>
          <p:cNvPr id="341" name="Google Shape;341;p8"/>
          <p:cNvGrpSpPr/>
          <p:nvPr/>
        </p:nvGrpSpPr>
        <p:grpSpPr>
          <a:xfrm>
            <a:off x="228600" y="228600"/>
            <a:ext cx="8686800" cy="4686300"/>
            <a:chOff x="228600" y="228600"/>
            <a:chExt cx="8686800" cy="4686300"/>
          </a:xfrm>
        </p:grpSpPr>
        <p:sp>
          <p:nvSpPr>
            <p:cNvPr id="342" name="Google Shape;342;p8"/>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343" name="Google Shape;343;p8"/>
            <p:cNvGrpSpPr/>
            <p:nvPr/>
          </p:nvGrpSpPr>
          <p:grpSpPr>
            <a:xfrm>
              <a:off x="333904" y="365653"/>
              <a:ext cx="1210874" cy="1218592"/>
              <a:chOff x="2083365" y="2107621"/>
              <a:chExt cx="309829" cy="311796"/>
            </a:xfrm>
          </p:grpSpPr>
          <p:sp>
            <p:nvSpPr>
              <p:cNvPr id="344" name="Google Shape;344;p8"/>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5" name="Google Shape;345;p8"/>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6" name="Google Shape;346;p8"/>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8"/>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48" name="Google Shape;348;p8"/>
            <p:cNvGrpSpPr/>
            <p:nvPr/>
          </p:nvGrpSpPr>
          <p:grpSpPr>
            <a:xfrm>
              <a:off x="7599218" y="365653"/>
              <a:ext cx="1210878" cy="1218592"/>
              <a:chOff x="3498340" y="2107621"/>
              <a:chExt cx="309830" cy="311796"/>
            </a:xfrm>
          </p:grpSpPr>
          <p:sp>
            <p:nvSpPr>
              <p:cNvPr id="349" name="Google Shape;349;p8"/>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8"/>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8"/>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2" name="Google Shape;352;p8"/>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3" name="Google Shape;353;p8"/>
            <p:cNvGrpSpPr/>
            <p:nvPr/>
          </p:nvGrpSpPr>
          <p:grpSpPr>
            <a:xfrm>
              <a:off x="333904" y="3559446"/>
              <a:ext cx="1210874" cy="1218588"/>
              <a:chOff x="2083365" y="2914852"/>
              <a:chExt cx="309829" cy="311795"/>
            </a:xfrm>
          </p:grpSpPr>
          <p:sp>
            <p:nvSpPr>
              <p:cNvPr id="354" name="Google Shape;354;p8"/>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5" name="Google Shape;355;p8"/>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6" name="Google Shape;356;p8"/>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8"/>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8" name="Google Shape;358;p8"/>
            <p:cNvGrpSpPr/>
            <p:nvPr/>
          </p:nvGrpSpPr>
          <p:grpSpPr>
            <a:xfrm>
              <a:off x="7523018" y="3559446"/>
              <a:ext cx="1210878" cy="1218588"/>
              <a:chOff x="3478843" y="2914852"/>
              <a:chExt cx="309830" cy="311795"/>
            </a:xfrm>
          </p:grpSpPr>
          <p:sp>
            <p:nvSpPr>
              <p:cNvPr id="359" name="Google Shape;359;p8"/>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0" name="Google Shape;360;p8"/>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8"/>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2" name="Google Shape;362;p8"/>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63" name="Google Shape;363;p8"/>
          <p:cNvSpPr txBox="1"/>
          <p:nvPr>
            <p:ph type="title"/>
          </p:nvPr>
        </p:nvSpPr>
        <p:spPr>
          <a:xfrm>
            <a:off x="1091150" y="989825"/>
            <a:ext cx="6961500" cy="1238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64" name="Google Shape;364;p8"/>
          <p:cNvGrpSpPr/>
          <p:nvPr/>
        </p:nvGrpSpPr>
        <p:grpSpPr>
          <a:xfrm>
            <a:off x="-676588" y="2120487"/>
            <a:ext cx="10452516" cy="1298132"/>
            <a:chOff x="-676588" y="2120487"/>
            <a:chExt cx="10452516" cy="1298132"/>
          </a:xfrm>
        </p:grpSpPr>
        <p:grpSp>
          <p:nvGrpSpPr>
            <p:cNvPr id="365" name="Google Shape;365;p8"/>
            <p:cNvGrpSpPr/>
            <p:nvPr/>
          </p:nvGrpSpPr>
          <p:grpSpPr>
            <a:xfrm flipH="1">
              <a:off x="-676588" y="2799721"/>
              <a:ext cx="2158289" cy="618899"/>
              <a:chOff x="3145882" y="4325705"/>
              <a:chExt cx="2852239" cy="817784"/>
            </a:xfrm>
          </p:grpSpPr>
          <p:sp>
            <p:nvSpPr>
              <p:cNvPr id="366" name="Google Shape;366;p8"/>
              <p:cNvSpPr/>
              <p:nvPr/>
            </p:nvSpPr>
            <p:spPr>
              <a:xfrm>
                <a:off x="3148371" y="4328269"/>
                <a:ext cx="2847350" cy="812355"/>
              </a:xfrm>
              <a:custGeom>
                <a:rect b="b" l="l" r="r" t="t"/>
                <a:pathLst>
                  <a:path extrusionOk="0" h="812355" w="2847350">
                    <a:moveTo>
                      <a:pt x="1381933" y="220145"/>
                    </a:moveTo>
                    <a:lnTo>
                      <a:pt x="1392540" y="217218"/>
                    </a:lnTo>
                    <a:cubicBezTo>
                      <a:pt x="1402598" y="172596"/>
                      <a:pt x="1414760" y="127607"/>
                      <a:pt x="1438077" y="88380"/>
                    </a:cubicBezTo>
                    <a:cubicBezTo>
                      <a:pt x="1461577" y="49060"/>
                      <a:pt x="1497879" y="15502"/>
                      <a:pt x="1542136" y="4346"/>
                    </a:cubicBezTo>
                    <a:cubicBezTo>
                      <a:pt x="1574231" y="-3700"/>
                      <a:pt x="1608247" y="323"/>
                      <a:pt x="1640159" y="9101"/>
                    </a:cubicBezTo>
                    <a:cubicBezTo>
                      <a:pt x="1693926" y="23823"/>
                      <a:pt x="1745132" y="52261"/>
                      <a:pt x="1780245" y="95420"/>
                    </a:cubicBezTo>
                    <a:cubicBezTo>
                      <a:pt x="1804294" y="124956"/>
                      <a:pt x="1820113" y="161532"/>
                      <a:pt x="1823771" y="199113"/>
                    </a:cubicBezTo>
                    <a:cubicBezTo>
                      <a:pt x="1919600" y="197468"/>
                      <a:pt x="2010857" y="273637"/>
                      <a:pt x="2026036" y="368369"/>
                    </a:cubicBezTo>
                    <a:cubicBezTo>
                      <a:pt x="2074682" y="324660"/>
                      <a:pt x="2155241" y="343223"/>
                      <a:pt x="2204619" y="386017"/>
                    </a:cubicBezTo>
                    <a:cubicBezTo>
                      <a:pt x="2254179" y="428811"/>
                      <a:pt x="2283897" y="489709"/>
                      <a:pt x="2324131" y="541099"/>
                    </a:cubicBezTo>
                    <a:cubicBezTo>
                      <a:pt x="2364547" y="592489"/>
                      <a:pt x="2425446" y="637660"/>
                      <a:pt x="2490094" y="627236"/>
                    </a:cubicBezTo>
                    <a:cubicBezTo>
                      <a:pt x="2522007" y="622115"/>
                      <a:pt x="2550262" y="603919"/>
                      <a:pt x="2580071" y="591300"/>
                    </a:cubicBezTo>
                    <a:cubicBezTo>
                      <a:pt x="2666939" y="554906"/>
                      <a:pt x="2773193" y="569080"/>
                      <a:pt x="2847350" y="627236"/>
                    </a:cubicBezTo>
                    <a:cubicBezTo>
                      <a:pt x="2764049" y="598432"/>
                      <a:pt x="2679741" y="658051"/>
                      <a:pt x="2598268" y="691701"/>
                    </a:cubicBezTo>
                    <a:cubicBezTo>
                      <a:pt x="2462754" y="747662"/>
                      <a:pt x="2282525" y="718127"/>
                      <a:pt x="2207087" y="592397"/>
                    </a:cubicBezTo>
                    <a:cubicBezTo>
                      <a:pt x="2206356" y="661434"/>
                      <a:pt x="2136039" y="718858"/>
                      <a:pt x="2067184" y="712823"/>
                    </a:cubicBezTo>
                    <a:cubicBezTo>
                      <a:pt x="2026402" y="709165"/>
                      <a:pt x="1989552" y="686031"/>
                      <a:pt x="1964771" y="653387"/>
                    </a:cubicBezTo>
                    <a:cubicBezTo>
                      <a:pt x="1946758" y="692158"/>
                      <a:pt x="1906250" y="719864"/>
                      <a:pt x="1863456" y="721876"/>
                    </a:cubicBezTo>
                    <a:cubicBezTo>
                      <a:pt x="1817919" y="724070"/>
                      <a:pt x="1772199" y="697096"/>
                      <a:pt x="1752173" y="655948"/>
                    </a:cubicBezTo>
                    <a:cubicBezTo>
                      <a:pt x="1749613" y="712275"/>
                      <a:pt x="1712854" y="764029"/>
                      <a:pt x="1662928" y="790182"/>
                    </a:cubicBezTo>
                    <a:cubicBezTo>
                      <a:pt x="1613184" y="816425"/>
                      <a:pt x="1552468" y="818436"/>
                      <a:pt x="1499159" y="801154"/>
                    </a:cubicBezTo>
                    <a:cubicBezTo>
                      <a:pt x="1423355" y="776923"/>
                      <a:pt x="1360170" y="712275"/>
                      <a:pt x="1344808" y="634094"/>
                    </a:cubicBezTo>
                    <a:cubicBezTo>
                      <a:pt x="1341516" y="616994"/>
                      <a:pt x="1340602" y="599255"/>
                      <a:pt x="1342248" y="581973"/>
                    </a:cubicBezTo>
                    <a:lnTo>
                      <a:pt x="1338956" y="581607"/>
                    </a:lnTo>
                    <a:cubicBezTo>
                      <a:pt x="1284641" y="619097"/>
                      <a:pt x="1202893" y="608765"/>
                      <a:pt x="1159642" y="558838"/>
                    </a:cubicBezTo>
                    <a:cubicBezTo>
                      <a:pt x="1179485" y="626412"/>
                      <a:pt x="1146932" y="707520"/>
                      <a:pt x="1082924" y="737055"/>
                    </a:cubicBezTo>
                    <a:cubicBezTo>
                      <a:pt x="1018825" y="766590"/>
                      <a:pt x="931682" y="734311"/>
                      <a:pt x="907633" y="668201"/>
                    </a:cubicBezTo>
                    <a:lnTo>
                      <a:pt x="891449" y="662897"/>
                    </a:lnTo>
                    <a:cubicBezTo>
                      <a:pt x="878921" y="700388"/>
                      <a:pt x="845911" y="730654"/>
                      <a:pt x="807049" y="739067"/>
                    </a:cubicBezTo>
                    <a:cubicBezTo>
                      <a:pt x="762793" y="748576"/>
                      <a:pt x="713781" y="728460"/>
                      <a:pt x="688635" y="690787"/>
                    </a:cubicBezTo>
                    <a:cubicBezTo>
                      <a:pt x="684246" y="684019"/>
                      <a:pt x="680222" y="676613"/>
                      <a:pt x="673181" y="672773"/>
                    </a:cubicBezTo>
                    <a:cubicBezTo>
                      <a:pt x="660654" y="666006"/>
                      <a:pt x="645475" y="674418"/>
                      <a:pt x="632948" y="681368"/>
                    </a:cubicBezTo>
                    <a:cubicBezTo>
                      <a:pt x="506669" y="752417"/>
                      <a:pt x="349484" y="705782"/>
                      <a:pt x="212598" y="657685"/>
                    </a:cubicBezTo>
                    <a:cubicBezTo>
                      <a:pt x="120426" y="625407"/>
                      <a:pt x="13259" y="575663"/>
                      <a:pt x="0" y="478920"/>
                    </a:cubicBezTo>
                    <a:cubicBezTo>
                      <a:pt x="132862" y="642871"/>
                      <a:pt x="400507" y="674601"/>
                      <a:pt x="567934" y="546128"/>
                    </a:cubicBezTo>
                    <a:cubicBezTo>
                      <a:pt x="586130" y="532321"/>
                      <a:pt x="603687" y="516044"/>
                      <a:pt x="612008" y="494739"/>
                    </a:cubicBezTo>
                    <a:cubicBezTo>
                      <a:pt x="621883" y="470142"/>
                      <a:pt x="618226" y="441703"/>
                      <a:pt x="628193" y="417106"/>
                    </a:cubicBezTo>
                    <a:cubicBezTo>
                      <a:pt x="641452" y="384279"/>
                      <a:pt x="677388" y="364437"/>
                      <a:pt x="712775" y="362608"/>
                    </a:cubicBezTo>
                    <a:cubicBezTo>
                      <a:pt x="748162" y="360596"/>
                      <a:pt x="782544" y="373947"/>
                      <a:pt x="813359" y="391411"/>
                    </a:cubicBezTo>
                    <a:cubicBezTo>
                      <a:pt x="804032" y="330238"/>
                      <a:pt x="839602" y="265133"/>
                      <a:pt x="895929" y="239621"/>
                    </a:cubicBezTo>
                    <a:cubicBezTo>
                      <a:pt x="952256" y="214110"/>
                      <a:pt x="1024768" y="230477"/>
                      <a:pt x="1064453" y="277843"/>
                    </a:cubicBezTo>
                    <a:cubicBezTo>
                      <a:pt x="1071403" y="286073"/>
                      <a:pt x="1076980" y="295309"/>
                      <a:pt x="1081369" y="305367"/>
                    </a:cubicBezTo>
                    <a:lnTo>
                      <a:pt x="1082833" y="304818"/>
                    </a:lnTo>
                    <a:cubicBezTo>
                      <a:pt x="1101578" y="242731"/>
                      <a:pt x="1155344" y="192621"/>
                      <a:pt x="1218530" y="178174"/>
                    </a:cubicBezTo>
                    <a:cubicBezTo>
                      <a:pt x="1275405" y="165281"/>
                      <a:pt x="1338224" y="181648"/>
                      <a:pt x="1381933" y="219871"/>
                    </a:cubicBezTo>
                    <a:close/>
                    <a:moveTo>
                      <a:pt x="895838" y="618274"/>
                    </a:moveTo>
                    <a:cubicBezTo>
                      <a:pt x="891266" y="582521"/>
                      <a:pt x="867766" y="548871"/>
                      <a:pt x="833384" y="539911"/>
                    </a:cubicBezTo>
                    <a:cubicBezTo>
                      <a:pt x="789493" y="528571"/>
                      <a:pt x="738104" y="570543"/>
                      <a:pt x="748436" y="614617"/>
                    </a:cubicBezTo>
                    <a:cubicBezTo>
                      <a:pt x="758678" y="658691"/>
                      <a:pt x="835122" y="666372"/>
                      <a:pt x="848106" y="623029"/>
                    </a:cubicBezTo>
                    <a:lnTo>
                      <a:pt x="895838" y="618274"/>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8"/>
              <p:cNvSpPr/>
              <p:nvPr/>
            </p:nvSpPr>
            <p:spPr>
              <a:xfrm>
                <a:off x="3895444" y="4866328"/>
                <a:ext cx="148764" cy="113852"/>
              </a:xfrm>
              <a:custGeom>
                <a:rect b="b" l="l" r="r" t="t"/>
                <a:pathLst>
                  <a:path extrusionOk="0" h="113852" w="148764">
                    <a:moveTo>
                      <a:pt x="148765" y="80215"/>
                    </a:moveTo>
                    <a:lnTo>
                      <a:pt x="101033" y="84970"/>
                    </a:lnTo>
                    <a:cubicBezTo>
                      <a:pt x="88048" y="128313"/>
                      <a:pt x="11604" y="120723"/>
                      <a:pt x="1363" y="76558"/>
                    </a:cubicBezTo>
                    <a:cubicBezTo>
                      <a:pt x="-9061" y="32484"/>
                      <a:pt x="42328" y="-9396"/>
                      <a:pt x="86311" y="1851"/>
                    </a:cubicBezTo>
                    <a:cubicBezTo>
                      <a:pt x="120784" y="10812"/>
                      <a:pt x="144284" y="44462"/>
                      <a:pt x="148765" y="80215"/>
                    </a:cubicBez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8"/>
              <p:cNvSpPr/>
              <p:nvPr/>
            </p:nvSpPr>
            <p:spPr>
              <a:xfrm>
                <a:off x="4538096" y="4325705"/>
                <a:ext cx="437429" cy="423823"/>
              </a:xfrm>
              <a:custGeom>
                <a:rect b="b" l="l" r="r" t="t"/>
                <a:pathLst>
                  <a:path extrusionOk="0" h="423823" w="437429">
                    <a:moveTo>
                      <a:pt x="241381" y="226274"/>
                    </a:moveTo>
                    <a:cubicBezTo>
                      <a:pt x="207823" y="202409"/>
                      <a:pt x="166401" y="226091"/>
                      <a:pt x="150582" y="259101"/>
                    </a:cubicBezTo>
                    <a:cubicBezTo>
                      <a:pt x="133391" y="294854"/>
                      <a:pt x="135860" y="340391"/>
                      <a:pt x="156617" y="374224"/>
                    </a:cubicBezTo>
                    <a:cubicBezTo>
                      <a:pt x="177373" y="408057"/>
                      <a:pt x="217241" y="425522"/>
                      <a:pt x="257109" y="423693"/>
                    </a:cubicBezTo>
                    <a:cubicBezTo>
                      <a:pt x="299537" y="421682"/>
                      <a:pt x="337302" y="399553"/>
                      <a:pt x="366380" y="369561"/>
                    </a:cubicBezTo>
                    <a:cubicBezTo>
                      <a:pt x="397378" y="337648"/>
                      <a:pt x="424627" y="295586"/>
                      <a:pt x="433863" y="251603"/>
                    </a:cubicBezTo>
                    <a:cubicBezTo>
                      <a:pt x="443098" y="207621"/>
                      <a:pt x="433771" y="164552"/>
                      <a:pt x="413106" y="126971"/>
                    </a:cubicBezTo>
                    <a:cubicBezTo>
                      <a:pt x="392440" y="89388"/>
                      <a:pt x="357876" y="57659"/>
                      <a:pt x="319288" y="36536"/>
                    </a:cubicBezTo>
                    <a:cubicBezTo>
                      <a:pt x="280701" y="15414"/>
                      <a:pt x="231140" y="-1045"/>
                      <a:pt x="184963" y="52"/>
                    </a:cubicBezTo>
                    <a:cubicBezTo>
                      <a:pt x="135220" y="1241"/>
                      <a:pt x="92151" y="27666"/>
                      <a:pt x="61976" y="66346"/>
                    </a:cubicBezTo>
                    <a:cubicBezTo>
                      <a:pt x="27595" y="110420"/>
                      <a:pt x="12141" y="165466"/>
                      <a:pt x="71" y="219142"/>
                    </a:cubicBezTo>
                    <a:cubicBezTo>
                      <a:pt x="-660" y="222525"/>
                      <a:pt x="4460" y="223897"/>
                      <a:pt x="5192" y="220605"/>
                    </a:cubicBezTo>
                    <a:cubicBezTo>
                      <a:pt x="23571" y="141235"/>
                      <a:pt x="53015" y="47783"/>
                      <a:pt x="136408" y="15048"/>
                    </a:cubicBezTo>
                    <a:cubicBezTo>
                      <a:pt x="178471" y="-1503"/>
                      <a:pt x="225288" y="5904"/>
                      <a:pt x="267076" y="19803"/>
                    </a:cubicBezTo>
                    <a:cubicBezTo>
                      <a:pt x="305664" y="32696"/>
                      <a:pt x="342240" y="52904"/>
                      <a:pt x="371409" y="81433"/>
                    </a:cubicBezTo>
                    <a:cubicBezTo>
                      <a:pt x="400579" y="109962"/>
                      <a:pt x="421610" y="146813"/>
                      <a:pt x="429108" y="187138"/>
                    </a:cubicBezTo>
                    <a:cubicBezTo>
                      <a:pt x="437337" y="231120"/>
                      <a:pt x="426273" y="273092"/>
                      <a:pt x="403870" y="311130"/>
                    </a:cubicBezTo>
                    <a:cubicBezTo>
                      <a:pt x="364917" y="377242"/>
                      <a:pt x="289845" y="443170"/>
                      <a:pt x="207823" y="411166"/>
                    </a:cubicBezTo>
                    <a:cubicBezTo>
                      <a:pt x="163475" y="393884"/>
                      <a:pt x="140706" y="346518"/>
                      <a:pt x="144547" y="300524"/>
                    </a:cubicBezTo>
                    <a:cubicBezTo>
                      <a:pt x="146467" y="277938"/>
                      <a:pt x="154513" y="254438"/>
                      <a:pt x="171064" y="238436"/>
                    </a:cubicBezTo>
                    <a:cubicBezTo>
                      <a:pt x="189169" y="220879"/>
                      <a:pt x="217699" y="215301"/>
                      <a:pt x="239736" y="229017"/>
                    </a:cubicBezTo>
                    <a:cubicBezTo>
                      <a:pt x="241381" y="230023"/>
                      <a:pt x="242753" y="227555"/>
                      <a:pt x="241290" y="226457"/>
                    </a:cubicBezTo>
                    <a:lnTo>
                      <a:pt x="241290" y="2264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8"/>
              <p:cNvSpPr/>
              <p:nvPr/>
            </p:nvSpPr>
            <p:spPr>
              <a:xfrm>
                <a:off x="4229325" y="4499841"/>
                <a:ext cx="316084" cy="135065"/>
              </a:xfrm>
              <a:custGeom>
                <a:rect b="b" l="l" r="r" t="t"/>
                <a:pathLst>
                  <a:path extrusionOk="0" h="135065" w="316084">
                    <a:moveTo>
                      <a:pt x="315790" y="61192"/>
                    </a:moveTo>
                    <a:cubicBezTo>
                      <a:pt x="270985" y="10626"/>
                      <a:pt x="197376" y="-11229"/>
                      <a:pt x="132088" y="5596"/>
                    </a:cubicBezTo>
                    <a:cubicBezTo>
                      <a:pt x="72377" y="20958"/>
                      <a:pt x="14221" y="71433"/>
                      <a:pt x="48" y="132972"/>
                    </a:cubicBezTo>
                    <a:cubicBezTo>
                      <a:pt x="-409" y="135167"/>
                      <a:pt x="2517" y="135898"/>
                      <a:pt x="3340" y="133887"/>
                    </a:cubicBezTo>
                    <a:cubicBezTo>
                      <a:pt x="15227" y="104169"/>
                      <a:pt x="29949" y="77377"/>
                      <a:pt x="53449" y="55065"/>
                    </a:cubicBezTo>
                    <a:cubicBezTo>
                      <a:pt x="76949" y="32754"/>
                      <a:pt x="103375" y="18032"/>
                      <a:pt x="133368" y="10259"/>
                    </a:cubicBezTo>
                    <a:cubicBezTo>
                      <a:pt x="198016" y="-6474"/>
                      <a:pt x="267510" y="16112"/>
                      <a:pt x="313870" y="63021"/>
                    </a:cubicBezTo>
                    <a:cubicBezTo>
                      <a:pt x="315059" y="64209"/>
                      <a:pt x="316888" y="62380"/>
                      <a:pt x="315699" y="61192"/>
                    </a:cubicBezTo>
                    <a:lnTo>
                      <a:pt x="315699" y="61192"/>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8"/>
              <p:cNvSpPr/>
              <p:nvPr/>
            </p:nvSpPr>
            <p:spPr>
              <a:xfrm>
                <a:off x="3145882" y="4554078"/>
                <a:ext cx="1096795" cy="517821"/>
              </a:xfrm>
              <a:custGeom>
                <a:rect b="b" l="l" r="r" t="t"/>
                <a:pathLst>
                  <a:path extrusionOk="0" h="517821" w="1096795">
                    <a:moveTo>
                      <a:pt x="952916" y="146949"/>
                    </a:moveTo>
                    <a:cubicBezTo>
                      <a:pt x="948618" y="186268"/>
                      <a:pt x="988395" y="211780"/>
                      <a:pt x="1023782" y="212329"/>
                    </a:cubicBezTo>
                    <a:cubicBezTo>
                      <a:pt x="1068313" y="213060"/>
                      <a:pt x="1095654" y="173467"/>
                      <a:pt x="1096751" y="131952"/>
                    </a:cubicBezTo>
                    <a:cubicBezTo>
                      <a:pt x="1099586" y="24053"/>
                      <a:pt x="965443" y="-33919"/>
                      <a:pt x="880038" y="21127"/>
                    </a:cubicBezTo>
                    <a:cubicBezTo>
                      <a:pt x="832307" y="51942"/>
                      <a:pt x="805698" y="110281"/>
                      <a:pt x="813470" y="166425"/>
                    </a:cubicBezTo>
                    <a:lnTo>
                      <a:pt x="817036" y="163682"/>
                    </a:lnTo>
                    <a:cubicBezTo>
                      <a:pt x="784758" y="145577"/>
                      <a:pt x="747907" y="131130"/>
                      <a:pt x="710143" y="134970"/>
                    </a:cubicBezTo>
                    <a:cubicBezTo>
                      <a:pt x="681522" y="137896"/>
                      <a:pt x="652901" y="151795"/>
                      <a:pt x="636259" y="175844"/>
                    </a:cubicBezTo>
                    <a:cubicBezTo>
                      <a:pt x="614314" y="207665"/>
                      <a:pt x="625744" y="249910"/>
                      <a:pt x="604895" y="282188"/>
                    </a:cubicBezTo>
                    <a:cubicBezTo>
                      <a:pt x="586699" y="310443"/>
                      <a:pt x="554512" y="330743"/>
                      <a:pt x="525708" y="346928"/>
                    </a:cubicBezTo>
                    <a:cubicBezTo>
                      <a:pt x="418906" y="406730"/>
                      <a:pt x="285495" y="411759"/>
                      <a:pt x="171653" y="369514"/>
                    </a:cubicBezTo>
                    <a:cubicBezTo>
                      <a:pt x="106639" y="345374"/>
                      <a:pt x="48117" y="305323"/>
                      <a:pt x="4135" y="251465"/>
                    </a:cubicBezTo>
                    <a:cubicBezTo>
                      <a:pt x="2397" y="249362"/>
                      <a:pt x="-255" y="251739"/>
                      <a:pt x="20" y="253842"/>
                    </a:cubicBezTo>
                    <a:cubicBezTo>
                      <a:pt x="14924" y="354518"/>
                      <a:pt x="123647" y="402067"/>
                      <a:pt x="208503" y="432333"/>
                    </a:cubicBezTo>
                    <a:cubicBezTo>
                      <a:pt x="318505" y="471561"/>
                      <a:pt x="442041" y="512709"/>
                      <a:pt x="559724" y="486831"/>
                    </a:cubicBezTo>
                    <a:cubicBezTo>
                      <a:pt x="588070" y="480613"/>
                      <a:pt x="614222" y="469823"/>
                      <a:pt x="639734" y="456016"/>
                    </a:cubicBezTo>
                    <a:cubicBezTo>
                      <a:pt x="645952" y="452633"/>
                      <a:pt x="652444" y="449066"/>
                      <a:pt x="659485" y="447695"/>
                    </a:cubicBezTo>
                    <a:cubicBezTo>
                      <a:pt x="673384" y="445043"/>
                      <a:pt x="680242" y="453181"/>
                      <a:pt x="687100" y="463331"/>
                    </a:cubicBezTo>
                    <a:cubicBezTo>
                      <a:pt x="694781" y="474670"/>
                      <a:pt x="703193" y="484728"/>
                      <a:pt x="714166" y="493049"/>
                    </a:cubicBezTo>
                    <a:cubicBezTo>
                      <a:pt x="753120" y="523041"/>
                      <a:pt x="807984" y="526699"/>
                      <a:pt x="849132" y="499084"/>
                    </a:cubicBezTo>
                    <a:cubicBezTo>
                      <a:pt x="890280" y="471469"/>
                      <a:pt x="910396" y="424378"/>
                      <a:pt x="898052" y="378109"/>
                    </a:cubicBezTo>
                    <a:cubicBezTo>
                      <a:pt x="886988" y="336687"/>
                      <a:pt x="847851" y="300019"/>
                      <a:pt x="802589" y="312089"/>
                    </a:cubicBezTo>
                    <a:cubicBezTo>
                      <a:pt x="762172" y="322971"/>
                      <a:pt x="723859" y="378383"/>
                      <a:pt x="762812" y="413039"/>
                    </a:cubicBezTo>
                    <a:cubicBezTo>
                      <a:pt x="788781" y="436082"/>
                      <a:pt x="840628" y="434985"/>
                      <a:pt x="852881" y="397769"/>
                    </a:cubicBezTo>
                    <a:cubicBezTo>
                      <a:pt x="853886" y="394751"/>
                      <a:pt x="849132" y="393471"/>
                      <a:pt x="848126" y="396488"/>
                    </a:cubicBezTo>
                    <a:cubicBezTo>
                      <a:pt x="835964" y="433613"/>
                      <a:pt x="779089" y="430139"/>
                      <a:pt x="759337" y="401883"/>
                    </a:cubicBezTo>
                    <a:cubicBezTo>
                      <a:pt x="729711" y="359547"/>
                      <a:pt x="785581" y="310535"/>
                      <a:pt x="826912" y="314924"/>
                    </a:cubicBezTo>
                    <a:cubicBezTo>
                      <a:pt x="876655" y="320136"/>
                      <a:pt x="903813" y="378658"/>
                      <a:pt x="895034" y="423463"/>
                    </a:cubicBezTo>
                    <a:cubicBezTo>
                      <a:pt x="885708" y="471378"/>
                      <a:pt x="842274" y="510514"/>
                      <a:pt x="793262" y="513166"/>
                    </a:cubicBezTo>
                    <a:cubicBezTo>
                      <a:pt x="768299" y="514538"/>
                      <a:pt x="743153" y="507131"/>
                      <a:pt x="722579" y="493140"/>
                    </a:cubicBezTo>
                    <a:cubicBezTo>
                      <a:pt x="711972" y="485917"/>
                      <a:pt x="702645" y="476956"/>
                      <a:pt x="695238" y="466532"/>
                    </a:cubicBezTo>
                    <a:cubicBezTo>
                      <a:pt x="689477" y="458393"/>
                      <a:pt x="684997" y="448609"/>
                      <a:pt x="675396" y="444312"/>
                    </a:cubicBezTo>
                    <a:cubicBezTo>
                      <a:pt x="656102" y="435716"/>
                      <a:pt x="633882" y="454461"/>
                      <a:pt x="617423" y="462234"/>
                    </a:cubicBezTo>
                    <a:cubicBezTo>
                      <a:pt x="593100" y="473755"/>
                      <a:pt x="567039" y="481345"/>
                      <a:pt x="540522" y="485460"/>
                    </a:cubicBezTo>
                    <a:cubicBezTo>
                      <a:pt x="432988" y="502284"/>
                      <a:pt x="323443" y="467172"/>
                      <a:pt x="223042" y="432150"/>
                    </a:cubicBezTo>
                    <a:cubicBezTo>
                      <a:pt x="136265" y="401883"/>
                      <a:pt x="20319" y="356347"/>
                      <a:pt x="4957" y="252470"/>
                    </a:cubicBezTo>
                    <a:lnTo>
                      <a:pt x="843" y="254848"/>
                    </a:lnTo>
                    <a:cubicBezTo>
                      <a:pt x="76281" y="347203"/>
                      <a:pt x="193598" y="397860"/>
                      <a:pt x="311647" y="401700"/>
                    </a:cubicBezTo>
                    <a:cubicBezTo>
                      <a:pt x="371266" y="403621"/>
                      <a:pt x="431434" y="393745"/>
                      <a:pt x="486663" y="371068"/>
                    </a:cubicBezTo>
                    <a:cubicBezTo>
                      <a:pt x="513638" y="360004"/>
                      <a:pt x="539333" y="345922"/>
                      <a:pt x="563016" y="328915"/>
                    </a:cubicBezTo>
                    <a:cubicBezTo>
                      <a:pt x="589442" y="309895"/>
                      <a:pt x="614222" y="287583"/>
                      <a:pt x="621446" y="254482"/>
                    </a:cubicBezTo>
                    <a:cubicBezTo>
                      <a:pt x="626384" y="231896"/>
                      <a:pt x="624921" y="207665"/>
                      <a:pt x="635619" y="186542"/>
                    </a:cubicBezTo>
                    <a:cubicBezTo>
                      <a:pt x="644855" y="168254"/>
                      <a:pt x="661771" y="154904"/>
                      <a:pt x="680516" y="147223"/>
                    </a:cubicBezTo>
                    <a:cubicBezTo>
                      <a:pt x="725596" y="128661"/>
                      <a:pt x="774425" y="145211"/>
                      <a:pt x="814659" y="167797"/>
                    </a:cubicBezTo>
                    <a:cubicBezTo>
                      <a:pt x="816670" y="168986"/>
                      <a:pt x="818499" y="167066"/>
                      <a:pt x="818225" y="165054"/>
                    </a:cubicBezTo>
                    <a:cubicBezTo>
                      <a:pt x="811733" y="118419"/>
                      <a:pt x="830295" y="70230"/>
                      <a:pt x="865134" y="38684"/>
                    </a:cubicBezTo>
                    <a:cubicBezTo>
                      <a:pt x="899972" y="7137"/>
                      <a:pt x="950539" y="-2922"/>
                      <a:pt x="996076" y="10063"/>
                    </a:cubicBezTo>
                    <a:cubicBezTo>
                      <a:pt x="1041613" y="23048"/>
                      <a:pt x="1076543" y="54686"/>
                      <a:pt x="1088339" y="99126"/>
                    </a:cubicBezTo>
                    <a:cubicBezTo>
                      <a:pt x="1098854" y="138628"/>
                      <a:pt x="1087790" y="193583"/>
                      <a:pt x="1042801" y="205745"/>
                    </a:cubicBezTo>
                    <a:cubicBezTo>
                      <a:pt x="1005128" y="215894"/>
                      <a:pt x="952002" y="191206"/>
                      <a:pt x="956391" y="146857"/>
                    </a:cubicBezTo>
                    <a:cubicBezTo>
                      <a:pt x="956574" y="144571"/>
                      <a:pt x="953099" y="144663"/>
                      <a:pt x="952916" y="146857"/>
                    </a:cubicBezTo>
                    <a:lnTo>
                      <a:pt x="952916" y="146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8"/>
              <p:cNvSpPr/>
              <p:nvPr/>
            </p:nvSpPr>
            <p:spPr>
              <a:xfrm>
                <a:off x="4054453" y="4884953"/>
                <a:ext cx="435121" cy="193813"/>
              </a:xfrm>
              <a:custGeom>
                <a:rect b="b" l="l" r="r" t="t"/>
                <a:pathLst>
                  <a:path extrusionOk="0" h="193813" w="435121">
                    <a:moveTo>
                      <a:pt x="88" y="112065"/>
                    </a:moveTo>
                    <a:cubicBezTo>
                      <a:pt x="18285" y="163271"/>
                      <a:pt x="72875" y="194087"/>
                      <a:pt x="125818" y="193812"/>
                    </a:cubicBezTo>
                    <a:cubicBezTo>
                      <a:pt x="184340" y="193538"/>
                      <a:pt x="232163" y="152756"/>
                      <a:pt x="251823" y="99172"/>
                    </a:cubicBezTo>
                    <a:cubicBezTo>
                      <a:pt x="263253" y="67991"/>
                      <a:pt x="264899" y="33701"/>
                      <a:pt x="255938" y="1697"/>
                    </a:cubicBezTo>
                    <a:lnTo>
                      <a:pt x="252006" y="3983"/>
                    </a:lnTo>
                    <a:cubicBezTo>
                      <a:pt x="296903" y="54732"/>
                      <a:pt x="377919" y="64973"/>
                      <a:pt x="434063" y="27117"/>
                    </a:cubicBezTo>
                    <a:cubicBezTo>
                      <a:pt x="436532" y="25471"/>
                      <a:pt x="434246" y="21356"/>
                      <a:pt x="431685" y="23094"/>
                    </a:cubicBezTo>
                    <a:cubicBezTo>
                      <a:pt x="377187" y="59853"/>
                      <a:pt x="298823" y="49886"/>
                      <a:pt x="255297" y="691"/>
                    </a:cubicBezTo>
                    <a:cubicBezTo>
                      <a:pt x="253743" y="-1046"/>
                      <a:pt x="250817" y="782"/>
                      <a:pt x="251366" y="2977"/>
                    </a:cubicBezTo>
                    <a:cubicBezTo>
                      <a:pt x="270477" y="70734"/>
                      <a:pt x="238381" y="153579"/>
                      <a:pt x="170807" y="180736"/>
                    </a:cubicBezTo>
                    <a:cubicBezTo>
                      <a:pt x="107896" y="206065"/>
                      <a:pt x="28618" y="174427"/>
                      <a:pt x="3197" y="111242"/>
                    </a:cubicBezTo>
                    <a:cubicBezTo>
                      <a:pt x="2466" y="109413"/>
                      <a:pt x="-552" y="110145"/>
                      <a:pt x="88" y="112065"/>
                    </a:cubicBezTo>
                    <a:lnTo>
                      <a:pt x="88" y="112065"/>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8"/>
              <p:cNvSpPr/>
              <p:nvPr/>
            </p:nvSpPr>
            <p:spPr>
              <a:xfrm>
                <a:off x="4487824" y="4759273"/>
                <a:ext cx="631353" cy="384216"/>
              </a:xfrm>
              <a:custGeom>
                <a:rect b="b" l="l" r="r" t="t"/>
                <a:pathLst>
                  <a:path extrusionOk="0" h="384216" w="631353">
                    <a:moveTo>
                      <a:pt x="97892" y="275"/>
                    </a:moveTo>
                    <a:cubicBezTo>
                      <a:pt x="51898" y="23044"/>
                      <a:pt x="19802" y="67392"/>
                      <a:pt x="6544" y="116404"/>
                    </a:cubicBezTo>
                    <a:cubicBezTo>
                      <a:pt x="-6715" y="165416"/>
                      <a:pt x="326" y="220463"/>
                      <a:pt x="26295" y="265817"/>
                    </a:cubicBezTo>
                    <a:cubicBezTo>
                      <a:pt x="82256" y="363658"/>
                      <a:pt x="213472" y="414499"/>
                      <a:pt x="317988" y="365029"/>
                    </a:cubicBezTo>
                    <a:cubicBezTo>
                      <a:pt x="372121" y="339426"/>
                      <a:pt x="411806" y="285477"/>
                      <a:pt x="415280" y="225126"/>
                    </a:cubicBezTo>
                    <a:lnTo>
                      <a:pt x="410526" y="226406"/>
                    </a:lnTo>
                    <a:cubicBezTo>
                      <a:pt x="432105" y="269109"/>
                      <a:pt x="479288" y="297181"/>
                      <a:pt x="527386" y="293432"/>
                    </a:cubicBezTo>
                    <a:cubicBezTo>
                      <a:pt x="575483" y="289683"/>
                      <a:pt x="614437" y="258136"/>
                      <a:pt x="631170" y="215342"/>
                    </a:cubicBezTo>
                    <a:cubicBezTo>
                      <a:pt x="632359" y="212233"/>
                      <a:pt x="627421" y="210953"/>
                      <a:pt x="626232" y="213971"/>
                    </a:cubicBezTo>
                    <a:cubicBezTo>
                      <a:pt x="609956" y="255576"/>
                      <a:pt x="569082" y="286299"/>
                      <a:pt x="524186" y="288494"/>
                    </a:cubicBezTo>
                    <a:cubicBezTo>
                      <a:pt x="479288" y="290689"/>
                      <a:pt x="435306" y="263988"/>
                      <a:pt x="415006" y="223755"/>
                    </a:cubicBezTo>
                    <a:cubicBezTo>
                      <a:pt x="413817" y="221377"/>
                      <a:pt x="410343" y="222658"/>
                      <a:pt x="410251" y="225035"/>
                    </a:cubicBezTo>
                    <a:cubicBezTo>
                      <a:pt x="407234" y="278619"/>
                      <a:pt x="374315" y="327173"/>
                      <a:pt x="328321" y="353874"/>
                    </a:cubicBezTo>
                    <a:cubicBezTo>
                      <a:pt x="277480" y="383409"/>
                      <a:pt x="213838" y="385421"/>
                      <a:pt x="158791" y="367315"/>
                    </a:cubicBezTo>
                    <a:cubicBezTo>
                      <a:pt x="62139" y="335494"/>
                      <a:pt x="-11562" y="237013"/>
                      <a:pt x="7641" y="133321"/>
                    </a:cubicBezTo>
                    <a:cubicBezTo>
                      <a:pt x="17791" y="78640"/>
                      <a:pt x="50709" y="29902"/>
                      <a:pt x="99721" y="3019"/>
                    </a:cubicBezTo>
                    <a:cubicBezTo>
                      <a:pt x="101550" y="2013"/>
                      <a:pt x="99904" y="-731"/>
                      <a:pt x="98075" y="184"/>
                    </a:cubicBezTo>
                    <a:lnTo>
                      <a:pt x="98075" y="184"/>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8"/>
              <p:cNvSpPr/>
              <p:nvPr/>
            </p:nvSpPr>
            <p:spPr>
              <a:xfrm>
                <a:off x="4969193" y="4524808"/>
                <a:ext cx="1028928" cy="524756"/>
              </a:xfrm>
              <a:custGeom>
                <a:rect b="b" l="l" r="r" t="t"/>
                <a:pathLst>
                  <a:path extrusionOk="0" h="524756" w="1028928">
                    <a:moveTo>
                      <a:pt x="197442" y="367237"/>
                    </a:moveTo>
                    <a:cubicBezTo>
                      <a:pt x="238498" y="400704"/>
                      <a:pt x="303146" y="356539"/>
                      <a:pt x="301409" y="307710"/>
                    </a:cubicBezTo>
                    <a:cubicBezTo>
                      <a:pt x="299306" y="250377"/>
                      <a:pt x="226794" y="223128"/>
                      <a:pt x="179428" y="241781"/>
                    </a:cubicBezTo>
                    <a:cubicBezTo>
                      <a:pt x="119901" y="265190"/>
                      <a:pt x="98229" y="340719"/>
                      <a:pt x="112677" y="398326"/>
                    </a:cubicBezTo>
                    <a:cubicBezTo>
                      <a:pt x="128039" y="459866"/>
                      <a:pt x="181897" y="513175"/>
                      <a:pt x="246454" y="518662"/>
                    </a:cubicBezTo>
                    <a:cubicBezTo>
                      <a:pt x="316497" y="524605"/>
                      <a:pt x="386723" y="467181"/>
                      <a:pt x="388734" y="395858"/>
                    </a:cubicBezTo>
                    <a:lnTo>
                      <a:pt x="384345" y="397047"/>
                    </a:lnTo>
                    <a:cubicBezTo>
                      <a:pt x="427322" y="467821"/>
                      <a:pt x="503583" y="508786"/>
                      <a:pt x="584142" y="520765"/>
                    </a:cubicBezTo>
                    <a:cubicBezTo>
                      <a:pt x="625107" y="526891"/>
                      <a:pt x="667078" y="525885"/>
                      <a:pt x="707860" y="518296"/>
                    </a:cubicBezTo>
                    <a:cubicBezTo>
                      <a:pt x="755683" y="509335"/>
                      <a:pt x="798568" y="488944"/>
                      <a:pt x="842185" y="468187"/>
                    </a:cubicBezTo>
                    <a:cubicBezTo>
                      <a:pt x="898970" y="441121"/>
                      <a:pt x="962429" y="412042"/>
                      <a:pt x="1025980" y="433165"/>
                    </a:cubicBezTo>
                    <a:cubicBezTo>
                      <a:pt x="1028814" y="434080"/>
                      <a:pt x="1029912" y="430239"/>
                      <a:pt x="1027900" y="428685"/>
                    </a:cubicBezTo>
                    <a:cubicBezTo>
                      <a:pt x="978888" y="390920"/>
                      <a:pt x="917258" y="371352"/>
                      <a:pt x="855444" y="372541"/>
                    </a:cubicBezTo>
                    <a:cubicBezTo>
                      <a:pt x="824080" y="373180"/>
                      <a:pt x="792716" y="379033"/>
                      <a:pt x="763547" y="390554"/>
                    </a:cubicBezTo>
                    <a:cubicBezTo>
                      <a:pt x="730994" y="403447"/>
                      <a:pt x="700819" y="424204"/>
                      <a:pt x="665432" y="428776"/>
                    </a:cubicBezTo>
                    <a:cubicBezTo>
                      <a:pt x="594383" y="438103"/>
                      <a:pt x="534033" y="382691"/>
                      <a:pt x="495262" y="329746"/>
                    </a:cubicBezTo>
                    <a:cubicBezTo>
                      <a:pt x="456491" y="276803"/>
                      <a:pt x="426133" y="215721"/>
                      <a:pt x="372367" y="177316"/>
                    </a:cubicBezTo>
                    <a:cubicBezTo>
                      <a:pt x="324178" y="142935"/>
                      <a:pt x="251849" y="128030"/>
                      <a:pt x="203568" y="170093"/>
                    </a:cubicBezTo>
                    <a:lnTo>
                      <a:pt x="207683" y="171190"/>
                    </a:lnTo>
                    <a:cubicBezTo>
                      <a:pt x="191407" y="74538"/>
                      <a:pt x="100333" y="-1175"/>
                      <a:pt x="2400" y="14"/>
                    </a:cubicBezTo>
                    <a:cubicBezTo>
                      <a:pt x="-800" y="14"/>
                      <a:pt x="-800" y="4952"/>
                      <a:pt x="2400" y="4952"/>
                    </a:cubicBezTo>
                    <a:cubicBezTo>
                      <a:pt x="98321" y="3763"/>
                      <a:pt x="186926" y="77921"/>
                      <a:pt x="202928" y="172470"/>
                    </a:cubicBezTo>
                    <a:cubicBezTo>
                      <a:pt x="203294" y="174390"/>
                      <a:pt x="205763" y="174665"/>
                      <a:pt x="207043" y="173567"/>
                    </a:cubicBezTo>
                    <a:cubicBezTo>
                      <a:pt x="255232" y="131596"/>
                      <a:pt x="328475" y="149610"/>
                      <a:pt x="374835" y="185271"/>
                    </a:cubicBezTo>
                    <a:cubicBezTo>
                      <a:pt x="427871" y="226145"/>
                      <a:pt x="457863" y="289147"/>
                      <a:pt x="497822" y="341268"/>
                    </a:cubicBezTo>
                    <a:cubicBezTo>
                      <a:pt x="532478" y="386531"/>
                      <a:pt x="582039" y="429873"/>
                      <a:pt x="641383" y="434263"/>
                    </a:cubicBezTo>
                    <a:cubicBezTo>
                      <a:pt x="672656" y="436549"/>
                      <a:pt x="701093" y="425027"/>
                      <a:pt x="728708" y="411768"/>
                    </a:cubicBezTo>
                    <a:cubicBezTo>
                      <a:pt x="758518" y="397412"/>
                      <a:pt x="788053" y="385159"/>
                      <a:pt x="820971" y="380130"/>
                    </a:cubicBezTo>
                    <a:cubicBezTo>
                      <a:pt x="892752" y="369340"/>
                      <a:pt x="967915" y="388451"/>
                      <a:pt x="1025431" y="432708"/>
                    </a:cubicBezTo>
                    <a:lnTo>
                      <a:pt x="1027351" y="428228"/>
                    </a:lnTo>
                    <a:cubicBezTo>
                      <a:pt x="926493" y="394852"/>
                      <a:pt x="834138" y="477788"/>
                      <a:pt x="742424" y="504854"/>
                    </a:cubicBezTo>
                    <a:cubicBezTo>
                      <a:pt x="660951" y="528812"/>
                      <a:pt x="568323" y="525154"/>
                      <a:pt x="491513" y="487298"/>
                    </a:cubicBezTo>
                    <a:cubicBezTo>
                      <a:pt x="449176" y="466449"/>
                      <a:pt x="413057" y="434902"/>
                      <a:pt x="388460" y="394486"/>
                    </a:cubicBezTo>
                    <a:cubicBezTo>
                      <a:pt x="387271" y="392475"/>
                      <a:pt x="384162" y="393297"/>
                      <a:pt x="384071" y="395675"/>
                    </a:cubicBezTo>
                    <a:cubicBezTo>
                      <a:pt x="382425" y="454471"/>
                      <a:pt x="332499" y="503208"/>
                      <a:pt x="275897" y="512626"/>
                    </a:cubicBezTo>
                    <a:cubicBezTo>
                      <a:pt x="217010" y="522502"/>
                      <a:pt x="160409" y="485652"/>
                      <a:pt x="132337" y="435360"/>
                    </a:cubicBezTo>
                    <a:cubicBezTo>
                      <a:pt x="104264" y="385068"/>
                      <a:pt x="105087" y="315573"/>
                      <a:pt x="145321" y="271042"/>
                    </a:cubicBezTo>
                    <a:cubicBezTo>
                      <a:pt x="163792" y="250560"/>
                      <a:pt x="189212" y="238673"/>
                      <a:pt x="216919" y="239861"/>
                    </a:cubicBezTo>
                    <a:cubicBezTo>
                      <a:pt x="242522" y="241050"/>
                      <a:pt x="268948" y="252571"/>
                      <a:pt x="284493" y="273420"/>
                    </a:cubicBezTo>
                    <a:cubicBezTo>
                      <a:pt x="303238" y="298566"/>
                      <a:pt x="299580" y="330570"/>
                      <a:pt x="278092" y="352698"/>
                    </a:cubicBezTo>
                    <a:cubicBezTo>
                      <a:pt x="257792" y="373547"/>
                      <a:pt x="224234" y="384519"/>
                      <a:pt x="199362" y="364951"/>
                    </a:cubicBezTo>
                    <a:cubicBezTo>
                      <a:pt x="197990" y="363854"/>
                      <a:pt x="195979" y="365774"/>
                      <a:pt x="197350" y="366963"/>
                    </a:cubicBezTo>
                    <a:lnTo>
                      <a:pt x="197350" y="36696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4" name="Google Shape;374;p8"/>
            <p:cNvGrpSpPr/>
            <p:nvPr/>
          </p:nvGrpSpPr>
          <p:grpSpPr>
            <a:xfrm flipH="1">
              <a:off x="7673922" y="2120487"/>
              <a:ext cx="2102006" cy="625764"/>
              <a:chOff x="3061501" y="5366201"/>
              <a:chExt cx="4019131" cy="1196489"/>
            </a:xfrm>
          </p:grpSpPr>
          <p:sp>
            <p:nvSpPr>
              <p:cNvPr id="375" name="Google Shape;375;p8"/>
              <p:cNvSpPr/>
              <p:nvPr/>
            </p:nvSpPr>
            <p:spPr>
              <a:xfrm>
                <a:off x="3103425" y="5369005"/>
                <a:ext cx="3973616" cy="1191549"/>
              </a:xfrm>
              <a:custGeom>
                <a:rect b="b" l="l" r="r" t="t"/>
                <a:pathLst>
                  <a:path extrusionOk="0" h="1191549" w="3973616">
                    <a:moveTo>
                      <a:pt x="1356787" y="389076"/>
                    </a:moveTo>
                    <a:cubicBezTo>
                      <a:pt x="1349289" y="368136"/>
                      <a:pt x="1344168" y="346465"/>
                      <a:pt x="1341699" y="324336"/>
                    </a:cubicBezTo>
                    <a:cubicBezTo>
                      <a:pt x="1327343" y="184981"/>
                      <a:pt x="1427104" y="42609"/>
                      <a:pt x="1562801" y="9051"/>
                    </a:cubicBezTo>
                    <a:cubicBezTo>
                      <a:pt x="1591788" y="1736"/>
                      <a:pt x="1621688" y="-916"/>
                      <a:pt x="1651315" y="273"/>
                    </a:cubicBezTo>
                    <a:cubicBezTo>
                      <a:pt x="1734709" y="3473"/>
                      <a:pt x="1818650" y="39684"/>
                      <a:pt x="1868759" y="106069"/>
                    </a:cubicBezTo>
                    <a:cubicBezTo>
                      <a:pt x="1916400" y="169345"/>
                      <a:pt x="1928378" y="260054"/>
                      <a:pt x="1891894" y="329365"/>
                    </a:cubicBezTo>
                    <a:lnTo>
                      <a:pt x="1908719" y="339332"/>
                    </a:lnTo>
                    <a:cubicBezTo>
                      <a:pt x="1917222" y="320130"/>
                      <a:pt x="1929384" y="302391"/>
                      <a:pt x="1945478" y="288766"/>
                    </a:cubicBezTo>
                    <a:cubicBezTo>
                      <a:pt x="2004547" y="238200"/>
                      <a:pt x="2095348" y="237194"/>
                      <a:pt x="2165391" y="271209"/>
                    </a:cubicBezTo>
                    <a:cubicBezTo>
                      <a:pt x="2235708" y="305042"/>
                      <a:pt x="2287463" y="368044"/>
                      <a:pt x="2327422" y="434887"/>
                    </a:cubicBezTo>
                    <a:cubicBezTo>
                      <a:pt x="2354946" y="319307"/>
                      <a:pt x="2488448" y="241491"/>
                      <a:pt x="2602565" y="274135"/>
                    </a:cubicBezTo>
                    <a:cubicBezTo>
                      <a:pt x="2716408" y="306963"/>
                      <a:pt x="2788463" y="443665"/>
                      <a:pt x="2750698" y="556045"/>
                    </a:cubicBezTo>
                    <a:cubicBezTo>
                      <a:pt x="2776484" y="463873"/>
                      <a:pt x="2908066" y="422451"/>
                      <a:pt x="2982041" y="483350"/>
                    </a:cubicBezTo>
                    <a:cubicBezTo>
                      <a:pt x="3013680" y="509411"/>
                      <a:pt x="3032608" y="547084"/>
                      <a:pt x="3054553" y="581648"/>
                    </a:cubicBezTo>
                    <a:cubicBezTo>
                      <a:pt x="3149468" y="730513"/>
                      <a:pt x="3316803" y="831005"/>
                      <a:pt x="3492643" y="844813"/>
                    </a:cubicBezTo>
                    <a:cubicBezTo>
                      <a:pt x="3668756" y="858437"/>
                      <a:pt x="3849533" y="785011"/>
                      <a:pt x="3966302" y="652423"/>
                    </a:cubicBezTo>
                    <a:lnTo>
                      <a:pt x="3973617" y="656355"/>
                    </a:lnTo>
                    <a:cubicBezTo>
                      <a:pt x="3872667" y="857065"/>
                      <a:pt x="3677077" y="1007393"/>
                      <a:pt x="3457164" y="1052656"/>
                    </a:cubicBezTo>
                    <a:cubicBezTo>
                      <a:pt x="3236244" y="1098102"/>
                      <a:pt x="2996214" y="1037111"/>
                      <a:pt x="2823942" y="891630"/>
                    </a:cubicBezTo>
                    <a:cubicBezTo>
                      <a:pt x="2805471" y="1028058"/>
                      <a:pt x="2663373" y="1134860"/>
                      <a:pt x="2527127" y="1114926"/>
                    </a:cubicBezTo>
                    <a:cubicBezTo>
                      <a:pt x="2390882" y="1094718"/>
                      <a:pt x="2285817" y="951706"/>
                      <a:pt x="2307488" y="815735"/>
                    </a:cubicBezTo>
                    <a:cubicBezTo>
                      <a:pt x="2262500" y="879194"/>
                      <a:pt x="2168866" y="902328"/>
                      <a:pt x="2099280" y="867307"/>
                    </a:cubicBezTo>
                    <a:cubicBezTo>
                      <a:pt x="2142074" y="1021017"/>
                      <a:pt x="1997873" y="1185701"/>
                      <a:pt x="1838310" y="1191370"/>
                    </a:cubicBezTo>
                    <a:cubicBezTo>
                      <a:pt x="1679021" y="1196948"/>
                      <a:pt x="1533998" y="1071949"/>
                      <a:pt x="1483614" y="920616"/>
                    </a:cubicBezTo>
                    <a:cubicBezTo>
                      <a:pt x="1419606" y="1004558"/>
                      <a:pt x="1278331" y="1012605"/>
                      <a:pt x="1205362" y="936161"/>
                    </a:cubicBezTo>
                    <a:lnTo>
                      <a:pt x="1198596" y="934698"/>
                    </a:lnTo>
                    <a:cubicBezTo>
                      <a:pt x="1158453" y="1009862"/>
                      <a:pt x="1066465" y="1053387"/>
                      <a:pt x="982797" y="1037111"/>
                    </a:cubicBezTo>
                    <a:cubicBezTo>
                      <a:pt x="899129" y="1020835"/>
                      <a:pt x="830549" y="945671"/>
                      <a:pt x="821497" y="860997"/>
                    </a:cubicBezTo>
                    <a:cubicBezTo>
                      <a:pt x="755294" y="964416"/>
                      <a:pt x="643920" y="1037842"/>
                      <a:pt x="522488" y="1057776"/>
                    </a:cubicBezTo>
                    <a:cubicBezTo>
                      <a:pt x="401330" y="1077985"/>
                      <a:pt x="272217" y="1044426"/>
                      <a:pt x="176114" y="967982"/>
                    </a:cubicBezTo>
                    <a:cubicBezTo>
                      <a:pt x="111648" y="916684"/>
                      <a:pt x="62271" y="847556"/>
                      <a:pt x="0" y="793789"/>
                    </a:cubicBezTo>
                    <a:cubicBezTo>
                      <a:pt x="215250" y="942196"/>
                      <a:pt x="536387" y="920799"/>
                      <a:pt x="725393" y="737828"/>
                    </a:cubicBezTo>
                    <a:cubicBezTo>
                      <a:pt x="761604" y="702806"/>
                      <a:pt x="793516" y="662664"/>
                      <a:pt x="835121" y="633952"/>
                    </a:cubicBezTo>
                    <a:cubicBezTo>
                      <a:pt x="915680" y="577716"/>
                      <a:pt x="1029523" y="574150"/>
                      <a:pt x="1113922" y="624717"/>
                    </a:cubicBezTo>
                    <a:cubicBezTo>
                      <a:pt x="1067196" y="556868"/>
                      <a:pt x="1079358" y="455187"/>
                      <a:pt x="1140440" y="399957"/>
                    </a:cubicBezTo>
                    <a:cubicBezTo>
                      <a:pt x="1198596" y="347928"/>
                      <a:pt x="1293693" y="343722"/>
                      <a:pt x="1356970" y="388984"/>
                    </a:cubicBez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8"/>
              <p:cNvSpPr/>
              <p:nvPr/>
            </p:nvSpPr>
            <p:spPr>
              <a:xfrm>
                <a:off x="3061501" y="5724083"/>
                <a:ext cx="1411377" cy="710506"/>
              </a:xfrm>
              <a:custGeom>
                <a:rect b="b" l="l" r="r" t="t"/>
                <a:pathLst>
                  <a:path extrusionOk="0" h="710506" w="1411377">
                    <a:moveTo>
                      <a:pt x="1016491" y="464040"/>
                    </a:moveTo>
                    <a:cubicBezTo>
                      <a:pt x="1010456" y="403324"/>
                      <a:pt x="1067515" y="357695"/>
                      <a:pt x="1123476" y="351386"/>
                    </a:cubicBezTo>
                    <a:cubicBezTo>
                      <a:pt x="1188033" y="344162"/>
                      <a:pt x="1237867" y="393174"/>
                      <a:pt x="1252772" y="452884"/>
                    </a:cubicBezTo>
                    <a:cubicBezTo>
                      <a:pt x="1268866" y="517258"/>
                      <a:pt x="1247286" y="584466"/>
                      <a:pt x="1198365" y="628814"/>
                    </a:cubicBezTo>
                    <a:cubicBezTo>
                      <a:pt x="1147525" y="675083"/>
                      <a:pt x="1072818" y="695108"/>
                      <a:pt x="1006524" y="674626"/>
                    </a:cubicBezTo>
                    <a:cubicBezTo>
                      <a:pt x="932184" y="651766"/>
                      <a:pt x="874851" y="583003"/>
                      <a:pt x="866073" y="505736"/>
                    </a:cubicBezTo>
                    <a:cubicBezTo>
                      <a:pt x="865798" y="503176"/>
                      <a:pt x="862598" y="501987"/>
                      <a:pt x="861043" y="504365"/>
                    </a:cubicBezTo>
                    <a:cubicBezTo>
                      <a:pt x="789994" y="614276"/>
                      <a:pt x="669202" y="690079"/>
                      <a:pt x="538626" y="703521"/>
                    </a:cubicBezTo>
                    <a:cubicBezTo>
                      <a:pt x="470960" y="710471"/>
                      <a:pt x="401832" y="701235"/>
                      <a:pt x="338189" y="677461"/>
                    </a:cubicBezTo>
                    <a:cubicBezTo>
                      <a:pt x="274547" y="653686"/>
                      <a:pt x="216300" y="612538"/>
                      <a:pt x="167014" y="562795"/>
                    </a:cubicBezTo>
                    <a:cubicBezTo>
                      <a:pt x="113979" y="509211"/>
                      <a:pt x="66612" y="449227"/>
                      <a:pt x="3793" y="406433"/>
                    </a:cubicBezTo>
                    <a:cubicBezTo>
                      <a:pt x="1507" y="404878"/>
                      <a:pt x="-1419" y="408536"/>
                      <a:pt x="776" y="410365"/>
                    </a:cubicBezTo>
                    <a:cubicBezTo>
                      <a:pt x="122117" y="512137"/>
                      <a:pt x="285886" y="553376"/>
                      <a:pt x="441974" y="534814"/>
                    </a:cubicBezTo>
                    <a:cubicBezTo>
                      <a:pt x="518966" y="525670"/>
                      <a:pt x="594404" y="502170"/>
                      <a:pt x="662070" y="464131"/>
                    </a:cubicBezTo>
                    <a:cubicBezTo>
                      <a:pt x="695811" y="445112"/>
                      <a:pt x="727541" y="422526"/>
                      <a:pt x="756253" y="396557"/>
                    </a:cubicBezTo>
                    <a:cubicBezTo>
                      <a:pt x="792189" y="364187"/>
                      <a:pt x="822273" y="325783"/>
                      <a:pt x="859672" y="295058"/>
                    </a:cubicBezTo>
                    <a:cubicBezTo>
                      <a:pt x="941968" y="227393"/>
                      <a:pt x="1062394" y="217517"/>
                      <a:pt x="1154383" y="271833"/>
                    </a:cubicBezTo>
                    <a:cubicBezTo>
                      <a:pt x="1156486" y="273113"/>
                      <a:pt x="1159320" y="270553"/>
                      <a:pt x="1157858" y="268358"/>
                    </a:cubicBezTo>
                    <a:cubicBezTo>
                      <a:pt x="1122928" y="216146"/>
                      <a:pt x="1121190" y="146103"/>
                      <a:pt x="1150176" y="90782"/>
                    </a:cubicBezTo>
                    <a:cubicBezTo>
                      <a:pt x="1179163" y="35461"/>
                      <a:pt x="1242257" y="2450"/>
                      <a:pt x="1306173" y="5285"/>
                    </a:cubicBezTo>
                    <a:cubicBezTo>
                      <a:pt x="1342841" y="6931"/>
                      <a:pt x="1378594" y="19916"/>
                      <a:pt x="1406940" y="43416"/>
                    </a:cubicBezTo>
                    <a:cubicBezTo>
                      <a:pt x="1409409" y="45519"/>
                      <a:pt x="1413067" y="41953"/>
                      <a:pt x="1410506" y="39850"/>
                    </a:cubicBezTo>
                    <a:cubicBezTo>
                      <a:pt x="1360032" y="-2122"/>
                      <a:pt x="1287062" y="-11266"/>
                      <a:pt x="1226804" y="13972"/>
                    </a:cubicBezTo>
                    <a:cubicBezTo>
                      <a:pt x="1166544" y="39209"/>
                      <a:pt x="1127774" y="100748"/>
                      <a:pt x="1124939" y="166585"/>
                    </a:cubicBezTo>
                    <a:cubicBezTo>
                      <a:pt x="1123385" y="203436"/>
                      <a:pt x="1132894" y="240194"/>
                      <a:pt x="1153468" y="270827"/>
                    </a:cubicBezTo>
                    <a:lnTo>
                      <a:pt x="1156943" y="267352"/>
                    </a:lnTo>
                    <a:cubicBezTo>
                      <a:pt x="1084431" y="224467"/>
                      <a:pt x="992077" y="219986"/>
                      <a:pt x="915267" y="254276"/>
                    </a:cubicBezTo>
                    <a:cubicBezTo>
                      <a:pt x="872108" y="273570"/>
                      <a:pt x="838183" y="305757"/>
                      <a:pt x="805905" y="339499"/>
                    </a:cubicBezTo>
                    <a:cubicBezTo>
                      <a:pt x="773627" y="373240"/>
                      <a:pt x="744092" y="403141"/>
                      <a:pt x="707516" y="429201"/>
                    </a:cubicBezTo>
                    <a:cubicBezTo>
                      <a:pt x="576025" y="523019"/>
                      <a:pt x="403935" y="553925"/>
                      <a:pt x="246567" y="521738"/>
                    </a:cubicBezTo>
                    <a:cubicBezTo>
                      <a:pt x="157961" y="503633"/>
                      <a:pt x="73745" y="465046"/>
                      <a:pt x="4342" y="406707"/>
                    </a:cubicBezTo>
                    <a:lnTo>
                      <a:pt x="1324" y="410639"/>
                    </a:lnTo>
                    <a:cubicBezTo>
                      <a:pt x="61126" y="451513"/>
                      <a:pt x="106755" y="508114"/>
                      <a:pt x="156772" y="559686"/>
                    </a:cubicBezTo>
                    <a:cubicBezTo>
                      <a:pt x="204961" y="609338"/>
                      <a:pt x="258636" y="650669"/>
                      <a:pt x="323010" y="677095"/>
                    </a:cubicBezTo>
                    <a:cubicBezTo>
                      <a:pt x="448100" y="728393"/>
                      <a:pt x="591112" y="720529"/>
                      <a:pt x="708978" y="654143"/>
                    </a:cubicBezTo>
                    <a:cubicBezTo>
                      <a:pt x="772164" y="618573"/>
                      <a:pt x="826388" y="567916"/>
                      <a:pt x="865798" y="507017"/>
                    </a:cubicBezTo>
                    <a:lnTo>
                      <a:pt x="860769" y="505645"/>
                    </a:lnTo>
                    <a:cubicBezTo>
                      <a:pt x="868907" y="577060"/>
                      <a:pt x="916547" y="641251"/>
                      <a:pt x="982018" y="670877"/>
                    </a:cubicBezTo>
                    <a:cubicBezTo>
                      <a:pt x="1049044" y="701235"/>
                      <a:pt x="1128322" y="688891"/>
                      <a:pt x="1186661" y="645274"/>
                    </a:cubicBezTo>
                    <a:cubicBezTo>
                      <a:pt x="1245000" y="601657"/>
                      <a:pt x="1271792" y="536460"/>
                      <a:pt x="1260819" y="467332"/>
                    </a:cubicBezTo>
                    <a:cubicBezTo>
                      <a:pt x="1251126" y="406067"/>
                      <a:pt x="1206046" y="347362"/>
                      <a:pt x="1139752" y="346174"/>
                    </a:cubicBezTo>
                    <a:cubicBezTo>
                      <a:pt x="1076567" y="345076"/>
                      <a:pt x="1006250" y="395094"/>
                      <a:pt x="1013657" y="463857"/>
                    </a:cubicBezTo>
                    <a:cubicBezTo>
                      <a:pt x="1013840" y="465686"/>
                      <a:pt x="1016766" y="465777"/>
                      <a:pt x="1016583" y="463857"/>
                    </a:cubicBezTo>
                    <a:lnTo>
                      <a:pt x="1016583" y="463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8"/>
              <p:cNvSpPr/>
              <p:nvPr/>
            </p:nvSpPr>
            <p:spPr>
              <a:xfrm>
                <a:off x="4441360" y="5366201"/>
                <a:ext cx="577920" cy="591218"/>
              </a:xfrm>
              <a:custGeom>
                <a:rect b="b" l="l" r="r" t="t"/>
                <a:pathLst>
                  <a:path extrusionOk="0" h="591218" w="577920">
                    <a:moveTo>
                      <a:pt x="285216" y="588476"/>
                    </a:moveTo>
                    <a:cubicBezTo>
                      <a:pt x="162413" y="581984"/>
                      <a:pt x="50032" y="491366"/>
                      <a:pt x="15560" y="373591"/>
                    </a:cubicBezTo>
                    <a:cubicBezTo>
                      <a:pt x="-18913" y="255817"/>
                      <a:pt x="37505" y="121857"/>
                      <a:pt x="139004" y="53186"/>
                    </a:cubicBezTo>
                    <a:cubicBezTo>
                      <a:pt x="250652" y="-22344"/>
                      <a:pt x="418627" y="-8353"/>
                      <a:pt x="512353" y="90585"/>
                    </a:cubicBezTo>
                    <a:cubicBezTo>
                      <a:pt x="558805" y="139688"/>
                      <a:pt x="581848" y="210280"/>
                      <a:pt x="569869" y="277214"/>
                    </a:cubicBezTo>
                    <a:cubicBezTo>
                      <a:pt x="558713" y="339850"/>
                      <a:pt x="515645" y="390599"/>
                      <a:pt x="455112" y="410534"/>
                    </a:cubicBezTo>
                    <a:cubicBezTo>
                      <a:pt x="394578" y="430467"/>
                      <a:pt x="328650" y="416660"/>
                      <a:pt x="291526" y="364539"/>
                    </a:cubicBezTo>
                    <a:cubicBezTo>
                      <a:pt x="273238" y="338844"/>
                      <a:pt x="263911" y="303914"/>
                      <a:pt x="275615" y="273465"/>
                    </a:cubicBezTo>
                    <a:cubicBezTo>
                      <a:pt x="286039" y="246399"/>
                      <a:pt x="313014" y="226007"/>
                      <a:pt x="341635" y="222258"/>
                    </a:cubicBezTo>
                    <a:cubicBezTo>
                      <a:pt x="355899" y="220338"/>
                      <a:pt x="369890" y="222990"/>
                      <a:pt x="382326" y="230214"/>
                    </a:cubicBezTo>
                    <a:cubicBezTo>
                      <a:pt x="384886" y="231677"/>
                      <a:pt x="387081" y="227836"/>
                      <a:pt x="384612" y="226282"/>
                    </a:cubicBezTo>
                    <a:cubicBezTo>
                      <a:pt x="335508" y="196472"/>
                      <a:pt x="271866" y="239084"/>
                      <a:pt x="265740" y="292119"/>
                    </a:cubicBezTo>
                    <a:cubicBezTo>
                      <a:pt x="258333" y="357315"/>
                      <a:pt x="315483" y="412453"/>
                      <a:pt x="376290" y="422421"/>
                    </a:cubicBezTo>
                    <a:cubicBezTo>
                      <a:pt x="437098" y="432387"/>
                      <a:pt x="498363" y="407516"/>
                      <a:pt x="536585" y="362253"/>
                    </a:cubicBezTo>
                    <a:cubicBezTo>
                      <a:pt x="580751" y="309950"/>
                      <a:pt x="587517" y="234512"/>
                      <a:pt x="566394" y="171143"/>
                    </a:cubicBezTo>
                    <a:cubicBezTo>
                      <a:pt x="518846" y="28223"/>
                      <a:pt x="340812" y="-29750"/>
                      <a:pt x="205847" y="14598"/>
                    </a:cubicBezTo>
                    <a:cubicBezTo>
                      <a:pt x="82403" y="55197"/>
                      <a:pt x="-6569" y="184037"/>
                      <a:pt x="381" y="313973"/>
                    </a:cubicBezTo>
                    <a:cubicBezTo>
                      <a:pt x="7330" y="443543"/>
                      <a:pt x="112121" y="560038"/>
                      <a:pt x="238491" y="585915"/>
                    </a:cubicBezTo>
                    <a:cubicBezTo>
                      <a:pt x="253853" y="589024"/>
                      <a:pt x="269488" y="590762"/>
                      <a:pt x="285216" y="591219"/>
                    </a:cubicBezTo>
                    <a:cubicBezTo>
                      <a:pt x="287136" y="591219"/>
                      <a:pt x="287136" y="588384"/>
                      <a:pt x="285216" y="588293"/>
                    </a:cubicBezTo>
                    <a:lnTo>
                      <a:pt x="285216" y="58829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8"/>
              <p:cNvSpPr/>
              <p:nvPr/>
            </p:nvSpPr>
            <p:spPr>
              <a:xfrm>
                <a:off x="4997299" y="5614784"/>
                <a:ext cx="2074548" cy="602936"/>
              </a:xfrm>
              <a:custGeom>
                <a:rect b="b" l="l" r="r" t="t"/>
                <a:pathLst>
                  <a:path extrusionOk="0" h="602936" w="2074548">
                    <a:moveTo>
                      <a:pt x="126859" y="155823"/>
                    </a:moveTo>
                    <a:cubicBezTo>
                      <a:pt x="153925" y="157927"/>
                      <a:pt x="169378" y="184536"/>
                      <a:pt x="169927" y="209682"/>
                    </a:cubicBezTo>
                    <a:cubicBezTo>
                      <a:pt x="170567" y="239674"/>
                      <a:pt x="149078" y="261528"/>
                      <a:pt x="120275" y="267015"/>
                    </a:cubicBezTo>
                    <a:cubicBezTo>
                      <a:pt x="56633" y="279085"/>
                      <a:pt x="8261" y="222301"/>
                      <a:pt x="4878" y="163413"/>
                    </a:cubicBezTo>
                    <a:cubicBezTo>
                      <a:pt x="1494" y="104526"/>
                      <a:pt x="33316" y="49388"/>
                      <a:pt x="86259" y="23144"/>
                    </a:cubicBezTo>
                    <a:cubicBezTo>
                      <a:pt x="144598" y="-5659"/>
                      <a:pt x="216653" y="559"/>
                      <a:pt x="273803" y="29088"/>
                    </a:cubicBezTo>
                    <a:cubicBezTo>
                      <a:pt x="342657" y="63561"/>
                      <a:pt x="392766" y="125465"/>
                      <a:pt x="431628" y="190388"/>
                    </a:cubicBezTo>
                    <a:cubicBezTo>
                      <a:pt x="432634" y="192034"/>
                      <a:pt x="435377" y="191851"/>
                      <a:pt x="435926" y="189839"/>
                    </a:cubicBezTo>
                    <a:cubicBezTo>
                      <a:pt x="458146" y="100137"/>
                      <a:pt x="542637" y="33568"/>
                      <a:pt x="633436" y="24516"/>
                    </a:cubicBezTo>
                    <a:cubicBezTo>
                      <a:pt x="727711" y="15098"/>
                      <a:pt x="811561" y="75173"/>
                      <a:pt x="846857" y="160762"/>
                    </a:cubicBezTo>
                    <a:cubicBezTo>
                      <a:pt x="866334" y="207944"/>
                      <a:pt x="870266" y="260888"/>
                      <a:pt x="854355" y="309717"/>
                    </a:cubicBezTo>
                    <a:lnTo>
                      <a:pt x="859202" y="311089"/>
                    </a:lnTo>
                    <a:cubicBezTo>
                      <a:pt x="882244" y="232816"/>
                      <a:pt x="980085" y="191759"/>
                      <a:pt x="1054426" y="220929"/>
                    </a:cubicBezTo>
                    <a:cubicBezTo>
                      <a:pt x="1103255" y="240131"/>
                      <a:pt x="1128401" y="288869"/>
                      <a:pt x="1154553" y="331023"/>
                    </a:cubicBezTo>
                    <a:cubicBezTo>
                      <a:pt x="1180705" y="373177"/>
                      <a:pt x="1211794" y="411033"/>
                      <a:pt x="1247639" y="444683"/>
                    </a:cubicBezTo>
                    <a:cubicBezTo>
                      <a:pt x="1318139" y="510977"/>
                      <a:pt x="1405190" y="559714"/>
                      <a:pt x="1498824" y="584586"/>
                    </a:cubicBezTo>
                    <a:cubicBezTo>
                      <a:pt x="1592459" y="609458"/>
                      <a:pt x="1695512" y="609092"/>
                      <a:pt x="1790884" y="583214"/>
                    </a:cubicBezTo>
                    <a:cubicBezTo>
                      <a:pt x="1899332" y="553862"/>
                      <a:pt x="2000190" y="493420"/>
                      <a:pt x="2073982" y="408381"/>
                    </a:cubicBezTo>
                    <a:cubicBezTo>
                      <a:pt x="2075811" y="406186"/>
                      <a:pt x="2072793" y="403078"/>
                      <a:pt x="2070873" y="405272"/>
                    </a:cubicBezTo>
                    <a:cubicBezTo>
                      <a:pt x="1930056" y="561086"/>
                      <a:pt x="1708222" y="633506"/>
                      <a:pt x="1503671" y="580379"/>
                    </a:cubicBezTo>
                    <a:cubicBezTo>
                      <a:pt x="1405190" y="554776"/>
                      <a:pt x="1313841" y="502747"/>
                      <a:pt x="1241421" y="431332"/>
                    </a:cubicBezTo>
                    <a:cubicBezTo>
                      <a:pt x="1204388" y="394848"/>
                      <a:pt x="1174487" y="353517"/>
                      <a:pt x="1147420" y="309260"/>
                    </a:cubicBezTo>
                    <a:cubicBezTo>
                      <a:pt x="1124195" y="271130"/>
                      <a:pt x="1098135" y="231993"/>
                      <a:pt x="1054609" y="215534"/>
                    </a:cubicBezTo>
                    <a:cubicBezTo>
                      <a:pt x="977799" y="186365"/>
                      <a:pt x="878038" y="229433"/>
                      <a:pt x="854447" y="309900"/>
                    </a:cubicBezTo>
                    <a:cubicBezTo>
                      <a:pt x="853533" y="313009"/>
                      <a:pt x="858287" y="314289"/>
                      <a:pt x="859293" y="311271"/>
                    </a:cubicBezTo>
                    <a:cubicBezTo>
                      <a:pt x="888645" y="221295"/>
                      <a:pt x="851155" y="117876"/>
                      <a:pt x="777088" y="60909"/>
                    </a:cubicBezTo>
                    <a:cubicBezTo>
                      <a:pt x="700828" y="2296"/>
                      <a:pt x="596312" y="8605"/>
                      <a:pt x="519594" y="63012"/>
                    </a:cubicBezTo>
                    <a:cubicBezTo>
                      <a:pt x="476708" y="93370"/>
                      <a:pt x="444156" y="137444"/>
                      <a:pt x="431537" y="188742"/>
                    </a:cubicBezTo>
                    <a:lnTo>
                      <a:pt x="435834" y="188194"/>
                    </a:lnTo>
                    <a:cubicBezTo>
                      <a:pt x="396607" y="122722"/>
                      <a:pt x="345766" y="60086"/>
                      <a:pt x="276272" y="25339"/>
                    </a:cubicBezTo>
                    <a:cubicBezTo>
                      <a:pt x="214824" y="-5385"/>
                      <a:pt x="136368" y="-10871"/>
                      <a:pt x="75286" y="23967"/>
                    </a:cubicBezTo>
                    <a:cubicBezTo>
                      <a:pt x="21520" y="54599"/>
                      <a:pt x="-7924" y="117236"/>
                      <a:pt x="1860" y="178409"/>
                    </a:cubicBezTo>
                    <a:cubicBezTo>
                      <a:pt x="11644" y="239583"/>
                      <a:pt x="68337" y="289326"/>
                      <a:pt x="130425" y="269575"/>
                    </a:cubicBezTo>
                    <a:cubicBezTo>
                      <a:pt x="159137" y="260431"/>
                      <a:pt x="176785" y="235102"/>
                      <a:pt x="173676" y="204927"/>
                    </a:cubicBezTo>
                    <a:cubicBezTo>
                      <a:pt x="171024" y="179507"/>
                      <a:pt x="154291" y="154909"/>
                      <a:pt x="126950" y="153537"/>
                    </a:cubicBezTo>
                    <a:cubicBezTo>
                      <a:pt x="125304" y="153537"/>
                      <a:pt x="125396" y="155915"/>
                      <a:pt x="126950" y="156007"/>
                    </a:cubicBezTo>
                    <a:lnTo>
                      <a:pt x="126950" y="15600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8"/>
              <p:cNvSpPr/>
              <p:nvPr/>
            </p:nvSpPr>
            <p:spPr>
              <a:xfrm>
                <a:off x="4307128" y="6020681"/>
                <a:ext cx="2773504" cy="542009"/>
              </a:xfrm>
              <a:custGeom>
                <a:rect b="b" l="l" r="r" t="t"/>
                <a:pathLst>
                  <a:path extrusionOk="0" h="542009" w="2773504">
                    <a:moveTo>
                      <a:pt x="379" y="285673"/>
                    </a:moveTo>
                    <a:cubicBezTo>
                      <a:pt x="75543" y="363123"/>
                      <a:pt x="214714" y="354619"/>
                      <a:pt x="281374" y="270312"/>
                    </a:cubicBezTo>
                    <a:lnTo>
                      <a:pt x="277717" y="269397"/>
                    </a:lnTo>
                    <a:cubicBezTo>
                      <a:pt x="317676" y="390006"/>
                      <a:pt x="416980" y="495437"/>
                      <a:pt x="540698" y="530458"/>
                    </a:cubicBezTo>
                    <a:cubicBezTo>
                      <a:pt x="601872" y="547740"/>
                      <a:pt x="667068" y="546277"/>
                      <a:pt x="726047" y="521680"/>
                    </a:cubicBezTo>
                    <a:cubicBezTo>
                      <a:pt x="781917" y="498454"/>
                      <a:pt x="830472" y="457672"/>
                      <a:pt x="863481" y="407014"/>
                    </a:cubicBezTo>
                    <a:cubicBezTo>
                      <a:pt x="900423" y="350322"/>
                      <a:pt x="915968" y="281101"/>
                      <a:pt x="898228" y="214990"/>
                    </a:cubicBezTo>
                    <a:lnTo>
                      <a:pt x="894388" y="217916"/>
                    </a:lnTo>
                    <a:cubicBezTo>
                      <a:pt x="966534" y="253121"/>
                      <a:pt x="1058705" y="230078"/>
                      <a:pt x="1105980" y="165247"/>
                    </a:cubicBezTo>
                    <a:lnTo>
                      <a:pt x="1101225" y="163235"/>
                    </a:lnTo>
                    <a:cubicBezTo>
                      <a:pt x="1085132" y="270769"/>
                      <a:pt x="1144019" y="381228"/>
                      <a:pt x="1237105" y="435178"/>
                    </a:cubicBezTo>
                    <a:cubicBezTo>
                      <a:pt x="1333483" y="491048"/>
                      <a:pt x="1452172" y="470656"/>
                      <a:pt x="1534376" y="398693"/>
                    </a:cubicBezTo>
                    <a:cubicBezTo>
                      <a:pt x="1581011" y="357911"/>
                      <a:pt x="1613929" y="302224"/>
                      <a:pt x="1622890" y="240594"/>
                    </a:cubicBezTo>
                    <a:lnTo>
                      <a:pt x="1618501" y="241782"/>
                    </a:lnTo>
                    <a:cubicBezTo>
                      <a:pt x="1757490" y="358460"/>
                      <a:pt x="1938541" y="421370"/>
                      <a:pt x="2119776" y="418261"/>
                    </a:cubicBezTo>
                    <a:cubicBezTo>
                      <a:pt x="2294426" y="415244"/>
                      <a:pt x="2463133" y="347395"/>
                      <a:pt x="2594715" y="233095"/>
                    </a:cubicBezTo>
                    <a:cubicBezTo>
                      <a:pt x="2668416" y="169087"/>
                      <a:pt x="2729497" y="90998"/>
                      <a:pt x="2773205" y="3764"/>
                    </a:cubicBezTo>
                    <a:cubicBezTo>
                      <a:pt x="2774669" y="929"/>
                      <a:pt x="2770371" y="-1631"/>
                      <a:pt x="2768908" y="1295"/>
                    </a:cubicBezTo>
                    <a:cubicBezTo>
                      <a:pt x="2692738" y="152811"/>
                      <a:pt x="2563808" y="275432"/>
                      <a:pt x="2410006" y="346390"/>
                    </a:cubicBezTo>
                    <a:cubicBezTo>
                      <a:pt x="2247974" y="421188"/>
                      <a:pt x="2062626" y="432160"/>
                      <a:pt x="1891724" y="381959"/>
                    </a:cubicBezTo>
                    <a:cubicBezTo>
                      <a:pt x="1793243" y="352973"/>
                      <a:pt x="1700980" y="304235"/>
                      <a:pt x="1622250" y="238124"/>
                    </a:cubicBezTo>
                    <a:cubicBezTo>
                      <a:pt x="1620879" y="237027"/>
                      <a:pt x="1618135" y="237119"/>
                      <a:pt x="1617861" y="239313"/>
                    </a:cubicBezTo>
                    <a:cubicBezTo>
                      <a:pt x="1602591" y="344652"/>
                      <a:pt x="1516363" y="431337"/>
                      <a:pt x="1414041" y="456118"/>
                    </a:cubicBezTo>
                    <a:cubicBezTo>
                      <a:pt x="1307148" y="481904"/>
                      <a:pt x="1200712" y="428411"/>
                      <a:pt x="1144019" y="336788"/>
                    </a:cubicBezTo>
                    <a:cubicBezTo>
                      <a:pt x="1112289" y="285582"/>
                      <a:pt x="1097293" y="224592"/>
                      <a:pt x="1106254" y="164698"/>
                    </a:cubicBezTo>
                    <a:cubicBezTo>
                      <a:pt x="1106711" y="161772"/>
                      <a:pt x="1103328" y="160217"/>
                      <a:pt x="1101499" y="162686"/>
                    </a:cubicBezTo>
                    <a:cubicBezTo>
                      <a:pt x="1056054" y="225140"/>
                      <a:pt x="966443" y="247360"/>
                      <a:pt x="897040" y="213527"/>
                    </a:cubicBezTo>
                    <a:cubicBezTo>
                      <a:pt x="895028" y="212521"/>
                      <a:pt x="892651" y="214167"/>
                      <a:pt x="893199" y="216453"/>
                    </a:cubicBezTo>
                    <a:cubicBezTo>
                      <a:pt x="925477" y="336422"/>
                      <a:pt x="845925" y="457946"/>
                      <a:pt x="739763" y="510067"/>
                    </a:cubicBezTo>
                    <a:cubicBezTo>
                      <a:pt x="623634" y="567034"/>
                      <a:pt x="488760" y="527075"/>
                      <a:pt x="396771" y="443316"/>
                    </a:cubicBezTo>
                    <a:cubicBezTo>
                      <a:pt x="344468" y="395584"/>
                      <a:pt x="305149" y="335142"/>
                      <a:pt x="281922" y="268300"/>
                    </a:cubicBezTo>
                    <a:cubicBezTo>
                      <a:pt x="281283" y="266380"/>
                      <a:pt x="279088" y="266288"/>
                      <a:pt x="277991" y="267751"/>
                    </a:cubicBezTo>
                    <a:cubicBezTo>
                      <a:pt x="213891" y="351419"/>
                      <a:pt x="76182" y="357911"/>
                      <a:pt x="2756" y="283387"/>
                    </a:cubicBezTo>
                    <a:cubicBezTo>
                      <a:pt x="1293" y="281924"/>
                      <a:pt x="-993" y="284210"/>
                      <a:pt x="470" y="285673"/>
                    </a:cubicBezTo>
                    <a:lnTo>
                      <a:pt x="470" y="28567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0" name="Shape 380"/>
        <p:cNvGrpSpPr/>
        <p:nvPr/>
      </p:nvGrpSpPr>
      <p:grpSpPr>
        <a:xfrm>
          <a:off x="0" y="0"/>
          <a:ext cx="0" cy="0"/>
          <a:chOff x="0" y="0"/>
          <a:chExt cx="0" cy="0"/>
        </a:xfrm>
      </p:grpSpPr>
      <p:grpSp>
        <p:nvGrpSpPr>
          <p:cNvPr id="381" name="Google Shape;381;p9"/>
          <p:cNvGrpSpPr/>
          <p:nvPr/>
        </p:nvGrpSpPr>
        <p:grpSpPr>
          <a:xfrm>
            <a:off x="228600" y="228600"/>
            <a:ext cx="8686800" cy="4686300"/>
            <a:chOff x="228600" y="228600"/>
            <a:chExt cx="8686800" cy="4686300"/>
          </a:xfrm>
        </p:grpSpPr>
        <p:sp>
          <p:nvSpPr>
            <p:cNvPr id="382" name="Google Shape;382;p9"/>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383" name="Google Shape;383;p9"/>
            <p:cNvGrpSpPr/>
            <p:nvPr/>
          </p:nvGrpSpPr>
          <p:grpSpPr>
            <a:xfrm>
              <a:off x="333904" y="365653"/>
              <a:ext cx="1210874" cy="1218592"/>
              <a:chOff x="2083365" y="2107621"/>
              <a:chExt cx="309829" cy="311796"/>
            </a:xfrm>
          </p:grpSpPr>
          <p:sp>
            <p:nvSpPr>
              <p:cNvPr id="384" name="Google Shape;384;p9"/>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5" name="Google Shape;385;p9"/>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6" name="Google Shape;386;p9"/>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7" name="Google Shape;387;p9"/>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88" name="Google Shape;388;p9"/>
            <p:cNvGrpSpPr/>
            <p:nvPr/>
          </p:nvGrpSpPr>
          <p:grpSpPr>
            <a:xfrm>
              <a:off x="7599218" y="365653"/>
              <a:ext cx="1210878" cy="1218592"/>
              <a:chOff x="3498340" y="2107621"/>
              <a:chExt cx="309830" cy="311796"/>
            </a:xfrm>
          </p:grpSpPr>
          <p:sp>
            <p:nvSpPr>
              <p:cNvPr id="389" name="Google Shape;389;p9"/>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0" name="Google Shape;390;p9"/>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1" name="Google Shape;391;p9"/>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9"/>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93" name="Google Shape;393;p9"/>
            <p:cNvGrpSpPr/>
            <p:nvPr/>
          </p:nvGrpSpPr>
          <p:grpSpPr>
            <a:xfrm>
              <a:off x="333904" y="3559446"/>
              <a:ext cx="1210874" cy="1218588"/>
              <a:chOff x="2083365" y="2914852"/>
              <a:chExt cx="309829" cy="311795"/>
            </a:xfrm>
          </p:grpSpPr>
          <p:sp>
            <p:nvSpPr>
              <p:cNvPr id="394" name="Google Shape;394;p9"/>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9"/>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9"/>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9"/>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98" name="Google Shape;398;p9"/>
            <p:cNvGrpSpPr/>
            <p:nvPr/>
          </p:nvGrpSpPr>
          <p:grpSpPr>
            <a:xfrm>
              <a:off x="7523018" y="3559446"/>
              <a:ext cx="1210878" cy="1218588"/>
              <a:chOff x="3478843" y="2914852"/>
              <a:chExt cx="309830" cy="311795"/>
            </a:xfrm>
          </p:grpSpPr>
          <p:sp>
            <p:nvSpPr>
              <p:cNvPr id="399" name="Google Shape;399;p9"/>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9"/>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9"/>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9"/>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03" name="Google Shape;403;p9"/>
          <p:cNvSpPr txBox="1"/>
          <p:nvPr>
            <p:ph type="title"/>
          </p:nvPr>
        </p:nvSpPr>
        <p:spPr>
          <a:xfrm>
            <a:off x="713225" y="1545150"/>
            <a:ext cx="3914100" cy="10716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sz="6000"/>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404" name="Google Shape;404;p9"/>
          <p:cNvSpPr txBox="1"/>
          <p:nvPr>
            <p:ph idx="1" type="subTitle"/>
          </p:nvPr>
        </p:nvSpPr>
        <p:spPr>
          <a:xfrm>
            <a:off x="713225" y="2704950"/>
            <a:ext cx="3914100" cy="89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405" name="Google Shape;405;p9"/>
          <p:cNvGrpSpPr/>
          <p:nvPr/>
        </p:nvGrpSpPr>
        <p:grpSpPr>
          <a:xfrm>
            <a:off x="2681204" y="150471"/>
            <a:ext cx="2023664" cy="580300"/>
            <a:chOff x="3145882" y="4325705"/>
            <a:chExt cx="2852239" cy="817784"/>
          </a:xfrm>
        </p:grpSpPr>
        <p:sp>
          <p:nvSpPr>
            <p:cNvPr id="406" name="Google Shape;406;p9"/>
            <p:cNvSpPr/>
            <p:nvPr/>
          </p:nvSpPr>
          <p:spPr>
            <a:xfrm>
              <a:off x="3148371" y="4328269"/>
              <a:ext cx="2847350" cy="812355"/>
            </a:xfrm>
            <a:custGeom>
              <a:rect b="b" l="l" r="r" t="t"/>
              <a:pathLst>
                <a:path extrusionOk="0" h="812355" w="2847350">
                  <a:moveTo>
                    <a:pt x="1381933" y="220145"/>
                  </a:moveTo>
                  <a:lnTo>
                    <a:pt x="1392540" y="217218"/>
                  </a:lnTo>
                  <a:cubicBezTo>
                    <a:pt x="1402598" y="172596"/>
                    <a:pt x="1414760" y="127607"/>
                    <a:pt x="1438077" y="88380"/>
                  </a:cubicBezTo>
                  <a:cubicBezTo>
                    <a:pt x="1461577" y="49060"/>
                    <a:pt x="1497879" y="15502"/>
                    <a:pt x="1542136" y="4346"/>
                  </a:cubicBezTo>
                  <a:cubicBezTo>
                    <a:pt x="1574231" y="-3700"/>
                    <a:pt x="1608247" y="323"/>
                    <a:pt x="1640159" y="9101"/>
                  </a:cubicBezTo>
                  <a:cubicBezTo>
                    <a:pt x="1693926" y="23823"/>
                    <a:pt x="1745132" y="52261"/>
                    <a:pt x="1780245" y="95420"/>
                  </a:cubicBezTo>
                  <a:cubicBezTo>
                    <a:pt x="1804294" y="124956"/>
                    <a:pt x="1820113" y="161532"/>
                    <a:pt x="1823771" y="199113"/>
                  </a:cubicBezTo>
                  <a:cubicBezTo>
                    <a:pt x="1919600" y="197468"/>
                    <a:pt x="2010857" y="273637"/>
                    <a:pt x="2026036" y="368369"/>
                  </a:cubicBezTo>
                  <a:cubicBezTo>
                    <a:pt x="2074682" y="324660"/>
                    <a:pt x="2155241" y="343223"/>
                    <a:pt x="2204619" y="386017"/>
                  </a:cubicBezTo>
                  <a:cubicBezTo>
                    <a:pt x="2254179" y="428811"/>
                    <a:pt x="2283897" y="489709"/>
                    <a:pt x="2324131" y="541099"/>
                  </a:cubicBezTo>
                  <a:cubicBezTo>
                    <a:pt x="2364547" y="592489"/>
                    <a:pt x="2425446" y="637660"/>
                    <a:pt x="2490094" y="627236"/>
                  </a:cubicBezTo>
                  <a:cubicBezTo>
                    <a:pt x="2522007" y="622115"/>
                    <a:pt x="2550262" y="603919"/>
                    <a:pt x="2580071" y="591300"/>
                  </a:cubicBezTo>
                  <a:cubicBezTo>
                    <a:pt x="2666939" y="554906"/>
                    <a:pt x="2773193" y="569080"/>
                    <a:pt x="2847350" y="627236"/>
                  </a:cubicBezTo>
                  <a:cubicBezTo>
                    <a:pt x="2764049" y="598432"/>
                    <a:pt x="2679741" y="658051"/>
                    <a:pt x="2598268" y="691701"/>
                  </a:cubicBezTo>
                  <a:cubicBezTo>
                    <a:pt x="2462754" y="747662"/>
                    <a:pt x="2282525" y="718127"/>
                    <a:pt x="2207087" y="592397"/>
                  </a:cubicBezTo>
                  <a:cubicBezTo>
                    <a:pt x="2206356" y="661434"/>
                    <a:pt x="2136039" y="718858"/>
                    <a:pt x="2067184" y="712823"/>
                  </a:cubicBezTo>
                  <a:cubicBezTo>
                    <a:pt x="2026402" y="709165"/>
                    <a:pt x="1989552" y="686031"/>
                    <a:pt x="1964771" y="653387"/>
                  </a:cubicBezTo>
                  <a:cubicBezTo>
                    <a:pt x="1946758" y="692158"/>
                    <a:pt x="1906250" y="719864"/>
                    <a:pt x="1863456" y="721876"/>
                  </a:cubicBezTo>
                  <a:cubicBezTo>
                    <a:pt x="1817919" y="724070"/>
                    <a:pt x="1772199" y="697096"/>
                    <a:pt x="1752173" y="655948"/>
                  </a:cubicBezTo>
                  <a:cubicBezTo>
                    <a:pt x="1749613" y="712275"/>
                    <a:pt x="1712854" y="764029"/>
                    <a:pt x="1662928" y="790182"/>
                  </a:cubicBezTo>
                  <a:cubicBezTo>
                    <a:pt x="1613184" y="816425"/>
                    <a:pt x="1552468" y="818436"/>
                    <a:pt x="1499159" y="801154"/>
                  </a:cubicBezTo>
                  <a:cubicBezTo>
                    <a:pt x="1423355" y="776923"/>
                    <a:pt x="1360170" y="712275"/>
                    <a:pt x="1344808" y="634094"/>
                  </a:cubicBezTo>
                  <a:cubicBezTo>
                    <a:pt x="1341516" y="616994"/>
                    <a:pt x="1340602" y="599255"/>
                    <a:pt x="1342248" y="581973"/>
                  </a:cubicBezTo>
                  <a:lnTo>
                    <a:pt x="1338956" y="581607"/>
                  </a:lnTo>
                  <a:cubicBezTo>
                    <a:pt x="1284641" y="619097"/>
                    <a:pt x="1202893" y="608765"/>
                    <a:pt x="1159642" y="558838"/>
                  </a:cubicBezTo>
                  <a:cubicBezTo>
                    <a:pt x="1179485" y="626412"/>
                    <a:pt x="1146932" y="707520"/>
                    <a:pt x="1082924" y="737055"/>
                  </a:cubicBezTo>
                  <a:cubicBezTo>
                    <a:pt x="1018825" y="766590"/>
                    <a:pt x="931682" y="734311"/>
                    <a:pt x="907633" y="668201"/>
                  </a:cubicBezTo>
                  <a:lnTo>
                    <a:pt x="891449" y="662897"/>
                  </a:lnTo>
                  <a:cubicBezTo>
                    <a:pt x="878921" y="700388"/>
                    <a:pt x="845911" y="730654"/>
                    <a:pt x="807049" y="739067"/>
                  </a:cubicBezTo>
                  <a:cubicBezTo>
                    <a:pt x="762793" y="748576"/>
                    <a:pt x="713781" y="728460"/>
                    <a:pt x="688635" y="690787"/>
                  </a:cubicBezTo>
                  <a:cubicBezTo>
                    <a:pt x="684246" y="684019"/>
                    <a:pt x="680222" y="676613"/>
                    <a:pt x="673181" y="672773"/>
                  </a:cubicBezTo>
                  <a:cubicBezTo>
                    <a:pt x="660654" y="666006"/>
                    <a:pt x="645475" y="674418"/>
                    <a:pt x="632948" y="681368"/>
                  </a:cubicBezTo>
                  <a:cubicBezTo>
                    <a:pt x="506669" y="752417"/>
                    <a:pt x="349484" y="705782"/>
                    <a:pt x="212598" y="657685"/>
                  </a:cubicBezTo>
                  <a:cubicBezTo>
                    <a:pt x="120426" y="625407"/>
                    <a:pt x="13259" y="575663"/>
                    <a:pt x="0" y="478920"/>
                  </a:cubicBezTo>
                  <a:cubicBezTo>
                    <a:pt x="132862" y="642871"/>
                    <a:pt x="400507" y="674601"/>
                    <a:pt x="567934" y="546128"/>
                  </a:cubicBezTo>
                  <a:cubicBezTo>
                    <a:pt x="586130" y="532321"/>
                    <a:pt x="603687" y="516044"/>
                    <a:pt x="612008" y="494739"/>
                  </a:cubicBezTo>
                  <a:cubicBezTo>
                    <a:pt x="621883" y="470142"/>
                    <a:pt x="618226" y="441703"/>
                    <a:pt x="628193" y="417106"/>
                  </a:cubicBezTo>
                  <a:cubicBezTo>
                    <a:pt x="641452" y="384279"/>
                    <a:pt x="677388" y="364437"/>
                    <a:pt x="712775" y="362608"/>
                  </a:cubicBezTo>
                  <a:cubicBezTo>
                    <a:pt x="748162" y="360596"/>
                    <a:pt x="782544" y="373947"/>
                    <a:pt x="813359" y="391411"/>
                  </a:cubicBezTo>
                  <a:cubicBezTo>
                    <a:pt x="804032" y="330238"/>
                    <a:pt x="839602" y="265133"/>
                    <a:pt x="895929" y="239621"/>
                  </a:cubicBezTo>
                  <a:cubicBezTo>
                    <a:pt x="952256" y="214110"/>
                    <a:pt x="1024768" y="230477"/>
                    <a:pt x="1064453" y="277843"/>
                  </a:cubicBezTo>
                  <a:cubicBezTo>
                    <a:pt x="1071403" y="286073"/>
                    <a:pt x="1076980" y="295309"/>
                    <a:pt x="1081369" y="305367"/>
                  </a:cubicBezTo>
                  <a:lnTo>
                    <a:pt x="1082833" y="304818"/>
                  </a:lnTo>
                  <a:cubicBezTo>
                    <a:pt x="1101578" y="242731"/>
                    <a:pt x="1155344" y="192621"/>
                    <a:pt x="1218530" y="178174"/>
                  </a:cubicBezTo>
                  <a:cubicBezTo>
                    <a:pt x="1275405" y="165281"/>
                    <a:pt x="1338224" y="181648"/>
                    <a:pt x="1381933" y="219871"/>
                  </a:cubicBezTo>
                  <a:close/>
                  <a:moveTo>
                    <a:pt x="895838" y="618274"/>
                  </a:moveTo>
                  <a:cubicBezTo>
                    <a:pt x="891266" y="582521"/>
                    <a:pt x="867766" y="548871"/>
                    <a:pt x="833384" y="539911"/>
                  </a:cubicBezTo>
                  <a:cubicBezTo>
                    <a:pt x="789493" y="528571"/>
                    <a:pt x="738104" y="570543"/>
                    <a:pt x="748436" y="614617"/>
                  </a:cubicBezTo>
                  <a:cubicBezTo>
                    <a:pt x="758678" y="658691"/>
                    <a:pt x="835122" y="666372"/>
                    <a:pt x="848106" y="623029"/>
                  </a:cubicBezTo>
                  <a:lnTo>
                    <a:pt x="895838" y="6182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7" name="Google Shape;407;p9"/>
            <p:cNvSpPr/>
            <p:nvPr/>
          </p:nvSpPr>
          <p:spPr>
            <a:xfrm>
              <a:off x="3895444" y="4866328"/>
              <a:ext cx="148764" cy="113852"/>
            </a:xfrm>
            <a:custGeom>
              <a:rect b="b" l="l" r="r" t="t"/>
              <a:pathLst>
                <a:path extrusionOk="0" h="113852" w="148764">
                  <a:moveTo>
                    <a:pt x="148765" y="80215"/>
                  </a:moveTo>
                  <a:lnTo>
                    <a:pt x="101033" y="84970"/>
                  </a:lnTo>
                  <a:cubicBezTo>
                    <a:pt x="88048" y="128313"/>
                    <a:pt x="11604" y="120723"/>
                    <a:pt x="1363" y="76558"/>
                  </a:cubicBezTo>
                  <a:cubicBezTo>
                    <a:pt x="-9061" y="32484"/>
                    <a:pt x="42328" y="-9396"/>
                    <a:pt x="86311" y="1851"/>
                  </a:cubicBezTo>
                  <a:cubicBezTo>
                    <a:pt x="120784" y="10812"/>
                    <a:pt x="144284" y="44462"/>
                    <a:pt x="148765" y="80215"/>
                  </a:cubicBez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8" name="Google Shape;408;p9"/>
            <p:cNvSpPr/>
            <p:nvPr/>
          </p:nvSpPr>
          <p:spPr>
            <a:xfrm>
              <a:off x="4538096" y="4325705"/>
              <a:ext cx="437429" cy="423823"/>
            </a:xfrm>
            <a:custGeom>
              <a:rect b="b" l="l" r="r" t="t"/>
              <a:pathLst>
                <a:path extrusionOk="0" h="423823" w="437429">
                  <a:moveTo>
                    <a:pt x="241381" y="226274"/>
                  </a:moveTo>
                  <a:cubicBezTo>
                    <a:pt x="207823" y="202409"/>
                    <a:pt x="166401" y="226091"/>
                    <a:pt x="150582" y="259101"/>
                  </a:cubicBezTo>
                  <a:cubicBezTo>
                    <a:pt x="133391" y="294854"/>
                    <a:pt x="135860" y="340391"/>
                    <a:pt x="156617" y="374224"/>
                  </a:cubicBezTo>
                  <a:cubicBezTo>
                    <a:pt x="177373" y="408057"/>
                    <a:pt x="217241" y="425522"/>
                    <a:pt x="257109" y="423693"/>
                  </a:cubicBezTo>
                  <a:cubicBezTo>
                    <a:pt x="299537" y="421682"/>
                    <a:pt x="337302" y="399553"/>
                    <a:pt x="366380" y="369561"/>
                  </a:cubicBezTo>
                  <a:cubicBezTo>
                    <a:pt x="397378" y="337648"/>
                    <a:pt x="424627" y="295586"/>
                    <a:pt x="433863" y="251603"/>
                  </a:cubicBezTo>
                  <a:cubicBezTo>
                    <a:pt x="443098" y="207621"/>
                    <a:pt x="433771" y="164552"/>
                    <a:pt x="413106" y="126971"/>
                  </a:cubicBezTo>
                  <a:cubicBezTo>
                    <a:pt x="392440" y="89388"/>
                    <a:pt x="357876" y="57659"/>
                    <a:pt x="319288" y="36536"/>
                  </a:cubicBezTo>
                  <a:cubicBezTo>
                    <a:pt x="280701" y="15414"/>
                    <a:pt x="231140" y="-1045"/>
                    <a:pt x="184963" y="52"/>
                  </a:cubicBezTo>
                  <a:cubicBezTo>
                    <a:pt x="135220" y="1241"/>
                    <a:pt x="92151" y="27666"/>
                    <a:pt x="61976" y="66346"/>
                  </a:cubicBezTo>
                  <a:cubicBezTo>
                    <a:pt x="27595" y="110420"/>
                    <a:pt x="12141" y="165466"/>
                    <a:pt x="71" y="219142"/>
                  </a:cubicBezTo>
                  <a:cubicBezTo>
                    <a:pt x="-660" y="222525"/>
                    <a:pt x="4460" y="223897"/>
                    <a:pt x="5192" y="220605"/>
                  </a:cubicBezTo>
                  <a:cubicBezTo>
                    <a:pt x="23571" y="141235"/>
                    <a:pt x="53015" y="47783"/>
                    <a:pt x="136408" y="15048"/>
                  </a:cubicBezTo>
                  <a:cubicBezTo>
                    <a:pt x="178471" y="-1503"/>
                    <a:pt x="225288" y="5904"/>
                    <a:pt x="267076" y="19803"/>
                  </a:cubicBezTo>
                  <a:cubicBezTo>
                    <a:pt x="305664" y="32696"/>
                    <a:pt x="342240" y="52904"/>
                    <a:pt x="371409" y="81433"/>
                  </a:cubicBezTo>
                  <a:cubicBezTo>
                    <a:pt x="400579" y="109962"/>
                    <a:pt x="421610" y="146813"/>
                    <a:pt x="429108" y="187138"/>
                  </a:cubicBezTo>
                  <a:cubicBezTo>
                    <a:pt x="437337" y="231120"/>
                    <a:pt x="426273" y="273092"/>
                    <a:pt x="403870" y="311130"/>
                  </a:cubicBezTo>
                  <a:cubicBezTo>
                    <a:pt x="364917" y="377242"/>
                    <a:pt x="289845" y="443170"/>
                    <a:pt x="207823" y="411166"/>
                  </a:cubicBezTo>
                  <a:cubicBezTo>
                    <a:pt x="163475" y="393884"/>
                    <a:pt x="140706" y="346518"/>
                    <a:pt x="144547" y="300524"/>
                  </a:cubicBezTo>
                  <a:cubicBezTo>
                    <a:pt x="146467" y="277938"/>
                    <a:pt x="154513" y="254438"/>
                    <a:pt x="171064" y="238436"/>
                  </a:cubicBezTo>
                  <a:cubicBezTo>
                    <a:pt x="189169" y="220879"/>
                    <a:pt x="217699" y="215301"/>
                    <a:pt x="239736" y="229017"/>
                  </a:cubicBezTo>
                  <a:cubicBezTo>
                    <a:pt x="241381" y="230023"/>
                    <a:pt x="242753" y="227555"/>
                    <a:pt x="241290" y="226457"/>
                  </a:cubicBezTo>
                  <a:lnTo>
                    <a:pt x="241290" y="226457"/>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9" name="Google Shape;409;p9"/>
            <p:cNvSpPr/>
            <p:nvPr/>
          </p:nvSpPr>
          <p:spPr>
            <a:xfrm>
              <a:off x="4229325" y="4499841"/>
              <a:ext cx="316084" cy="135065"/>
            </a:xfrm>
            <a:custGeom>
              <a:rect b="b" l="l" r="r" t="t"/>
              <a:pathLst>
                <a:path extrusionOk="0" h="135065" w="316084">
                  <a:moveTo>
                    <a:pt x="315790" y="61192"/>
                  </a:moveTo>
                  <a:cubicBezTo>
                    <a:pt x="270985" y="10626"/>
                    <a:pt x="197376" y="-11229"/>
                    <a:pt x="132088" y="5596"/>
                  </a:cubicBezTo>
                  <a:cubicBezTo>
                    <a:pt x="72377" y="20958"/>
                    <a:pt x="14221" y="71433"/>
                    <a:pt x="48" y="132972"/>
                  </a:cubicBezTo>
                  <a:cubicBezTo>
                    <a:pt x="-409" y="135167"/>
                    <a:pt x="2517" y="135898"/>
                    <a:pt x="3340" y="133887"/>
                  </a:cubicBezTo>
                  <a:cubicBezTo>
                    <a:pt x="15227" y="104169"/>
                    <a:pt x="29949" y="77377"/>
                    <a:pt x="53449" y="55065"/>
                  </a:cubicBezTo>
                  <a:cubicBezTo>
                    <a:pt x="76949" y="32754"/>
                    <a:pt x="103375" y="18032"/>
                    <a:pt x="133368" y="10259"/>
                  </a:cubicBezTo>
                  <a:cubicBezTo>
                    <a:pt x="198016" y="-6474"/>
                    <a:pt x="267510" y="16112"/>
                    <a:pt x="313870" y="63021"/>
                  </a:cubicBezTo>
                  <a:cubicBezTo>
                    <a:pt x="315059" y="64209"/>
                    <a:pt x="316888" y="62380"/>
                    <a:pt x="315699" y="61192"/>
                  </a:cubicBezTo>
                  <a:lnTo>
                    <a:pt x="315699" y="6119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0" name="Google Shape;410;p9"/>
            <p:cNvSpPr/>
            <p:nvPr/>
          </p:nvSpPr>
          <p:spPr>
            <a:xfrm>
              <a:off x="3145882" y="4554078"/>
              <a:ext cx="1096795" cy="517821"/>
            </a:xfrm>
            <a:custGeom>
              <a:rect b="b" l="l" r="r" t="t"/>
              <a:pathLst>
                <a:path extrusionOk="0" h="517821" w="1096795">
                  <a:moveTo>
                    <a:pt x="952916" y="146949"/>
                  </a:moveTo>
                  <a:cubicBezTo>
                    <a:pt x="948618" y="186268"/>
                    <a:pt x="988395" y="211780"/>
                    <a:pt x="1023782" y="212329"/>
                  </a:cubicBezTo>
                  <a:cubicBezTo>
                    <a:pt x="1068313" y="213060"/>
                    <a:pt x="1095654" y="173467"/>
                    <a:pt x="1096751" y="131952"/>
                  </a:cubicBezTo>
                  <a:cubicBezTo>
                    <a:pt x="1099586" y="24053"/>
                    <a:pt x="965443" y="-33919"/>
                    <a:pt x="880038" y="21127"/>
                  </a:cubicBezTo>
                  <a:cubicBezTo>
                    <a:pt x="832307" y="51942"/>
                    <a:pt x="805698" y="110281"/>
                    <a:pt x="813470" y="166425"/>
                  </a:cubicBezTo>
                  <a:lnTo>
                    <a:pt x="817036" y="163682"/>
                  </a:lnTo>
                  <a:cubicBezTo>
                    <a:pt x="784758" y="145577"/>
                    <a:pt x="747907" y="131130"/>
                    <a:pt x="710143" y="134970"/>
                  </a:cubicBezTo>
                  <a:cubicBezTo>
                    <a:pt x="681522" y="137896"/>
                    <a:pt x="652901" y="151795"/>
                    <a:pt x="636259" y="175844"/>
                  </a:cubicBezTo>
                  <a:cubicBezTo>
                    <a:pt x="614314" y="207665"/>
                    <a:pt x="625744" y="249910"/>
                    <a:pt x="604895" y="282188"/>
                  </a:cubicBezTo>
                  <a:cubicBezTo>
                    <a:pt x="586699" y="310443"/>
                    <a:pt x="554512" y="330743"/>
                    <a:pt x="525708" y="346928"/>
                  </a:cubicBezTo>
                  <a:cubicBezTo>
                    <a:pt x="418906" y="406730"/>
                    <a:pt x="285495" y="411759"/>
                    <a:pt x="171653" y="369514"/>
                  </a:cubicBezTo>
                  <a:cubicBezTo>
                    <a:pt x="106639" y="345374"/>
                    <a:pt x="48117" y="305323"/>
                    <a:pt x="4135" y="251465"/>
                  </a:cubicBezTo>
                  <a:cubicBezTo>
                    <a:pt x="2397" y="249362"/>
                    <a:pt x="-255" y="251739"/>
                    <a:pt x="20" y="253842"/>
                  </a:cubicBezTo>
                  <a:cubicBezTo>
                    <a:pt x="14924" y="354518"/>
                    <a:pt x="123647" y="402067"/>
                    <a:pt x="208503" y="432333"/>
                  </a:cubicBezTo>
                  <a:cubicBezTo>
                    <a:pt x="318505" y="471561"/>
                    <a:pt x="442041" y="512709"/>
                    <a:pt x="559724" y="486831"/>
                  </a:cubicBezTo>
                  <a:cubicBezTo>
                    <a:pt x="588070" y="480613"/>
                    <a:pt x="614222" y="469823"/>
                    <a:pt x="639734" y="456016"/>
                  </a:cubicBezTo>
                  <a:cubicBezTo>
                    <a:pt x="645952" y="452633"/>
                    <a:pt x="652444" y="449066"/>
                    <a:pt x="659485" y="447695"/>
                  </a:cubicBezTo>
                  <a:cubicBezTo>
                    <a:pt x="673384" y="445043"/>
                    <a:pt x="680242" y="453181"/>
                    <a:pt x="687100" y="463331"/>
                  </a:cubicBezTo>
                  <a:cubicBezTo>
                    <a:pt x="694781" y="474670"/>
                    <a:pt x="703193" y="484728"/>
                    <a:pt x="714166" y="493049"/>
                  </a:cubicBezTo>
                  <a:cubicBezTo>
                    <a:pt x="753120" y="523041"/>
                    <a:pt x="807984" y="526699"/>
                    <a:pt x="849132" y="499084"/>
                  </a:cubicBezTo>
                  <a:cubicBezTo>
                    <a:pt x="890280" y="471469"/>
                    <a:pt x="910396" y="424378"/>
                    <a:pt x="898052" y="378109"/>
                  </a:cubicBezTo>
                  <a:cubicBezTo>
                    <a:pt x="886988" y="336687"/>
                    <a:pt x="847851" y="300019"/>
                    <a:pt x="802589" y="312089"/>
                  </a:cubicBezTo>
                  <a:cubicBezTo>
                    <a:pt x="762172" y="322971"/>
                    <a:pt x="723859" y="378383"/>
                    <a:pt x="762812" y="413039"/>
                  </a:cubicBezTo>
                  <a:cubicBezTo>
                    <a:pt x="788781" y="436082"/>
                    <a:pt x="840628" y="434985"/>
                    <a:pt x="852881" y="397769"/>
                  </a:cubicBezTo>
                  <a:cubicBezTo>
                    <a:pt x="853886" y="394751"/>
                    <a:pt x="849132" y="393471"/>
                    <a:pt x="848126" y="396488"/>
                  </a:cubicBezTo>
                  <a:cubicBezTo>
                    <a:pt x="835964" y="433613"/>
                    <a:pt x="779089" y="430139"/>
                    <a:pt x="759337" y="401883"/>
                  </a:cubicBezTo>
                  <a:cubicBezTo>
                    <a:pt x="729711" y="359547"/>
                    <a:pt x="785581" y="310535"/>
                    <a:pt x="826912" y="314924"/>
                  </a:cubicBezTo>
                  <a:cubicBezTo>
                    <a:pt x="876655" y="320136"/>
                    <a:pt x="903813" y="378658"/>
                    <a:pt x="895034" y="423463"/>
                  </a:cubicBezTo>
                  <a:cubicBezTo>
                    <a:pt x="885708" y="471378"/>
                    <a:pt x="842274" y="510514"/>
                    <a:pt x="793262" y="513166"/>
                  </a:cubicBezTo>
                  <a:cubicBezTo>
                    <a:pt x="768299" y="514538"/>
                    <a:pt x="743153" y="507131"/>
                    <a:pt x="722579" y="493140"/>
                  </a:cubicBezTo>
                  <a:cubicBezTo>
                    <a:pt x="711972" y="485917"/>
                    <a:pt x="702645" y="476956"/>
                    <a:pt x="695238" y="466532"/>
                  </a:cubicBezTo>
                  <a:cubicBezTo>
                    <a:pt x="689477" y="458393"/>
                    <a:pt x="684997" y="448609"/>
                    <a:pt x="675396" y="444312"/>
                  </a:cubicBezTo>
                  <a:cubicBezTo>
                    <a:pt x="656102" y="435716"/>
                    <a:pt x="633882" y="454461"/>
                    <a:pt x="617423" y="462234"/>
                  </a:cubicBezTo>
                  <a:cubicBezTo>
                    <a:pt x="593100" y="473755"/>
                    <a:pt x="567039" y="481345"/>
                    <a:pt x="540522" y="485460"/>
                  </a:cubicBezTo>
                  <a:cubicBezTo>
                    <a:pt x="432988" y="502284"/>
                    <a:pt x="323443" y="467172"/>
                    <a:pt x="223042" y="432150"/>
                  </a:cubicBezTo>
                  <a:cubicBezTo>
                    <a:pt x="136265" y="401883"/>
                    <a:pt x="20319" y="356347"/>
                    <a:pt x="4957" y="252470"/>
                  </a:cubicBezTo>
                  <a:lnTo>
                    <a:pt x="843" y="254848"/>
                  </a:lnTo>
                  <a:cubicBezTo>
                    <a:pt x="76281" y="347203"/>
                    <a:pt x="193598" y="397860"/>
                    <a:pt x="311647" y="401700"/>
                  </a:cubicBezTo>
                  <a:cubicBezTo>
                    <a:pt x="371266" y="403621"/>
                    <a:pt x="431434" y="393745"/>
                    <a:pt x="486663" y="371068"/>
                  </a:cubicBezTo>
                  <a:cubicBezTo>
                    <a:pt x="513638" y="360004"/>
                    <a:pt x="539333" y="345922"/>
                    <a:pt x="563016" y="328915"/>
                  </a:cubicBezTo>
                  <a:cubicBezTo>
                    <a:pt x="589442" y="309895"/>
                    <a:pt x="614222" y="287583"/>
                    <a:pt x="621446" y="254482"/>
                  </a:cubicBezTo>
                  <a:cubicBezTo>
                    <a:pt x="626384" y="231896"/>
                    <a:pt x="624921" y="207665"/>
                    <a:pt x="635619" y="186542"/>
                  </a:cubicBezTo>
                  <a:cubicBezTo>
                    <a:pt x="644855" y="168254"/>
                    <a:pt x="661771" y="154904"/>
                    <a:pt x="680516" y="147223"/>
                  </a:cubicBezTo>
                  <a:cubicBezTo>
                    <a:pt x="725596" y="128661"/>
                    <a:pt x="774425" y="145211"/>
                    <a:pt x="814659" y="167797"/>
                  </a:cubicBezTo>
                  <a:cubicBezTo>
                    <a:pt x="816670" y="168986"/>
                    <a:pt x="818499" y="167066"/>
                    <a:pt x="818225" y="165054"/>
                  </a:cubicBezTo>
                  <a:cubicBezTo>
                    <a:pt x="811733" y="118419"/>
                    <a:pt x="830295" y="70230"/>
                    <a:pt x="865134" y="38684"/>
                  </a:cubicBezTo>
                  <a:cubicBezTo>
                    <a:pt x="899972" y="7137"/>
                    <a:pt x="950539" y="-2922"/>
                    <a:pt x="996076" y="10063"/>
                  </a:cubicBezTo>
                  <a:cubicBezTo>
                    <a:pt x="1041613" y="23048"/>
                    <a:pt x="1076543" y="54686"/>
                    <a:pt x="1088339" y="99126"/>
                  </a:cubicBezTo>
                  <a:cubicBezTo>
                    <a:pt x="1098854" y="138628"/>
                    <a:pt x="1087790" y="193583"/>
                    <a:pt x="1042801" y="205745"/>
                  </a:cubicBezTo>
                  <a:cubicBezTo>
                    <a:pt x="1005128" y="215894"/>
                    <a:pt x="952002" y="191206"/>
                    <a:pt x="956391" y="146857"/>
                  </a:cubicBezTo>
                  <a:cubicBezTo>
                    <a:pt x="956574" y="144571"/>
                    <a:pt x="953099" y="144663"/>
                    <a:pt x="952916" y="146857"/>
                  </a:cubicBezTo>
                  <a:lnTo>
                    <a:pt x="952916" y="146857"/>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1" name="Google Shape;411;p9"/>
            <p:cNvSpPr/>
            <p:nvPr/>
          </p:nvSpPr>
          <p:spPr>
            <a:xfrm>
              <a:off x="4054453" y="4884953"/>
              <a:ext cx="435121" cy="193813"/>
            </a:xfrm>
            <a:custGeom>
              <a:rect b="b" l="l" r="r" t="t"/>
              <a:pathLst>
                <a:path extrusionOk="0" h="193813" w="435121">
                  <a:moveTo>
                    <a:pt x="88" y="112065"/>
                  </a:moveTo>
                  <a:cubicBezTo>
                    <a:pt x="18285" y="163271"/>
                    <a:pt x="72875" y="194087"/>
                    <a:pt x="125818" y="193812"/>
                  </a:cubicBezTo>
                  <a:cubicBezTo>
                    <a:pt x="184340" y="193538"/>
                    <a:pt x="232163" y="152756"/>
                    <a:pt x="251823" y="99172"/>
                  </a:cubicBezTo>
                  <a:cubicBezTo>
                    <a:pt x="263253" y="67991"/>
                    <a:pt x="264899" y="33701"/>
                    <a:pt x="255938" y="1697"/>
                  </a:cubicBezTo>
                  <a:lnTo>
                    <a:pt x="252006" y="3983"/>
                  </a:lnTo>
                  <a:cubicBezTo>
                    <a:pt x="296903" y="54732"/>
                    <a:pt x="377919" y="64973"/>
                    <a:pt x="434063" y="27117"/>
                  </a:cubicBezTo>
                  <a:cubicBezTo>
                    <a:pt x="436532" y="25471"/>
                    <a:pt x="434246" y="21356"/>
                    <a:pt x="431685" y="23094"/>
                  </a:cubicBezTo>
                  <a:cubicBezTo>
                    <a:pt x="377187" y="59853"/>
                    <a:pt x="298823" y="49886"/>
                    <a:pt x="255297" y="691"/>
                  </a:cubicBezTo>
                  <a:cubicBezTo>
                    <a:pt x="253743" y="-1046"/>
                    <a:pt x="250817" y="782"/>
                    <a:pt x="251366" y="2977"/>
                  </a:cubicBezTo>
                  <a:cubicBezTo>
                    <a:pt x="270477" y="70734"/>
                    <a:pt x="238381" y="153579"/>
                    <a:pt x="170807" y="180736"/>
                  </a:cubicBezTo>
                  <a:cubicBezTo>
                    <a:pt x="107896" y="206065"/>
                    <a:pt x="28618" y="174427"/>
                    <a:pt x="3197" y="111242"/>
                  </a:cubicBezTo>
                  <a:cubicBezTo>
                    <a:pt x="2466" y="109413"/>
                    <a:pt x="-552" y="110145"/>
                    <a:pt x="88" y="112065"/>
                  </a:cubicBezTo>
                  <a:lnTo>
                    <a:pt x="88" y="112065"/>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2" name="Google Shape;412;p9"/>
            <p:cNvSpPr/>
            <p:nvPr/>
          </p:nvSpPr>
          <p:spPr>
            <a:xfrm>
              <a:off x="4487824" y="4759273"/>
              <a:ext cx="631353" cy="384216"/>
            </a:xfrm>
            <a:custGeom>
              <a:rect b="b" l="l" r="r" t="t"/>
              <a:pathLst>
                <a:path extrusionOk="0" h="384216" w="631353">
                  <a:moveTo>
                    <a:pt x="97892" y="275"/>
                  </a:moveTo>
                  <a:cubicBezTo>
                    <a:pt x="51898" y="23044"/>
                    <a:pt x="19802" y="67392"/>
                    <a:pt x="6544" y="116404"/>
                  </a:cubicBezTo>
                  <a:cubicBezTo>
                    <a:pt x="-6715" y="165416"/>
                    <a:pt x="326" y="220463"/>
                    <a:pt x="26295" y="265817"/>
                  </a:cubicBezTo>
                  <a:cubicBezTo>
                    <a:pt x="82256" y="363658"/>
                    <a:pt x="213472" y="414499"/>
                    <a:pt x="317988" y="365029"/>
                  </a:cubicBezTo>
                  <a:cubicBezTo>
                    <a:pt x="372121" y="339426"/>
                    <a:pt x="411806" y="285477"/>
                    <a:pt x="415280" y="225126"/>
                  </a:cubicBezTo>
                  <a:lnTo>
                    <a:pt x="410526" y="226406"/>
                  </a:lnTo>
                  <a:cubicBezTo>
                    <a:pt x="432105" y="269109"/>
                    <a:pt x="479288" y="297181"/>
                    <a:pt x="527386" y="293432"/>
                  </a:cubicBezTo>
                  <a:cubicBezTo>
                    <a:pt x="575483" y="289683"/>
                    <a:pt x="614437" y="258136"/>
                    <a:pt x="631170" y="215342"/>
                  </a:cubicBezTo>
                  <a:cubicBezTo>
                    <a:pt x="632359" y="212233"/>
                    <a:pt x="627421" y="210953"/>
                    <a:pt x="626232" y="213971"/>
                  </a:cubicBezTo>
                  <a:cubicBezTo>
                    <a:pt x="609956" y="255576"/>
                    <a:pt x="569082" y="286299"/>
                    <a:pt x="524186" y="288494"/>
                  </a:cubicBezTo>
                  <a:cubicBezTo>
                    <a:pt x="479288" y="290689"/>
                    <a:pt x="435306" y="263988"/>
                    <a:pt x="415006" y="223755"/>
                  </a:cubicBezTo>
                  <a:cubicBezTo>
                    <a:pt x="413817" y="221377"/>
                    <a:pt x="410343" y="222658"/>
                    <a:pt x="410251" y="225035"/>
                  </a:cubicBezTo>
                  <a:cubicBezTo>
                    <a:pt x="407234" y="278619"/>
                    <a:pt x="374315" y="327173"/>
                    <a:pt x="328321" y="353874"/>
                  </a:cubicBezTo>
                  <a:cubicBezTo>
                    <a:pt x="277480" y="383409"/>
                    <a:pt x="213838" y="385421"/>
                    <a:pt x="158791" y="367315"/>
                  </a:cubicBezTo>
                  <a:cubicBezTo>
                    <a:pt x="62139" y="335494"/>
                    <a:pt x="-11562" y="237013"/>
                    <a:pt x="7641" y="133321"/>
                  </a:cubicBezTo>
                  <a:cubicBezTo>
                    <a:pt x="17791" y="78640"/>
                    <a:pt x="50709" y="29902"/>
                    <a:pt x="99721" y="3019"/>
                  </a:cubicBezTo>
                  <a:cubicBezTo>
                    <a:pt x="101550" y="2013"/>
                    <a:pt x="99904" y="-731"/>
                    <a:pt x="98075" y="184"/>
                  </a:cubicBezTo>
                  <a:lnTo>
                    <a:pt x="98075" y="184"/>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9"/>
            <p:cNvSpPr/>
            <p:nvPr/>
          </p:nvSpPr>
          <p:spPr>
            <a:xfrm>
              <a:off x="4969193" y="4524808"/>
              <a:ext cx="1028928" cy="524756"/>
            </a:xfrm>
            <a:custGeom>
              <a:rect b="b" l="l" r="r" t="t"/>
              <a:pathLst>
                <a:path extrusionOk="0" h="524756" w="1028928">
                  <a:moveTo>
                    <a:pt x="197442" y="367237"/>
                  </a:moveTo>
                  <a:cubicBezTo>
                    <a:pt x="238498" y="400704"/>
                    <a:pt x="303146" y="356539"/>
                    <a:pt x="301409" y="307710"/>
                  </a:cubicBezTo>
                  <a:cubicBezTo>
                    <a:pt x="299306" y="250377"/>
                    <a:pt x="226794" y="223128"/>
                    <a:pt x="179428" y="241781"/>
                  </a:cubicBezTo>
                  <a:cubicBezTo>
                    <a:pt x="119901" y="265190"/>
                    <a:pt x="98229" y="340719"/>
                    <a:pt x="112677" y="398326"/>
                  </a:cubicBezTo>
                  <a:cubicBezTo>
                    <a:pt x="128039" y="459866"/>
                    <a:pt x="181897" y="513175"/>
                    <a:pt x="246454" y="518662"/>
                  </a:cubicBezTo>
                  <a:cubicBezTo>
                    <a:pt x="316497" y="524605"/>
                    <a:pt x="386723" y="467181"/>
                    <a:pt x="388734" y="395858"/>
                  </a:cubicBezTo>
                  <a:lnTo>
                    <a:pt x="384345" y="397047"/>
                  </a:lnTo>
                  <a:cubicBezTo>
                    <a:pt x="427322" y="467821"/>
                    <a:pt x="503583" y="508786"/>
                    <a:pt x="584142" y="520765"/>
                  </a:cubicBezTo>
                  <a:cubicBezTo>
                    <a:pt x="625107" y="526891"/>
                    <a:pt x="667078" y="525885"/>
                    <a:pt x="707860" y="518296"/>
                  </a:cubicBezTo>
                  <a:cubicBezTo>
                    <a:pt x="755683" y="509335"/>
                    <a:pt x="798568" y="488944"/>
                    <a:pt x="842185" y="468187"/>
                  </a:cubicBezTo>
                  <a:cubicBezTo>
                    <a:pt x="898970" y="441121"/>
                    <a:pt x="962429" y="412042"/>
                    <a:pt x="1025980" y="433165"/>
                  </a:cubicBezTo>
                  <a:cubicBezTo>
                    <a:pt x="1028814" y="434080"/>
                    <a:pt x="1029912" y="430239"/>
                    <a:pt x="1027900" y="428685"/>
                  </a:cubicBezTo>
                  <a:cubicBezTo>
                    <a:pt x="978888" y="390920"/>
                    <a:pt x="917258" y="371352"/>
                    <a:pt x="855444" y="372541"/>
                  </a:cubicBezTo>
                  <a:cubicBezTo>
                    <a:pt x="824080" y="373180"/>
                    <a:pt x="792716" y="379033"/>
                    <a:pt x="763547" y="390554"/>
                  </a:cubicBezTo>
                  <a:cubicBezTo>
                    <a:pt x="730994" y="403447"/>
                    <a:pt x="700819" y="424204"/>
                    <a:pt x="665432" y="428776"/>
                  </a:cubicBezTo>
                  <a:cubicBezTo>
                    <a:pt x="594383" y="438103"/>
                    <a:pt x="534033" y="382691"/>
                    <a:pt x="495262" y="329746"/>
                  </a:cubicBezTo>
                  <a:cubicBezTo>
                    <a:pt x="456491" y="276803"/>
                    <a:pt x="426133" y="215721"/>
                    <a:pt x="372367" y="177316"/>
                  </a:cubicBezTo>
                  <a:cubicBezTo>
                    <a:pt x="324178" y="142935"/>
                    <a:pt x="251849" y="128030"/>
                    <a:pt x="203568" y="170093"/>
                  </a:cubicBezTo>
                  <a:lnTo>
                    <a:pt x="207683" y="171190"/>
                  </a:lnTo>
                  <a:cubicBezTo>
                    <a:pt x="191407" y="74538"/>
                    <a:pt x="100333" y="-1175"/>
                    <a:pt x="2400" y="14"/>
                  </a:cubicBezTo>
                  <a:cubicBezTo>
                    <a:pt x="-800" y="14"/>
                    <a:pt x="-800" y="4952"/>
                    <a:pt x="2400" y="4952"/>
                  </a:cubicBezTo>
                  <a:cubicBezTo>
                    <a:pt x="98321" y="3763"/>
                    <a:pt x="186926" y="77921"/>
                    <a:pt x="202928" y="172470"/>
                  </a:cubicBezTo>
                  <a:cubicBezTo>
                    <a:pt x="203294" y="174390"/>
                    <a:pt x="205763" y="174665"/>
                    <a:pt x="207043" y="173567"/>
                  </a:cubicBezTo>
                  <a:cubicBezTo>
                    <a:pt x="255232" y="131596"/>
                    <a:pt x="328475" y="149610"/>
                    <a:pt x="374835" y="185271"/>
                  </a:cubicBezTo>
                  <a:cubicBezTo>
                    <a:pt x="427871" y="226145"/>
                    <a:pt x="457863" y="289147"/>
                    <a:pt x="497822" y="341268"/>
                  </a:cubicBezTo>
                  <a:cubicBezTo>
                    <a:pt x="532478" y="386531"/>
                    <a:pt x="582039" y="429873"/>
                    <a:pt x="641383" y="434263"/>
                  </a:cubicBezTo>
                  <a:cubicBezTo>
                    <a:pt x="672656" y="436549"/>
                    <a:pt x="701093" y="425027"/>
                    <a:pt x="728708" y="411768"/>
                  </a:cubicBezTo>
                  <a:cubicBezTo>
                    <a:pt x="758518" y="397412"/>
                    <a:pt x="788053" y="385159"/>
                    <a:pt x="820971" y="380130"/>
                  </a:cubicBezTo>
                  <a:cubicBezTo>
                    <a:pt x="892752" y="369340"/>
                    <a:pt x="967915" y="388451"/>
                    <a:pt x="1025431" y="432708"/>
                  </a:cubicBezTo>
                  <a:lnTo>
                    <a:pt x="1027351" y="428228"/>
                  </a:lnTo>
                  <a:cubicBezTo>
                    <a:pt x="926493" y="394852"/>
                    <a:pt x="834138" y="477788"/>
                    <a:pt x="742424" y="504854"/>
                  </a:cubicBezTo>
                  <a:cubicBezTo>
                    <a:pt x="660951" y="528812"/>
                    <a:pt x="568323" y="525154"/>
                    <a:pt x="491513" y="487298"/>
                  </a:cubicBezTo>
                  <a:cubicBezTo>
                    <a:pt x="449176" y="466449"/>
                    <a:pt x="413057" y="434902"/>
                    <a:pt x="388460" y="394486"/>
                  </a:cubicBezTo>
                  <a:cubicBezTo>
                    <a:pt x="387271" y="392475"/>
                    <a:pt x="384162" y="393297"/>
                    <a:pt x="384071" y="395675"/>
                  </a:cubicBezTo>
                  <a:cubicBezTo>
                    <a:pt x="382425" y="454471"/>
                    <a:pt x="332499" y="503208"/>
                    <a:pt x="275897" y="512626"/>
                  </a:cubicBezTo>
                  <a:cubicBezTo>
                    <a:pt x="217010" y="522502"/>
                    <a:pt x="160409" y="485652"/>
                    <a:pt x="132337" y="435360"/>
                  </a:cubicBezTo>
                  <a:cubicBezTo>
                    <a:pt x="104264" y="385068"/>
                    <a:pt x="105087" y="315573"/>
                    <a:pt x="145321" y="271042"/>
                  </a:cubicBezTo>
                  <a:cubicBezTo>
                    <a:pt x="163792" y="250560"/>
                    <a:pt x="189212" y="238673"/>
                    <a:pt x="216919" y="239861"/>
                  </a:cubicBezTo>
                  <a:cubicBezTo>
                    <a:pt x="242522" y="241050"/>
                    <a:pt x="268948" y="252571"/>
                    <a:pt x="284493" y="273420"/>
                  </a:cubicBezTo>
                  <a:cubicBezTo>
                    <a:pt x="303238" y="298566"/>
                    <a:pt x="299580" y="330570"/>
                    <a:pt x="278092" y="352698"/>
                  </a:cubicBezTo>
                  <a:cubicBezTo>
                    <a:pt x="257792" y="373547"/>
                    <a:pt x="224234" y="384519"/>
                    <a:pt x="199362" y="364951"/>
                  </a:cubicBezTo>
                  <a:cubicBezTo>
                    <a:pt x="197990" y="363854"/>
                    <a:pt x="195979" y="365774"/>
                    <a:pt x="197350" y="366963"/>
                  </a:cubicBezTo>
                  <a:lnTo>
                    <a:pt x="197350" y="366963"/>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4" name="Shape 414"/>
        <p:cNvGrpSpPr/>
        <p:nvPr/>
      </p:nvGrpSpPr>
      <p:grpSpPr>
        <a:xfrm>
          <a:off x="0" y="0"/>
          <a:ext cx="0" cy="0"/>
          <a:chOff x="0" y="0"/>
          <a:chExt cx="0" cy="0"/>
        </a:xfrm>
      </p:grpSpPr>
      <p:sp>
        <p:nvSpPr>
          <p:cNvPr id="415" name="Google Shape;415;p10"/>
          <p:cNvSpPr/>
          <p:nvPr>
            <p:ph idx="2" type="pic"/>
          </p:nvPr>
        </p:nvSpPr>
        <p:spPr>
          <a:xfrm>
            <a:off x="-6650" y="1"/>
            <a:ext cx="9150600" cy="5143500"/>
          </a:xfrm>
          <a:prstGeom prst="rect">
            <a:avLst/>
          </a:prstGeom>
          <a:noFill/>
          <a:ln>
            <a:noFill/>
          </a:ln>
        </p:spPr>
      </p:sp>
      <p:sp>
        <p:nvSpPr>
          <p:cNvPr id="416" name="Google Shape;416;p10"/>
          <p:cNvSpPr txBox="1"/>
          <p:nvPr>
            <p:ph type="title"/>
          </p:nvPr>
        </p:nvSpPr>
        <p:spPr>
          <a:xfrm>
            <a:off x="713225" y="3766725"/>
            <a:ext cx="3186300" cy="8373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400"/>
              <a:buNone/>
              <a:defRPr sz="2000">
                <a:latin typeface="Yuji Syuku"/>
                <a:ea typeface="Yuji Syuku"/>
                <a:cs typeface="Yuji Syuku"/>
                <a:sym typeface="Yuji Syuku"/>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7" name="Shape 417"/>
        <p:cNvGrpSpPr/>
        <p:nvPr/>
      </p:nvGrpSpPr>
      <p:grpSpPr>
        <a:xfrm>
          <a:off x="0" y="0"/>
          <a:ext cx="0" cy="0"/>
          <a:chOff x="0" y="0"/>
          <a:chExt cx="0" cy="0"/>
        </a:xfrm>
      </p:grpSpPr>
      <p:pic>
        <p:nvPicPr>
          <p:cNvPr id="418" name="Google Shape;418;p11"/>
          <p:cNvPicPr preferRelativeResize="0"/>
          <p:nvPr/>
        </p:nvPicPr>
        <p:blipFill>
          <a:blip r:embed="rId2">
            <a:alphaModFix/>
          </a:blip>
          <a:stretch>
            <a:fillRect/>
          </a:stretch>
        </p:blipFill>
        <p:spPr>
          <a:xfrm>
            <a:off x="8221725" y="2068975"/>
            <a:ext cx="2564774" cy="4611350"/>
          </a:xfrm>
          <a:prstGeom prst="rect">
            <a:avLst/>
          </a:prstGeom>
          <a:noFill/>
          <a:ln>
            <a:noFill/>
          </a:ln>
        </p:spPr>
      </p:pic>
      <p:grpSp>
        <p:nvGrpSpPr>
          <p:cNvPr id="419" name="Google Shape;419;p11"/>
          <p:cNvGrpSpPr/>
          <p:nvPr/>
        </p:nvGrpSpPr>
        <p:grpSpPr>
          <a:xfrm>
            <a:off x="228600" y="228600"/>
            <a:ext cx="8686800" cy="4686300"/>
            <a:chOff x="228600" y="228600"/>
            <a:chExt cx="8686800" cy="4686300"/>
          </a:xfrm>
        </p:grpSpPr>
        <p:sp>
          <p:nvSpPr>
            <p:cNvPr id="420" name="Google Shape;420;p11"/>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421" name="Google Shape;421;p11"/>
            <p:cNvGrpSpPr/>
            <p:nvPr/>
          </p:nvGrpSpPr>
          <p:grpSpPr>
            <a:xfrm>
              <a:off x="333904" y="365653"/>
              <a:ext cx="1210874" cy="1218592"/>
              <a:chOff x="2083365" y="2107621"/>
              <a:chExt cx="309829" cy="311796"/>
            </a:xfrm>
          </p:grpSpPr>
          <p:sp>
            <p:nvSpPr>
              <p:cNvPr id="422" name="Google Shape;422;p11"/>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11"/>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11"/>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11"/>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6" name="Google Shape;426;p11"/>
            <p:cNvGrpSpPr/>
            <p:nvPr/>
          </p:nvGrpSpPr>
          <p:grpSpPr>
            <a:xfrm>
              <a:off x="7599218" y="365653"/>
              <a:ext cx="1210878" cy="1218592"/>
              <a:chOff x="3498340" y="2107621"/>
              <a:chExt cx="309830" cy="311796"/>
            </a:xfrm>
          </p:grpSpPr>
          <p:sp>
            <p:nvSpPr>
              <p:cNvPr id="427" name="Google Shape;427;p11"/>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11"/>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11"/>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11"/>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1" name="Google Shape;431;p11"/>
            <p:cNvGrpSpPr/>
            <p:nvPr/>
          </p:nvGrpSpPr>
          <p:grpSpPr>
            <a:xfrm>
              <a:off x="333904" y="3559446"/>
              <a:ext cx="1210874" cy="1218588"/>
              <a:chOff x="2083365" y="2914852"/>
              <a:chExt cx="309829" cy="311795"/>
            </a:xfrm>
          </p:grpSpPr>
          <p:sp>
            <p:nvSpPr>
              <p:cNvPr id="432" name="Google Shape;432;p11"/>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3" name="Google Shape;433;p11"/>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4" name="Google Shape;434;p11"/>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5" name="Google Shape;435;p11"/>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6" name="Google Shape;436;p11"/>
            <p:cNvGrpSpPr/>
            <p:nvPr/>
          </p:nvGrpSpPr>
          <p:grpSpPr>
            <a:xfrm>
              <a:off x="7523018" y="3559446"/>
              <a:ext cx="1210878" cy="1218588"/>
              <a:chOff x="3478843" y="2914852"/>
              <a:chExt cx="309830" cy="311795"/>
            </a:xfrm>
          </p:grpSpPr>
          <p:sp>
            <p:nvSpPr>
              <p:cNvPr id="437" name="Google Shape;437;p11"/>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8" name="Google Shape;438;p11"/>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9" name="Google Shape;439;p11"/>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11"/>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41" name="Google Shape;441;p11"/>
          <p:cNvSpPr txBox="1"/>
          <p:nvPr>
            <p:ph hasCustomPrompt="1" type="title"/>
          </p:nvPr>
        </p:nvSpPr>
        <p:spPr>
          <a:xfrm>
            <a:off x="2080375" y="1905750"/>
            <a:ext cx="6007500" cy="9375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42" name="Google Shape;442;p11"/>
          <p:cNvSpPr txBox="1"/>
          <p:nvPr>
            <p:ph idx="1" type="subTitle"/>
          </p:nvPr>
        </p:nvSpPr>
        <p:spPr>
          <a:xfrm>
            <a:off x="2080375" y="2843250"/>
            <a:ext cx="6007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443" name="Google Shape;443;p11"/>
          <p:cNvGrpSpPr/>
          <p:nvPr/>
        </p:nvGrpSpPr>
        <p:grpSpPr>
          <a:xfrm>
            <a:off x="6253354" y="55454"/>
            <a:ext cx="2131478" cy="611130"/>
            <a:chOff x="352469" y="5829530"/>
            <a:chExt cx="2852239" cy="817784"/>
          </a:xfrm>
        </p:grpSpPr>
        <p:sp>
          <p:nvSpPr>
            <p:cNvPr id="444" name="Google Shape;444;p11"/>
            <p:cNvSpPr/>
            <p:nvPr/>
          </p:nvSpPr>
          <p:spPr>
            <a:xfrm>
              <a:off x="354958" y="5832094"/>
              <a:ext cx="2847350" cy="812355"/>
            </a:xfrm>
            <a:custGeom>
              <a:rect b="b" l="l" r="r" t="t"/>
              <a:pathLst>
                <a:path extrusionOk="0" h="812355" w="2847350">
                  <a:moveTo>
                    <a:pt x="1381933" y="220145"/>
                  </a:moveTo>
                  <a:lnTo>
                    <a:pt x="1392540" y="217218"/>
                  </a:lnTo>
                  <a:cubicBezTo>
                    <a:pt x="1402598" y="172596"/>
                    <a:pt x="1414760" y="127607"/>
                    <a:pt x="1438077" y="88380"/>
                  </a:cubicBezTo>
                  <a:cubicBezTo>
                    <a:pt x="1461577" y="49060"/>
                    <a:pt x="1497879" y="15502"/>
                    <a:pt x="1542136" y="4346"/>
                  </a:cubicBezTo>
                  <a:cubicBezTo>
                    <a:pt x="1574231" y="-3700"/>
                    <a:pt x="1608247" y="323"/>
                    <a:pt x="1640159" y="9101"/>
                  </a:cubicBezTo>
                  <a:cubicBezTo>
                    <a:pt x="1693926" y="23823"/>
                    <a:pt x="1745132" y="52261"/>
                    <a:pt x="1780245" y="95420"/>
                  </a:cubicBezTo>
                  <a:cubicBezTo>
                    <a:pt x="1804294" y="124956"/>
                    <a:pt x="1820113" y="161532"/>
                    <a:pt x="1823771" y="199113"/>
                  </a:cubicBezTo>
                  <a:cubicBezTo>
                    <a:pt x="1919600" y="197468"/>
                    <a:pt x="2010857" y="273637"/>
                    <a:pt x="2026036" y="368369"/>
                  </a:cubicBezTo>
                  <a:cubicBezTo>
                    <a:pt x="2074682" y="324660"/>
                    <a:pt x="2155241" y="343223"/>
                    <a:pt x="2204619" y="386017"/>
                  </a:cubicBezTo>
                  <a:cubicBezTo>
                    <a:pt x="2254179" y="428811"/>
                    <a:pt x="2283897" y="489709"/>
                    <a:pt x="2324131" y="541099"/>
                  </a:cubicBezTo>
                  <a:cubicBezTo>
                    <a:pt x="2364547" y="592489"/>
                    <a:pt x="2425446" y="637660"/>
                    <a:pt x="2490094" y="627236"/>
                  </a:cubicBezTo>
                  <a:cubicBezTo>
                    <a:pt x="2522007" y="622115"/>
                    <a:pt x="2550262" y="603919"/>
                    <a:pt x="2580071" y="591300"/>
                  </a:cubicBezTo>
                  <a:cubicBezTo>
                    <a:pt x="2666939" y="554906"/>
                    <a:pt x="2773193" y="569080"/>
                    <a:pt x="2847350" y="627236"/>
                  </a:cubicBezTo>
                  <a:cubicBezTo>
                    <a:pt x="2764049" y="598432"/>
                    <a:pt x="2679741" y="658051"/>
                    <a:pt x="2598268" y="691701"/>
                  </a:cubicBezTo>
                  <a:cubicBezTo>
                    <a:pt x="2462754" y="747662"/>
                    <a:pt x="2282525" y="718127"/>
                    <a:pt x="2207087" y="592397"/>
                  </a:cubicBezTo>
                  <a:cubicBezTo>
                    <a:pt x="2206356" y="661434"/>
                    <a:pt x="2136039" y="718858"/>
                    <a:pt x="2067184" y="712823"/>
                  </a:cubicBezTo>
                  <a:cubicBezTo>
                    <a:pt x="2026402" y="709165"/>
                    <a:pt x="1989552" y="686031"/>
                    <a:pt x="1964771" y="653387"/>
                  </a:cubicBezTo>
                  <a:cubicBezTo>
                    <a:pt x="1946758" y="692158"/>
                    <a:pt x="1906250" y="719864"/>
                    <a:pt x="1863456" y="721876"/>
                  </a:cubicBezTo>
                  <a:cubicBezTo>
                    <a:pt x="1817919" y="724070"/>
                    <a:pt x="1772199" y="697096"/>
                    <a:pt x="1752173" y="655948"/>
                  </a:cubicBezTo>
                  <a:cubicBezTo>
                    <a:pt x="1749613" y="712275"/>
                    <a:pt x="1712854" y="764029"/>
                    <a:pt x="1662928" y="790182"/>
                  </a:cubicBezTo>
                  <a:cubicBezTo>
                    <a:pt x="1613184" y="816425"/>
                    <a:pt x="1552468" y="818436"/>
                    <a:pt x="1499159" y="801154"/>
                  </a:cubicBezTo>
                  <a:cubicBezTo>
                    <a:pt x="1423355" y="776923"/>
                    <a:pt x="1360170" y="712275"/>
                    <a:pt x="1344808" y="634094"/>
                  </a:cubicBezTo>
                  <a:cubicBezTo>
                    <a:pt x="1341516" y="616994"/>
                    <a:pt x="1340602" y="599255"/>
                    <a:pt x="1342248" y="581973"/>
                  </a:cubicBezTo>
                  <a:lnTo>
                    <a:pt x="1338956" y="581607"/>
                  </a:lnTo>
                  <a:cubicBezTo>
                    <a:pt x="1284641" y="619097"/>
                    <a:pt x="1202893" y="608765"/>
                    <a:pt x="1159642" y="558838"/>
                  </a:cubicBezTo>
                  <a:cubicBezTo>
                    <a:pt x="1179485" y="626412"/>
                    <a:pt x="1146932" y="707520"/>
                    <a:pt x="1082924" y="737055"/>
                  </a:cubicBezTo>
                  <a:cubicBezTo>
                    <a:pt x="1018825" y="766590"/>
                    <a:pt x="931682" y="734311"/>
                    <a:pt x="907633" y="668201"/>
                  </a:cubicBezTo>
                  <a:lnTo>
                    <a:pt x="891449" y="662897"/>
                  </a:lnTo>
                  <a:cubicBezTo>
                    <a:pt x="878921" y="700388"/>
                    <a:pt x="845911" y="730654"/>
                    <a:pt x="807049" y="739067"/>
                  </a:cubicBezTo>
                  <a:cubicBezTo>
                    <a:pt x="762793" y="748576"/>
                    <a:pt x="713781" y="728460"/>
                    <a:pt x="688635" y="690787"/>
                  </a:cubicBezTo>
                  <a:cubicBezTo>
                    <a:pt x="684246" y="684019"/>
                    <a:pt x="680222" y="676613"/>
                    <a:pt x="673181" y="672773"/>
                  </a:cubicBezTo>
                  <a:cubicBezTo>
                    <a:pt x="660654" y="666006"/>
                    <a:pt x="645475" y="674418"/>
                    <a:pt x="632948" y="681368"/>
                  </a:cubicBezTo>
                  <a:cubicBezTo>
                    <a:pt x="506669" y="752417"/>
                    <a:pt x="349484" y="705782"/>
                    <a:pt x="212598" y="657685"/>
                  </a:cubicBezTo>
                  <a:cubicBezTo>
                    <a:pt x="120426" y="625407"/>
                    <a:pt x="13259" y="575663"/>
                    <a:pt x="0" y="478920"/>
                  </a:cubicBezTo>
                  <a:cubicBezTo>
                    <a:pt x="132862" y="642871"/>
                    <a:pt x="400507" y="674601"/>
                    <a:pt x="567934" y="546128"/>
                  </a:cubicBezTo>
                  <a:cubicBezTo>
                    <a:pt x="586130" y="532321"/>
                    <a:pt x="603687" y="516044"/>
                    <a:pt x="612008" y="494739"/>
                  </a:cubicBezTo>
                  <a:cubicBezTo>
                    <a:pt x="621883" y="470142"/>
                    <a:pt x="618226" y="441703"/>
                    <a:pt x="628193" y="417106"/>
                  </a:cubicBezTo>
                  <a:cubicBezTo>
                    <a:pt x="641452" y="384279"/>
                    <a:pt x="677388" y="364437"/>
                    <a:pt x="712775" y="362608"/>
                  </a:cubicBezTo>
                  <a:cubicBezTo>
                    <a:pt x="748162" y="360596"/>
                    <a:pt x="782544" y="373947"/>
                    <a:pt x="813359" y="391411"/>
                  </a:cubicBezTo>
                  <a:cubicBezTo>
                    <a:pt x="804032" y="330238"/>
                    <a:pt x="839602" y="265133"/>
                    <a:pt x="895929" y="239621"/>
                  </a:cubicBezTo>
                  <a:cubicBezTo>
                    <a:pt x="952256" y="214110"/>
                    <a:pt x="1024768" y="230477"/>
                    <a:pt x="1064453" y="277843"/>
                  </a:cubicBezTo>
                  <a:cubicBezTo>
                    <a:pt x="1071403" y="286073"/>
                    <a:pt x="1076980" y="295309"/>
                    <a:pt x="1081369" y="305367"/>
                  </a:cubicBezTo>
                  <a:lnTo>
                    <a:pt x="1082833" y="304818"/>
                  </a:lnTo>
                  <a:cubicBezTo>
                    <a:pt x="1101578" y="242731"/>
                    <a:pt x="1155344" y="192621"/>
                    <a:pt x="1218530" y="178174"/>
                  </a:cubicBezTo>
                  <a:cubicBezTo>
                    <a:pt x="1275405" y="165281"/>
                    <a:pt x="1338224" y="181648"/>
                    <a:pt x="1381933" y="219871"/>
                  </a:cubicBezTo>
                  <a:close/>
                  <a:moveTo>
                    <a:pt x="895838" y="618274"/>
                  </a:moveTo>
                  <a:cubicBezTo>
                    <a:pt x="891266" y="582521"/>
                    <a:pt x="867766" y="548871"/>
                    <a:pt x="833384" y="539911"/>
                  </a:cubicBezTo>
                  <a:cubicBezTo>
                    <a:pt x="789493" y="528571"/>
                    <a:pt x="738104" y="570543"/>
                    <a:pt x="748436" y="614617"/>
                  </a:cubicBezTo>
                  <a:cubicBezTo>
                    <a:pt x="758678" y="658691"/>
                    <a:pt x="835122" y="666372"/>
                    <a:pt x="848106" y="623029"/>
                  </a:cubicBezTo>
                  <a:lnTo>
                    <a:pt x="895838" y="6182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5" name="Google Shape;445;p11"/>
            <p:cNvSpPr/>
            <p:nvPr/>
          </p:nvSpPr>
          <p:spPr>
            <a:xfrm>
              <a:off x="1102031" y="6370153"/>
              <a:ext cx="148764" cy="113852"/>
            </a:xfrm>
            <a:custGeom>
              <a:rect b="b" l="l" r="r" t="t"/>
              <a:pathLst>
                <a:path extrusionOk="0" h="113852" w="148764">
                  <a:moveTo>
                    <a:pt x="148765" y="80215"/>
                  </a:moveTo>
                  <a:lnTo>
                    <a:pt x="101033" y="84970"/>
                  </a:lnTo>
                  <a:cubicBezTo>
                    <a:pt x="88048" y="128313"/>
                    <a:pt x="11604" y="120723"/>
                    <a:pt x="1363" y="76558"/>
                  </a:cubicBezTo>
                  <a:cubicBezTo>
                    <a:pt x="-9061" y="32484"/>
                    <a:pt x="42328" y="-9396"/>
                    <a:pt x="86311" y="1851"/>
                  </a:cubicBezTo>
                  <a:cubicBezTo>
                    <a:pt x="120784" y="10812"/>
                    <a:pt x="144284" y="44462"/>
                    <a:pt x="148765" y="802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6" name="Google Shape;446;p11"/>
            <p:cNvSpPr/>
            <p:nvPr/>
          </p:nvSpPr>
          <p:spPr>
            <a:xfrm>
              <a:off x="1106046" y="6430297"/>
              <a:ext cx="92623" cy="53518"/>
            </a:xfrm>
            <a:custGeom>
              <a:rect b="b" l="l" r="r" t="t"/>
              <a:pathLst>
                <a:path extrusionOk="0" h="53518" w="92623">
                  <a:moveTo>
                    <a:pt x="56327" y="47137"/>
                  </a:moveTo>
                  <a:cubicBezTo>
                    <a:pt x="35387" y="46771"/>
                    <a:pt x="12253" y="41925"/>
                    <a:pt x="0" y="24094"/>
                  </a:cubicBezTo>
                  <a:cubicBezTo>
                    <a:pt x="12893" y="52624"/>
                    <a:pt x="56053" y="61585"/>
                    <a:pt x="80924" y="45766"/>
                  </a:cubicBezTo>
                  <a:cubicBezTo>
                    <a:pt x="82022" y="44485"/>
                    <a:pt x="83119" y="43297"/>
                    <a:pt x="84125" y="42016"/>
                  </a:cubicBezTo>
                  <a:cubicBezTo>
                    <a:pt x="96926" y="25923"/>
                    <a:pt x="96561" y="6355"/>
                    <a:pt x="74066" y="960"/>
                  </a:cubicBezTo>
                  <a:cubicBezTo>
                    <a:pt x="67940" y="-503"/>
                    <a:pt x="60350" y="-686"/>
                    <a:pt x="58064" y="3246"/>
                  </a:cubicBezTo>
                  <a:cubicBezTo>
                    <a:pt x="58522" y="2423"/>
                    <a:pt x="57973" y="6812"/>
                    <a:pt x="58339" y="9098"/>
                  </a:cubicBezTo>
                  <a:cubicBezTo>
                    <a:pt x="59345" y="15865"/>
                    <a:pt x="63825" y="22357"/>
                    <a:pt x="67483" y="27935"/>
                  </a:cubicBezTo>
                  <a:cubicBezTo>
                    <a:pt x="72695" y="36073"/>
                    <a:pt x="65837" y="47229"/>
                    <a:pt x="56510" y="4713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7" name="Google Shape;447;p11"/>
            <p:cNvSpPr/>
            <p:nvPr/>
          </p:nvSpPr>
          <p:spPr>
            <a:xfrm>
              <a:off x="1744683" y="5829530"/>
              <a:ext cx="437429" cy="423823"/>
            </a:xfrm>
            <a:custGeom>
              <a:rect b="b" l="l" r="r" t="t"/>
              <a:pathLst>
                <a:path extrusionOk="0" h="423823" w="437429">
                  <a:moveTo>
                    <a:pt x="241381" y="226274"/>
                  </a:moveTo>
                  <a:cubicBezTo>
                    <a:pt x="207823" y="202409"/>
                    <a:pt x="166401" y="226091"/>
                    <a:pt x="150582" y="259101"/>
                  </a:cubicBezTo>
                  <a:cubicBezTo>
                    <a:pt x="133391" y="294854"/>
                    <a:pt x="135860" y="340391"/>
                    <a:pt x="156617" y="374224"/>
                  </a:cubicBezTo>
                  <a:cubicBezTo>
                    <a:pt x="177373" y="408057"/>
                    <a:pt x="217241" y="425522"/>
                    <a:pt x="257109" y="423693"/>
                  </a:cubicBezTo>
                  <a:cubicBezTo>
                    <a:pt x="299537" y="421682"/>
                    <a:pt x="337302" y="399553"/>
                    <a:pt x="366380" y="369561"/>
                  </a:cubicBezTo>
                  <a:cubicBezTo>
                    <a:pt x="397378" y="337648"/>
                    <a:pt x="424627" y="295586"/>
                    <a:pt x="433863" y="251603"/>
                  </a:cubicBezTo>
                  <a:cubicBezTo>
                    <a:pt x="443098" y="207621"/>
                    <a:pt x="433771" y="164552"/>
                    <a:pt x="413106" y="126971"/>
                  </a:cubicBezTo>
                  <a:cubicBezTo>
                    <a:pt x="392440" y="89388"/>
                    <a:pt x="357876" y="57659"/>
                    <a:pt x="319288" y="36536"/>
                  </a:cubicBezTo>
                  <a:cubicBezTo>
                    <a:pt x="280701" y="15414"/>
                    <a:pt x="231140" y="-1045"/>
                    <a:pt x="184963" y="52"/>
                  </a:cubicBezTo>
                  <a:cubicBezTo>
                    <a:pt x="135220" y="1241"/>
                    <a:pt x="92151" y="27666"/>
                    <a:pt x="61976" y="66346"/>
                  </a:cubicBezTo>
                  <a:cubicBezTo>
                    <a:pt x="27595" y="110420"/>
                    <a:pt x="12141" y="165466"/>
                    <a:pt x="71" y="219142"/>
                  </a:cubicBezTo>
                  <a:cubicBezTo>
                    <a:pt x="-660" y="222525"/>
                    <a:pt x="4460" y="223897"/>
                    <a:pt x="5192" y="220605"/>
                  </a:cubicBezTo>
                  <a:cubicBezTo>
                    <a:pt x="23571" y="141235"/>
                    <a:pt x="53015" y="47783"/>
                    <a:pt x="136408" y="15048"/>
                  </a:cubicBezTo>
                  <a:cubicBezTo>
                    <a:pt x="178471" y="-1503"/>
                    <a:pt x="225288" y="5904"/>
                    <a:pt x="267076" y="19803"/>
                  </a:cubicBezTo>
                  <a:cubicBezTo>
                    <a:pt x="305664" y="32696"/>
                    <a:pt x="342240" y="52904"/>
                    <a:pt x="371409" y="81433"/>
                  </a:cubicBezTo>
                  <a:cubicBezTo>
                    <a:pt x="400579" y="109962"/>
                    <a:pt x="421610" y="146813"/>
                    <a:pt x="429108" y="187138"/>
                  </a:cubicBezTo>
                  <a:cubicBezTo>
                    <a:pt x="437337" y="231120"/>
                    <a:pt x="426273" y="273092"/>
                    <a:pt x="403870" y="311130"/>
                  </a:cubicBezTo>
                  <a:cubicBezTo>
                    <a:pt x="364917" y="377242"/>
                    <a:pt x="289845" y="443170"/>
                    <a:pt x="207823" y="411166"/>
                  </a:cubicBezTo>
                  <a:cubicBezTo>
                    <a:pt x="163475" y="393884"/>
                    <a:pt x="140706" y="346518"/>
                    <a:pt x="144547" y="300524"/>
                  </a:cubicBezTo>
                  <a:cubicBezTo>
                    <a:pt x="146467" y="277938"/>
                    <a:pt x="154513" y="254438"/>
                    <a:pt x="171064" y="238436"/>
                  </a:cubicBezTo>
                  <a:cubicBezTo>
                    <a:pt x="189169" y="220879"/>
                    <a:pt x="217699" y="215301"/>
                    <a:pt x="239736" y="229017"/>
                  </a:cubicBezTo>
                  <a:cubicBezTo>
                    <a:pt x="241381" y="230023"/>
                    <a:pt x="242753" y="227555"/>
                    <a:pt x="241290" y="226457"/>
                  </a:cubicBezTo>
                  <a:lnTo>
                    <a:pt x="241290" y="226457"/>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8" name="Google Shape;448;p11"/>
            <p:cNvSpPr/>
            <p:nvPr/>
          </p:nvSpPr>
          <p:spPr>
            <a:xfrm>
              <a:off x="1435913" y="6003666"/>
              <a:ext cx="316084" cy="135065"/>
            </a:xfrm>
            <a:custGeom>
              <a:rect b="b" l="l" r="r" t="t"/>
              <a:pathLst>
                <a:path extrusionOk="0" h="135065" w="316084">
                  <a:moveTo>
                    <a:pt x="315790" y="61192"/>
                  </a:moveTo>
                  <a:cubicBezTo>
                    <a:pt x="270985" y="10626"/>
                    <a:pt x="197376" y="-11229"/>
                    <a:pt x="132088" y="5596"/>
                  </a:cubicBezTo>
                  <a:cubicBezTo>
                    <a:pt x="72377" y="20958"/>
                    <a:pt x="14221" y="71433"/>
                    <a:pt x="48" y="132972"/>
                  </a:cubicBezTo>
                  <a:cubicBezTo>
                    <a:pt x="-409" y="135167"/>
                    <a:pt x="2517" y="135898"/>
                    <a:pt x="3340" y="133887"/>
                  </a:cubicBezTo>
                  <a:cubicBezTo>
                    <a:pt x="15227" y="104169"/>
                    <a:pt x="29949" y="77377"/>
                    <a:pt x="53449" y="55065"/>
                  </a:cubicBezTo>
                  <a:cubicBezTo>
                    <a:pt x="76949" y="32754"/>
                    <a:pt x="103375" y="18032"/>
                    <a:pt x="133368" y="10259"/>
                  </a:cubicBezTo>
                  <a:cubicBezTo>
                    <a:pt x="198016" y="-6474"/>
                    <a:pt x="267510" y="16112"/>
                    <a:pt x="313870" y="63021"/>
                  </a:cubicBezTo>
                  <a:cubicBezTo>
                    <a:pt x="315059" y="64209"/>
                    <a:pt x="316888" y="62380"/>
                    <a:pt x="315699" y="61192"/>
                  </a:cubicBezTo>
                  <a:lnTo>
                    <a:pt x="315699" y="6119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9" name="Google Shape;449;p11"/>
            <p:cNvSpPr/>
            <p:nvPr/>
          </p:nvSpPr>
          <p:spPr>
            <a:xfrm>
              <a:off x="352469" y="6057903"/>
              <a:ext cx="1096795" cy="517821"/>
            </a:xfrm>
            <a:custGeom>
              <a:rect b="b" l="l" r="r" t="t"/>
              <a:pathLst>
                <a:path extrusionOk="0" h="517821" w="1096795">
                  <a:moveTo>
                    <a:pt x="952916" y="146949"/>
                  </a:moveTo>
                  <a:cubicBezTo>
                    <a:pt x="948618" y="186268"/>
                    <a:pt x="988395" y="211780"/>
                    <a:pt x="1023782" y="212329"/>
                  </a:cubicBezTo>
                  <a:cubicBezTo>
                    <a:pt x="1068313" y="213060"/>
                    <a:pt x="1095654" y="173467"/>
                    <a:pt x="1096751" y="131952"/>
                  </a:cubicBezTo>
                  <a:cubicBezTo>
                    <a:pt x="1099586" y="24053"/>
                    <a:pt x="965443" y="-33919"/>
                    <a:pt x="880038" y="21127"/>
                  </a:cubicBezTo>
                  <a:cubicBezTo>
                    <a:pt x="832307" y="51942"/>
                    <a:pt x="805698" y="110281"/>
                    <a:pt x="813470" y="166425"/>
                  </a:cubicBezTo>
                  <a:lnTo>
                    <a:pt x="817036" y="163682"/>
                  </a:lnTo>
                  <a:cubicBezTo>
                    <a:pt x="784758" y="145577"/>
                    <a:pt x="747907" y="131130"/>
                    <a:pt x="710143" y="134970"/>
                  </a:cubicBezTo>
                  <a:cubicBezTo>
                    <a:pt x="681522" y="137896"/>
                    <a:pt x="652901" y="151795"/>
                    <a:pt x="636259" y="175844"/>
                  </a:cubicBezTo>
                  <a:cubicBezTo>
                    <a:pt x="614314" y="207665"/>
                    <a:pt x="625744" y="249910"/>
                    <a:pt x="604895" y="282188"/>
                  </a:cubicBezTo>
                  <a:cubicBezTo>
                    <a:pt x="586699" y="310443"/>
                    <a:pt x="554512" y="330743"/>
                    <a:pt x="525708" y="346928"/>
                  </a:cubicBezTo>
                  <a:cubicBezTo>
                    <a:pt x="418906" y="406730"/>
                    <a:pt x="285495" y="411759"/>
                    <a:pt x="171653" y="369514"/>
                  </a:cubicBezTo>
                  <a:cubicBezTo>
                    <a:pt x="106639" y="345374"/>
                    <a:pt x="48117" y="305323"/>
                    <a:pt x="4135" y="251465"/>
                  </a:cubicBezTo>
                  <a:cubicBezTo>
                    <a:pt x="2397" y="249362"/>
                    <a:pt x="-255" y="251739"/>
                    <a:pt x="20" y="253842"/>
                  </a:cubicBezTo>
                  <a:cubicBezTo>
                    <a:pt x="14924" y="354518"/>
                    <a:pt x="123647" y="402067"/>
                    <a:pt x="208503" y="432333"/>
                  </a:cubicBezTo>
                  <a:cubicBezTo>
                    <a:pt x="318505" y="471561"/>
                    <a:pt x="442041" y="512709"/>
                    <a:pt x="559724" y="486831"/>
                  </a:cubicBezTo>
                  <a:cubicBezTo>
                    <a:pt x="588070" y="480613"/>
                    <a:pt x="614222" y="469823"/>
                    <a:pt x="639734" y="456016"/>
                  </a:cubicBezTo>
                  <a:cubicBezTo>
                    <a:pt x="645952" y="452633"/>
                    <a:pt x="652444" y="449066"/>
                    <a:pt x="659485" y="447695"/>
                  </a:cubicBezTo>
                  <a:cubicBezTo>
                    <a:pt x="673384" y="445043"/>
                    <a:pt x="680242" y="453181"/>
                    <a:pt x="687100" y="463331"/>
                  </a:cubicBezTo>
                  <a:cubicBezTo>
                    <a:pt x="694781" y="474670"/>
                    <a:pt x="703193" y="484728"/>
                    <a:pt x="714166" y="493049"/>
                  </a:cubicBezTo>
                  <a:cubicBezTo>
                    <a:pt x="753120" y="523041"/>
                    <a:pt x="807984" y="526699"/>
                    <a:pt x="849132" y="499084"/>
                  </a:cubicBezTo>
                  <a:cubicBezTo>
                    <a:pt x="890280" y="471469"/>
                    <a:pt x="910396" y="424378"/>
                    <a:pt x="898052" y="378109"/>
                  </a:cubicBezTo>
                  <a:cubicBezTo>
                    <a:pt x="886988" y="336687"/>
                    <a:pt x="847851" y="300019"/>
                    <a:pt x="802589" y="312089"/>
                  </a:cubicBezTo>
                  <a:cubicBezTo>
                    <a:pt x="762172" y="322971"/>
                    <a:pt x="723859" y="378383"/>
                    <a:pt x="762812" y="413039"/>
                  </a:cubicBezTo>
                  <a:cubicBezTo>
                    <a:pt x="788781" y="436082"/>
                    <a:pt x="840628" y="434985"/>
                    <a:pt x="852881" y="397769"/>
                  </a:cubicBezTo>
                  <a:cubicBezTo>
                    <a:pt x="853886" y="394751"/>
                    <a:pt x="849132" y="393471"/>
                    <a:pt x="848126" y="396488"/>
                  </a:cubicBezTo>
                  <a:cubicBezTo>
                    <a:pt x="835964" y="433613"/>
                    <a:pt x="779089" y="430139"/>
                    <a:pt x="759337" y="401883"/>
                  </a:cubicBezTo>
                  <a:cubicBezTo>
                    <a:pt x="729711" y="359547"/>
                    <a:pt x="785581" y="310535"/>
                    <a:pt x="826912" y="314924"/>
                  </a:cubicBezTo>
                  <a:cubicBezTo>
                    <a:pt x="876655" y="320136"/>
                    <a:pt x="903813" y="378658"/>
                    <a:pt x="895034" y="423463"/>
                  </a:cubicBezTo>
                  <a:cubicBezTo>
                    <a:pt x="885708" y="471378"/>
                    <a:pt x="842274" y="510514"/>
                    <a:pt x="793262" y="513166"/>
                  </a:cubicBezTo>
                  <a:cubicBezTo>
                    <a:pt x="768299" y="514538"/>
                    <a:pt x="743153" y="507131"/>
                    <a:pt x="722579" y="493140"/>
                  </a:cubicBezTo>
                  <a:cubicBezTo>
                    <a:pt x="711972" y="485917"/>
                    <a:pt x="702645" y="476956"/>
                    <a:pt x="695238" y="466532"/>
                  </a:cubicBezTo>
                  <a:cubicBezTo>
                    <a:pt x="689477" y="458393"/>
                    <a:pt x="684997" y="448609"/>
                    <a:pt x="675396" y="444312"/>
                  </a:cubicBezTo>
                  <a:cubicBezTo>
                    <a:pt x="656102" y="435716"/>
                    <a:pt x="633882" y="454461"/>
                    <a:pt x="617423" y="462234"/>
                  </a:cubicBezTo>
                  <a:cubicBezTo>
                    <a:pt x="593100" y="473755"/>
                    <a:pt x="567039" y="481345"/>
                    <a:pt x="540522" y="485460"/>
                  </a:cubicBezTo>
                  <a:cubicBezTo>
                    <a:pt x="432988" y="502284"/>
                    <a:pt x="323443" y="467172"/>
                    <a:pt x="223042" y="432150"/>
                  </a:cubicBezTo>
                  <a:cubicBezTo>
                    <a:pt x="136265" y="401883"/>
                    <a:pt x="20319" y="356347"/>
                    <a:pt x="4957" y="252470"/>
                  </a:cubicBezTo>
                  <a:lnTo>
                    <a:pt x="843" y="254848"/>
                  </a:lnTo>
                  <a:cubicBezTo>
                    <a:pt x="76281" y="347203"/>
                    <a:pt x="193598" y="397860"/>
                    <a:pt x="311647" y="401700"/>
                  </a:cubicBezTo>
                  <a:cubicBezTo>
                    <a:pt x="371266" y="403621"/>
                    <a:pt x="431434" y="393745"/>
                    <a:pt x="486663" y="371068"/>
                  </a:cubicBezTo>
                  <a:cubicBezTo>
                    <a:pt x="513638" y="360004"/>
                    <a:pt x="539333" y="345922"/>
                    <a:pt x="563016" y="328915"/>
                  </a:cubicBezTo>
                  <a:cubicBezTo>
                    <a:pt x="589442" y="309895"/>
                    <a:pt x="614222" y="287583"/>
                    <a:pt x="621446" y="254482"/>
                  </a:cubicBezTo>
                  <a:cubicBezTo>
                    <a:pt x="626384" y="231896"/>
                    <a:pt x="624921" y="207665"/>
                    <a:pt x="635619" y="186542"/>
                  </a:cubicBezTo>
                  <a:cubicBezTo>
                    <a:pt x="644855" y="168254"/>
                    <a:pt x="661771" y="154904"/>
                    <a:pt x="680516" y="147223"/>
                  </a:cubicBezTo>
                  <a:cubicBezTo>
                    <a:pt x="725596" y="128661"/>
                    <a:pt x="774425" y="145211"/>
                    <a:pt x="814659" y="167797"/>
                  </a:cubicBezTo>
                  <a:cubicBezTo>
                    <a:pt x="816670" y="168986"/>
                    <a:pt x="818499" y="167066"/>
                    <a:pt x="818225" y="165054"/>
                  </a:cubicBezTo>
                  <a:cubicBezTo>
                    <a:pt x="811733" y="118419"/>
                    <a:pt x="830295" y="70230"/>
                    <a:pt x="865134" y="38684"/>
                  </a:cubicBezTo>
                  <a:cubicBezTo>
                    <a:pt x="899972" y="7137"/>
                    <a:pt x="950539" y="-2922"/>
                    <a:pt x="996076" y="10063"/>
                  </a:cubicBezTo>
                  <a:cubicBezTo>
                    <a:pt x="1041613" y="23048"/>
                    <a:pt x="1076543" y="54686"/>
                    <a:pt x="1088339" y="99126"/>
                  </a:cubicBezTo>
                  <a:cubicBezTo>
                    <a:pt x="1098854" y="138628"/>
                    <a:pt x="1087790" y="193583"/>
                    <a:pt x="1042801" y="205745"/>
                  </a:cubicBezTo>
                  <a:cubicBezTo>
                    <a:pt x="1005128" y="215894"/>
                    <a:pt x="952002" y="191206"/>
                    <a:pt x="956391" y="146857"/>
                  </a:cubicBezTo>
                  <a:cubicBezTo>
                    <a:pt x="956574" y="144571"/>
                    <a:pt x="953099" y="144663"/>
                    <a:pt x="952916" y="146857"/>
                  </a:cubicBezTo>
                  <a:lnTo>
                    <a:pt x="952916" y="146857"/>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11"/>
            <p:cNvSpPr/>
            <p:nvPr/>
          </p:nvSpPr>
          <p:spPr>
            <a:xfrm>
              <a:off x="1261040" y="6388778"/>
              <a:ext cx="435121" cy="193813"/>
            </a:xfrm>
            <a:custGeom>
              <a:rect b="b" l="l" r="r" t="t"/>
              <a:pathLst>
                <a:path extrusionOk="0" h="193813" w="435121">
                  <a:moveTo>
                    <a:pt x="88" y="112065"/>
                  </a:moveTo>
                  <a:cubicBezTo>
                    <a:pt x="18285" y="163271"/>
                    <a:pt x="72875" y="194087"/>
                    <a:pt x="125818" y="193812"/>
                  </a:cubicBezTo>
                  <a:cubicBezTo>
                    <a:pt x="184340" y="193538"/>
                    <a:pt x="232163" y="152756"/>
                    <a:pt x="251823" y="99172"/>
                  </a:cubicBezTo>
                  <a:cubicBezTo>
                    <a:pt x="263253" y="67991"/>
                    <a:pt x="264899" y="33701"/>
                    <a:pt x="255938" y="1697"/>
                  </a:cubicBezTo>
                  <a:lnTo>
                    <a:pt x="252006" y="3983"/>
                  </a:lnTo>
                  <a:cubicBezTo>
                    <a:pt x="296903" y="54732"/>
                    <a:pt x="377919" y="64973"/>
                    <a:pt x="434063" y="27117"/>
                  </a:cubicBezTo>
                  <a:cubicBezTo>
                    <a:pt x="436532" y="25471"/>
                    <a:pt x="434246" y="21356"/>
                    <a:pt x="431685" y="23094"/>
                  </a:cubicBezTo>
                  <a:cubicBezTo>
                    <a:pt x="377187" y="59853"/>
                    <a:pt x="298823" y="49886"/>
                    <a:pt x="255297" y="691"/>
                  </a:cubicBezTo>
                  <a:cubicBezTo>
                    <a:pt x="253743" y="-1046"/>
                    <a:pt x="250817" y="782"/>
                    <a:pt x="251366" y="2977"/>
                  </a:cubicBezTo>
                  <a:cubicBezTo>
                    <a:pt x="270477" y="70734"/>
                    <a:pt x="238381" y="153579"/>
                    <a:pt x="170807" y="180736"/>
                  </a:cubicBezTo>
                  <a:cubicBezTo>
                    <a:pt x="107896" y="206065"/>
                    <a:pt x="28618" y="174427"/>
                    <a:pt x="3197" y="111242"/>
                  </a:cubicBezTo>
                  <a:cubicBezTo>
                    <a:pt x="2466" y="109413"/>
                    <a:pt x="-552" y="110145"/>
                    <a:pt x="88" y="112065"/>
                  </a:cubicBezTo>
                  <a:lnTo>
                    <a:pt x="88" y="112065"/>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1" name="Google Shape;451;p11"/>
            <p:cNvSpPr/>
            <p:nvPr/>
          </p:nvSpPr>
          <p:spPr>
            <a:xfrm>
              <a:off x="1694411" y="6263098"/>
              <a:ext cx="631353" cy="384216"/>
            </a:xfrm>
            <a:custGeom>
              <a:rect b="b" l="l" r="r" t="t"/>
              <a:pathLst>
                <a:path extrusionOk="0" h="384216" w="631353">
                  <a:moveTo>
                    <a:pt x="97892" y="275"/>
                  </a:moveTo>
                  <a:cubicBezTo>
                    <a:pt x="51898" y="23044"/>
                    <a:pt x="19802" y="67392"/>
                    <a:pt x="6544" y="116404"/>
                  </a:cubicBezTo>
                  <a:cubicBezTo>
                    <a:pt x="-6715" y="165416"/>
                    <a:pt x="326" y="220463"/>
                    <a:pt x="26295" y="265817"/>
                  </a:cubicBezTo>
                  <a:cubicBezTo>
                    <a:pt x="82256" y="363658"/>
                    <a:pt x="213472" y="414499"/>
                    <a:pt x="317988" y="365029"/>
                  </a:cubicBezTo>
                  <a:cubicBezTo>
                    <a:pt x="372121" y="339426"/>
                    <a:pt x="411806" y="285477"/>
                    <a:pt x="415280" y="225126"/>
                  </a:cubicBezTo>
                  <a:lnTo>
                    <a:pt x="410526" y="226406"/>
                  </a:lnTo>
                  <a:cubicBezTo>
                    <a:pt x="432105" y="269109"/>
                    <a:pt x="479288" y="297181"/>
                    <a:pt x="527386" y="293432"/>
                  </a:cubicBezTo>
                  <a:cubicBezTo>
                    <a:pt x="575483" y="289683"/>
                    <a:pt x="614437" y="258136"/>
                    <a:pt x="631170" y="215342"/>
                  </a:cubicBezTo>
                  <a:cubicBezTo>
                    <a:pt x="632359" y="212233"/>
                    <a:pt x="627421" y="210953"/>
                    <a:pt x="626232" y="213971"/>
                  </a:cubicBezTo>
                  <a:cubicBezTo>
                    <a:pt x="609956" y="255576"/>
                    <a:pt x="569082" y="286299"/>
                    <a:pt x="524186" y="288494"/>
                  </a:cubicBezTo>
                  <a:cubicBezTo>
                    <a:pt x="479288" y="290689"/>
                    <a:pt x="435306" y="263988"/>
                    <a:pt x="415006" y="223755"/>
                  </a:cubicBezTo>
                  <a:cubicBezTo>
                    <a:pt x="413817" y="221377"/>
                    <a:pt x="410343" y="222658"/>
                    <a:pt x="410251" y="225035"/>
                  </a:cubicBezTo>
                  <a:cubicBezTo>
                    <a:pt x="407234" y="278619"/>
                    <a:pt x="374315" y="327173"/>
                    <a:pt x="328321" y="353874"/>
                  </a:cubicBezTo>
                  <a:cubicBezTo>
                    <a:pt x="277480" y="383409"/>
                    <a:pt x="213838" y="385421"/>
                    <a:pt x="158791" y="367315"/>
                  </a:cubicBezTo>
                  <a:cubicBezTo>
                    <a:pt x="62139" y="335494"/>
                    <a:pt x="-11562" y="237013"/>
                    <a:pt x="7641" y="133321"/>
                  </a:cubicBezTo>
                  <a:cubicBezTo>
                    <a:pt x="17791" y="78640"/>
                    <a:pt x="50709" y="29902"/>
                    <a:pt x="99721" y="3019"/>
                  </a:cubicBezTo>
                  <a:cubicBezTo>
                    <a:pt x="101550" y="2013"/>
                    <a:pt x="99904" y="-731"/>
                    <a:pt x="98075" y="184"/>
                  </a:cubicBezTo>
                  <a:lnTo>
                    <a:pt x="98075" y="184"/>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 name="Google Shape;452;p11"/>
            <p:cNvSpPr/>
            <p:nvPr/>
          </p:nvSpPr>
          <p:spPr>
            <a:xfrm>
              <a:off x="2175780" y="6028633"/>
              <a:ext cx="1028928" cy="524756"/>
            </a:xfrm>
            <a:custGeom>
              <a:rect b="b" l="l" r="r" t="t"/>
              <a:pathLst>
                <a:path extrusionOk="0" h="524756" w="1028928">
                  <a:moveTo>
                    <a:pt x="197442" y="367237"/>
                  </a:moveTo>
                  <a:cubicBezTo>
                    <a:pt x="238498" y="400704"/>
                    <a:pt x="303146" y="356539"/>
                    <a:pt x="301409" y="307710"/>
                  </a:cubicBezTo>
                  <a:cubicBezTo>
                    <a:pt x="299306" y="250377"/>
                    <a:pt x="226794" y="223128"/>
                    <a:pt x="179428" y="241781"/>
                  </a:cubicBezTo>
                  <a:cubicBezTo>
                    <a:pt x="119901" y="265190"/>
                    <a:pt x="98229" y="340719"/>
                    <a:pt x="112677" y="398326"/>
                  </a:cubicBezTo>
                  <a:cubicBezTo>
                    <a:pt x="128039" y="459866"/>
                    <a:pt x="181897" y="513175"/>
                    <a:pt x="246454" y="518662"/>
                  </a:cubicBezTo>
                  <a:cubicBezTo>
                    <a:pt x="316497" y="524605"/>
                    <a:pt x="386723" y="467181"/>
                    <a:pt x="388734" y="395858"/>
                  </a:cubicBezTo>
                  <a:lnTo>
                    <a:pt x="384345" y="397047"/>
                  </a:lnTo>
                  <a:cubicBezTo>
                    <a:pt x="427322" y="467821"/>
                    <a:pt x="503583" y="508786"/>
                    <a:pt x="584142" y="520765"/>
                  </a:cubicBezTo>
                  <a:cubicBezTo>
                    <a:pt x="625107" y="526891"/>
                    <a:pt x="667078" y="525885"/>
                    <a:pt x="707860" y="518296"/>
                  </a:cubicBezTo>
                  <a:cubicBezTo>
                    <a:pt x="755683" y="509335"/>
                    <a:pt x="798568" y="488944"/>
                    <a:pt x="842185" y="468187"/>
                  </a:cubicBezTo>
                  <a:cubicBezTo>
                    <a:pt x="898970" y="441121"/>
                    <a:pt x="962429" y="412042"/>
                    <a:pt x="1025980" y="433165"/>
                  </a:cubicBezTo>
                  <a:cubicBezTo>
                    <a:pt x="1028814" y="434080"/>
                    <a:pt x="1029912" y="430239"/>
                    <a:pt x="1027900" y="428685"/>
                  </a:cubicBezTo>
                  <a:cubicBezTo>
                    <a:pt x="978888" y="390920"/>
                    <a:pt x="917258" y="371352"/>
                    <a:pt x="855444" y="372541"/>
                  </a:cubicBezTo>
                  <a:cubicBezTo>
                    <a:pt x="824080" y="373180"/>
                    <a:pt x="792716" y="379033"/>
                    <a:pt x="763547" y="390554"/>
                  </a:cubicBezTo>
                  <a:cubicBezTo>
                    <a:pt x="730994" y="403447"/>
                    <a:pt x="700819" y="424204"/>
                    <a:pt x="665432" y="428776"/>
                  </a:cubicBezTo>
                  <a:cubicBezTo>
                    <a:pt x="594383" y="438103"/>
                    <a:pt x="534033" y="382691"/>
                    <a:pt x="495262" y="329746"/>
                  </a:cubicBezTo>
                  <a:cubicBezTo>
                    <a:pt x="456491" y="276803"/>
                    <a:pt x="426133" y="215721"/>
                    <a:pt x="372367" y="177316"/>
                  </a:cubicBezTo>
                  <a:cubicBezTo>
                    <a:pt x="324178" y="142935"/>
                    <a:pt x="251849" y="128030"/>
                    <a:pt x="203568" y="170093"/>
                  </a:cubicBezTo>
                  <a:lnTo>
                    <a:pt x="207683" y="171190"/>
                  </a:lnTo>
                  <a:cubicBezTo>
                    <a:pt x="191407" y="74538"/>
                    <a:pt x="100333" y="-1175"/>
                    <a:pt x="2400" y="14"/>
                  </a:cubicBezTo>
                  <a:cubicBezTo>
                    <a:pt x="-800" y="14"/>
                    <a:pt x="-800" y="4952"/>
                    <a:pt x="2400" y="4952"/>
                  </a:cubicBezTo>
                  <a:cubicBezTo>
                    <a:pt x="98321" y="3763"/>
                    <a:pt x="186926" y="77921"/>
                    <a:pt x="202928" y="172470"/>
                  </a:cubicBezTo>
                  <a:cubicBezTo>
                    <a:pt x="203294" y="174390"/>
                    <a:pt x="205763" y="174665"/>
                    <a:pt x="207043" y="173567"/>
                  </a:cubicBezTo>
                  <a:cubicBezTo>
                    <a:pt x="255232" y="131596"/>
                    <a:pt x="328475" y="149610"/>
                    <a:pt x="374835" y="185271"/>
                  </a:cubicBezTo>
                  <a:cubicBezTo>
                    <a:pt x="427871" y="226145"/>
                    <a:pt x="457863" y="289147"/>
                    <a:pt x="497822" y="341268"/>
                  </a:cubicBezTo>
                  <a:cubicBezTo>
                    <a:pt x="532478" y="386531"/>
                    <a:pt x="582039" y="429873"/>
                    <a:pt x="641383" y="434263"/>
                  </a:cubicBezTo>
                  <a:cubicBezTo>
                    <a:pt x="672656" y="436549"/>
                    <a:pt x="701093" y="425027"/>
                    <a:pt x="728708" y="411768"/>
                  </a:cubicBezTo>
                  <a:cubicBezTo>
                    <a:pt x="758518" y="397412"/>
                    <a:pt x="788053" y="385159"/>
                    <a:pt x="820971" y="380130"/>
                  </a:cubicBezTo>
                  <a:cubicBezTo>
                    <a:pt x="892752" y="369340"/>
                    <a:pt x="967915" y="388451"/>
                    <a:pt x="1025431" y="432708"/>
                  </a:cubicBezTo>
                  <a:lnTo>
                    <a:pt x="1027351" y="428228"/>
                  </a:lnTo>
                  <a:cubicBezTo>
                    <a:pt x="926493" y="394852"/>
                    <a:pt x="834138" y="477788"/>
                    <a:pt x="742424" y="504854"/>
                  </a:cubicBezTo>
                  <a:cubicBezTo>
                    <a:pt x="660951" y="528812"/>
                    <a:pt x="568323" y="525154"/>
                    <a:pt x="491513" y="487298"/>
                  </a:cubicBezTo>
                  <a:cubicBezTo>
                    <a:pt x="449176" y="466449"/>
                    <a:pt x="413057" y="434902"/>
                    <a:pt x="388460" y="394486"/>
                  </a:cubicBezTo>
                  <a:cubicBezTo>
                    <a:pt x="387271" y="392475"/>
                    <a:pt x="384162" y="393297"/>
                    <a:pt x="384071" y="395675"/>
                  </a:cubicBezTo>
                  <a:cubicBezTo>
                    <a:pt x="382425" y="454471"/>
                    <a:pt x="332499" y="503208"/>
                    <a:pt x="275897" y="512626"/>
                  </a:cubicBezTo>
                  <a:cubicBezTo>
                    <a:pt x="217010" y="522502"/>
                    <a:pt x="160409" y="485652"/>
                    <a:pt x="132337" y="435360"/>
                  </a:cubicBezTo>
                  <a:cubicBezTo>
                    <a:pt x="104264" y="385068"/>
                    <a:pt x="105087" y="315573"/>
                    <a:pt x="145321" y="271042"/>
                  </a:cubicBezTo>
                  <a:cubicBezTo>
                    <a:pt x="163792" y="250560"/>
                    <a:pt x="189212" y="238673"/>
                    <a:pt x="216919" y="239861"/>
                  </a:cubicBezTo>
                  <a:cubicBezTo>
                    <a:pt x="242522" y="241050"/>
                    <a:pt x="268948" y="252571"/>
                    <a:pt x="284493" y="273420"/>
                  </a:cubicBezTo>
                  <a:cubicBezTo>
                    <a:pt x="303238" y="298566"/>
                    <a:pt x="299580" y="330570"/>
                    <a:pt x="278092" y="352698"/>
                  </a:cubicBezTo>
                  <a:cubicBezTo>
                    <a:pt x="257792" y="373547"/>
                    <a:pt x="224234" y="384519"/>
                    <a:pt x="199362" y="364951"/>
                  </a:cubicBezTo>
                  <a:cubicBezTo>
                    <a:pt x="197990" y="363854"/>
                    <a:pt x="195979" y="365774"/>
                    <a:pt x="197350" y="366963"/>
                  </a:cubicBezTo>
                  <a:lnTo>
                    <a:pt x="197350" y="366963"/>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453" name="Google Shape;453;p11"/>
          <p:cNvPicPr preferRelativeResize="0"/>
          <p:nvPr/>
        </p:nvPicPr>
        <p:blipFill rotWithShape="1">
          <a:blip r:embed="rId2">
            <a:alphaModFix/>
          </a:blip>
          <a:srcRect b="52823" l="0" r="0" t="0"/>
          <a:stretch/>
        </p:blipFill>
        <p:spPr>
          <a:xfrm>
            <a:off x="8221725" y="2068975"/>
            <a:ext cx="2564774" cy="217545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454" name="Shape 4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55" name="Shape 455"/>
        <p:cNvGrpSpPr/>
        <p:nvPr/>
      </p:nvGrpSpPr>
      <p:grpSpPr>
        <a:xfrm>
          <a:off x="0" y="0"/>
          <a:ext cx="0" cy="0"/>
          <a:chOff x="0" y="0"/>
          <a:chExt cx="0" cy="0"/>
        </a:xfrm>
      </p:grpSpPr>
      <p:grpSp>
        <p:nvGrpSpPr>
          <p:cNvPr id="456" name="Google Shape;456;p13"/>
          <p:cNvGrpSpPr/>
          <p:nvPr/>
        </p:nvGrpSpPr>
        <p:grpSpPr>
          <a:xfrm>
            <a:off x="228600" y="228600"/>
            <a:ext cx="8686800" cy="4686300"/>
            <a:chOff x="228600" y="228600"/>
            <a:chExt cx="8686800" cy="4686300"/>
          </a:xfrm>
        </p:grpSpPr>
        <p:sp>
          <p:nvSpPr>
            <p:cNvPr id="457" name="Google Shape;457;p13"/>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458" name="Google Shape;458;p13"/>
            <p:cNvGrpSpPr/>
            <p:nvPr/>
          </p:nvGrpSpPr>
          <p:grpSpPr>
            <a:xfrm>
              <a:off x="333904" y="365653"/>
              <a:ext cx="1210874" cy="1218592"/>
              <a:chOff x="2083365" y="2107621"/>
              <a:chExt cx="309829" cy="311796"/>
            </a:xfrm>
          </p:grpSpPr>
          <p:sp>
            <p:nvSpPr>
              <p:cNvPr id="459" name="Google Shape;459;p13"/>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13"/>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1" name="Google Shape;461;p13"/>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2" name="Google Shape;462;p13"/>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63" name="Google Shape;463;p13"/>
            <p:cNvGrpSpPr/>
            <p:nvPr/>
          </p:nvGrpSpPr>
          <p:grpSpPr>
            <a:xfrm>
              <a:off x="7599218" y="365653"/>
              <a:ext cx="1210878" cy="1218592"/>
              <a:chOff x="3498340" y="2107621"/>
              <a:chExt cx="309830" cy="311796"/>
            </a:xfrm>
          </p:grpSpPr>
          <p:sp>
            <p:nvSpPr>
              <p:cNvPr id="464" name="Google Shape;464;p13"/>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5" name="Google Shape;465;p13"/>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6" name="Google Shape;466;p13"/>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 name="Google Shape;467;p13"/>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68" name="Google Shape;468;p13"/>
            <p:cNvGrpSpPr/>
            <p:nvPr/>
          </p:nvGrpSpPr>
          <p:grpSpPr>
            <a:xfrm>
              <a:off x="333904" y="3559446"/>
              <a:ext cx="1210874" cy="1218588"/>
              <a:chOff x="2083365" y="2914852"/>
              <a:chExt cx="309829" cy="311795"/>
            </a:xfrm>
          </p:grpSpPr>
          <p:sp>
            <p:nvSpPr>
              <p:cNvPr id="469" name="Google Shape;469;p13"/>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0" name="Google Shape;470;p13"/>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13"/>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13"/>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73" name="Google Shape;473;p13"/>
            <p:cNvGrpSpPr/>
            <p:nvPr/>
          </p:nvGrpSpPr>
          <p:grpSpPr>
            <a:xfrm>
              <a:off x="7523018" y="3559446"/>
              <a:ext cx="1210878" cy="1218588"/>
              <a:chOff x="3478843" y="2914852"/>
              <a:chExt cx="309830" cy="311795"/>
            </a:xfrm>
          </p:grpSpPr>
          <p:sp>
            <p:nvSpPr>
              <p:cNvPr id="474" name="Google Shape;474;p13"/>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5" name="Google Shape;475;p13"/>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6" name="Google Shape;476;p13"/>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13"/>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78" name="Google Shape;478;p13"/>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79" name="Google Shape;479;p13"/>
          <p:cNvSpPr txBox="1"/>
          <p:nvPr>
            <p:ph idx="1" type="subTitle"/>
          </p:nvPr>
        </p:nvSpPr>
        <p:spPr>
          <a:xfrm>
            <a:off x="1999027" y="2113375"/>
            <a:ext cx="25332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80" name="Google Shape;480;p13"/>
          <p:cNvSpPr txBox="1"/>
          <p:nvPr>
            <p:ph idx="2" type="subTitle"/>
          </p:nvPr>
        </p:nvSpPr>
        <p:spPr>
          <a:xfrm>
            <a:off x="5343075" y="2113375"/>
            <a:ext cx="25332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81" name="Google Shape;481;p13"/>
          <p:cNvSpPr txBox="1"/>
          <p:nvPr>
            <p:ph idx="3" type="subTitle"/>
          </p:nvPr>
        </p:nvSpPr>
        <p:spPr>
          <a:xfrm>
            <a:off x="1999027" y="3902000"/>
            <a:ext cx="25332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82" name="Google Shape;482;p13"/>
          <p:cNvSpPr txBox="1"/>
          <p:nvPr>
            <p:ph idx="4" type="subTitle"/>
          </p:nvPr>
        </p:nvSpPr>
        <p:spPr>
          <a:xfrm>
            <a:off x="5343075" y="3902000"/>
            <a:ext cx="25332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83" name="Google Shape;483;p13"/>
          <p:cNvSpPr txBox="1"/>
          <p:nvPr>
            <p:ph hasCustomPrompt="1" idx="5" type="title"/>
          </p:nvPr>
        </p:nvSpPr>
        <p:spPr>
          <a:xfrm>
            <a:off x="1267720" y="1503650"/>
            <a:ext cx="734700" cy="7479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4" name="Google Shape;484;p13"/>
          <p:cNvSpPr txBox="1"/>
          <p:nvPr>
            <p:ph hasCustomPrompt="1" idx="6" type="title"/>
          </p:nvPr>
        </p:nvSpPr>
        <p:spPr>
          <a:xfrm>
            <a:off x="1267720" y="3292350"/>
            <a:ext cx="734700" cy="7479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5" name="Google Shape;485;p13"/>
          <p:cNvSpPr txBox="1"/>
          <p:nvPr>
            <p:ph hasCustomPrompt="1" idx="7" type="title"/>
          </p:nvPr>
        </p:nvSpPr>
        <p:spPr>
          <a:xfrm>
            <a:off x="4608378" y="1503650"/>
            <a:ext cx="734700" cy="7479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6" name="Google Shape;486;p13"/>
          <p:cNvSpPr txBox="1"/>
          <p:nvPr>
            <p:ph hasCustomPrompt="1" idx="8" type="title"/>
          </p:nvPr>
        </p:nvSpPr>
        <p:spPr>
          <a:xfrm>
            <a:off x="4608378" y="3292350"/>
            <a:ext cx="734700" cy="7479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7" name="Google Shape;487;p13"/>
          <p:cNvSpPr txBox="1"/>
          <p:nvPr>
            <p:ph idx="9" type="subTitle"/>
          </p:nvPr>
        </p:nvSpPr>
        <p:spPr>
          <a:xfrm>
            <a:off x="1999027" y="1503650"/>
            <a:ext cx="2533200" cy="747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488" name="Google Shape;488;p13"/>
          <p:cNvSpPr txBox="1"/>
          <p:nvPr>
            <p:ph idx="13" type="subTitle"/>
          </p:nvPr>
        </p:nvSpPr>
        <p:spPr>
          <a:xfrm>
            <a:off x="5343080" y="1503650"/>
            <a:ext cx="2533200" cy="747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489" name="Google Shape;489;p13"/>
          <p:cNvSpPr txBox="1"/>
          <p:nvPr>
            <p:ph idx="14" type="subTitle"/>
          </p:nvPr>
        </p:nvSpPr>
        <p:spPr>
          <a:xfrm>
            <a:off x="1999027" y="3292350"/>
            <a:ext cx="2533200" cy="747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490" name="Google Shape;490;p13"/>
          <p:cNvSpPr txBox="1"/>
          <p:nvPr>
            <p:ph idx="15" type="subTitle"/>
          </p:nvPr>
        </p:nvSpPr>
        <p:spPr>
          <a:xfrm>
            <a:off x="5343080" y="3292350"/>
            <a:ext cx="2533200" cy="747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91" name="Shape 491"/>
        <p:cNvGrpSpPr/>
        <p:nvPr/>
      </p:nvGrpSpPr>
      <p:grpSpPr>
        <a:xfrm>
          <a:off x="0" y="0"/>
          <a:ext cx="0" cy="0"/>
          <a:chOff x="0" y="0"/>
          <a:chExt cx="0" cy="0"/>
        </a:xfrm>
      </p:grpSpPr>
      <p:pic>
        <p:nvPicPr>
          <p:cNvPr id="492" name="Google Shape;492;p14"/>
          <p:cNvPicPr preferRelativeResize="0"/>
          <p:nvPr/>
        </p:nvPicPr>
        <p:blipFill>
          <a:blip r:embed="rId2">
            <a:alphaModFix/>
          </a:blip>
          <a:stretch>
            <a:fillRect/>
          </a:stretch>
        </p:blipFill>
        <p:spPr>
          <a:xfrm flipH="1">
            <a:off x="6997662" y="-356575"/>
            <a:ext cx="2564774" cy="4611350"/>
          </a:xfrm>
          <a:prstGeom prst="rect">
            <a:avLst/>
          </a:prstGeom>
          <a:noFill/>
          <a:ln>
            <a:noFill/>
          </a:ln>
        </p:spPr>
      </p:pic>
      <p:grpSp>
        <p:nvGrpSpPr>
          <p:cNvPr id="493" name="Google Shape;493;p14"/>
          <p:cNvGrpSpPr/>
          <p:nvPr/>
        </p:nvGrpSpPr>
        <p:grpSpPr>
          <a:xfrm>
            <a:off x="228600" y="228600"/>
            <a:ext cx="8686800" cy="4686300"/>
            <a:chOff x="228600" y="228600"/>
            <a:chExt cx="8686800" cy="4686300"/>
          </a:xfrm>
        </p:grpSpPr>
        <p:sp>
          <p:nvSpPr>
            <p:cNvPr id="494" name="Google Shape;494;p14"/>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495" name="Google Shape;495;p14"/>
            <p:cNvGrpSpPr/>
            <p:nvPr/>
          </p:nvGrpSpPr>
          <p:grpSpPr>
            <a:xfrm>
              <a:off x="333904" y="365653"/>
              <a:ext cx="1210874" cy="1218592"/>
              <a:chOff x="2083365" y="2107621"/>
              <a:chExt cx="309829" cy="311796"/>
            </a:xfrm>
          </p:grpSpPr>
          <p:sp>
            <p:nvSpPr>
              <p:cNvPr id="496" name="Google Shape;496;p14"/>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14"/>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14"/>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14"/>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00" name="Google Shape;500;p14"/>
            <p:cNvGrpSpPr/>
            <p:nvPr/>
          </p:nvGrpSpPr>
          <p:grpSpPr>
            <a:xfrm>
              <a:off x="7599218" y="365653"/>
              <a:ext cx="1210878" cy="1218592"/>
              <a:chOff x="3498340" y="2107621"/>
              <a:chExt cx="309830" cy="311796"/>
            </a:xfrm>
          </p:grpSpPr>
          <p:sp>
            <p:nvSpPr>
              <p:cNvPr id="501" name="Google Shape;501;p14"/>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14"/>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14"/>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14"/>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05" name="Google Shape;505;p14"/>
            <p:cNvGrpSpPr/>
            <p:nvPr/>
          </p:nvGrpSpPr>
          <p:grpSpPr>
            <a:xfrm>
              <a:off x="333904" y="3559446"/>
              <a:ext cx="1210874" cy="1218588"/>
              <a:chOff x="2083365" y="2914852"/>
              <a:chExt cx="309829" cy="311795"/>
            </a:xfrm>
          </p:grpSpPr>
          <p:sp>
            <p:nvSpPr>
              <p:cNvPr id="506" name="Google Shape;506;p14"/>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14"/>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14"/>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9" name="Google Shape;509;p14"/>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10" name="Google Shape;510;p14"/>
            <p:cNvGrpSpPr/>
            <p:nvPr/>
          </p:nvGrpSpPr>
          <p:grpSpPr>
            <a:xfrm>
              <a:off x="7523018" y="3559446"/>
              <a:ext cx="1210878" cy="1218588"/>
              <a:chOff x="3478843" y="2914852"/>
              <a:chExt cx="309830" cy="311795"/>
            </a:xfrm>
          </p:grpSpPr>
          <p:sp>
            <p:nvSpPr>
              <p:cNvPr id="511" name="Google Shape;511;p14"/>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14"/>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14"/>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14"/>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15" name="Google Shape;515;p14"/>
          <p:cNvSpPr txBox="1"/>
          <p:nvPr>
            <p:ph type="title"/>
          </p:nvPr>
        </p:nvSpPr>
        <p:spPr>
          <a:xfrm>
            <a:off x="1878450" y="3314375"/>
            <a:ext cx="5387100" cy="53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2000">
                <a:latin typeface="Yuji Syuku"/>
                <a:ea typeface="Yuji Syuku"/>
                <a:cs typeface="Yuji Syuku"/>
                <a:sym typeface="Yuji Syuku"/>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16" name="Google Shape;516;p14"/>
          <p:cNvSpPr txBox="1"/>
          <p:nvPr>
            <p:ph idx="1" type="subTitle"/>
          </p:nvPr>
        </p:nvSpPr>
        <p:spPr>
          <a:xfrm>
            <a:off x="1878450" y="1297225"/>
            <a:ext cx="5387100" cy="1906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3000"/>
              <a:buNone/>
              <a:defRPr sz="26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517" name="Google Shape;517;p14"/>
          <p:cNvGrpSpPr/>
          <p:nvPr/>
        </p:nvGrpSpPr>
        <p:grpSpPr>
          <a:xfrm flipH="1">
            <a:off x="5509159" y="8613"/>
            <a:ext cx="2099594" cy="625046"/>
            <a:chOff x="3061501" y="5366201"/>
            <a:chExt cx="4019131" cy="1196489"/>
          </a:xfrm>
        </p:grpSpPr>
        <p:sp>
          <p:nvSpPr>
            <p:cNvPr id="518" name="Google Shape;518;p14"/>
            <p:cNvSpPr/>
            <p:nvPr/>
          </p:nvSpPr>
          <p:spPr>
            <a:xfrm>
              <a:off x="3103425" y="5369005"/>
              <a:ext cx="3973616" cy="1191549"/>
            </a:xfrm>
            <a:custGeom>
              <a:rect b="b" l="l" r="r" t="t"/>
              <a:pathLst>
                <a:path extrusionOk="0" h="1191549" w="3973616">
                  <a:moveTo>
                    <a:pt x="1356787" y="389076"/>
                  </a:moveTo>
                  <a:cubicBezTo>
                    <a:pt x="1349289" y="368136"/>
                    <a:pt x="1344168" y="346465"/>
                    <a:pt x="1341699" y="324336"/>
                  </a:cubicBezTo>
                  <a:cubicBezTo>
                    <a:pt x="1327343" y="184981"/>
                    <a:pt x="1427104" y="42609"/>
                    <a:pt x="1562801" y="9051"/>
                  </a:cubicBezTo>
                  <a:cubicBezTo>
                    <a:pt x="1591788" y="1736"/>
                    <a:pt x="1621688" y="-916"/>
                    <a:pt x="1651315" y="273"/>
                  </a:cubicBezTo>
                  <a:cubicBezTo>
                    <a:pt x="1734709" y="3473"/>
                    <a:pt x="1818650" y="39684"/>
                    <a:pt x="1868759" y="106069"/>
                  </a:cubicBezTo>
                  <a:cubicBezTo>
                    <a:pt x="1916400" y="169345"/>
                    <a:pt x="1928378" y="260054"/>
                    <a:pt x="1891894" y="329365"/>
                  </a:cubicBezTo>
                  <a:lnTo>
                    <a:pt x="1908719" y="339332"/>
                  </a:lnTo>
                  <a:cubicBezTo>
                    <a:pt x="1917222" y="320130"/>
                    <a:pt x="1929384" y="302391"/>
                    <a:pt x="1945478" y="288766"/>
                  </a:cubicBezTo>
                  <a:cubicBezTo>
                    <a:pt x="2004547" y="238200"/>
                    <a:pt x="2095348" y="237194"/>
                    <a:pt x="2165391" y="271209"/>
                  </a:cubicBezTo>
                  <a:cubicBezTo>
                    <a:pt x="2235708" y="305042"/>
                    <a:pt x="2287463" y="368044"/>
                    <a:pt x="2327422" y="434887"/>
                  </a:cubicBezTo>
                  <a:cubicBezTo>
                    <a:pt x="2354946" y="319307"/>
                    <a:pt x="2488448" y="241491"/>
                    <a:pt x="2602565" y="274135"/>
                  </a:cubicBezTo>
                  <a:cubicBezTo>
                    <a:pt x="2716408" y="306963"/>
                    <a:pt x="2788463" y="443665"/>
                    <a:pt x="2750698" y="556045"/>
                  </a:cubicBezTo>
                  <a:cubicBezTo>
                    <a:pt x="2776484" y="463873"/>
                    <a:pt x="2908066" y="422451"/>
                    <a:pt x="2982041" y="483350"/>
                  </a:cubicBezTo>
                  <a:cubicBezTo>
                    <a:pt x="3013680" y="509411"/>
                    <a:pt x="3032608" y="547084"/>
                    <a:pt x="3054553" y="581648"/>
                  </a:cubicBezTo>
                  <a:cubicBezTo>
                    <a:pt x="3149468" y="730513"/>
                    <a:pt x="3316803" y="831005"/>
                    <a:pt x="3492643" y="844813"/>
                  </a:cubicBezTo>
                  <a:cubicBezTo>
                    <a:pt x="3668756" y="858437"/>
                    <a:pt x="3849533" y="785011"/>
                    <a:pt x="3966302" y="652423"/>
                  </a:cubicBezTo>
                  <a:lnTo>
                    <a:pt x="3973617" y="656355"/>
                  </a:lnTo>
                  <a:cubicBezTo>
                    <a:pt x="3872667" y="857065"/>
                    <a:pt x="3677077" y="1007393"/>
                    <a:pt x="3457164" y="1052656"/>
                  </a:cubicBezTo>
                  <a:cubicBezTo>
                    <a:pt x="3236244" y="1098102"/>
                    <a:pt x="2996214" y="1037111"/>
                    <a:pt x="2823942" y="891630"/>
                  </a:cubicBezTo>
                  <a:cubicBezTo>
                    <a:pt x="2805471" y="1028058"/>
                    <a:pt x="2663373" y="1134860"/>
                    <a:pt x="2527127" y="1114926"/>
                  </a:cubicBezTo>
                  <a:cubicBezTo>
                    <a:pt x="2390882" y="1094718"/>
                    <a:pt x="2285817" y="951706"/>
                    <a:pt x="2307488" y="815735"/>
                  </a:cubicBezTo>
                  <a:cubicBezTo>
                    <a:pt x="2262500" y="879194"/>
                    <a:pt x="2168866" y="902328"/>
                    <a:pt x="2099280" y="867307"/>
                  </a:cubicBezTo>
                  <a:cubicBezTo>
                    <a:pt x="2142074" y="1021017"/>
                    <a:pt x="1997873" y="1185701"/>
                    <a:pt x="1838310" y="1191370"/>
                  </a:cubicBezTo>
                  <a:cubicBezTo>
                    <a:pt x="1679021" y="1196948"/>
                    <a:pt x="1533998" y="1071949"/>
                    <a:pt x="1483614" y="920616"/>
                  </a:cubicBezTo>
                  <a:cubicBezTo>
                    <a:pt x="1419606" y="1004558"/>
                    <a:pt x="1278331" y="1012605"/>
                    <a:pt x="1205362" y="936161"/>
                  </a:cubicBezTo>
                  <a:lnTo>
                    <a:pt x="1198596" y="934698"/>
                  </a:lnTo>
                  <a:cubicBezTo>
                    <a:pt x="1158453" y="1009862"/>
                    <a:pt x="1066465" y="1053387"/>
                    <a:pt x="982797" y="1037111"/>
                  </a:cubicBezTo>
                  <a:cubicBezTo>
                    <a:pt x="899129" y="1020835"/>
                    <a:pt x="830549" y="945671"/>
                    <a:pt x="821497" y="860997"/>
                  </a:cubicBezTo>
                  <a:cubicBezTo>
                    <a:pt x="755294" y="964416"/>
                    <a:pt x="643920" y="1037842"/>
                    <a:pt x="522488" y="1057776"/>
                  </a:cubicBezTo>
                  <a:cubicBezTo>
                    <a:pt x="401330" y="1077985"/>
                    <a:pt x="272217" y="1044426"/>
                    <a:pt x="176114" y="967982"/>
                  </a:cubicBezTo>
                  <a:cubicBezTo>
                    <a:pt x="111648" y="916684"/>
                    <a:pt x="62271" y="847556"/>
                    <a:pt x="0" y="793789"/>
                  </a:cubicBezTo>
                  <a:cubicBezTo>
                    <a:pt x="215250" y="942196"/>
                    <a:pt x="536387" y="920799"/>
                    <a:pt x="725393" y="737828"/>
                  </a:cubicBezTo>
                  <a:cubicBezTo>
                    <a:pt x="761604" y="702806"/>
                    <a:pt x="793516" y="662664"/>
                    <a:pt x="835121" y="633952"/>
                  </a:cubicBezTo>
                  <a:cubicBezTo>
                    <a:pt x="915680" y="577716"/>
                    <a:pt x="1029523" y="574150"/>
                    <a:pt x="1113922" y="624717"/>
                  </a:cubicBezTo>
                  <a:cubicBezTo>
                    <a:pt x="1067196" y="556868"/>
                    <a:pt x="1079358" y="455187"/>
                    <a:pt x="1140440" y="399957"/>
                  </a:cubicBezTo>
                  <a:cubicBezTo>
                    <a:pt x="1198596" y="347928"/>
                    <a:pt x="1293693" y="343722"/>
                    <a:pt x="1356970" y="38898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14"/>
            <p:cNvSpPr/>
            <p:nvPr/>
          </p:nvSpPr>
          <p:spPr>
            <a:xfrm>
              <a:off x="3061501" y="5724083"/>
              <a:ext cx="1411377" cy="710506"/>
            </a:xfrm>
            <a:custGeom>
              <a:rect b="b" l="l" r="r" t="t"/>
              <a:pathLst>
                <a:path extrusionOk="0" h="710506" w="1411377">
                  <a:moveTo>
                    <a:pt x="1016491" y="464040"/>
                  </a:moveTo>
                  <a:cubicBezTo>
                    <a:pt x="1010456" y="403324"/>
                    <a:pt x="1067515" y="357695"/>
                    <a:pt x="1123476" y="351386"/>
                  </a:cubicBezTo>
                  <a:cubicBezTo>
                    <a:pt x="1188033" y="344162"/>
                    <a:pt x="1237867" y="393174"/>
                    <a:pt x="1252772" y="452884"/>
                  </a:cubicBezTo>
                  <a:cubicBezTo>
                    <a:pt x="1268866" y="517258"/>
                    <a:pt x="1247286" y="584466"/>
                    <a:pt x="1198365" y="628814"/>
                  </a:cubicBezTo>
                  <a:cubicBezTo>
                    <a:pt x="1147525" y="675083"/>
                    <a:pt x="1072818" y="695108"/>
                    <a:pt x="1006524" y="674626"/>
                  </a:cubicBezTo>
                  <a:cubicBezTo>
                    <a:pt x="932184" y="651766"/>
                    <a:pt x="874851" y="583003"/>
                    <a:pt x="866073" y="505736"/>
                  </a:cubicBezTo>
                  <a:cubicBezTo>
                    <a:pt x="865798" y="503176"/>
                    <a:pt x="862598" y="501987"/>
                    <a:pt x="861043" y="504365"/>
                  </a:cubicBezTo>
                  <a:cubicBezTo>
                    <a:pt x="789994" y="614276"/>
                    <a:pt x="669202" y="690079"/>
                    <a:pt x="538626" y="703521"/>
                  </a:cubicBezTo>
                  <a:cubicBezTo>
                    <a:pt x="470960" y="710471"/>
                    <a:pt x="401832" y="701235"/>
                    <a:pt x="338189" y="677461"/>
                  </a:cubicBezTo>
                  <a:cubicBezTo>
                    <a:pt x="274547" y="653686"/>
                    <a:pt x="216300" y="612538"/>
                    <a:pt x="167014" y="562795"/>
                  </a:cubicBezTo>
                  <a:cubicBezTo>
                    <a:pt x="113979" y="509211"/>
                    <a:pt x="66612" y="449227"/>
                    <a:pt x="3793" y="406433"/>
                  </a:cubicBezTo>
                  <a:cubicBezTo>
                    <a:pt x="1507" y="404878"/>
                    <a:pt x="-1419" y="408536"/>
                    <a:pt x="776" y="410365"/>
                  </a:cubicBezTo>
                  <a:cubicBezTo>
                    <a:pt x="122117" y="512137"/>
                    <a:pt x="285886" y="553376"/>
                    <a:pt x="441974" y="534814"/>
                  </a:cubicBezTo>
                  <a:cubicBezTo>
                    <a:pt x="518966" y="525670"/>
                    <a:pt x="594404" y="502170"/>
                    <a:pt x="662070" y="464131"/>
                  </a:cubicBezTo>
                  <a:cubicBezTo>
                    <a:pt x="695811" y="445112"/>
                    <a:pt x="727541" y="422526"/>
                    <a:pt x="756253" y="396557"/>
                  </a:cubicBezTo>
                  <a:cubicBezTo>
                    <a:pt x="792189" y="364187"/>
                    <a:pt x="822273" y="325783"/>
                    <a:pt x="859672" y="295058"/>
                  </a:cubicBezTo>
                  <a:cubicBezTo>
                    <a:pt x="941968" y="227393"/>
                    <a:pt x="1062394" y="217517"/>
                    <a:pt x="1154383" y="271833"/>
                  </a:cubicBezTo>
                  <a:cubicBezTo>
                    <a:pt x="1156486" y="273113"/>
                    <a:pt x="1159320" y="270553"/>
                    <a:pt x="1157858" y="268358"/>
                  </a:cubicBezTo>
                  <a:cubicBezTo>
                    <a:pt x="1122928" y="216146"/>
                    <a:pt x="1121190" y="146103"/>
                    <a:pt x="1150176" y="90782"/>
                  </a:cubicBezTo>
                  <a:cubicBezTo>
                    <a:pt x="1179163" y="35461"/>
                    <a:pt x="1242257" y="2450"/>
                    <a:pt x="1306173" y="5285"/>
                  </a:cubicBezTo>
                  <a:cubicBezTo>
                    <a:pt x="1342841" y="6931"/>
                    <a:pt x="1378594" y="19916"/>
                    <a:pt x="1406940" y="43416"/>
                  </a:cubicBezTo>
                  <a:cubicBezTo>
                    <a:pt x="1409409" y="45519"/>
                    <a:pt x="1413067" y="41953"/>
                    <a:pt x="1410506" y="39850"/>
                  </a:cubicBezTo>
                  <a:cubicBezTo>
                    <a:pt x="1360032" y="-2122"/>
                    <a:pt x="1287062" y="-11266"/>
                    <a:pt x="1226804" y="13972"/>
                  </a:cubicBezTo>
                  <a:cubicBezTo>
                    <a:pt x="1166544" y="39209"/>
                    <a:pt x="1127774" y="100748"/>
                    <a:pt x="1124939" y="166585"/>
                  </a:cubicBezTo>
                  <a:cubicBezTo>
                    <a:pt x="1123385" y="203436"/>
                    <a:pt x="1132894" y="240194"/>
                    <a:pt x="1153468" y="270827"/>
                  </a:cubicBezTo>
                  <a:lnTo>
                    <a:pt x="1156943" y="267352"/>
                  </a:lnTo>
                  <a:cubicBezTo>
                    <a:pt x="1084431" y="224467"/>
                    <a:pt x="992077" y="219986"/>
                    <a:pt x="915267" y="254276"/>
                  </a:cubicBezTo>
                  <a:cubicBezTo>
                    <a:pt x="872108" y="273570"/>
                    <a:pt x="838183" y="305757"/>
                    <a:pt x="805905" y="339499"/>
                  </a:cubicBezTo>
                  <a:cubicBezTo>
                    <a:pt x="773627" y="373240"/>
                    <a:pt x="744092" y="403141"/>
                    <a:pt x="707516" y="429201"/>
                  </a:cubicBezTo>
                  <a:cubicBezTo>
                    <a:pt x="576025" y="523019"/>
                    <a:pt x="403935" y="553925"/>
                    <a:pt x="246567" y="521738"/>
                  </a:cubicBezTo>
                  <a:cubicBezTo>
                    <a:pt x="157961" y="503633"/>
                    <a:pt x="73745" y="465046"/>
                    <a:pt x="4342" y="406707"/>
                  </a:cubicBezTo>
                  <a:lnTo>
                    <a:pt x="1324" y="410639"/>
                  </a:lnTo>
                  <a:cubicBezTo>
                    <a:pt x="61126" y="451513"/>
                    <a:pt x="106755" y="508114"/>
                    <a:pt x="156772" y="559686"/>
                  </a:cubicBezTo>
                  <a:cubicBezTo>
                    <a:pt x="204961" y="609338"/>
                    <a:pt x="258636" y="650669"/>
                    <a:pt x="323010" y="677095"/>
                  </a:cubicBezTo>
                  <a:cubicBezTo>
                    <a:pt x="448100" y="728393"/>
                    <a:pt x="591112" y="720529"/>
                    <a:pt x="708978" y="654143"/>
                  </a:cubicBezTo>
                  <a:cubicBezTo>
                    <a:pt x="772164" y="618573"/>
                    <a:pt x="826388" y="567916"/>
                    <a:pt x="865798" y="507017"/>
                  </a:cubicBezTo>
                  <a:lnTo>
                    <a:pt x="860769" y="505645"/>
                  </a:lnTo>
                  <a:cubicBezTo>
                    <a:pt x="868907" y="577060"/>
                    <a:pt x="916547" y="641251"/>
                    <a:pt x="982018" y="670877"/>
                  </a:cubicBezTo>
                  <a:cubicBezTo>
                    <a:pt x="1049044" y="701235"/>
                    <a:pt x="1128322" y="688891"/>
                    <a:pt x="1186661" y="645274"/>
                  </a:cubicBezTo>
                  <a:cubicBezTo>
                    <a:pt x="1245000" y="601657"/>
                    <a:pt x="1271792" y="536460"/>
                    <a:pt x="1260819" y="467332"/>
                  </a:cubicBezTo>
                  <a:cubicBezTo>
                    <a:pt x="1251126" y="406067"/>
                    <a:pt x="1206046" y="347362"/>
                    <a:pt x="1139752" y="346174"/>
                  </a:cubicBezTo>
                  <a:cubicBezTo>
                    <a:pt x="1076567" y="345076"/>
                    <a:pt x="1006250" y="395094"/>
                    <a:pt x="1013657" y="463857"/>
                  </a:cubicBezTo>
                  <a:cubicBezTo>
                    <a:pt x="1013840" y="465686"/>
                    <a:pt x="1016766" y="465777"/>
                    <a:pt x="1016583" y="463857"/>
                  </a:cubicBezTo>
                  <a:lnTo>
                    <a:pt x="1016583" y="463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0" name="Google Shape;520;p14"/>
            <p:cNvSpPr/>
            <p:nvPr/>
          </p:nvSpPr>
          <p:spPr>
            <a:xfrm>
              <a:off x="4441360" y="5366201"/>
              <a:ext cx="577920" cy="591218"/>
            </a:xfrm>
            <a:custGeom>
              <a:rect b="b" l="l" r="r" t="t"/>
              <a:pathLst>
                <a:path extrusionOk="0" h="591218" w="577920">
                  <a:moveTo>
                    <a:pt x="285216" y="588476"/>
                  </a:moveTo>
                  <a:cubicBezTo>
                    <a:pt x="162413" y="581984"/>
                    <a:pt x="50032" y="491366"/>
                    <a:pt x="15560" y="373591"/>
                  </a:cubicBezTo>
                  <a:cubicBezTo>
                    <a:pt x="-18913" y="255817"/>
                    <a:pt x="37505" y="121857"/>
                    <a:pt x="139004" y="53186"/>
                  </a:cubicBezTo>
                  <a:cubicBezTo>
                    <a:pt x="250652" y="-22344"/>
                    <a:pt x="418627" y="-8353"/>
                    <a:pt x="512353" y="90585"/>
                  </a:cubicBezTo>
                  <a:cubicBezTo>
                    <a:pt x="558805" y="139688"/>
                    <a:pt x="581848" y="210280"/>
                    <a:pt x="569869" y="277214"/>
                  </a:cubicBezTo>
                  <a:cubicBezTo>
                    <a:pt x="558713" y="339850"/>
                    <a:pt x="515645" y="390599"/>
                    <a:pt x="455112" y="410534"/>
                  </a:cubicBezTo>
                  <a:cubicBezTo>
                    <a:pt x="394578" y="430467"/>
                    <a:pt x="328650" y="416660"/>
                    <a:pt x="291526" y="364539"/>
                  </a:cubicBezTo>
                  <a:cubicBezTo>
                    <a:pt x="273238" y="338844"/>
                    <a:pt x="263911" y="303914"/>
                    <a:pt x="275615" y="273465"/>
                  </a:cubicBezTo>
                  <a:cubicBezTo>
                    <a:pt x="286039" y="246399"/>
                    <a:pt x="313014" y="226007"/>
                    <a:pt x="341635" y="222258"/>
                  </a:cubicBezTo>
                  <a:cubicBezTo>
                    <a:pt x="355899" y="220338"/>
                    <a:pt x="369890" y="222990"/>
                    <a:pt x="382326" y="230214"/>
                  </a:cubicBezTo>
                  <a:cubicBezTo>
                    <a:pt x="384886" y="231677"/>
                    <a:pt x="387081" y="227836"/>
                    <a:pt x="384612" y="226282"/>
                  </a:cubicBezTo>
                  <a:cubicBezTo>
                    <a:pt x="335508" y="196472"/>
                    <a:pt x="271866" y="239084"/>
                    <a:pt x="265740" y="292119"/>
                  </a:cubicBezTo>
                  <a:cubicBezTo>
                    <a:pt x="258333" y="357315"/>
                    <a:pt x="315483" y="412453"/>
                    <a:pt x="376290" y="422421"/>
                  </a:cubicBezTo>
                  <a:cubicBezTo>
                    <a:pt x="437098" y="432387"/>
                    <a:pt x="498363" y="407516"/>
                    <a:pt x="536585" y="362253"/>
                  </a:cubicBezTo>
                  <a:cubicBezTo>
                    <a:pt x="580751" y="309950"/>
                    <a:pt x="587517" y="234512"/>
                    <a:pt x="566394" y="171143"/>
                  </a:cubicBezTo>
                  <a:cubicBezTo>
                    <a:pt x="518846" y="28223"/>
                    <a:pt x="340812" y="-29750"/>
                    <a:pt x="205847" y="14598"/>
                  </a:cubicBezTo>
                  <a:cubicBezTo>
                    <a:pt x="82403" y="55197"/>
                    <a:pt x="-6569" y="184037"/>
                    <a:pt x="381" y="313973"/>
                  </a:cubicBezTo>
                  <a:cubicBezTo>
                    <a:pt x="7330" y="443543"/>
                    <a:pt x="112121" y="560038"/>
                    <a:pt x="238491" y="585915"/>
                  </a:cubicBezTo>
                  <a:cubicBezTo>
                    <a:pt x="253853" y="589024"/>
                    <a:pt x="269488" y="590762"/>
                    <a:pt x="285216" y="591219"/>
                  </a:cubicBezTo>
                  <a:cubicBezTo>
                    <a:pt x="287136" y="591219"/>
                    <a:pt x="287136" y="588384"/>
                    <a:pt x="285216" y="588293"/>
                  </a:cubicBezTo>
                  <a:lnTo>
                    <a:pt x="285216" y="58829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1" name="Google Shape;521;p14"/>
            <p:cNvSpPr/>
            <p:nvPr/>
          </p:nvSpPr>
          <p:spPr>
            <a:xfrm>
              <a:off x="4997299" y="5614784"/>
              <a:ext cx="2074548" cy="602936"/>
            </a:xfrm>
            <a:custGeom>
              <a:rect b="b" l="l" r="r" t="t"/>
              <a:pathLst>
                <a:path extrusionOk="0" h="602936" w="2074548">
                  <a:moveTo>
                    <a:pt x="126859" y="155823"/>
                  </a:moveTo>
                  <a:cubicBezTo>
                    <a:pt x="153925" y="157927"/>
                    <a:pt x="169378" y="184536"/>
                    <a:pt x="169927" y="209682"/>
                  </a:cubicBezTo>
                  <a:cubicBezTo>
                    <a:pt x="170567" y="239674"/>
                    <a:pt x="149078" y="261528"/>
                    <a:pt x="120275" y="267015"/>
                  </a:cubicBezTo>
                  <a:cubicBezTo>
                    <a:pt x="56633" y="279085"/>
                    <a:pt x="8261" y="222301"/>
                    <a:pt x="4878" y="163413"/>
                  </a:cubicBezTo>
                  <a:cubicBezTo>
                    <a:pt x="1494" y="104526"/>
                    <a:pt x="33316" y="49388"/>
                    <a:pt x="86259" y="23144"/>
                  </a:cubicBezTo>
                  <a:cubicBezTo>
                    <a:pt x="144598" y="-5659"/>
                    <a:pt x="216653" y="559"/>
                    <a:pt x="273803" y="29088"/>
                  </a:cubicBezTo>
                  <a:cubicBezTo>
                    <a:pt x="342657" y="63561"/>
                    <a:pt x="392766" y="125465"/>
                    <a:pt x="431628" y="190388"/>
                  </a:cubicBezTo>
                  <a:cubicBezTo>
                    <a:pt x="432634" y="192034"/>
                    <a:pt x="435377" y="191851"/>
                    <a:pt x="435926" y="189839"/>
                  </a:cubicBezTo>
                  <a:cubicBezTo>
                    <a:pt x="458146" y="100137"/>
                    <a:pt x="542637" y="33568"/>
                    <a:pt x="633436" y="24516"/>
                  </a:cubicBezTo>
                  <a:cubicBezTo>
                    <a:pt x="727711" y="15098"/>
                    <a:pt x="811561" y="75173"/>
                    <a:pt x="846857" y="160762"/>
                  </a:cubicBezTo>
                  <a:cubicBezTo>
                    <a:pt x="866334" y="207944"/>
                    <a:pt x="870266" y="260888"/>
                    <a:pt x="854355" y="309717"/>
                  </a:cubicBezTo>
                  <a:lnTo>
                    <a:pt x="859202" y="311089"/>
                  </a:lnTo>
                  <a:cubicBezTo>
                    <a:pt x="882244" y="232816"/>
                    <a:pt x="980085" y="191759"/>
                    <a:pt x="1054426" y="220929"/>
                  </a:cubicBezTo>
                  <a:cubicBezTo>
                    <a:pt x="1103255" y="240131"/>
                    <a:pt x="1128401" y="288869"/>
                    <a:pt x="1154553" y="331023"/>
                  </a:cubicBezTo>
                  <a:cubicBezTo>
                    <a:pt x="1180705" y="373177"/>
                    <a:pt x="1211794" y="411033"/>
                    <a:pt x="1247639" y="444683"/>
                  </a:cubicBezTo>
                  <a:cubicBezTo>
                    <a:pt x="1318139" y="510977"/>
                    <a:pt x="1405190" y="559714"/>
                    <a:pt x="1498824" y="584586"/>
                  </a:cubicBezTo>
                  <a:cubicBezTo>
                    <a:pt x="1592459" y="609458"/>
                    <a:pt x="1695512" y="609092"/>
                    <a:pt x="1790884" y="583214"/>
                  </a:cubicBezTo>
                  <a:cubicBezTo>
                    <a:pt x="1899332" y="553862"/>
                    <a:pt x="2000190" y="493420"/>
                    <a:pt x="2073982" y="408381"/>
                  </a:cubicBezTo>
                  <a:cubicBezTo>
                    <a:pt x="2075811" y="406186"/>
                    <a:pt x="2072793" y="403078"/>
                    <a:pt x="2070873" y="405272"/>
                  </a:cubicBezTo>
                  <a:cubicBezTo>
                    <a:pt x="1930056" y="561086"/>
                    <a:pt x="1708222" y="633506"/>
                    <a:pt x="1503671" y="580379"/>
                  </a:cubicBezTo>
                  <a:cubicBezTo>
                    <a:pt x="1405190" y="554776"/>
                    <a:pt x="1313841" y="502747"/>
                    <a:pt x="1241421" y="431332"/>
                  </a:cubicBezTo>
                  <a:cubicBezTo>
                    <a:pt x="1204388" y="394848"/>
                    <a:pt x="1174487" y="353517"/>
                    <a:pt x="1147420" y="309260"/>
                  </a:cubicBezTo>
                  <a:cubicBezTo>
                    <a:pt x="1124195" y="271130"/>
                    <a:pt x="1098135" y="231993"/>
                    <a:pt x="1054609" y="215534"/>
                  </a:cubicBezTo>
                  <a:cubicBezTo>
                    <a:pt x="977799" y="186365"/>
                    <a:pt x="878038" y="229433"/>
                    <a:pt x="854447" y="309900"/>
                  </a:cubicBezTo>
                  <a:cubicBezTo>
                    <a:pt x="853533" y="313009"/>
                    <a:pt x="858287" y="314289"/>
                    <a:pt x="859293" y="311271"/>
                  </a:cubicBezTo>
                  <a:cubicBezTo>
                    <a:pt x="888645" y="221295"/>
                    <a:pt x="851155" y="117876"/>
                    <a:pt x="777088" y="60909"/>
                  </a:cubicBezTo>
                  <a:cubicBezTo>
                    <a:pt x="700828" y="2296"/>
                    <a:pt x="596312" y="8605"/>
                    <a:pt x="519594" y="63012"/>
                  </a:cubicBezTo>
                  <a:cubicBezTo>
                    <a:pt x="476708" y="93370"/>
                    <a:pt x="444156" y="137444"/>
                    <a:pt x="431537" y="188742"/>
                  </a:cubicBezTo>
                  <a:lnTo>
                    <a:pt x="435834" y="188194"/>
                  </a:lnTo>
                  <a:cubicBezTo>
                    <a:pt x="396607" y="122722"/>
                    <a:pt x="345766" y="60086"/>
                    <a:pt x="276272" y="25339"/>
                  </a:cubicBezTo>
                  <a:cubicBezTo>
                    <a:pt x="214824" y="-5385"/>
                    <a:pt x="136368" y="-10871"/>
                    <a:pt x="75286" y="23967"/>
                  </a:cubicBezTo>
                  <a:cubicBezTo>
                    <a:pt x="21520" y="54599"/>
                    <a:pt x="-7924" y="117236"/>
                    <a:pt x="1860" y="178409"/>
                  </a:cubicBezTo>
                  <a:cubicBezTo>
                    <a:pt x="11644" y="239583"/>
                    <a:pt x="68337" y="289326"/>
                    <a:pt x="130425" y="269575"/>
                  </a:cubicBezTo>
                  <a:cubicBezTo>
                    <a:pt x="159137" y="260431"/>
                    <a:pt x="176785" y="235102"/>
                    <a:pt x="173676" y="204927"/>
                  </a:cubicBezTo>
                  <a:cubicBezTo>
                    <a:pt x="171024" y="179507"/>
                    <a:pt x="154291" y="154909"/>
                    <a:pt x="126950" y="153537"/>
                  </a:cubicBezTo>
                  <a:cubicBezTo>
                    <a:pt x="125304" y="153537"/>
                    <a:pt x="125396" y="155915"/>
                    <a:pt x="126950" y="156007"/>
                  </a:cubicBezTo>
                  <a:lnTo>
                    <a:pt x="126950" y="15600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2" name="Google Shape;522;p14"/>
            <p:cNvSpPr/>
            <p:nvPr/>
          </p:nvSpPr>
          <p:spPr>
            <a:xfrm>
              <a:off x="4307128" y="6020681"/>
              <a:ext cx="2773504" cy="542009"/>
            </a:xfrm>
            <a:custGeom>
              <a:rect b="b" l="l" r="r" t="t"/>
              <a:pathLst>
                <a:path extrusionOk="0" h="542009" w="2773504">
                  <a:moveTo>
                    <a:pt x="379" y="285673"/>
                  </a:moveTo>
                  <a:cubicBezTo>
                    <a:pt x="75543" y="363123"/>
                    <a:pt x="214714" y="354619"/>
                    <a:pt x="281374" y="270312"/>
                  </a:cubicBezTo>
                  <a:lnTo>
                    <a:pt x="277717" y="269397"/>
                  </a:lnTo>
                  <a:cubicBezTo>
                    <a:pt x="317676" y="390006"/>
                    <a:pt x="416980" y="495437"/>
                    <a:pt x="540698" y="530458"/>
                  </a:cubicBezTo>
                  <a:cubicBezTo>
                    <a:pt x="601872" y="547740"/>
                    <a:pt x="667068" y="546277"/>
                    <a:pt x="726047" y="521680"/>
                  </a:cubicBezTo>
                  <a:cubicBezTo>
                    <a:pt x="781917" y="498454"/>
                    <a:pt x="830472" y="457672"/>
                    <a:pt x="863481" y="407014"/>
                  </a:cubicBezTo>
                  <a:cubicBezTo>
                    <a:pt x="900423" y="350322"/>
                    <a:pt x="915968" y="281101"/>
                    <a:pt x="898228" y="214990"/>
                  </a:cubicBezTo>
                  <a:lnTo>
                    <a:pt x="894388" y="217916"/>
                  </a:lnTo>
                  <a:cubicBezTo>
                    <a:pt x="966534" y="253121"/>
                    <a:pt x="1058705" y="230078"/>
                    <a:pt x="1105980" y="165247"/>
                  </a:cubicBezTo>
                  <a:lnTo>
                    <a:pt x="1101225" y="163235"/>
                  </a:lnTo>
                  <a:cubicBezTo>
                    <a:pt x="1085132" y="270769"/>
                    <a:pt x="1144019" y="381228"/>
                    <a:pt x="1237105" y="435178"/>
                  </a:cubicBezTo>
                  <a:cubicBezTo>
                    <a:pt x="1333483" y="491048"/>
                    <a:pt x="1452172" y="470656"/>
                    <a:pt x="1534376" y="398693"/>
                  </a:cubicBezTo>
                  <a:cubicBezTo>
                    <a:pt x="1581011" y="357911"/>
                    <a:pt x="1613929" y="302224"/>
                    <a:pt x="1622890" y="240594"/>
                  </a:cubicBezTo>
                  <a:lnTo>
                    <a:pt x="1618501" y="241782"/>
                  </a:lnTo>
                  <a:cubicBezTo>
                    <a:pt x="1757490" y="358460"/>
                    <a:pt x="1938541" y="421370"/>
                    <a:pt x="2119776" y="418261"/>
                  </a:cubicBezTo>
                  <a:cubicBezTo>
                    <a:pt x="2294426" y="415244"/>
                    <a:pt x="2463133" y="347395"/>
                    <a:pt x="2594715" y="233095"/>
                  </a:cubicBezTo>
                  <a:cubicBezTo>
                    <a:pt x="2668416" y="169087"/>
                    <a:pt x="2729497" y="90998"/>
                    <a:pt x="2773205" y="3764"/>
                  </a:cubicBezTo>
                  <a:cubicBezTo>
                    <a:pt x="2774669" y="929"/>
                    <a:pt x="2770371" y="-1631"/>
                    <a:pt x="2768908" y="1295"/>
                  </a:cubicBezTo>
                  <a:cubicBezTo>
                    <a:pt x="2692738" y="152811"/>
                    <a:pt x="2563808" y="275432"/>
                    <a:pt x="2410006" y="346390"/>
                  </a:cubicBezTo>
                  <a:cubicBezTo>
                    <a:pt x="2247974" y="421188"/>
                    <a:pt x="2062626" y="432160"/>
                    <a:pt x="1891724" y="381959"/>
                  </a:cubicBezTo>
                  <a:cubicBezTo>
                    <a:pt x="1793243" y="352973"/>
                    <a:pt x="1700980" y="304235"/>
                    <a:pt x="1622250" y="238124"/>
                  </a:cubicBezTo>
                  <a:cubicBezTo>
                    <a:pt x="1620879" y="237027"/>
                    <a:pt x="1618135" y="237119"/>
                    <a:pt x="1617861" y="239313"/>
                  </a:cubicBezTo>
                  <a:cubicBezTo>
                    <a:pt x="1602591" y="344652"/>
                    <a:pt x="1516363" y="431337"/>
                    <a:pt x="1414041" y="456118"/>
                  </a:cubicBezTo>
                  <a:cubicBezTo>
                    <a:pt x="1307148" y="481904"/>
                    <a:pt x="1200712" y="428411"/>
                    <a:pt x="1144019" y="336788"/>
                  </a:cubicBezTo>
                  <a:cubicBezTo>
                    <a:pt x="1112289" y="285582"/>
                    <a:pt x="1097293" y="224592"/>
                    <a:pt x="1106254" y="164698"/>
                  </a:cubicBezTo>
                  <a:cubicBezTo>
                    <a:pt x="1106711" y="161772"/>
                    <a:pt x="1103328" y="160217"/>
                    <a:pt x="1101499" y="162686"/>
                  </a:cubicBezTo>
                  <a:cubicBezTo>
                    <a:pt x="1056054" y="225140"/>
                    <a:pt x="966443" y="247360"/>
                    <a:pt x="897040" y="213527"/>
                  </a:cubicBezTo>
                  <a:cubicBezTo>
                    <a:pt x="895028" y="212521"/>
                    <a:pt x="892651" y="214167"/>
                    <a:pt x="893199" y="216453"/>
                  </a:cubicBezTo>
                  <a:cubicBezTo>
                    <a:pt x="925477" y="336422"/>
                    <a:pt x="845925" y="457946"/>
                    <a:pt x="739763" y="510067"/>
                  </a:cubicBezTo>
                  <a:cubicBezTo>
                    <a:pt x="623634" y="567034"/>
                    <a:pt x="488760" y="527075"/>
                    <a:pt x="396771" y="443316"/>
                  </a:cubicBezTo>
                  <a:cubicBezTo>
                    <a:pt x="344468" y="395584"/>
                    <a:pt x="305149" y="335142"/>
                    <a:pt x="281922" y="268300"/>
                  </a:cubicBezTo>
                  <a:cubicBezTo>
                    <a:pt x="281283" y="266380"/>
                    <a:pt x="279088" y="266288"/>
                    <a:pt x="277991" y="267751"/>
                  </a:cubicBezTo>
                  <a:cubicBezTo>
                    <a:pt x="213891" y="351419"/>
                    <a:pt x="76182" y="357911"/>
                    <a:pt x="2756" y="283387"/>
                  </a:cubicBezTo>
                  <a:cubicBezTo>
                    <a:pt x="1293" y="281924"/>
                    <a:pt x="-993" y="284210"/>
                    <a:pt x="470" y="285673"/>
                  </a:cubicBezTo>
                  <a:lnTo>
                    <a:pt x="470" y="28567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523" name="Google Shape;523;p14"/>
          <p:cNvPicPr preferRelativeResize="0"/>
          <p:nvPr/>
        </p:nvPicPr>
        <p:blipFill rotWithShape="1">
          <a:blip r:embed="rId2">
            <a:alphaModFix/>
          </a:blip>
          <a:srcRect b="71788" l="38111" r="0" t="0"/>
          <a:stretch/>
        </p:blipFill>
        <p:spPr>
          <a:xfrm flipH="1">
            <a:off x="6997650" y="-356575"/>
            <a:ext cx="1587300" cy="130092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524" name="Shape 524"/>
        <p:cNvGrpSpPr/>
        <p:nvPr/>
      </p:nvGrpSpPr>
      <p:grpSpPr>
        <a:xfrm>
          <a:off x="0" y="0"/>
          <a:ext cx="0" cy="0"/>
          <a:chOff x="0" y="0"/>
          <a:chExt cx="0" cy="0"/>
        </a:xfrm>
      </p:grpSpPr>
      <p:pic>
        <p:nvPicPr>
          <p:cNvPr id="525" name="Google Shape;525;p15"/>
          <p:cNvPicPr preferRelativeResize="0"/>
          <p:nvPr/>
        </p:nvPicPr>
        <p:blipFill>
          <a:blip r:embed="rId2">
            <a:alphaModFix/>
          </a:blip>
          <a:stretch>
            <a:fillRect/>
          </a:stretch>
        </p:blipFill>
        <p:spPr>
          <a:xfrm rot="545114">
            <a:off x="-723450" y="-965900"/>
            <a:ext cx="2276549" cy="4838697"/>
          </a:xfrm>
          <a:prstGeom prst="rect">
            <a:avLst/>
          </a:prstGeom>
          <a:noFill/>
          <a:ln>
            <a:noFill/>
          </a:ln>
        </p:spPr>
      </p:pic>
      <p:grpSp>
        <p:nvGrpSpPr>
          <p:cNvPr id="526" name="Google Shape;526;p15"/>
          <p:cNvGrpSpPr/>
          <p:nvPr/>
        </p:nvGrpSpPr>
        <p:grpSpPr>
          <a:xfrm>
            <a:off x="228600" y="228600"/>
            <a:ext cx="8686800" cy="4686300"/>
            <a:chOff x="228600" y="228600"/>
            <a:chExt cx="8686800" cy="4686300"/>
          </a:xfrm>
        </p:grpSpPr>
        <p:sp>
          <p:nvSpPr>
            <p:cNvPr id="527" name="Google Shape;527;p15"/>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528" name="Google Shape;528;p15"/>
            <p:cNvGrpSpPr/>
            <p:nvPr/>
          </p:nvGrpSpPr>
          <p:grpSpPr>
            <a:xfrm>
              <a:off x="333904" y="365653"/>
              <a:ext cx="1210874" cy="1218592"/>
              <a:chOff x="2083365" y="2107621"/>
              <a:chExt cx="309829" cy="311796"/>
            </a:xfrm>
          </p:grpSpPr>
          <p:sp>
            <p:nvSpPr>
              <p:cNvPr id="529" name="Google Shape;529;p15"/>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0" name="Google Shape;530;p15"/>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1" name="Google Shape;531;p15"/>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2" name="Google Shape;532;p15"/>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33" name="Google Shape;533;p15"/>
            <p:cNvGrpSpPr/>
            <p:nvPr/>
          </p:nvGrpSpPr>
          <p:grpSpPr>
            <a:xfrm>
              <a:off x="7599218" y="365653"/>
              <a:ext cx="1210878" cy="1218592"/>
              <a:chOff x="3498340" y="2107621"/>
              <a:chExt cx="309830" cy="311796"/>
            </a:xfrm>
          </p:grpSpPr>
          <p:sp>
            <p:nvSpPr>
              <p:cNvPr id="534" name="Google Shape;534;p15"/>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5" name="Google Shape;535;p15"/>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6" name="Google Shape;536;p15"/>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7" name="Google Shape;537;p15"/>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38" name="Google Shape;538;p15"/>
            <p:cNvGrpSpPr/>
            <p:nvPr/>
          </p:nvGrpSpPr>
          <p:grpSpPr>
            <a:xfrm>
              <a:off x="333904" y="3559446"/>
              <a:ext cx="1210874" cy="1218588"/>
              <a:chOff x="2083365" y="2914852"/>
              <a:chExt cx="309829" cy="311795"/>
            </a:xfrm>
          </p:grpSpPr>
          <p:sp>
            <p:nvSpPr>
              <p:cNvPr id="539" name="Google Shape;539;p15"/>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15"/>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15"/>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15"/>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43" name="Google Shape;543;p15"/>
            <p:cNvGrpSpPr/>
            <p:nvPr/>
          </p:nvGrpSpPr>
          <p:grpSpPr>
            <a:xfrm>
              <a:off x="7523018" y="3559446"/>
              <a:ext cx="1210878" cy="1218588"/>
              <a:chOff x="3478843" y="2914852"/>
              <a:chExt cx="309830" cy="311795"/>
            </a:xfrm>
          </p:grpSpPr>
          <p:sp>
            <p:nvSpPr>
              <p:cNvPr id="544" name="Google Shape;544;p15"/>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15"/>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15"/>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15"/>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48" name="Google Shape;548;p15"/>
          <p:cNvSpPr txBox="1"/>
          <p:nvPr>
            <p:ph type="title"/>
          </p:nvPr>
        </p:nvSpPr>
        <p:spPr>
          <a:xfrm>
            <a:off x="713225" y="2176225"/>
            <a:ext cx="4968900" cy="17106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49" name="Google Shape;549;p15"/>
          <p:cNvSpPr txBox="1"/>
          <p:nvPr>
            <p:ph hasCustomPrompt="1" idx="2" type="title"/>
          </p:nvPr>
        </p:nvSpPr>
        <p:spPr>
          <a:xfrm>
            <a:off x="713225" y="894400"/>
            <a:ext cx="1263900" cy="11181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6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50" name="Google Shape;550;p15"/>
          <p:cNvSpPr txBox="1"/>
          <p:nvPr>
            <p:ph idx="1" type="subTitle"/>
          </p:nvPr>
        </p:nvSpPr>
        <p:spPr>
          <a:xfrm>
            <a:off x="713225" y="3874100"/>
            <a:ext cx="4968900" cy="37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551" name="Shape 551"/>
        <p:cNvGrpSpPr/>
        <p:nvPr/>
      </p:nvGrpSpPr>
      <p:grpSpPr>
        <a:xfrm>
          <a:off x="0" y="0"/>
          <a:ext cx="0" cy="0"/>
          <a:chOff x="0" y="0"/>
          <a:chExt cx="0" cy="0"/>
        </a:xfrm>
      </p:grpSpPr>
      <p:grpSp>
        <p:nvGrpSpPr>
          <p:cNvPr id="552" name="Google Shape;552;p16"/>
          <p:cNvGrpSpPr/>
          <p:nvPr/>
        </p:nvGrpSpPr>
        <p:grpSpPr>
          <a:xfrm>
            <a:off x="-234491" y="-216906"/>
            <a:ext cx="1086637" cy="1087109"/>
            <a:chOff x="4021503" y="1921113"/>
            <a:chExt cx="805692" cy="806042"/>
          </a:xfrm>
        </p:grpSpPr>
        <p:sp>
          <p:nvSpPr>
            <p:cNvPr id="553" name="Google Shape;553;p16"/>
            <p:cNvSpPr/>
            <p:nvPr/>
          </p:nvSpPr>
          <p:spPr>
            <a:xfrm>
              <a:off x="4635425" y="2198798"/>
              <a:ext cx="191770" cy="244983"/>
            </a:xfrm>
            <a:custGeom>
              <a:rect b="b" l="l" r="r" t="t"/>
              <a:pathLst>
                <a:path extrusionOk="0" h="244983" w="191770">
                  <a:moveTo>
                    <a:pt x="65703" y="238974"/>
                  </a:moveTo>
                  <a:lnTo>
                    <a:pt x="65616" y="239148"/>
                  </a:lnTo>
                  <a:cubicBezTo>
                    <a:pt x="64920" y="238771"/>
                    <a:pt x="64165" y="238452"/>
                    <a:pt x="63440" y="238133"/>
                  </a:cubicBezTo>
                  <a:cubicBezTo>
                    <a:pt x="53665" y="230968"/>
                    <a:pt x="50097" y="217247"/>
                    <a:pt x="49893" y="204774"/>
                  </a:cubicBezTo>
                  <a:cubicBezTo>
                    <a:pt x="49720" y="191198"/>
                    <a:pt x="52417" y="177419"/>
                    <a:pt x="49574" y="164134"/>
                  </a:cubicBezTo>
                  <a:cubicBezTo>
                    <a:pt x="44788" y="141740"/>
                    <a:pt x="22626" y="124886"/>
                    <a:pt x="0" y="124886"/>
                  </a:cubicBezTo>
                  <a:lnTo>
                    <a:pt x="0" y="123494"/>
                  </a:lnTo>
                  <a:cubicBezTo>
                    <a:pt x="16534" y="123320"/>
                    <a:pt x="33939" y="120970"/>
                    <a:pt x="44527" y="108729"/>
                  </a:cubicBezTo>
                  <a:cubicBezTo>
                    <a:pt x="56304" y="95095"/>
                    <a:pt x="54622" y="74790"/>
                    <a:pt x="52707" y="56892"/>
                  </a:cubicBezTo>
                  <a:cubicBezTo>
                    <a:pt x="50880" y="39864"/>
                    <a:pt x="50300" y="20313"/>
                    <a:pt x="61468" y="7694"/>
                  </a:cubicBezTo>
                  <a:lnTo>
                    <a:pt x="63179" y="9145"/>
                  </a:lnTo>
                  <a:cubicBezTo>
                    <a:pt x="89895" y="-8347"/>
                    <a:pt x="130187" y="152"/>
                    <a:pt x="147563" y="26985"/>
                  </a:cubicBezTo>
                  <a:cubicBezTo>
                    <a:pt x="159746" y="45869"/>
                    <a:pt x="160558" y="69626"/>
                    <a:pt x="165896" y="91440"/>
                  </a:cubicBezTo>
                  <a:cubicBezTo>
                    <a:pt x="169261" y="104987"/>
                    <a:pt x="177847" y="120477"/>
                    <a:pt x="191771" y="120013"/>
                  </a:cubicBezTo>
                  <a:cubicBezTo>
                    <a:pt x="178602" y="129469"/>
                    <a:pt x="168536" y="143132"/>
                    <a:pt x="163430" y="158506"/>
                  </a:cubicBezTo>
                  <a:cubicBezTo>
                    <a:pt x="158122" y="174460"/>
                    <a:pt x="158122" y="191981"/>
                    <a:pt x="151566" y="207500"/>
                  </a:cubicBezTo>
                  <a:cubicBezTo>
                    <a:pt x="138310" y="239003"/>
                    <a:pt x="96190" y="254319"/>
                    <a:pt x="65703" y="23897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4" name="Google Shape;554;p16"/>
            <p:cNvSpPr/>
            <p:nvPr/>
          </p:nvSpPr>
          <p:spPr>
            <a:xfrm>
              <a:off x="4552933" y="2012202"/>
              <a:ext cx="191518" cy="194494"/>
            </a:xfrm>
            <a:custGeom>
              <a:rect b="b" l="l" r="r" t="t"/>
              <a:pathLst>
                <a:path extrusionOk="0" h="194494" w="191518">
                  <a:moveTo>
                    <a:pt x="36427" y="143353"/>
                  </a:moveTo>
                  <a:cubicBezTo>
                    <a:pt x="37965" y="140713"/>
                    <a:pt x="39183" y="137870"/>
                    <a:pt x="40053" y="134941"/>
                  </a:cubicBezTo>
                  <a:cubicBezTo>
                    <a:pt x="43911" y="122235"/>
                    <a:pt x="41649" y="107760"/>
                    <a:pt x="33962" y="96882"/>
                  </a:cubicBezTo>
                  <a:cubicBezTo>
                    <a:pt x="27174" y="87252"/>
                    <a:pt x="16789" y="80696"/>
                    <a:pt x="9653" y="71239"/>
                  </a:cubicBezTo>
                  <a:cubicBezTo>
                    <a:pt x="2575" y="61870"/>
                    <a:pt x="-819" y="49774"/>
                    <a:pt x="168" y="38112"/>
                  </a:cubicBezTo>
                  <a:lnTo>
                    <a:pt x="1038" y="38112"/>
                  </a:lnTo>
                  <a:cubicBezTo>
                    <a:pt x="15136" y="5101"/>
                    <a:pt x="60156" y="-10186"/>
                    <a:pt x="91455" y="7335"/>
                  </a:cubicBezTo>
                  <a:cubicBezTo>
                    <a:pt x="104161" y="14413"/>
                    <a:pt x="114023" y="25581"/>
                    <a:pt x="125858" y="34109"/>
                  </a:cubicBezTo>
                  <a:cubicBezTo>
                    <a:pt x="137694" y="42638"/>
                    <a:pt x="153213" y="48439"/>
                    <a:pt x="166673" y="42899"/>
                  </a:cubicBezTo>
                  <a:cubicBezTo>
                    <a:pt x="154025" y="56445"/>
                    <a:pt x="160117" y="78694"/>
                    <a:pt x="169747" y="94504"/>
                  </a:cubicBezTo>
                  <a:cubicBezTo>
                    <a:pt x="179378" y="110371"/>
                    <a:pt x="192374" y="126209"/>
                    <a:pt x="191475" y="144774"/>
                  </a:cubicBezTo>
                  <a:cubicBezTo>
                    <a:pt x="190343" y="168126"/>
                    <a:pt x="167746" y="184341"/>
                    <a:pt x="145642" y="192260"/>
                  </a:cubicBezTo>
                  <a:lnTo>
                    <a:pt x="145729" y="192492"/>
                  </a:lnTo>
                  <a:cubicBezTo>
                    <a:pt x="132472" y="198816"/>
                    <a:pt x="117011" y="189127"/>
                    <a:pt x="107671" y="177843"/>
                  </a:cubicBezTo>
                  <a:cubicBezTo>
                    <a:pt x="98359" y="166501"/>
                    <a:pt x="91136" y="152519"/>
                    <a:pt x="78112" y="145731"/>
                  </a:cubicBezTo>
                  <a:cubicBezTo>
                    <a:pt x="64246" y="138480"/>
                    <a:pt x="47015" y="141438"/>
                    <a:pt x="32976" y="148661"/>
                  </a:cubicBezTo>
                  <a:cubicBezTo>
                    <a:pt x="34223" y="146979"/>
                    <a:pt x="35383" y="145209"/>
                    <a:pt x="36427" y="14341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5" name="Google Shape;555;p16"/>
            <p:cNvSpPr/>
            <p:nvPr/>
          </p:nvSpPr>
          <p:spPr>
            <a:xfrm>
              <a:off x="4532621" y="2436931"/>
              <a:ext cx="206840" cy="202644"/>
            </a:xfrm>
            <a:custGeom>
              <a:rect b="b" l="l" r="r" t="t"/>
              <a:pathLst>
                <a:path extrusionOk="0" h="202644" w="206840">
                  <a:moveTo>
                    <a:pt x="44875" y="37420"/>
                  </a:moveTo>
                  <a:lnTo>
                    <a:pt x="44817" y="37362"/>
                  </a:lnTo>
                  <a:cubicBezTo>
                    <a:pt x="43889" y="35419"/>
                    <a:pt x="42873" y="33504"/>
                    <a:pt x="41655" y="31648"/>
                  </a:cubicBezTo>
                  <a:cubicBezTo>
                    <a:pt x="48820" y="38725"/>
                    <a:pt x="57377" y="44353"/>
                    <a:pt x="66979" y="47370"/>
                  </a:cubicBezTo>
                  <a:cubicBezTo>
                    <a:pt x="80206" y="51518"/>
                    <a:pt x="95378" y="50213"/>
                    <a:pt x="106720" y="42351"/>
                  </a:cubicBezTo>
                  <a:cubicBezTo>
                    <a:pt x="117191" y="35128"/>
                    <a:pt x="123573" y="23351"/>
                    <a:pt x="133059" y="14939"/>
                  </a:cubicBezTo>
                  <a:cubicBezTo>
                    <a:pt x="142893" y="6324"/>
                    <a:pt x="156004" y="1537"/>
                    <a:pt x="169028" y="1915"/>
                  </a:cubicBezTo>
                  <a:cubicBezTo>
                    <a:pt x="168042" y="1363"/>
                    <a:pt x="167085" y="754"/>
                    <a:pt x="166186" y="0"/>
                  </a:cubicBezTo>
                  <a:cubicBezTo>
                    <a:pt x="166940" y="319"/>
                    <a:pt x="167665" y="638"/>
                    <a:pt x="168361" y="1015"/>
                  </a:cubicBezTo>
                  <a:cubicBezTo>
                    <a:pt x="191771" y="12473"/>
                    <a:pt x="208073" y="37971"/>
                    <a:pt x="206768" y="64020"/>
                  </a:cubicBezTo>
                  <a:cubicBezTo>
                    <a:pt x="205985" y="80410"/>
                    <a:pt x="198820" y="95668"/>
                    <a:pt x="193772" y="111303"/>
                  </a:cubicBezTo>
                  <a:cubicBezTo>
                    <a:pt x="188783" y="126880"/>
                    <a:pt x="185998" y="144633"/>
                    <a:pt x="193482" y="159195"/>
                  </a:cubicBezTo>
                  <a:cubicBezTo>
                    <a:pt x="172597" y="153277"/>
                    <a:pt x="150667" y="163488"/>
                    <a:pt x="132276" y="175062"/>
                  </a:cubicBezTo>
                  <a:cubicBezTo>
                    <a:pt x="113885" y="186637"/>
                    <a:pt x="95465" y="200328"/>
                    <a:pt x="73825" y="202388"/>
                  </a:cubicBezTo>
                  <a:cubicBezTo>
                    <a:pt x="49893" y="204621"/>
                    <a:pt x="27557" y="191974"/>
                    <a:pt x="9166" y="175759"/>
                  </a:cubicBezTo>
                  <a:cubicBezTo>
                    <a:pt x="6004" y="173003"/>
                    <a:pt x="2930" y="170073"/>
                    <a:pt x="0" y="167143"/>
                  </a:cubicBezTo>
                  <a:lnTo>
                    <a:pt x="145" y="166969"/>
                  </a:lnTo>
                  <a:cubicBezTo>
                    <a:pt x="1218" y="167723"/>
                    <a:pt x="2233" y="168594"/>
                    <a:pt x="3220" y="169522"/>
                  </a:cubicBezTo>
                  <a:cubicBezTo>
                    <a:pt x="-2611" y="158963"/>
                    <a:pt x="2088" y="145416"/>
                    <a:pt x="9747" y="136105"/>
                  </a:cubicBezTo>
                  <a:cubicBezTo>
                    <a:pt x="17434" y="126793"/>
                    <a:pt x="27818" y="120005"/>
                    <a:pt x="35767" y="110984"/>
                  </a:cubicBezTo>
                  <a:cubicBezTo>
                    <a:pt x="53084" y="91288"/>
                    <a:pt x="56188" y="60859"/>
                    <a:pt x="44846" y="3739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16"/>
            <p:cNvSpPr/>
            <p:nvPr/>
          </p:nvSpPr>
          <p:spPr>
            <a:xfrm>
              <a:off x="4527922" y="2322321"/>
              <a:ext cx="173814" cy="164317"/>
            </a:xfrm>
            <a:custGeom>
              <a:rect b="b" l="l" r="r" t="t"/>
              <a:pathLst>
                <a:path extrusionOk="0" h="164317" w="173814">
                  <a:moveTo>
                    <a:pt x="46384" y="146258"/>
                  </a:moveTo>
                  <a:cubicBezTo>
                    <a:pt x="43773" y="143705"/>
                    <a:pt x="41365" y="140949"/>
                    <a:pt x="39161" y="138077"/>
                  </a:cubicBezTo>
                  <a:lnTo>
                    <a:pt x="40234" y="137207"/>
                  </a:lnTo>
                  <a:cubicBezTo>
                    <a:pt x="41307" y="137671"/>
                    <a:pt x="42293" y="138280"/>
                    <a:pt x="43221" y="139035"/>
                  </a:cubicBezTo>
                  <a:cubicBezTo>
                    <a:pt x="38696" y="134422"/>
                    <a:pt x="38986" y="126793"/>
                    <a:pt x="41278" y="120731"/>
                  </a:cubicBezTo>
                  <a:cubicBezTo>
                    <a:pt x="43569" y="114668"/>
                    <a:pt x="47457" y="109273"/>
                    <a:pt x="49458" y="103152"/>
                  </a:cubicBezTo>
                  <a:cubicBezTo>
                    <a:pt x="54680" y="86675"/>
                    <a:pt x="44440" y="68488"/>
                    <a:pt x="29965" y="58973"/>
                  </a:cubicBezTo>
                  <a:cubicBezTo>
                    <a:pt x="20944" y="53026"/>
                    <a:pt x="10646" y="49749"/>
                    <a:pt x="0" y="47486"/>
                  </a:cubicBezTo>
                  <a:lnTo>
                    <a:pt x="58" y="47341"/>
                  </a:lnTo>
                  <a:cubicBezTo>
                    <a:pt x="15838" y="51025"/>
                    <a:pt x="31937" y="53578"/>
                    <a:pt x="48095" y="55028"/>
                  </a:cubicBezTo>
                  <a:cubicBezTo>
                    <a:pt x="52881" y="55434"/>
                    <a:pt x="57958" y="55724"/>
                    <a:pt x="62338" y="53723"/>
                  </a:cubicBezTo>
                  <a:cubicBezTo>
                    <a:pt x="73187" y="48849"/>
                    <a:pt x="73941" y="34142"/>
                    <a:pt x="78263" y="23003"/>
                  </a:cubicBezTo>
                  <a:cubicBezTo>
                    <a:pt x="82266" y="12589"/>
                    <a:pt x="90823" y="4061"/>
                    <a:pt x="101208" y="0"/>
                  </a:cubicBezTo>
                  <a:cubicBezTo>
                    <a:pt x="103297" y="58"/>
                    <a:pt x="105385" y="58"/>
                    <a:pt x="107532" y="0"/>
                  </a:cubicBezTo>
                  <a:lnTo>
                    <a:pt x="107532" y="1392"/>
                  </a:lnTo>
                  <a:cubicBezTo>
                    <a:pt x="130158" y="1392"/>
                    <a:pt x="152291" y="18246"/>
                    <a:pt x="157106" y="40640"/>
                  </a:cubicBezTo>
                  <a:cubicBezTo>
                    <a:pt x="159949" y="53897"/>
                    <a:pt x="157251" y="67675"/>
                    <a:pt x="157425" y="81280"/>
                  </a:cubicBezTo>
                  <a:cubicBezTo>
                    <a:pt x="157600" y="93753"/>
                    <a:pt x="161196" y="107474"/>
                    <a:pt x="170972" y="114639"/>
                  </a:cubicBezTo>
                  <a:cubicBezTo>
                    <a:pt x="171842" y="115393"/>
                    <a:pt x="172829" y="116002"/>
                    <a:pt x="173815" y="116554"/>
                  </a:cubicBezTo>
                  <a:cubicBezTo>
                    <a:pt x="160790" y="116176"/>
                    <a:pt x="147650" y="120963"/>
                    <a:pt x="137845" y="129578"/>
                  </a:cubicBezTo>
                  <a:cubicBezTo>
                    <a:pt x="128360" y="137990"/>
                    <a:pt x="121978" y="149768"/>
                    <a:pt x="111506" y="156990"/>
                  </a:cubicBezTo>
                  <a:cubicBezTo>
                    <a:pt x="100164" y="164852"/>
                    <a:pt x="84964" y="166157"/>
                    <a:pt x="71765" y="162009"/>
                  </a:cubicBezTo>
                  <a:cubicBezTo>
                    <a:pt x="62164" y="158992"/>
                    <a:pt x="53606" y="153364"/>
                    <a:pt x="46441" y="14628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16"/>
            <p:cNvSpPr/>
            <p:nvPr/>
          </p:nvSpPr>
          <p:spPr>
            <a:xfrm>
              <a:off x="4540134" y="2153694"/>
              <a:ext cx="158557" cy="168641"/>
            </a:xfrm>
            <a:custGeom>
              <a:rect b="b" l="l" r="r" t="t"/>
              <a:pathLst>
                <a:path extrusionOk="0" h="168641" w="158557">
                  <a:moveTo>
                    <a:pt x="158557" y="50943"/>
                  </a:moveTo>
                  <a:cubicBezTo>
                    <a:pt x="157919" y="51552"/>
                    <a:pt x="157339" y="52161"/>
                    <a:pt x="156730" y="52799"/>
                  </a:cubicBezTo>
                  <a:cubicBezTo>
                    <a:pt x="145561" y="65417"/>
                    <a:pt x="146171" y="84969"/>
                    <a:pt x="147969" y="101996"/>
                  </a:cubicBezTo>
                  <a:cubicBezTo>
                    <a:pt x="149884" y="119923"/>
                    <a:pt x="151566" y="140200"/>
                    <a:pt x="139789" y="153833"/>
                  </a:cubicBezTo>
                  <a:cubicBezTo>
                    <a:pt x="129172" y="166075"/>
                    <a:pt x="111767" y="168395"/>
                    <a:pt x="95262" y="168598"/>
                  </a:cubicBezTo>
                  <a:cubicBezTo>
                    <a:pt x="93115" y="168656"/>
                    <a:pt x="91027" y="168656"/>
                    <a:pt x="88938" y="168598"/>
                  </a:cubicBezTo>
                  <a:cubicBezTo>
                    <a:pt x="89344" y="168424"/>
                    <a:pt x="89779" y="168221"/>
                    <a:pt x="90243" y="168076"/>
                  </a:cubicBezTo>
                  <a:cubicBezTo>
                    <a:pt x="81396" y="165843"/>
                    <a:pt x="73680" y="159316"/>
                    <a:pt x="69996" y="150962"/>
                  </a:cubicBezTo>
                  <a:cubicBezTo>
                    <a:pt x="65529" y="140780"/>
                    <a:pt x="66602" y="128074"/>
                    <a:pt x="59466" y="119546"/>
                  </a:cubicBezTo>
                  <a:cubicBezTo>
                    <a:pt x="52533" y="111221"/>
                    <a:pt x="40350" y="109915"/>
                    <a:pt x="29501" y="110438"/>
                  </a:cubicBezTo>
                  <a:cubicBezTo>
                    <a:pt x="19493" y="110960"/>
                    <a:pt x="9630" y="112439"/>
                    <a:pt x="0" y="114963"/>
                  </a:cubicBezTo>
                  <a:cubicBezTo>
                    <a:pt x="4641" y="113338"/>
                    <a:pt x="9253" y="111656"/>
                    <a:pt x="13692" y="109480"/>
                  </a:cubicBezTo>
                  <a:cubicBezTo>
                    <a:pt x="27326" y="102780"/>
                    <a:pt x="39944" y="89900"/>
                    <a:pt x="38957" y="74700"/>
                  </a:cubicBezTo>
                  <a:cubicBezTo>
                    <a:pt x="38348" y="65156"/>
                    <a:pt x="32547" y="56831"/>
                    <a:pt x="28631" y="48071"/>
                  </a:cubicBezTo>
                  <a:cubicBezTo>
                    <a:pt x="24715" y="39281"/>
                    <a:pt x="23148" y="27881"/>
                    <a:pt x="29878" y="21035"/>
                  </a:cubicBezTo>
                  <a:lnTo>
                    <a:pt x="29559" y="20339"/>
                  </a:lnTo>
                  <a:cubicBezTo>
                    <a:pt x="35941" y="17351"/>
                    <a:pt x="41510" y="12739"/>
                    <a:pt x="45804" y="7112"/>
                  </a:cubicBezTo>
                  <a:cubicBezTo>
                    <a:pt x="59872" y="-111"/>
                    <a:pt x="77074" y="-3070"/>
                    <a:pt x="90940" y="4182"/>
                  </a:cubicBezTo>
                  <a:cubicBezTo>
                    <a:pt x="103964" y="10970"/>
                    <a:pt x="111187" y="24952"/>
                    <a:pt x="120499" y="36294"/>
                  </a:cubicBezTo>
                  <a:cubicBezTo>
                    <a:pt x="129868" y="47607"/>
                    <a:pt x="145300" y="57295"/>
                    <a:pt x="158557" y="5094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16"/>
            <p:cNvSpPr/>
            <p:nvPr/>
          </p:nvSpPr>
          <p:spPr>
            <a:xfrm>
              <a:off x="4506978" y="2264031"/>
              <a:ext cx="123399" cy="113611"/>
            </a:xfrm>
            <a:custGeom>
              <a:rect b="b" l="l" r="r" t="t"/>
              <a:pathLst>
                <a:path extrusionOk="0" h="113611" w="123399">
                  <a:moveTo>
                    <a:pt x="123400" y="57768"/>
                  </a:moveTo>
                  <a:cubicBezTo>
                    <a:pt x="122935" y="57913"/>
                    <a:pt x="122529" y="58087"/>
                    <a:pt x="122094" y="58290"/>
                  </a:cubicBezTo>
                  <a:cubicBezTo>
                    <a:pt x="111709" y="62351"/>
                    <a:pt x="103152" y="70850"/>
                    <a:pt x="99149" y="81293"/>
                  </a:cubicBezTo>
                  <a:cubicBezTo>
                    <a:pt x="94827" y="92403"/>
                    <a:pt x="94073" y="107110"/>
                    <a:pt x="83224" y="112012"/>
                  </a:cubicBezTo>
                  <a:cubicBezTo>
                    <a:pt x="78844" y="114014"/>
                    <a:pt x="73767" y="113724"/>
                    <a:pt x="68981" y="113318"/>
                  </a:cubicBezTo>
                  <a:cubicBezTo>
                    <a:pt x="52824" y="111867"/>
                    <a:pt x="36724" y="109315"/>
                    <a:pt x="20944" y="105631"/>
                  </a:cubicBezTo>
                  <a:cubicBezTo>
                    <a:pt x="14301" y="104151"/>
                    <a:pt x="7687" y="102382"/>
                    <a:pt x="1160" y="100467"/>
                  </a:cubicBezTo>
                  <a:lnTo>
                    <a:pt x="0" y="99858"/>
                  </a:lnTo>
                  <a:cubicBezTo>
                    <a:pt x="5367" y="89676"/>
                    <a:pt x="8993" y="78537"/>
                    <a:pt x="10414" y="67079"/>
                  </a:cubicBezTo>
                  <a:cubicBezTo>
                    <a:pt x="12561" y="49761"/>
                    <a:pt x="9660" y="32067"/>
                    <a:pt x="2814" y="16083"/>
                  </a:cubicBezTo>
                  <a:lnTo>
                    <a:pt x="4264" y="15474"/>
                  </a:lnTo>
                  <a:cubicBezTo>
                    <a:pt x="5947" y="14633"/>
                    <a:pt x="7658" y="13792"/>
                    <a:pt x="9369" y="13009"/>
                  </a:cubicBezTo>
                  <a:cubicBezTo>
                    <a:pt x="9544" y="12951"/>
                    <a:pt x="9689" y="12864"/>
                    <a:pt x="9892" y="12776"/>
                  </a:cubicBezTo>
                  <a:cubicBezTo>
                    <a:pt x="17434" y="9557"/>
                    <a:pt x="25353" y="7294"/>
                    <a:pt x="33127" y="4625"/>
                  </a:cubicBezTo>
                  <a:cubicBezTo>
                    <a:pt x="42758" y="2102"/>
                    <a:pt x="52620" y="622"/>
                    <a:pt x="62628" y="100"/>
                  </a:cubicBezTo>
                  <a:cubicBezTo>
                    <a:pt x="73477" y="-422"/>
                    <a:pt x="85660" y="883"/>
                    <a:pt x="92593" y="9209"/>
                  </a:cubicBezTo>
                  <a:cubicBezTo>
                    <a:pt x="99700" y="17737"/>
                    <a:pt x="98656" y="30442"/>
                    <a:pt x="103123" y="40624"/>
                  </a:cubicBezTo>
                  <a:cubicBezTo>
                    <a:pt x="106807" y="49007"/>
                    <a:pt x="114523" y="55505"/>
                    <a:pt x="123370" y="5773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16"/>
            <p:cNvSpPr/>
            <p:nvPr/>
          </p:nvSpPr>
          <p:spPr>
            <a:xfrm>
              <a:off x="4426308" y="2046253"/>
              <a:ext cx="168525" cy="147794"/>
            </a:xfrm>
            <a:custGeom>
              <a:rect b="b" l="l" r="r" t="t"/>
              <a:pathLst>
                <a:path extrusionOk="0" h="147794" w="168525">
                  <a:moveTo>
                    <a:pt x="55724" y="132421"/>
                  </a:moveTo>
                  <a:cubicBezTo>
                    <a:pt x="57203" y="121659"/>
                    <a:pt x="55550" y="110491"/>
                    <a:pt x="47805" y="103297"/>
                  </a:cubicBezTo>
                  <a:cubicBezTo>
                    <a:pt x="40495" y="96451"/>
                    <a:pt x="29878" y="95001"/>
                    <a:pt x="20305" y="92129"/>
                  </a:cubicBezTo>
                  <a:cubicBezTo>
                    <a:pt x="11516" y="89431"/>
                    <a:pt x="2147" y="83891"/>
                    <a:pt x="0" y="75246"/>
                  </a:cubicBezTo>
                  <a:cubicBezTo>
                    <a:pt x="1711" y="61700"/>
                    <a:pt x="3684" y="48008"/>
                    <a:pt x="9224" y="35535"/>
                  </a:cubicBezTo>
                  <a:cubicBezTo>
                    <a:pt x="14765" y="23061"/>
                    <a:pt x="24453" y="11835"/>
                    <a:pt x="37333" y="7455"/>
                  </a:cubicBezTo>
                  <a:cubicBezTo>
                    <a:pt x="52127" y="2437"/>
                    <a:pt x="68197" y="7078"/>
                    <a:pt x="83600" y="9689"/>
                  </a:cubicBezTo>
                  <a:cubicBezTo>
                    <a:pt x="99004" y="12241"/>
                    <a:pt x="117105" y="11864"/>
                    <a:pt x="127316" y="0"/>
                  </a:cubicBezTo>
                  <a:cubicBezTo>
                    <a:pt x="127316" y="87"/>
                    <a:pt x="127257" y="145"/>
                    <a:pt x="127257" y="232"/>
                  </a:cubicBezTo>
                  <a:cubicBezTo>
                    <a:pt x="127083" y="1479"/>
                    <a:pt x="126880" y="2756"/>
                    <a:pt x="126793" y="4003"/>
                  </a:cubicBezTo>
                  <a:cubicBezTo>
                    <a:pt x="125807" y="15693"/>
                    <a:pt x="129201" y="27789"/>
                    <a:pt x="136279" y="37130"/>
                  </a:cubicBezTo>
                  <a:cubicBezTo>
                    <a:pt x="143415" y="46587"/>
                    <a:pt x="153771" y="53142"/>
                    <a:pt x="160587" y="62773"/>
                  </a:cubicBezTo>
                  <a:cubicBezTo>
                    <a:pt x="168275" y="73651"/>
                    <a:pt x="170537" y="88126"/>
                    <a:pt x="166679" y="100831"/>
                  </a:cubicBezTo>
                  <a:cubicBezTo>
                    <a:pt x="165809" y="103761"/>
                    <a:pt x="164591" y="106604"/>
                    <a:pt x="163053" y="109244"/>
                  </a:cubicBezTo>
                  <a:cubicBezTo>
                    <a:pt x="162038" y="111071"/>
                    <a:pt x="160877" y="112841"/>
                    <a:pt x="159601" y="114494"/>
                  </a:cubicBezTo>
                  <a:cubicBezTo>
                    <a:pt x="155308" y="120121"/>
                    <a:pt x="149739" y="124734"/>
                    <a:pt x="143357" y="127722"/>
                  </a:cubicBezTo>
                  <a:lnTo>
                    <a:pt x="143676" y="128418"/>
                  </a:lnTo>
                  <a:cubicBezTo>
                    <a:pt x="135583" y="134480"/>
                    <a:pt x="124096" y="132189"/>
                    <a:pt x="114813" y="128186"/>
                  </a:cubicBezTo>
                  <a:cubicBezTo>
                    <a:pt x="105560" y="124183"/>
                    <a:pt x="96393" y="118642"/>
                    <a:pt x="86327" y="118787"/>
                  </a:cubicBezTo>
                  <a:cubicBezTo>
                    <a:pt x="70489" y="119077"/>
                    <a:pt x="58509" y="133349"/>
                    <a:pt x="52040" y="147795"/>
                  </a:cubicBezTo>
                  <a:lnTo>
                    <a:pt x="51663" y="147650"/>
                  </a:lnTo>
                  <a:cubicBezTo>
                    <a:pt x="52359" y="145793"/>
                    <a:pt x="53026" y="143879"/>
                    <a:pt x="53606" y="141964"/>
                  </a:cubicBezTo>
                  <a:cubicBezTo>
                    <a:pt x="54593" y="138890"/>
                    <a:pt x="55318" y="135641"/>
                    <a:pt x="55695" y="1323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0" name="Google Shape;560;p16"/>
            <p:cNvSpPr/>
            <p:nvPr/>
          </p:nvSpPr>
          <p:spPr>
            <a:xfrm>
              <a:off x="4465323" y="2165067"/>
              <a:ext cx="113794" cy="115018"/>
            </a:xfrm>
            <a:custGeom>
              <a:rect b="b" l="l" r="r" t="t"/>
              <a:pathLst>
                <a:path extrusionOk="0" h="115018" w="113794">
                  <a:moveTo>
                    <a:pt x="37391" y="101211"/>
                  </a:moveTo>
                  <a:cubicBezTo>
                    <a:pt x="33562" y="94974"/>
                    <a:pt x="29095" y="89115"/>
                    <a:pt x="24077" y="83748"/>
                  </a:cubicBezTo>
                  <a:cubicBezTo>
                    <a:pt x="20305" y="79745"/>
                    <a:pt x="16215" y="76061"/>
                    <a:pt x="11835" y="72725"/>
                  </a:cubicBezTo>
                  <a:cubicBezTo>
                    <a:pt x="8122" y="69883"/>
                    <a:pt x="4148" y="67272"/>
                    <a:pt x="0" y="65038"/>
                  </a:cubicBezTo>
                  <a:lnTo>
                    <a:pt x="1479" y="62341"/>
                  </a:lnTo>
                  <a:cubicBezTo>
                    <a:pt x="3017" y="50651"/>
                    <a:pt x="8499" y="39947"/>
                    <a:pt x="12647" y="28866"/>
                  </a:cubicBezTo>
                  <a:lnTo>
                    <a:pt x="13024" y="29011"/>
                  </a:lnTo>
                  <a:cubicBezTo>
                    <a:pt x="19493" y="14594"/>
                    <a:pt x="31502" y="293"/>
                    <a:pt x="47312" y="3"/>
                  </a:cubicBezTo>
                  <a:cubicBezTo>
                    <a:pt x="57378" y="-142"/>
                    <a:pt x="66544" y="5398"/>
                    <a:pt x="75798" y="9401"/>
                  </a:cubicBezTo>
                  <a:cubicBezTo>
                    <a:pt x="85051" y="13404"/>
                    <a:pt x="96567" y="15696"/>
                    <a:pt x="104661" y="9633"/>
                  </a:cubicBezTo>
                  <a:cubicBezTo>
                    <a:pt x="97902" y="16479"/>
                    <a:pt x="99497" y="27879"/>
                    <a:pt x="103413" y="36669"/>
                  </a:cubicBezTo>
                  <a:cubicBezTo>
                    <a:pt x="107329" y="45429"/>
                    <a:pt x="113131" y="53754"/>
                    <a:pt x="113740" y="63298"/>
                  </a:cubicBezTo>
                  <a:cubicBezTo>
                    <a:pt x="114726" y="78469"/>
                    <a:pt x="102108" y="91378"/>
                    <a:pt x="88474" y="98078"/>
                  </a:cubicBezTo>
                  <a:cubicBezTo>
                    <a:pt x="84065" y="100254"/>
                    <a:pt x="79453" y="101936"/>
                    <a:pt x="74782" y="103561"/>
                  </a:cubicBezTo>
                  <a:cubicBezTo>
                    <a:pt x="66834" y="105620"/>
                    <a:pt x="59060" y="108347"/>
                    <a:pt x="51547" y="111712"/>
                  </a:cubicBezTo>
                  <a:cubicBezTo>
                    <a:pt x="51373" y="111799"/>
                    <a:pt x="51228" y="111886"/>
                    <a:pt x="51025" y="111944"/>
                  </a:cubicBezTo>
                  <a:cubicBezTo>
                    <a:pt x="49313" y="112698"/>
                    <a:pt x="47573" y="113540"/>
                    <a:pt x="45920" y="114410"/>
                  </a:cubicBezTo>
                  <a:lnTo>
                    <a:pt x="44469" y="115019"/>
                  </a:lnTo>
                  <a:cubicBezTo>
                    <a:pt x="42409" y="110233"/>
                    <a:pt x="40060" y="105620"/>
                    <a:pt x="37362" y="10118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16"/>
            <p:cNvSpPr/>
            <p:nvPr/>
          </p:nvSpPr>
          <p:spPr>
            <a:xfrm>
              <a:off x="4428251" y="2410534"/>
              <a:ext cx="155996" cy="195919"/>
            </a:xfrm>
            <a:custGeom>
              <a:rect b="b" l="l" r="r" t="t"/>
              <a:pathLst>
                <a:path extrusionOk="0" h="195919" w="155996">
                  <a:moveTo>
                    <a:pt x="2466" y="124473"/>
                  </a:moveTo>
                  <a:lnTo>
                    <a:pt x="1160" y="124560"/>
                  </a:lnTo>
                  <a:cubicBezTo>
                    <a:pt x="1016" y="121862"/>
                    <a:pt x="609" y="119193"/>
                    <a:pt x="0" y="116554"/>
                  </a:cubicBezTo>
                  <a:cubicBezTo>
                    <a:pt x="5163" y="96770"/>
                    <a:pt x="40524" y="100135"/>
                    <a:pt x="49575" y="81077"/>
                  </a:cubicBezTo>
                  <a:cubicBezTo>
                    <a:pt x="52214" y="75478"/>
                    <a:pt x="51953" y="69010"/>
                    <a:pt x="51257" y="62889"/>
                  </a:cubicBezTo>
                  <a:cubicBezTo>
                    <a:pt x="48879" y="41394"/>
                    <a:pt x="42178" y="20625"/>
                    <a:pt x="35535" y="0"/>
                  </a:cubicBezTo>
                  <a:cubicBezTo>
                    <a:pt x="41598" y="15693"/>
                    <a:pt x="48879" y="30864"/>
                    <a:pt x="57262" y="45426"/>
                  </a:cubicBezTo>
                  <a:cubicBezTo>
                    <a:pt x="65355" y="59524"/>
                    <a:pt x="78756" y="74840"/>
                    <a:pt x="94537" y="71156"/>
                  </a:cubicBezTo>
                  <a:cubicBezTo>
                    <a:pt x="103703" y="69010"/>
                    <a:pt x="110085" y="61004"/>
                    <a:pt x="117308" y="54970"/>
                  </a:cubicBezTo>
                  <a:cubicBezTo>
                    <a:pt x="123603" y="49719"/>
                    <a:pt x="132885" y="45890"/>
                    <a:pt x="139934" y="48965"/>
                  </a:cubicBezTo>
                  <a:lnTo>
                    <a:pt x="138861" y="49835"/>
                  </a:lnTo>
                  <a:cubicBezTo>
                    <a:pt x="141036" y="52707"/>
                    <a:pt x="143473" y="55463"/>
                    <a:pt x="146084" y="58016"/>
                  </a:cubicBezTo>
                  <a:cubicBezTo>
                    <a:pt x="147302" y="59872"/>
                    <a:pt x="148317" y="61787"/>
                    <a:pt x="149246" y="63730"/>
                  </a:cubicBezTo>
                  <a:lnTo>
                    <a:pt x="149304" y="63788"/>
                  </a:lnTo>
                  <a:cubicBezTo>
                    <a:pt x="160646" y="87256"/>
                    <a:pt x="157542" y="117685"/>
                    <a:pt x="140224" y="137381"/>
                  </a:cubicBezTo>
                  <a:cubicBezTo>
                    <a:pt x="132276" y="146403"/>
                    <a:pt x="121891" y="153219"/>
                    <a:pt x="114204" y="162502"/>
                  </a:cubicBezTo>
                  <a:cubicBezTo>
                    <a:pt x="106575" y="171814"/>
                    <a:pt x="101876" y="185360"/>
                    <a:pt x="107677" y="195919"/>
                  </a:cubicBezTo>
                  <a:cubicBezTo>
                    <a:pt x="106691" y="194991"/>
                    <a:pt x="105676" y="194092"/>
                    <a:pt x="104602" y="193366"/>
                  </a:cubicBezTo>
                  <a:cubicBezTo>
                    <a:pt x="81831" y="176136"/>
                    <a:pt x="43483" y="190582"/>
                    <a:pt x="20538" y="172191"/>
                  </a:cubicBezTo>
                  <a:cubicBezTo>
                    <a:pt x="6817" y="161197"/>
                    <a:pt x="3539" y="142458"/>
                    <a:pt x="2466" y="12444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16"/>
            <p:cNvSpPr/>
            <p:nvPr/>
          </p:nvSpPr>
          <p:spPr>
            <a:xfrm>
              <a:off x="4459406" y="2363860"/>
              <a:ext cx="119327" cy="118385"/>
            </a:xfrm>
            <a:custGeom>
              <a:rect b="b" l="l" r="r" t="t"/>
              <a:pathLst>
                <a:path extrusionOk="0" h="118385" w="119327">
                  <a:moveTo>
                    <a:pt x="68487" y="5918"/>
                  </a:moveTo>
                  <a:cubicBezTo>
                    <a:pt x="79133" y="8209"/>
                    <a:pt x="89431" y="11458"/>
                    <a:pt x="98452" y="17405"/>
                  </a:cubicBezTo>
                  <a:cubicBezTo>
                    <a:pt x="112927" y="26890"/>
                    <a:pt x="123167" y="45107"/>
                    <a:pt x="117946" y="61584"/>
                  </a:cubicBezTo>
                  <a:cubicBezTo>
                    <a:pt x="115944" y="67733"/>
                    <a:pt x="112028" y="73129"/>
                    <a:pt x="109766" y="79162"/>
                  </a:cubicBezTo>
                  <a:cubicBezTo>
                    <a:pt x="107474" y="85225"/>
                    <a:pt x="107213" y="92854"/>
                    <a:pt x="111709" y="97466"/>
                  </a:cubicBezTo>
                  <a:cubicBezTo>
                    <a:pt x="110781" y="96712"/>
                    <a:pt x="109795" y="96103"/>
                    <a:pt x="108721" y="95639"/>
                  </a:cubicBezTo>
                  <a:cubicBezTo>
                    <a:pt x="101701" y="92564"/>
                    <a:pt x="92390" y="96393"/>
                    <a:pt x="86095" y="101644"/>
                  </a:cubicBezTo>
                  <a:cubicBezTo>
                    <a:pt x="78872" y="107706"/>
                    <a:pt x="72520" y="115712"/>
                    <a:pt x="63324" y="117830"/>
                  </a:cubicBezTo>
                  <a:cubicBezTo>
                    <a:pt x="47544" y="121514"/>
                    <a:pt x="34142" y="106198"/>
                    <a:pt x="26049" y="92100"/>
                  </a:cubicBezTo>
                  <a:cubicBezTo>
                    <a:pt x="17666" y="77538"/>
                    <a:pt x="10356" y="62367"/>
                    <a:pt x="4322" y="46674"/>
                  </a:cubicBezTo>
                  <a:lnTo>
                    <a:pt x="0" y="45803"/>
                  </a:lnTo>
                  <a:cubicBezTo>
                    <a:pt x="20189" y="36318"/>
                    <a:pt x="37188" y="19841"/>
                    <a:pt x="47573" y="0"/>
                  </a:cubicBezTo>
                  <a:lnTo>
                    <a:pt x="48733" y="609"/>
                  </a:lnTo>
                  <a:cubicBezTo>
                    <a:pt x="55260" y="2524"/>
                    <a:pt x="61845" y="4293"/>
                    <a:pt x="68517" y="5773"/>
                  </a:cubicBezTo>
                  <a:lnTo>
                    <a:pt x="68458" y="591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16"/>
            <p:cNvSpPr/>
            <p:nvPr/>
          </p:nvSpPr>
          <p:spPr>
            <a:xfrm>
              <a:off x="4316099" y="1921113"/>
              <a:ext cx="246026" cy="200966"/>
            </a:xfrm>
            <a:custGeom>
              <a:rect b="b" l="l" r="r" t="t"/>
              <a:pathLst>
                <a:path extrusionOk="0" h="200966" w="246026">
                  <a:moveTo>
                    <a:pt x="240366" y="77132"/>
                  </a:moveTo>
                  <a:cubicBezTo>
                    <a:pt x="248431" y="92216"/>
                    <a:pt x="248227" y="112318"/>
                    <a:pt x="237495" y="125401"/>
                  </a:cubicBezTo>
                  <a:cubicBezTo>
                    <a:pt x="237495" y="125314"/>
                    <a:pt x="237553" y="125256"/>
                    <a:pt x="237553" y="125169"/>
                  </a:cubicBezTo>
                  <a:cubicBezTo>
                    <a:pt x="227371" y="137033"/>
                    <a:pt x="209241" y="137410"/>
                    <a:pt x="193838" y="134858"/>
                  </a:cubicBezTo>
                  <a:cubicBezTo>
                    <a:pt x="178435" y="132247"/>
                    <a:pt x="162364" y="127606"/>
                    <a:pt x="147570" y="132624"/>
                  </a:cubicBezTo>
                  <a:cubicBezTo>
                    <a:pt x="134691" y="137004"/>
                    <a:pt x="125002" y="148201"/>
                    <a:pt x="119462" y="160704"/>
                  </a:cubicBezTo>
                  <a:cubicBezTo>
                    <a:pt x="113921" y="173177"/>
                    <a:pt x="111978" y="186869"/>
                    <a:pt x="110237" y="200415"/>
                  </a:cubicBezTo>
                  <a:cubicBezTo>
                    <a:pt x="110005" y="199661"/>
                    <a:pt x="109918" y="198936"/>
                    <a:pt x="109831" y="198124"/>
                  </a:cubicBezTo>
                  <a:cubicBezTo>
                    <a:pt x="109512" y="199139"/>
                    <a:pt x="109077" y="200067"/>
                    <a:pt x="108613" y="200966"/>
                  </a:cubicBezTo>
                  <a:lnTo>
                    <a:pt x="107626" y="200502"/>
                  </a:lnTo>
                  <a:cubicBezTo>
                    <a:pt x="108613" y="188087"/>
                    <a:pt x="109541" y="175469"/>
                    <a:pt x="107075" y="163256"/>
                  </a:cubicBezTo>
                  <a:cubicBezTo>
                    <a:pt x="104668" y="151015"/>
                    <a:pt x="98431" y="139006"/>
                    <a:pt x="87843" y="132392"/>
                  </a:cubicBezTo>
                  <a:cubicBezTo>
                    <a:pt x="74528" y="124096"/>
                    <a:pt x="57675" y="125778"/>
                    <a:pt x="42040" y="125981"/>
                  </a:cubicBezTo>
                  <a:cubicBezTo>
                    <a:pt x="26955" y="126126"/>
                    <a:pt x="9754" y="123370"/>
                    <a:pt x="1139" y="111274"/>
                  </a:cubicBezTo>
                  <a:lnTo>
                    <a:pt x="1690" y="110897"/>
                  </a:lnTo>
                  <a:cubicBezTo>
                    <a:pt x="-5533" y="82411"/>
                    <a:pt x="11088" y="49836"/>
                    <a:pt x="38414" y="38987"/>
                  </a:cubicBezTo>
                  <a:cubicBezTo>
                    <a:pt x="54368" y="32605"/>
                    <a:pt x="72208" y="33272"/>
                    <a:pt x="89061" y="29878"/>
                  </a:cubicBezTo>
                  <a:cubicBezTo>
                    <a:pt x="105915" y="26484"/>
                    <a:pt x="123726" y="16767"/>
                    <a:pt x="127555" y="0"/>
                  </a:cubicBezTo>
                  <a:cubicBezTo>
                    <a:pt x="130166" y="14620"/>
                    <a:pt x="142958" y="25411"/>
                    <a:pt x="156592" y="31328"/>
                  </a:cubicBezTo>
                  <a:cubicBezTo>
                    <a:pt x="170167" y="37188"/>
                    <a:pt x="185135" y="39480"/>
                    <a:pt x="199030" y="44440"/>
                  </a:cubicBezTo>
                  <a:cubicBezTo>
                    <a:pt x="215971" y="50532"/>
                    <a:pt x="231925" y="61294"/>
                    <a:pt x="240366" y="7716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16"/>
            <p:cNvSpPr/>
            <p:nvPr/>
          </p:nvSpPr>
          <p:spPr>
            <a:xfrm>
              <a:off x="4272512" y="2534978"/>
              <a:ext cx="274980" cy="192177"/>
            </a:xfrm>
            <a:custGeom>
              <a:rect b="b" l="l" r="r" t="t"/>
              <a:pathLst>
                <a:path extrusionOk="0" h="192177" w="274980">
                  <a:moveTo>
                    <a:pt x="3216" y="66341"/>
                  </a:moveTo>
                  <a:cubicBezTo>
                    <a:pt x="3767" y="64629"/>
                    <a:pt x="4377" y="62889"/>
                    <a:pt x="5131" y="61265"/>
                  </a:cubicBezTo>
                  <a:cubicBezTo>
                    <a:pt x="19548" y="48878"/>
                    <a:pt x="41333" y="48849"/>
                    <a:pt x="60420" y="51808"/>
                  </a:cubicBezTo>
                  <a:cubicBezTo>
                    <a:pt x="80435" y="54941"/>
                    <a:pt x="101234" y="60365"/>
                    <a:pt x="120553" y="54274"/>
                  </a:cubicBezTo>
                  <a:cubicBezTo>
                    <a:pt x="142889" y="47196"/>
                    <a:pt x="158350" y="23380"/>
                    <a:pt x="156900" y="87"/>
                  </a:cubicBezTo>
                  <a:lnTo>
                    <a:pt x="158205" y="0"/>
                  </a:lnTo>
                  <a:cubicBezTo>
                    <a:pt x="159279" y="18014"/>
                    <a:pt x="162527" y="36782"/>
                    <a:pt x="176277" y="47747"/>
                  </a:cubicBezTo>
                  <a:cubicBezTo>
                    <a:pt x="199222" y="66138"/>
                    <a:pt x="237571" y="51692"/>
                    <a:pt x="260342" y="68923"/>
                  </a:cubicBezTo>
                  <a:lnTo>
                    <a:pt x="260197" y="69097"/>
                  </a:lnTo>
                  <a:cubicBezTo>
                    <a:pt x="263126" y="72027"/>
                    <a:pt x="266201" y="74956"/>
                    <a:pt x="269363" y="77712"/>
                  </a:cubicBezTo>
                  <a:cubicBezTo>
                    <a:pt x="282156" y="102804"/>
                    <a:pt x="272438" y="138484"/>
                    <a:pt x="246940" y="151653"/>
                  </a:cubicBezTo>
                  <a:cubicBezTo>
                    <a:pt x="229913" y="160442"/>
                    <a:pt x="209752" y="159601"/>
                    <a:pt x="190752" y="162299"/>
                  </a:cubicBezTo>
                  <a:cubicBezTo>
                    <a:pt x="171752" y="165055"/>
                    <a:pt x="150953" y="173873"/>
                    <a:pt x="145238" y="192177"/>
                  </a:cubicBezTo>
                  <a:cubicBezTo>
                    <a:pt x="133926" y="173699"/>
                    <a:pt x="114664" y="160355"/>
                    <a:pt x="93401" y="156149"/>
                  </a:cubicBezTo>
                  <a:cubicBezTo>
                    <a:pt x="79072" y="153365"/>
                    <a:pt x="64075" y="154554"/>
                    <a:pt x="49890" y="151044"/>
                  </a:cubicBezTo>
                  <a:cubicBezTo>
                    <a:pt x="31238" y="146345"/>
                    <a:pt x="14935" y="133088"/>
                    <a:pt x="6523" y="115770"/>
                  </a:cubicBezTo>
                  <a:cubicBezTo>
                    <a:pt x="-845" y="100541"/>
                    <a:pt x="-2005" y="82440"/>
                    <a:pt x="3216" y="66399"/>
                  </a:cubicBezTo>
                  <a:cubicBezTo>
                    <a:pt x="3216" y="66341"/>
                    <a:pt x="3274" y="66312"/>
                    <a:pt x="3274" y="663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16"/>
            <p:cNvSpPr/>
            <p:nvPr/>
          </p:nvSpPr>
          <p:spPr>
            <a:xfrm>
              <a:off x="4320642" y="2218082"/>
              <a:ext cx="197491" cy="200390"/>
            </a:xfrm>
            <a:custGeom>
              <a:rect b="b" l="l" r="r" t="t"/>
              <a:pathLst>
                <a:path extrusionOk="0" h="200390" w="197491">
                  <a:moveTo>
                    <a:pt x="6980" y="60467"/>
                  </a:moveTo>
                  <a:cubicBezTo>
                    <a:pt x="10896" y="49066"/>
                    <a:pt x="16524" y="38218"/>
                    <a:pt x="23515" y="28442"/>
                  </a:cubicBezTo>
                  <a:lnTo>
                    <a:pt x="24037" y="28761"/>
                  </a:lnTo>
                  <a:cubicBezTo>
                    <a:pt x="33436" y="19594"/>
                    <a:pt x="44662" y="12517"/>
                    <a:pt x="56845" y="7672"/>
                  </a:cubicBezTo>
                  <a:cubicBezTo>
                    <a:pt x="70682" y="2132"/>
                    <a:pt x="85708" y="-479"/>
                    <a:pt x="100560" y="72"/>
                  </a:cubicBezTo>
                  <a:cubicBezTo>
                    <a:pt x="114338" y="536"/>
                    <a:pt x="127972" y="3698"/>
                    <a:pt x="140387" y="9703"/>
                  </a:cubicBezTo>
                  <a:cubicBezTo>
                    <a:pt x="141867" y="10399"/>
                    <a:pt x="143317" y="11153"/>
                    <a:pt x="144710" y="11994"/>
                  </a:cubicBezTo>
                  <a:cubicBezTo>
                    <a:pt x="148858" y="14228"/>
                    <a:pt x="152803" y="16839"/>
                    <a:pt x="156545" y="19682"/>
                  </a:cubicBezTo>
                  <a:cubicBezTo>
                    <a:pt x="160925" y="23046"/>
                    <a:pt x="165015" y="26701"/>
                    <a:pt x="168786" y="30705"/>
                  </a:cubicBezTo>
                  <a:cubicBezTo>
                    <a:pt x="173805" y="36071"/>
                    <a:pt x="178272" y="41931"/>
                    <a:pt x="182101" y="48167"/>
                  </a:cubicBezTo>
                  <a:cubicBezTo>
                    <a:pt x="184799" y="52576"/>
                    <a:pt x="187177" y="57189"/>
                    <a:pt x="189208" y="62004"/>
                  </a:cubicBezTo>
                  <a:cubicBezTo>
                    <a:pt x="196054" y="78016"/>
                    <a:pt x="198925" y="95711"/>
                    <a:pt x="196808" y="113000"/>
                  </a:cubicBezTo>
                  <a:cubicBezTo>
                    <a:pt x="195357" y="124458"/>
                    <a:pt x="191731" y="135568"/>
                    <a:pt x="186394" y="145779"/>
                  </a:cubicBezTo>
                  <a:cubicBezTo>
                    <a:pt x="176009" y="165620"/>
                    <a:pt x="159040" y="182067"/>
                    <a:pt x="138821" y="191582"/>
                  </a:cubicBezTo>
                  <a:cubicBezTo>
                    <a:pt x="131743" y="194889"/>
                    <a:pt x="124288" y="197355"/>
                    <a:pt x="116572" y="198805"/>
                  </a:cubicBezTo>
                  <a:cubicBezTo>
                    <a:pt x="99486" y="202054"/>
                    <a:pt x="81705" y="200197"/>
                    <a:pt x="65373" y="194280"/>
                  </a:cubicBezTo>
                  <a:cubicBezTo>
                    <a:pt x="42428" y="185897"/>
                    <a:pt x="22326" y="169507"/>
                    <a:pt x="11071" y="147838"/>
                  </a:cubicBezTo>
                  <a:cubicBezTo>
                    <a:pt x="10229" y="146214"/>
                    <a:pt x="9446" y="144589"/>
                    <a:pt x="8692" y="142907"/>
                  </a:cubicBezTo>
                  <a:cubicBezTo>
                    <a:pt x="-2795" y="117264"/>
                    <a:pt x="-2418" y="87328"/>
                    <a:pt x="7009" y="6046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16"/>
            <p:cNvSpPr/>
            <p:nvPr/>
          </p:nvSpPr>
          <p:spPr>
            <a:xfrm>
              <a:off x="4364562" y="2119208"/>
              <a:ext cx="117957" cy="110926"/>
            </a:xfrm>
            <a:custGeom>
              <a:rect b="b" l="l" r="r" t="t"/>
              <a:pathLst>
                <a:path extrusionOk="0" h="110926" w="117957">
                  <a:moveTo>
                    <a:pt x="56611" y="98975"/>
                  </a:moveTo>
                  <a:cubicBezTo>
                    <a:pt x="41759" y="98424"/>
                    <a:pt x="26733" y="101034"/>
                    <a:pt x="12897" y="106575"/>
                  </a:cubicBezTo>
                  <a:lnTo>
                    <a:pt x="12287" y="105182"/>
                  </a:lnTo>
                  <a:cubicBezTo>
                    <a:pt x="11736" y="92071"/>
                    <a:pt x="5673" y="79859"/>
                    <a:pt x="2222" y="67211"/>
                  </a:cubicBezTo>
                  <a:cubicBezTo>
                    <a:pt x="-1230" y="54564"/>
                    <a:pt x="-1491" y="39480"/>
                    <a:pt x="7530" y="29936"/>
                  </a:cubicBezTo>
                  <a:cubicBezTo>
                    <a:pt x="21454" y="15316"/>
                    <a:pt x="51361" y="19638"/>
                    <a:pt x="60121" y="2843"/>
                  </a:cubicBezTo>
                  <a:cubicBezTo>
                    <a:pt x="60585" y="1973"/>
                    <a:pt x="60992" y="1015"/>
                    <a:pt x="61340" y="0"/>
                  </a:cubicBezTo>
                  <a:cubicBezTo>
                    <a:pt x="61427" y="783"/>
                    <a:pt x="61514" y="1537"/>
                    <a:pt x="61746" y="2292"/>
                  </a:cubicBezTo>
                  <a:cubicBezTo>
                    <a:pt x="63892" y="10936"/>
                    <a:pt x="73233" y="16476"/>
                    <a:pt x="82051" y="19174"/>
                  </a:cubicBezTo>
                  <a:cubicBezTo>
                    <a:pt x="91653" y="22046"/>
                    <a:pt x="102241" y="23496"/>
                    <a:pt x="109551" y="30342"/>
                  </a:cubicBezTo>
                  <a:cubicBezTo>
                    <a:pt x="117267" y="37565"/>
                    <a:pt x="118949" y="48733"/>
                    <a:pt x="117470" y="59466"/>
                  </a:cubicBezTo>
                  <a:cubicBezTo>
                    <a:pt x="117093" y="62715"/>
                    <a:pt x="116339" y="65993"/>
                    <a:pt x="115381" y="69068"/>
                  </a:cubicBezTo>
                  <a:cubicBezTo>
                    <a:pt x="114772" y="70982"/>
                    <a:pt x="114134" y="72897"/>
                    <a:pt x="113438" y="74753"/>
                  </a:cubicBezTo>
                  <a:cubicBezTo>
                    <a:pt x="109290" y="85834"/>
                    <a:pt x="103807" y="96538"/>
                    <a:pt x="102270" y="108228"/>
                  </a:cubicBezTo>
                  <a:lnTo>
                    <a:pt x="100790" y="110926"/>
                  </a:lnTo>
                  <a:cubicBezTo>
                    <a:pt x="99398" y="110085"/>
                    <a:pt x="97948" y="109331"/>
                    <a:pt x="96468" y="108634"/>
                  </a:cubicBezTo>
                  <a:cubicBezTo>
                    <a:pt x="84053" y="102630"/>
                    <a:pt x="70419" y="99468"/>
                    <a:pt x="56640" y="990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7" name="Google Shape;567;p16"/>
            <p:cNvSpPr/>
            <p:nvPr/>
          </p:nvSpPr>
          <p:spPr>
            <a:xfrm>
              <a:off x="4371610" y="2409664"/>
              <a:ext cx="108375" cy="118671"/>
            </a:xfrm>
            <a:custGeom>
              <a:rect b="b" l="l" r="r" t="t"/>
              <a:pathLst>
                <a:path extrusionOk="0" h="118671" w="108375">
                  <a:moveTo>
                    <a:pt x="56640" y="117424"/>
                  </a:moveTo>
                  <a:cubicBezTo>
                    <a:pt x="56496" y="117801"/>
                    <a:pt x="56409" y="118265"/>
                    <a:pt x="56321" y="118671"/>
                  </a:cubicBezTo>
                  <a:cubicBezTo>
                    <a:pt x="54407" y="108721"/>
                    <a:pt x="43703" y="103210"/>
                    <a:pt x="33927" y="100570"/>
                  </a:cubicBezTo>
                  <a:cubicBezTo>
                    <a:pt x="24152" y="97872"/>
                    <a:pt x="13274" y="96103"/>
                    <a:pt x="6515" y="88503"/>
                  </a:cubicBezTo>
                  <a:cubicBezTo>
                    <a:pt x="-969" y="80091"/>
                    <a:pt x="-650" y="67414"/>
                    <a:pt x="887" y="56217"/>
                  </a:cubicBezTo>
                  <a:cubicBezTo>
                    <a:pt x="3208" y="39190"/>
                    <a:pt x="7211" y="22394"/>
                    <a:pt x="12955" y="6179"/>
                  </a:cubicBezTo>
                  <a:cubicBezTo>
                    <a:pt x="13245" y="5569"/>
                    <a:pt x="13506" y="4931"/>
                    <a:pt x="13796" y="4322"/>
                  </a:cubicBezTo>
                  <a:lnTo>
                    <a:pt x="14405" y="2698"/>
                  </a:lnTo>
                  <a:cubicBezTo>
                    <a:pt x="30737" y="8615"/>
                    <a:pt x="48518" y="10472"/>
                    <a:pt x="65604" y="7223"/>
                  </a:cubicBezTo>
                  <a:cubicBezTo>
                    <a:pt x="73320" y="5773"/>
                    <a:pt x="80775" y="3307"/>
                    <a:pt x="87853" y="0"/>
                  </a:cubicBezTo>
                  <a:lnTo>
                    <a:pt x="92175" y="870"/>
                  </a:lnTo>
                  <a:cubicBezTo>
                    <a:pt x="98818" y="21495"/>
                    <a:pt x="105519" y="42235"/>
                    <a:pt x="107897" y="63759"/>
                  </a:cubicBezTo>
                  <a:cubicBezTo>
                    <a:pt x="108594" y="69909"/>
                    <a:pt x="108884" y="76378"/>
                    <a:pt x="106215" y="81947"/>
                  </a:cubicBezTo>
                  <a:cubicBezTo>
                    <a:pt x="97194" y="100976"/>
                    <a:pt x="61804" y="97640"/>
                    <a:pt x="56640" y="11742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16"/>
            <p:cNvSpPr/>
            <p:nvPr/>
          </p:nvSpPr>
          <p:spPr>
            <a:xfrm>
              <a:off x="4247058" y="2415813"/>
              <a:ext cx="182447" cy="182343"/>
            </a:xfrm>
            <a:custGeom>
              <a:rect b="b" l="l" r="r" t="t"/>
              <a:pathLst>
                <a:path extrusionOk="0" h="182343" w="182447">
                  <a:moveTo>
                    <a:pt x="30585" y="180429"/>
                  </a:moveTo>
                  <a:cubicBezTo>
                    <a:pt x="29830" y="181038"/>
                    <a:pt x="29192" y="181676"/>
                    <a:pt x="28496" y="182343"/>
                  </a:cubicBezTo>
                  <a:cubicBezTo>
                    <a:pt x="32035" y="172742"/>
                    <a:pt x="28322" y="161951"/>
                    <a:pt x="22810" y="153394"/>
                  </a:cubicBezTo>
                  <a:cubicBezTo>
                    <a:pt x="17328" y="144778"/>
                    <a:pt x="10047" y="137323"/>
                    <a:pt x="5319" y="128302"/>
                  </a:cubicBezTo>
                  <a:cubicBezTo>
                    <a:pt x="-3703" y="111042"/>
                    <a:pt x="-744" y="89199"/>
                    <a:pt x="10395" y="73419"/>
                  </a:cubicBezTo>
                  <a:cubicBezTo>
                    <a:pt x="14253" y="67820"/>
                    <a:pt x="19184" y="63005"/>
                    <a:pt x="24957" y="59408"/>
                  </a:cubicBezTo>
                  <a:cubicBezTo>
                    <a:pt x="27132" y="58016"/>
                    <a:pt x="29482" y="56797"/>
                    <a:pt x="31948" y="55811"/>
                  </a:cubicBezTo>
                  <a:lnTo>
                    <a:pt x="31426" y="54825"/>
                  </a:lnTo>
                  <a:cubicBezTo>
                    <a:pt x="52776" y="42903"/>
                    <a:pt x="79956" y="71823"/>
                    <a:pt x="102118" y="61468"/>
                  </a:cubicBezTo>
                  <a:cubicBezTo>
                    <a:pt x="111661" y="57000"/>
                    <a:pt x="116680" y="46616"/>
                    <a:pt x="120973" y="37043"/>
                  </a:cubicBezTo>
                  <a:cubicBezTo>
                    <a:pt x="126455" y="24657"/>
                    <a:pt x="131967" y="12386"/>
                    <a:pt x="137508" y="0"/>
                  </a:cubicBezTo>
                  <a:cubicBezTo>
                    <a:pt x="131793" y="16186"/>
                    <a:pt x="127790" y="33011"/>
                    <a:pt x="125440" y="50039"/>
                  </a:cubicBezTo>
                  <a:cubicBezTo>
                    <a:pt x="123903" y="61265"/>
                    <a:pt x="123584" y="73912"/>
                    <a:pt x="131068" y="82324"/>
                  </a:cubicBezTo>
                  <a:cubicBezTo>
                    <a:pt x="137827" y="89924"/>
                    <a:pt x="148704" y="91694"/>
                    <a:pt x="158480" y="94392"/>
                  </a:cubicBezTo>
                  <a:cubicBezTo>
                    <a:pt x="168256" y="97031"/>
                    <a:pt x="178960" y="102543"/>
                    <a:pt x="180874" y="112492"/>
                  </a:cubicBezTo>
                  <a:cubicBezTo>
                    <a:pt x="180961" y="112086"/>
                    <a:pt x="181048" y="111622"/>
                    <a:pt x="181193" y="111245"/>
                  </a:cubicBezTo>
                  <a:cubicBezTo>
                    <a:pt x="181803" y="113885"/>
                    <a:pt x="182209" y="116554"/>
                    <a:pt x="182354" y="119251"/>
                  </a:cubicBezTo>
                  <a:cubicBezTo>
                    <a:pt x="183804" y="142516"/>
                    <a:pt x="168343" y="166360"/>
                    <a:pt x="146007" y="173438"/>
                  </a:cubicBezTo>
                  <a:cubicBezTo>
                    <a:pt x="126688" y="179530"/>
                    <a:pt x="105889" y="174076"/>
                    <a:pt x="85873" y="170972"/>
                  </a:cubicBezTo>
                  <a:cubicBezTo>
                    <a:pt x="66786" y="167984"/>
                    <a:pt x="45001" y="168042"/>
                    <a:pt x="30585" y="18042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9" name="Google Shape;569;p16"/>
            <p:cNvSpPr/>
            <p:nvPr/>
          </p:nvSpPr>
          <p:spPr>
            <a:xfrm>
              <a:off x="4261972" y="2030995"/>
              <a:ext cx="162776" cy="193395"/>
            </a:xfrm>
            <a:custGeom>
              <a:rect b="b" l="l" r="r" t="t"/>
              <a:pathLst>
                <a:path extrusionOk="0" h="193395" w="162776">
                  <a:moveTo>
                    <a:pt x="54048" y="1450"/>
                  </a:moveTo>
                  <a:cubicBezTo>
                    <a:pt x="54135" y="986"/>
                    <a:pt x="54222" y="464"/>
                    <a:pt x="54338" y="0"/>
                  </a:cubicBezTo>
                  <a:cubicBezTo>
                    <a:pt x="54628" y="464"/>
                    <a:pt x="54947" y="928"/>
                    <a:pt x="55266" y="1363"/>
                  </a:cubicBezTo>
                  <a:cubicBezTo>
                    <a:pt x="63882" y="13460"/>
                    <a:pt x="81083" y="16215"/>
                    <a:pt x="96167" y="16070"/>
                  </a:cubicBezTo>
                  <a:cubicBezTo>
                    <a:pt x="111803" y="15896"/>
                    <a:pt x="128656" y="14214"/>
                    <a:pt x="141971" y="22481"/>
                  </a:cubicBezTo>
                  <a:cubicBezTo>
                    <a:pt x="152530" y="29095"/>
                    <a:pt x="158766" y="41104"/>
                    <a:pt x="161203" y="53345"/>
                  </a:cubicBezTo>
                  <a:cubicBezTo>
                    <a:pt x="163669" y="65529"/>
                    <a:pt x="162740" y="78147"/>
                    <a:pt x="161754" y="90592"/>
                  </a:cubicBezTo>
                  <a:lnTo>
                    <a:pt x="162740" y="91056"/>
                  </a:lnTo>
                  <a:cubicBezTo>
                    <a:pt x="153980" y="107851"/>
                    <a:pt x="124073" y="103529"/>
                    <a:pt x="110149" y="118149"/>
                  </a:cubicBezTo>
                  <a:cubicBezTo>
                    <a:pt x="101128" y="127693"/>
                    <a:pt x="101389" y="142777"/>
                    <a:pt x="104841" y="155424"/>
                  </a:cubicBezTo>
                  <a:cubicBezTo>
                    <a:pt x="108293" y="168071"/>
                    <a:pt x="114326" y="180284"/>
                    <a:pt x="114906" y="193395"/>
                  </a:cubicBezTo>
                  <a:cubicBezTo>
                    <a:pt x="111919" y="179907"/>
                    <a:pt x="108815" y="166070"/>
                    <a:pt x="101128" y="154583"/>
                  </a:cubicBezTo>
                  <a:cubicBezTo>
                    <a:pt x="93441" y="143096"/>
                    <a:pt x="80039" y="134393"/>
                    <a:pt x="66347" y="136250"/>
                  </a:cubicBezTo>
                  <a:cubicBezTo>
                    <a:pt x="51931" y="138309"/>
                    <a:pt x="37078" y="151044"/>
                    <a:pt x="24750" y="145706"/>
                  </a:cubicBezTo>
                  <a:lnTo>
                    <a:pt x="24924" y="145329"/>
                  </a:lnTo>
                  <a:cubicBezTo>
                    <a:pt x="16599" y="134393"/>
                    <a:pt x="8158" y="123254"/>
                    <a:pt x="3458" y="110375"/>
                  </a:cubicBezTo>
                  <a:cubicBezTo>
                    <a:pt x="-1241" y="97437"/>
                    <a:pt x="-1705" y="82266"/>
                    <a:pt x="5547" y="70634"/>
                  </a:cubicBezTo>
                  <a:cubicBezTo>
                    <a:pt x="10797" y="62222"/>
                    <a:pt x="19384" y="56565"/>
                    <a:pt x="26664" y="49865"/>
                  </a:cubicBezTo>
                  <a:cubicBezTo>
                    <a:pt x="40530" y="37159"/>
                    <a:pt x="50248" y="19899"/>
                    <a:pt x="54019" y="145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0" name="Google Shape;570;p16"/>
            <p:cNvSpPr/>
            <p:nvPr/>
          </p:nvSpPr>
          <p:spPr>
            <a:xfrm>
              <a:off x="4263903" y="2360959"/>
              <a:ext cx="122083" cy="118624"/>
            </a:xfrm>
            <a:custGeom>
              <a:rect b="b" l="l" r="r" t="t"/>
              <a:pathLst>
                <a:path extrusionOk="0" h="118624" w="122083">
                  <a:moveTo>
                    <a:pt x="120633" y="54883"/>
                  </a:moveTo>
                  <a:cubicBezTo>
                    <a:pt x="115093" y="67269"/>
                    <a:pt x="109610" y="79540"/>
                    <a:pt x="104099" y="91926"/>
                  </a:cubicBezTo>
                  <a:cubicBezTo>
                    <a:pt x="99806" y="101527"/>
                    <a:pt x="94787" y="111883"/>
                    <a:pt x="85244" y="116351"/>
                  </a:cubicBezTo>
                  <a:cubicBezTo>
                    <a:pt x="63082" y="126677"/>
                    <a:pt x="35902" y="97785"/>
                    <a:pt x="14552" y="109708"/>
                  </a:cubicBezTo>
                  <a:lnTo>
                    <a:pt x="14494" y="109708"/>
                  </a:lnTo>
                  <a:cubicBezTo>
                    <a:pt x="21252" y="88822"/>
                    <a:pt x="-5000" y="68110"/>
                    <a:pt x="860" y="46964"/>
                  </a:cubicBezTo>
                  <a:cubicBezTo>
                    <a:pt x="3413" y="37884"/>
                    <a:pt x="11274" y="31474"/>
                    <a:pt x="19019" y="26107"/>
                  </a:cubicBezTo>
                  <a:cubicBezTo>
                    <a:pt x="33204" y="16244"/>
                    <a:pt x="48288" y="7687"/>
                    <a:pt x="64039" y="609"/>
                  </a:cubicBezTo>
                  <a:lnTo>
                    <a:pt x="65402" y="0"/>
                  </a:lnTo>
                  <a:cubicBezTo>
                    <a:pt x="66157" y="1683"/>
                    <a:pt x="66940" y="3307"/>
                    <a:pt x="67781" y="4931"/>
                  </a:cubicBezTo>
                  <a:cubicBezTo>
                    <a:pt x="79036" y="26629"/>
                    <a:pt x="99139" y="42990"/>
                    <a:pt x="122084" y="51373"/>
                  </a:cubicBezTo>
                  <a:lnTo>
                    <a:pt x="121475" y="52997"/>
                  </a:lnTo>
                  <a:cubicBezTo>
                    <a:pt x="121184" y="53607"/>
                    <a:pt x="120923" y="54245"/>
                    <a:pt x="120633" y="5485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1" name="Google Shape;571;p16"/>
            <p:cNvSpPr/>
            <p:nvPr/>
          </p:nvSpPr>
          <p:spPr>
            <a:xfrm>
              <a:off x="4265932" y="2166937"/>
              <a:ext cx="111526" cy="111611"/>
            </a:xfrm>
            <a:custGeom>
              <a:rect b="b" l="l" r="r" t="t"/>
              <a:pathLst>
                <a:path extrusionOk="0" h="111611" w="111526">
                  <a:moveTo>
                    <a:pt x="78197" y="79587"/>
                  </a:moveTo>
                  <a:cubicBezTo>
                    <a:pt x="71206" y="89363"/>
                    <a:pt x="65578" y="100211"/>
                    <a:pt x="61662" y="111612"/>
                  </a:cubicBezTo>
                  <a:cubicBezTo>
                    <a:pt x="57253" y="109552"/>
                    <a:pt x="52670" y="107899"/>
                    <a:pt x="48116" y="106303"/>
                  </a:cubicBezTo>
                  <a:cubicBezTo>
                    <a:pt x="48058" y="106245"/>
                    <a:pt x="48029" y="106245"/>
                    <a:pt x="47971" y="106245"/>
                  </a:cubicBezTo>
                  <a:cubicBezTo>
                    <a:pt x="42372" y="103837"/>
                    <a:pt x="36745" y="101720"/>
                    <a:pt x="30943" y="100298"/>
                  </a:cubicBezTo>
                  <a:cubicBezTo>
                    <a:pt x="28855" y="99457"/>
                    <a:pt x="26766" y="98529"/>
                    <a:pt x="24706" y="97543"/>
                  </a:cubicBezTo>
                  <a:cubicBezTo>
                    <a:pt x="12755" y="91712"/>
                    <a:pt x="1616" y="81530"/>
                    <a:pt x="166" y="68361"/>
                  </a:cubicBezTo>
                  <a:cubicBezTo>
                    <a:pt x="-2068" y="48055"/>
                    <a:pt x="19021" y="30651"/>
                    <a:pt x="18180" y="10635"/>
                  </a:cubicBezTo>
                  <a:cubicBezTo>
                    <a:pt x="18180" y="9794"/>
                    <a:pt x="18092" y="9011"/>
                    <a:pt x="18005" y="8170"/>
                  </a:cubicBezTo>
                  <a:cubicBezTo>
                    <a:pt x="18876" y="8779"/>
                    <a:pt x="19833" y="9301"/>
                    <a:pt x="20761" y="9707"/>
                  </a:cubicBezTo>
                  <a:cubicBezTo>
                    <a:pt x="33090" y="15073"/>
                    <a:pt x="47942" y="2310"/>
                    <a:pt x="62358" y="250"/>
                  </a:cubicBezTo>
                  <a:cubicBezTo>
                    <a:pt x="76050" y="-1606"/>
                    <a:pt x="89452" y="7096"/>
                    <a:pt x="97139" y="18583"/>
                  </a:cubicBezTo>
                  <a:cubicBezTo>
                    <a:pt x="104826" y="30070"/>
                    <a:pt x="107930" y="43907"/>
                    <a:pt x="110918" y="57396"/>
                  </a:cubicBezTo>
                  <a:lnTo>
                    <a:pt x="111527" y="58788"/>
                  </a:lnTo>
                  <a:cubicBezTo>
                    <a:pt x="99343" y="63633"/>
                    <a:pt x="88117" y="70710"/>
                    <a:pt x="78719" y="79877"/>
                  </a:cubicBezTo>
                  <a:lnTo>
                    <a:pt x="78197" y="7955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2" name="Google Shape;572;p16"/>
            <p:cNvSpPr/>
            <p:nvPr/>
          </p:nvSpPr>
          <p:spPr>
            <a:xfrm>
              <a:off x="4217973" y="2265146"/>
              <a:ext cx="111332" cy="116566"/>
            </a:xfrm>
            <a:custGeom>
              <a:rect b="b" l="l" r="r" t="t"/>
              <a:pathLst>
                <a:path extrusionOk="0" h="116566" w="111332">
                  <a:moveTo>
                    <a:pt x="1016" y="56275"/>
                  </a:moveTo>
                  <a:cubicBezTo>
                    <a:pt x="696" y="56101"/>
                    <a:pt x="319" y="55898"/>
                    <a:pt x="0" y="55753"/>
                  </a:cubicBezTo>
                  <a:cubicBezTo>
                    <a:pt x="9225" y="55115"/>
                    <a:pt x="16012" y="46877"/>
                    <a:pt x="19871" y="38493"/>
                  </a:cubicBezTo>
                  <a:cubicBezTo>
                    <a:pt x="23700" y="30168"/>
                    <a:pt x="25875" y="20857"/>
                    <a:pt x="31590" y="13634"/>
                  </a:cubicBezTo>
                  <a:cubicBezTo>
                    <a:pt x="40147" y="2756"/>
                    <a:pt x="55289" y="-1160"/>
                    <a:pt x="69010" y="290"/>
                  </a:cubicBezTo>
                  <a:cubicBezTo>
                    <a:pt x="72375" y="609"/>
                    <a:pt x="75653" y="1276"/>
                    <a:pt x="78931" y="2118"/>
                  </a:cubicBezTo>
                  <a:cubicBezTo>
                    <a:pt x="84529" y="4293"/>
                    <a:pt x="90243" y="6121"/>
                    <a:pt x="95958" y="8064"/>
                  </a:cubicBezTo>
                  <a:cubicBezTo>
                    <a:pt x="96016" y="8064"/>
                    <a:pt x="96045" y="8064"/>
                    <a:pt x="96103" y="8122"/>
                  </a:cubicBezTo>
                  <a:cubicBezTo>
                    <a:pt x="100657" y="9718"/>
                    <a:pt x="105212" y="11371"/>
                    <a:pt x="109650" y="13431"/>
                  </a:cubicBezTo>
                  <a:cubicBezTo>
                    <a:pt x="100193" y="40292"/>
                    <a:pt x="99816" y="70199"/>
                    <a:pt x="111332" y="95871"/>
                  </a:cubicBezTo>
                  <a:lnTo>
                    <a:pt x="109969" y="96480"/>
                  </a:lnTo>
                  <a:cubicBezTo>
                    <a:pt x="96741" y="100164"/>
                    <a:pt x="85109" y="108025"/>
                    <a:pt x="72259" y="112812"/>
                  </a:cubicBezTo>
                  <a:cubicBezTo>
                    <a:pt x="59466" y="117598"/>
                    <a:pt x="43715" y="118874"/>
                    <a:pt x="33127" y="110201"/>
                  </a:cubicBezTo>
                  <a:cubicBezTo>
                    <a:pt x="17956" y="97815"/>
                    <a:pt x="19290" y="70924"/>
                    <a:pt x="5309" y="59147"/>
                  </a:cubicBezTo>
                  <a:cubicBezTo>
                    <a:pt x="4061" y="58074"/>
                    <a:pt x="2611" y="57088"/>
                    <a:pt x="1016" y="563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3" name="Google Shape;573;p16"/>
            <p:cNvSpPr/>
            <p:nvPr/>
          </p:nvSpPr>
          <p:spPr>
            <a:xfrm>
              <a:off x="4130311" y="2323393"/>
              <a:ext cx="197601" cy="169522"/>
            </a:xfrm>
            <a:custGeom>
              <a:rect b="b" l="l" r="r" t="t"/>
              <a:pathLst>
                <a:path extrusionOk="0" h="169522" w="197601">
                  <a:moveTo>
                    <a:pt x="141588" y="151712"/>
                  </a:moveTo>
                  <a:cubicBezTo>
                    <a:pt x="131492" y="157659"/>
                    <a:pt x="121108" y="163431"/>
                    <a:pt x="109882" y="166738"/>
                  </a:cubicBezTo>
                  <a:cubicBezTo>
                    <a:pt x="97408" y="170451"/>
                    <a:pt x="83485" y="170915"/>
                    <a:pt x="71765" y="165259"/>
                  </a:cubicBezTo>
                  <a:cubicBezTo>
                    <a:pt x="57581" y="158384"/>
                    <a:pt x="48907" y="143996"/>
                    <a:pt x="39190" y="131523"/>
                  </a:cubicBezTo>
                  <a:cubicBezTo>
                    <a:pt x="29472" y="119107"/>
                    <a:pt x="15693" y="107127"/>
                    <a:pt x="0" y="108810"/>
                  </a:cubicBezTo>
                  <a:cubicBezTo>
                    <a:pt x="9950" y="95118"/>
                    <a:pt x="15635" y="78322"/>
                    <a:pt x="16099" y="61382"/>
                  </a:cubicBezTo>
                  <a:cubicBezTo>
                    <a:pt x="16390" y="50040"/>
                    <a:pt x="14417" y="38205"/>
                    <a:pt x="18333" y="27559"/>
                  </a:cubicBezTo>
                  <a:cubicBezTo>
                    <a:pt x="23206" y="14244"/>
                    <a:pt x="36492" y="5455"/>
                    <a:pt x="50270" y="2148"/>
                  </a:cubicBezTo>
                  <a:cubicBezTo>
                    <a:pt x="63991" y="-1217"/>
                    <a:pt x="78437" y="59"/>
                    <a:pt x="92535" y="1364"/>
                  </a:cubicBezTo>
                  <a:lnTo>
                    <a:pt x="92941" y="900"/>
                  </a:lnTo>
                  <a:cubicBezTo>
                    <a:pt x="106952" y="12678"/>
                    <a:pt x="105589" y="39568"/>
                    <a:pt x="120760" y="51954"/>
                  </a:cubicBezTo>
                  <a:cubicBezTo>
                    <a:pt x="131377" y="60599"/>
                    <a:pt x="147099" y="59351"/>
                    <a:pt x="159891" y="54565"/>
                  </a:cubicBezTo>
                  <a:cubicBezTo>
                    <a:pt x="172742" y="49779"/>
                    <a:pt x="184374" y="41918"/>
                    <a:pt x="197601" y="38234"/>
                  </a:cubicBezTo>
                  <a:cubicBezTo>
                    <a:pt x="181879" y="45311"/>
                    <a:pt x="166795" y="53869"/>
                    <a:pt x="152581" y="63731"/>
                  </a:cubicBezTo>
                  <a:cubicBezTo>
                    <a:pt x="144865" y="69098"/>
                    <a:pt x="137004" y="75509"/>
                    <a:pt x="134422" y="84588"/>
                  </a:cubicBezTo>
                  <a:cubicBezTo>
                    <a:pt x="128563" y="105706"/>
                    <a:pt x="154815" y="126417"/>
                    <a:pt x="148056" y="147332"/>
                  </a:cubicBezTo>
                  <a:lnTo>
                    <a:pt x="148114" y="147332"/>
                  </a:lnTo>
                  <a:lnTo>
                    <a:pt x="148636" y="148318"/>
                  </a:lnTo>
                  <a:cubicBezTo>
                    <a:pt x="146171" y="149305"/>
                    <a:pt x="143850" y="150494"/>
                    <a:pt x="141645" y="151915"/>
                  </a:cubicBezTo>
                  <a:lnTo>
                    <a:pt x="141558" y="151770"/>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4" name="Google Shape;574;p16"/>
            <p:cNvSpPr/>
            <p:nvPr/>
          </p:nvSpPr>
          <p:spPr>
            <a:xfrm>
              <a:off x="4117720" y="1995683"/>
              <a:ext cx="198357" cy="186255"/>
            </a:xfrm>
            <a:custGeom>
              <a:rect b="b" l="l" r="r" t="t"/>
              <a:pathLst>
                <a:path extrusionOk="0" h="186255" w="198357">
                  <a:moveTo>
                    <a:pt x="198299" y="36763"/>
                  </a:moveTo>
                  <a:cubicBezTo>
                    <a:pt x="194528" y="55183"/>
                    <a:pt x="184811" y="72471"/>
                    <a:pt x="170945" y="85177"/>
                  </a:cubicBezTo>
                  <a:cubicBezTo>
                    <a:pt x="163635" y="91878"/>
                    <a:pt x="155078" y="97505"/>
                    <a:pt x="149827" y="105946"/>
                  </a:cubicBezTo>
                  <a:cubicBezTo>
                    <a:pt x="142575" y="117579"/>
                    <a:pt x="143039" y="132750"/>
                    <a:pt x="147739" y="145687"/>
                  </a:cubicBezTo>
                  <a:cubicBezTo>
                    <a:pt x="152438" y="158567"/>
                    <a:pt x="160850" y="169706"/>
                    <a:pt x="169204" y="180642"/>
                  </a:cubicBezTo>
                  <a:lnTo>
                    <a:pt x="169031" y="181019"/>
                  </a:lnTo>
                  <a:cubicBezTo>
                    <a:pt x="168102" y="180613"/>
                    <a:pt x="167174" y="180090"/>
                    <a:pt x="166275" y="179481"/>
                  </a:cubicBezTo>
                  <a:cubicBezTo>
                    <a:pt x="166362" y="180323"/>
                    <a:pt x="166449" y="181106"/>
                    <a:pt x="166449" y="181947"/>
                  </a:cubicBezTo>
                  <a:lnTo>
                    <a:pt x="165985" y="181947"/>
                  </a:lnTo>
                  <a:cubicBezTo>
                    <a:pt x="157050" y="167153"/>
                    <a:pt x="141502" y="156536"/>
                    <a:pt x="124475" y="153606"/>
                  </a:cubicBezTo>
                  <a:cubicBezTo>
                    <a:pt x="107476" y="150618"/>
                    <a:pt x="89288" y="155376"/>
                    <a:pt x="75886" y="166225"/>
                  </a:cubicBezTo>
                  <a:cubicBezTo>
                    <a:pt x="69185" y="171678"/>
                    <a:pt x="63587" y="178553"/>
                    <a:pt x="55929" y="182411"/>
                  </a:cubicBezTo>
                  <a:cubicBezTo>
                    <a:pt x="47371" y="186704"/>
                    <a:pt x="37451" y="186646"/>
                    <a:pt x="27762" y="185805"/>
                  </a:cubicBezTo>
                  <a:cubicBezTo>
                    <a:pt x="8530" y="181193"/>
                    <a:pt x="-1594" y="158480"/>
                    <a:pt x="205" y="138754"/>
                  </a:cubicBezTo>
                  <a:cubicBezTo>
                    <a:pt x="2061" y="118971"/>
                    <a:pt x="12620" y="101247"/>
                    <a:pt x="21671" y="83494"/>
                  </a:cubicBezTo>
                  <a:cubicBezTo>
                    <a:pt x="30692" y="65770"/>
                    <a:pt x="38553" y="45900"/>
                    <a:pt x="34521" y="26436"/>
                  </a:cubicBezTo>
                  <a:cubicBezTo>
                    <a:pt x="44471" y="37430"/>
                    <a:pt x="62572" y="35921"/>
                    <a:pt x="75857" y="29221"/>
                  </a:cubicBezTo>
                  <a:cubicBezTo>
                    <a:pt x="89085" y="22462"/>
                    <a:pt x="99963" y="11671"/>
                    <a:pt x="113422" y="5405"/>
                  </a:cubicBezTo>
                  <a:cubicBezTo>
                    <a:pt x="143823" y="-8896"/>
                    <a:pt x="184346" y="6420"/>
                    <a:pt x="198358" y="367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5" name="Google Shape;575;p16"/>
            <p:cNvSpPr/>
            <p:nvPr/>
          </p:nvSpPr>
          <p:spPr>
            <a:xfrm>
              <a:off x="4139536" y="2148395"/>
              <a:ext cx="157367" cy="173027"/>
            </a:xfrm>
            <a:custGeom>
              <a:rect b="b" l="l" r="r" t="t"/>
              <a:pathLst>
                <a:path extrusionOk="0" h="173027" w="157367">
                  <a:moveTo>
                    <a:pt x="5917" y="33064"/>
                  </a:moveTo>
                  <a:cubicBezTo>
                    <a:pt x="15606" y="33906"/>
                    <a:pt x="25498" y="33935"/>
                    <a:pt x="34084" y="29670"/>
                  </a:cubicBezTo>
                  <a:cubicBezTo>
                    <a:pt x="41771" y="25812"/>
                    <a:pt x="47341" y="18909"/>
                    <a:pt x="54042" y="13484"/>
                  </a:cubicBezTo>
                  <a:cubicBezTo>
                    <a:pt x="67443" y="2635"/>
                    <a:pt x="85631" y="-2093"/>
                    <a:pt x="102630" y="866"/>
                  </a:cubicBezTo>
                  <a:cubicBezTo>
                    <a:pt x="119657" y="3795"/>
                    <a:pt x="135206" y="14412"/>
                    <a:pt x="144140" y="29206"/>
                  </a:cubicBezTo>
                  <a:lnTo>
                    <a:pt x="144604" y="29206"/>
                  </a:lnTo>
                  <a:cubicBezTo>
                    <a:pt x="145445" y="49222"/>
                    <a:pt x="124357" y="66626"/>
                    <a:pt x="126590" y="86932"/>
                  </a:cubicBezTo>
                  <a:cubicBezTo>
                    <a:pt x="128041" y="100102"/>
                    <a:pt x="139151" y="110283"/>
                    <a:pt x="151131" y="116114"/>
                  </a:cubicBezTo>
                  <a:cubicBezTo>
                    <a:pt x="153190" y="117100"/>
                    <a:pt x="155279" y="118028"/>
                    <a:pt x="157368" y="118870"/>
                  </a:cubicBezTo>
                  <a:cubicBezTo>
                    <a:pt x="154119" y="118028"/>
                    <a:pt x="150812" y="117390"/>
                    <a:pt x="147447" y="117042"/>
                  </a:cubicBezTo>
                  <a:cubicBezTo>
                    <a:pt x="133726" y="115592"/>
                    <a:pt x="118584" y="119508"/>
                    <a:pt x="110027" y="130386"/>
                  </a:cubicBezTo>
                  <a:cubicBezTo>
                    <a:pt x="104312" y="137609"/>
                    <a:pt x="102107" y="146920"/>
                    <a:pt x="98308" y="155245"/>
                  </a:cubicBezTo>
                  <a:cubicBezTo>
                    <a:pt x="94449" y="163629"/>
                    <a:pt x="87662" y="171867"/>
                    <a:pt x="78437" y="172505"/>
                  </a:cubicBezTo>
                  <a:cubicBezTo>
                    <a:pt x="78756" y="172650"/>
                    <a:pt x="79133" y="172824"/>
                    <a:pt x="79453" y="173027"/>
                  </a:cubicBezTo>
                  <a:cubicBezTo>
                    <a:pt x="63962" y="170939"/>
                    <a:pt x="48501" y="166239"/>
                    <a:pt x="35621" y="157334"/>
                  </a:cubicBezTo>
                  <a:cubicBezTo>
                    <a:pt x="22539" y="148255"/>
                    <a:pt x="12299" y="134476"/>
                    <a:pt x="9689" y="118841"/>
                  </a:cubicBezTo>
                  <a:cubicBezTo>
                    <a:pt x="7165" y="103902"/>
                    <a:pt x="11545" y="88817"/>
                    <a:pt x="13083" y="73791"/>
                  </a:cubicBezTo>
                  <a:cubicBezTo>
                    <a:pt x="14446" y="60100"/>
                    <a:pt x="12560" y="44697"/>
                    <a:pt x="3162" y="35240"/>
                  </a:cubicBezTo>
                  <a:cubicBezTo>
                    <a:pt x="3162" y="35182"/>
                    <a:pt x="3104" y="35182"/>
                    <a:pt x="3104" y="35182"/>
                  </a:cubicBezTo>
                  <a:cubicBezTo>
                    <a:pt x="2118" y="34167"/>
                    <a:pt x="1102" y="33267"/>
                    <a:pt x="0" y="32426"/>
                  </a:cubicBezTo>
                  <a:cubicBezTo>
                    <a:pt x="1943" y="32658"/>
                    <a:pt x="3916" y="32832"/>
                    <a:pt x="5917" y="3303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6" name="Google Shape;576;p16"/>
            <p:cNvSpPr/>
            <p:nvPr/>
          </p:nvSpPr>
          <p:spPr>
            <a:xfrm>
              <a:off x="4097792" y="2432044"/>
              <a:ext cx="179849" cy="217464"/>
            </a:xfrm>
            <a:custGeom>
              <a:rect b="b" l="l" r="r" t="t"/>
              <a:pathLst>
                <a:path extrusionOk="0" h="217464" w="179849">
                  <a:moveTo>
                    <a:pt x="26108" y="7933"/>
                  </a:moveTo>
                  <a:lnTo>
                    <a:pt x="25470" y="7237"/>
                  </a:lnTo>
                  <a:cubicBezTo>
                    <a:pt x="27936" y="5322"/>
                    <a:pt x="30256" y="3146"/>
                    <a:pt x="32258" y="710"/>
                  </a:cubicBezTo>
                  <a:lnTo>
                    <a:pt x="32548" y="159"/>
                  </a:lnTo>
                  <a:cubicBezTo>
                    <a:pt x="48241" y="-1524"/>
                    <a:pt x="62020" y="10456"/>
                    <a:pt x="71738" y="22872"/>
                  </a:cubicBezTo>
                  <a:cubicBezTo>
                    <a:pt x="81455" y="35345"/>
                    <a:pt x="90128" y="49733"/>
                    <a:pt x="104313" y="56608"/>
                  </a:cubicBezTo>
                  <a:cubicBezTo>
                    <a:pt x="116033" y="62293"/>
                    <a:pt x="129956" y="61829"/>
                    <a:pt x="142430" y="58087"/>
                  </a:cubicBezTo>
                  <a:cubicBezTo>
                    <a:pt x="153656" y="54780"/>
                    <a:pt x="164011" y="49008"/>
                    <a:pt x="174135" y="43061"/>
                  </a:cubicBezTo>
                  <a:lnTo>
                    <a:pt x="174222" y="43206"/>
                  </a:lnTo>
                  <a:cubicBezTo>
                    <a:pt x="168450" y="46803"/>
                    <a:pt x="163518" y="51619"/>
                    <a:pt x="159660" y="57217"/>
                  </a:cubicBezTo>
                  <a:cubicBezTo>
                    <a:pt x="148550" y="72997"/>
                    <a:pt x="145562" y="94811"/>
                    <a:pt x="154584" y="112100"/>
                  </a:cubicBezTo>
                  <a:cubicBezTo>
                    <a:pt x="159341" y="121121"/>
                    <a:pt x="166593" y="128576"/>
                    <a:pt x="172076" y="137192"/>
                  </a:cubicBezTo>
                  <a:cubicBezTo>
                    <a:pt x="177558" y="145749"/>
                    <a:pt x="181300" y="156540"/>
                    <a:pt x="177761" y="166142"/>
                  </a:cubicBezTo>
                  <a:cubicBezTo>
                    <a:pt x="178458" y="165503"/>
                    <a:pt x="179125" y="164836"/>
                    <a:pt x="179850" y="164227"/>
                  </a:cubicBezTo>
                  <a:cubicBezTo>
                    <a:pt x="179096" y="165851"/>
                    <a:pt x="178487" y="167592"/>
                    <a:pt x="177935" y="169303"/>
                  </a:cubicBezTo>
                  <a:cubicBezTo>
                    <a:pt x="177935" y="169303"/>
                    <a:pt x="177877" y="169361"/>
                    <a:pt x="177877" y="169390"/>
                  </a:cubicBezTo>
                  <a:cubicBezTo>
                    <a:pt x="164853" y="194018"/>
                    <a:pt x="142865" y="216963"/>
                    <a:pt x="115220" y="217456"/>
                  </a:cubicBezTo>
                  <a:cubicBezTo>
                    <a:pt x="75944" y="218153"/>
                    <a:pt x="48908" y="174728"/>
                    <a:pt x="10270" y="167795"/>
                  </a:cubicBezTo>
                  <a:cubicBezTo>
                    <a:pt x="17493" y="152450"/>
                    <a:pt x="19146" y="134610"/>
                    <a:pt x="14911" y="118192"/>
                  </a:cubicBezTo>
                  <a:cubicBezTo>
                    <a:pt x="11691" y="105660"/>
                    <a:pt x="5280" y="94173"/>
                    <a:pt x="2061" y="81700"/>
                  </a:cubicBezTo>
                  <a:cubicBezTo>
                    <a:pt x="-4640" y="55274"/>
                    <a:pt x="5426" y="25511"/>
                    <a:pt x="26079" y="79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7" name="Google Shape;577;p16"/>
            <p:cNvSpPr/>
            <p:nvPr/>
          </p:nvSpPr>
          <p:spPr>
            <a:xfrm>
              <a:off x="4021503" y="2180731"/>
              <a:ext cx="201778" cy="267547"/>
            </a:xfrm>
            <a:custGeom>
              <a:rect b="b" l="l" r="r" t="t"/>
              <a:pathLst>
                <a:path extrusionOk="0" h="267547" w="201778">
                  <a:moveTo>
                    <a:pt x="201779" y="143534"/>
                  </a:moveTo>
                  <a:lnTo>
                    <a:pt x="201373" y="143998"/>
                  </a:lnTo>
                  <a:cubicBezTo>
                    <a:pt x="187275" y="142692"/>
                    <a:pt x="172829" y="141445"/>
                    <a:pt x="159108" y="144781"/>
                  </a:cubicBezTo>
                  <a:cubicBezTo>
                    <a:pt x="145329" y="148088"/>
                    <a:pt x="132073" y="156877"/>
                    <a:pt x="127170" y="170192"/>
                  </a:cubicBezTo>
                  <a:cubicBezTo>
                    <a:pt x="123254" y="180838"/>
                    <a:pt x="125227" y="192673"/>
                    <a:pt x="124937" y="204015"/>
                  </a:cubicBezTo>
                  <a:cubicBezTo>
                    <a:pt x="124473" y="220956"/>
                    <a:pt x="118787" y="237751"/>
                    <a:pt x="108838" y="251443"/>
                  </a:cubicBezTo>
                  <a:lnTo>
                    <a:pt x="108548" y="251994"/>
                  </a:lnTo>
                  <a:cubicBezTo>
                    <a:pt x="106546" y="254402"/>
                    <a:pt x="104225" y="256606"/>
                    <a:pt x="101760" y="258521"/>
                  </a:cubicBezTo>
                  <a:cubicBezTo>
                    <a:pt x="93231" y="265048"/>
                    <a:pt x="82295" y="268384"/>
                    <a:pt x="71592" y="267368"/>
                  </a:cubicBezTo>
                  <a:cubicBezTo>
                    <a:pt x="57755" y="266063"/>
                    <a:pt x="44817" y="257593"/>
                    <a:pt x="38087" y="245438"/>
                  </a:cubicBezTo>
                  <a:cubicBezTo>
                    <a:pt x="28776" y="228498"/>
                    <a:pt x="31851" y="207873"/>
                    <a:pt x="30487" y="188612"/>
                  </a:cubicBezTo>
                  <a:cubicBezTo>
                    <a:pt x="29182" y="169351"/>
                    <a:pt x="19232" y="146957"/>
                    <a:pt x="0" y="145013"/>
                  </a:cubicBezTo>
                  <a:cubicBezTo>
                    <a:pt x="21553" y="136369"/>
                    <a:pt x="33562" y="113366"/>
                    <a:pt x="40350" y="91174"/>
                  </a:cubicBezTo>
                  <a:cubicBezTo>
                    <a:pt x="47109" y="68983"/>
                    <a:pt x="50735" y="45226"/>
                    <a:pt x="63527" y="25878"/>
                  </a:cubicBezTo>
                  <a:cubicBezTo>
                    <a:pt x="75943" y="7110"/>
                    <a:pt x="100889" y="-6089"/>
                    <a:pt x="121137" y="2875"/>
                  </a:cubicBezTo>
                  <a:cubicBezTo>
                    <a:pt x="121137" y="2875"/>
                    <a:pt x="121195" y="2875"/>
                    <a:pt x="121195" y="2933"/>
                  </a:cubicBezTo>
                  <a:cubicBezTo>
                    <a:pt x="130593" y="12389"/>
                    <a:pt x="132450" y="27792"/>
                    <a:pt x="131116" y="41484"/>
                  </a:cubicBezTo>
                  <a:cubicBezTo>
                    <a:pt x="129578" y="56510"/>
                    <a:pt x="125198" y="71594"/>
                    <a:pt x="127722" y="86533"/>
                  </a:cubicBezTo>
                  <a:cubicBezTo>
                    <a:pt x="130332" y="102168"/>
                    <a:pt x="140572" y="115947"/>
                    <a:pt x="153655" y="125027"/>
                  </a:cubicBezTo>
                  <a:cubicBezTo>
                    <a:pt x="166534" y="133903"/>
                    <a:pt x="181995" y="138631"/>
                    <a:pt x="197486" y="140720"/>
                  </a:cubicBezTo>
                  <a:cubicBezTo>
                    <a:pt x="199081" y="141503"/>
                    <a:pt x="200502" y="142489"/>
                    <a:pt x="201779" y="1435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8" name="Google Shape;578;p16"/>
            <p:cNvSpPr/>
            <p:nvPr/>
          </p:nvSpPr>
          <p:spPr>
            <a:xfrm>
              <a:off x="4507065" y="2264060"/>
              <a:ext cx="97118" cy="107661"/>
            </a:xfrm>
            <a:custGeom>
              <a:rect b="b" l="l" r="r" t="t"/>
              <a:pathLst>
                <a:path extrusionOk="0" h="107661" w="97118">
                  <a:moveTo>
                    <a:pt x="8819" y="99191"/>
                  </a:moveTo>
                  <a:cubicBezTo>
                    <a:pt x="6411" y="97944"/>
                    <a:pt x="6875" y="93766"/>
                    <a:pt x="9602" y="93244"/>
                  </a:cubicBezTo>
                  <a:cubicBezTo>
                    <a:pt x="20683" y="91069"/>
                    <a:pt x="32576" y="89937"/>
                    <a:pt x="43048" y="85412"/>
                  </a:cubicBezTo>
                  <a:cubicBezTo>
                    <a:pt x="34113" y="81380"/>
                    <a:pt x="24541" y="78769"/>
                    <a:pt x="15693" y="74447"/>
                  </a:cubicBezTo>
                  <a:cubicBezTo>
                    <a:pt x="13634" y="73461"/>
                    <a:pt x="13489" y="69777"/>
                    <a:pt x="15693" y="68820"/>
                  </a:cubicBezTo>
                  <a:cubicBezTo>
                    <a:pt x="26600" y="64149"/>
                    <a:pt x="39073" y="63511"/>
                    <a:pt x="49865" y="58667"/>
                  </a:cubicBezTo>
                  <a:cubicBezTo>
                    <a:pt x="41336" y="53010"/>
                    <a:pt x="30110" y="51821"/>
                    <a:pt x="21205" y="46948"/>
                  </a:cubicBezTo>
                  <a:cubicBezTo>
                    <a:pt x="18739" y="45584"/>
                    <a:pt x="19319" y="41726"/>
                    <a:pt x="21988" y="41001"/>
                  </a:cubicBezTo>
                  <a:cubicBezTo>
                    <a:pt x="30226" y="38767"/>
                    <a:pt x="38725" y="38216"/>
                    <a:pt x="47196" y="37491"/>
                  </a:cubicBezTo>
                  <a:cubicBezTo>
                    <a:pt x="38290" y="30442"/>
                    <a:pt x="25933" y="28035"/>
                    <a:pt x="15722" y="23596"/>
                  </a:cubicBezTo>
                  <a:cubicBezTo>
                    <a:pt x="12822" y="22349"/>
                    <a:pt x="14301" y="18578"/>
                    <a:pt x="16506" y="17650"/>
                  </a:cubicBezTo>
                  <a:cubicBezTo>
                    <a:pt x="26397" y="13531"/>
                    <a:pt x="36347" y="9412"/>
                    <a:pt x="46703" y="6569"/>
                  </a:cubicBezTo>
                  <a:cubicBezTo>
                    <a:pt x="63904" y="1870"/>
                    <a:pt x="83398" y="622"/>
                    <a:pt x="95639" y="15880"/>
                  </a:cubicBezTo>
                  <a:cubicBezTo>
                    <a:pt x="96161" y="16519"/>
                    <a:pt x="96625" y="17186"/>
                    <a:pt x="97118" y="17882"/>
                  </a:cubicBezTo>
                  <a:cubicBezTo>
                    <a:pt x="96074" y="14749"/>
                    <a:pt x="94740" y="11790"/>
                    <a:pt x="92593" y="9208"/>
                  </a:cubicBezTo>
                  <a:cubicBezTo>
                    <a:pt x="85660" y="883"/>
                    <a:pt x="73477" y="-422"/>
                    <a:pt x="62628" y="100"/>
                  </a:cubicBezTo>
                  <a:cubicBezTo>
                    <a:pt x="52620" y="622"/>
                    <a:pt x="42758" y="2102"/>
                    <a:pt x="33127" y="4625"/>
                  </a:cubicBezTo>
                  <a:cubicBezTo>
                    <a:pt x="25353" y="7265"/>
                    <a:pt x="17434" y="9557"/>
                    <a:pt x="9892" y="12776"/>
                  </a:cubicBezTo>
                  <a:cubicBezTo>
                    <a:pt x="9718" y="12864"/>
                    <a:pt x="9573" y="12951"/>
                    <a:pt x="9369" y="13009"/>
                  </a:cubicBezTo>
                  <a:cubicBezTo>
                    <a:pt x="7658" y="13792"/>
                    <a:pt x="5918" y="14633"/>
                    <a:pt x="4264" y="15474"/>
                  </a:cubicBezTo>
                  <a:lnTo>
                    <a:pt x="2814" y="16083"/>
                  </a:lnTo>
                  <a:cubicBezTo>
                    <a:pt x="9659" y="32096"/>
                    <a:pt x="12532" y="49791"/>
                    <a:pt x="10414" y="67079"/>
                  </a:cubicBezTo>
                  <a:cubicBezTo>
                    <a:pt x="8963" y="78537"/>
                    <a:pt x="5337" y="89647"/>
                    <a:pt x="0" y="99858"/>
                  </a:cubicBezTo>
                  <a:lnTo>
                    <a:pt x="1160" y="100467"/>
                  </a:lnTo>
                  <a:cubicBezTo>
                    <a:pt x="7687" y="102382"/>
                    <a:pt x="14272" y="104151"/>
                    <a:pt x="20944" y="105631"/>
                  </a:cubicBezTo>
                  <a:cubicBezTo>
                    <a:pt x="24077" y="106356"/>
                    <a:pt x="27209" y="107023"/>
                    <a:pt x="30371" y="107661"/>
                  </a:cubicBezTo>
                  <a:cubicBezTo>
                    <a:pt x="22800" y="105573"/>
                    <a:pt x="15519" y="102730"/>
                    <a:pt x="8906" y="9924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16"/>
            <p:cNvSpPr/>
            <p:nvPr/>
          </p:nvSpPr>
          <p:spPr>
            <a:xfrm>
              <a:off x="4465294" y="2165125"/>
              <a:ext cx="113823" cy="115047"/>
            </a:xfrm>
            <a:custGeom>
              <a:rect b="b" l="l" r="r" t="t"/>
              <a:pathLst>
                <a:path extrusionOk="0" h="115047" w="113823">
                  <a:moveTo>
                    <a:pt x="113798" y="63269"/>
                  </a:moveTo>
                  <a:cubicBezTo>
                    <a:pt x="113334" y="55930"/>
                    <a:pt x="109795" y="49316"/>
                    <a:pt x="106401" y="42673"/>
                  </a:cubicBezTo>
                  <a:cubicBezTo>
                    <a:pt x="106923" y="44327"/>
                    <a:pt x="107445" y="46009"/>
                    <a:pt x="107880" y="47721"/>
                  </a:cubicBezTo>
                  <a:cubicBezTo>
                    <a:pt x="110404" y="57467"/>
                    <a:pt x="109244" y="68548"/>
                    <a:pt x="104167" y="77338"/>
                  </a:cubicBezTo>
                  <a:cubicBezTo>
                    <a:pt x="94682" y="93727"/>
                    <a:pt x="74173" y="98020"/>
                    <a:pt x="57232" y="102255"/>
                  </a:cubicBezTo>
                  <a:cubicBezTo>
                    <a:pt x="54709" y="102894"/>
                    <a:pt x="51779" y="99877"/>
                    <a:pt x="53549" y="97469"/>
                  </a:cubicBezTo>
                  <a:cubicBezTo>
                    <a:pt x="56304" y="93727"/>
                    <a:pt x="58770" y="89782"/>
                    <a:pt x="61091" y="85750"/>
                  </a:cubicBezTo>
                  <a:cubicBezTo>
                    <a:pt x="54535" y="87113"/>
                    <a:pt x="47950" y="88506"/>
                    <a:pt x="41220" y="88622"/>
                  </a:cubicBezTo>
                  <a:cubicBezTo>
                    <a:pt x="38639" y="88680"/>
                    <a:pt x="37333" y="85866"/>
                    <a:pt x="38406" y="83719"/>
                  </a:cubicBezTo>
                  <a:cubicBezTo>
                    <a:pt x="41365" y="77918"/>
                    <a:pt x="44759" y="72377"/>
                    <a:pt x="48182" y="66837"/>
                  </a:cubicBezTo>
                  <a:cubicBezTo>
                    <a:pt x="41598" y="68664"/>
                    <a:pt x="35274" y="71362"/>
                    <a:pt x="29124" y="74437"/>
                  </a:cubicBezTo>
                  <a:cubicBezTo>
                    <a:pt x="26455" y="75742"/>
                    <a:pt x="23845" y="73596"/>
                    <a:pt x="24338" y="70753"/>
                  </a:cubicBezTo>
                  <a:cubicBezTo>
                    <a:pt x="25295" y="65270"/>
                    <a:pt x="26774" y="59904"/>
                    <a:pt x="28138" y="54538"/>
                  </a:cubicBezTo>
                  <a:cubicBezTo>
                    <a:pt x="23206" y="57641"/>
                    <a:pt x="18826" y="61557"/>
                    <a:pt x="14649" y="65677"/>
                  </a:cubicBezTo>
                  <a:cubicBezTo>
                    <a:pt x="12213" y="68084"/>
                    <a:pt x="8587" y="65590"/>
                    <a:pt x="9196" y="62515"/>
                  </a:cubicBezTo>
                  <a:cubicBezTo>
                    <a:pt x="12967" y="43776"/>
                    <a:pt x="18855" y="19699"/>
                    <a:pt x="38349" y="11374"/>
                  </a:cubicBezTo>
                  <a:cubicBezTo>
                    <a:pt x="48704" y="6965"/>
                    <a:pt x="59756" y="8212"/>
                    <a:pt x="69851" y="12505"/>
                  </a:cubicBezTo>
                  <a:cubicBezTo>
                    <a:pt x="74695" y="14565"/>
                    <a:pt x="79714" y="17175"/>
                    <a:pt x="84993" y="17785"/>
                  </a:cubicBezTo>
                  <a:cubicBezTo>
                    <a:pt x="90070" y="18365"/>
                    <a:pt x="94102" y="16160"/>
                    <a:pt x="97409" y="12824"/>
                  </a:cubicBezTo>
                  <a:cubicBezTo>
                    <a:pt x="90476" y="14304"/>
                    <a:pt x="82557" y="12331"/>
                    <a:pt x="75798" y="9401"/>
                  </a:cubicBezTo>
                  <a:cubicBezTo>
                    <a:pt x="66544" y="5398"/>
                    <a:pt x="57378" y="-142"/>
                    <a:pt x="47312" y="3"/>
                  </a:cubicBezTo>
                  <a:cubicBezTo>
                    <a:pt x="35099" y="206"/>
                    <a:pt x="25208" y="8763"/>
                    <a:pt x="18333" y="19293"/>
                  </a:cubicBezTo>
                  <a:cubicBezTo>
                    <a:pt x="16621" y="25791"/>
                    <a:pt x="13431" y="31969"/>
                    <a:pt x="9283" y="37394"/>
                  </a:cubicBezTo>
                  <a:cubicBezTo>
                    <a:pt x="5947" y="45545"/>
                    <a:pt x="2640" y="53667"/>
                    <a:pt x="1479" y="62341"/>
                  </a:cubicBezTo>
                  <a:lnTo>
                    <a:pt x="0" y="65038"/>
                  </a:lnTo>
                  <a:cubicBezTo>
                    <a:pt x="4148" y="67272"/>
                    <a:pt x="8093" y="69883"/>
                    <a:pt x="11835" y="72725"/>
                  </a:cubicBezTo>
                  <a:cubicBezTo>
                    <a:pt x="16216" y="76090"/>
                    <a:pt x="20305" y="79745"/>
                    <a:pt x="24077" y="83748"/>
                  </a:cubicBezTo>
                  <a:cubicBezTo>
                    <a:pt x="29095" y="89115"/>
                    <a:pt x="33562" y="94975"/>
                    <a:pt x="37391" y="101211"/>
                  </a:cubicBezTo>
                  <a:cubicBezTo>
                    <a:pt x="40089" y="105620"/>
                    <a:pt x="42468" y="110233"/>
                    <a:pt x="44498" y="115048"/>
                  </a:cubicBezTo>
                  <a:lnTo>
                    <a:pt x="45949" y="114439"/>
                  </a:lnTo>
                  <a:cubicBezTo>
                    <a:pt x="47631" y="113569"/>
                    <a:pt x="49342" y="112727"/>
                    <a:pt x="51054" y="111973"/>
                  </a:cubicBezTo>
                  <a:cubicBezTo>
                    <a:pt x="51228" y="111915"/>
                    <a:pt x="51373" y="111828"/>
                    <a:pt x="51576" y="111741"/>
                  </a:cubicBezTo>
                  <a:cubicBezTo>
                    <a:pt x="59060" y="108376"/>
                    <a:pt x="66834" y="105649"/>
                    <a:pt x="74811" y="103590"/>
                  </a:cubicBezTo>
                  <a:cubicBezTo>
                    <a:pt x="79453" y="101965"/>
                    <a:pt x="84065" y="100283"/>
                    <a:pt x="88503" y="98107"/>
                  </a:cubicBezTo>
                  <a:cubicBezTo>
                    <a:pt x="102137" y="91407"/>
                    <a:pt x="114755" y="78527"/>
                    <a:pt x="113769" y="6332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0" name="Google Shape;580;p16"/>
            <p:cNvSpPr/>
            <p:nvPr/>
          </p:nvSpPr>
          <p:spPr>
            <a:xfrm>
              <a:off x="4459463" y="2363889"/>
              <a:ext cx="111825" cy="118322"/>
            </a:xfrm>
            <a:custGeom>
              <a:rect b="b" l="l" r="r" t="t"/>
              <a:pathLst>
                <a:path extrusionOk="0" h="118322" w="111825">
                  <a:moveTo>
                    <a:pt x="37710" y="103732"/>
                  </a:moveTo>
                  <a:cubicBezTo>
                    <a:pt x="25672" y="88039"/>
                    <a:pt x="19523" y="68284"/>
                    <a:pt x="13692" y="49661"/>
                  </a:cubicBezTo>
                  <a:cubicBezTo>
                    <a:pt x="12705" y="46529"/>
                    <a:pt x="16883" y="44237"/>
                    <a:pt x="19145" y="46500"/>
                  </a:cubicBezTo>
                  <a:cubicBezTo>
                    <a:pt x="25121" y="52562"/>
                    <a:pt x="30661" y="59669"/>
                    <a:pt x="37826" y="64426"/>
                  </a:cubicBezTo>
                  <a:cubicBezTo>
                    <a:pt x="35187" y="55376"/>
                    <a:pt x="31938" y="46529"/>
                    <a:pt x="27790" y="38087"/>
                  </a:cubicBezTo>
                  <a:cubicBezTo>
                    <a:pt x="26397" y="35274"/>
                    <a:pt x="29298" y="31909"/>
                    <a:pt x="32257" y="33620"/>
                  </a:cubicBezTo>
                  <a:cubicBezTo>
                    <a:pt x="40205" y="38232"/>
                    <a:pt x="47689" y="44266"/>
                    <a:pt x="56450" y="47109"/>
                  </a:cubicBezTo>
                  <a:cubicBezTo>
                    <a:pt x="54158" y="39451"/>
                    <a:pt x="49894" y="32547"/>
                    <a:pt x="44788" y="26368"/>
                  </a:cubicBezTo>
                  <a:cubicBezTo>
                    <a:pt x="42932" y="24106"/>
                    <a:pt x="44585" y="19725"/>
                    <a:pt x="47950" y="20915"/>
                  </a:cubicBezTo>
                  <a:cubicBezTo>
                    <a:pt x="53607" y="22916"/>
                    <a:pt x="58712" y="25933"/>
                    <a:pt x="63846" y="28979"/>
                  </a:cubicBezTo>
                  <a:cubicBezTo>
                    <a:pt x="61004" y="23525"/>
                    <a:pt x="57378" y="18507"/>
                    <a:pt x="53897" y="13344"/>
                  </a:cubicBezTo>
                  <a:cubicBezTo>
                    <a:pt x="52359" y="11052"/>
                    <a:pt x="54941" y="7600"/>
                    <a:pt x="57581" y="8557"/>
                  </a:cubicBezTo>
                  <a:cubicBezTo>
                    <a:pt x="66979" y="12009"/>
                    <a:pt x="76929" y="13257"/>
                    <a:pt x="86617" y="15722"/>
                  </a:cubicBezTo>
                  <a:cubicBezTo>
                    <a:pt x="96161" y="18159"/>
                    <a:pt x="105734" y="23090"/>
                    <a:pt x="111825" y="30603"/>
                  </a:cubicBezTo>
                  <a:cubicBezTo>
                    <a:pt x="108228" y="25411"/>
                    <a:pt x="103645" y="20828"/>
                    <a:pt x="98424" y="17405"/>
                  </a:cubicBezTo>
                  <a:cubicBezTo>
                    <a:pt x="89402" y="11458"/>
                    <a:pt x="79104" y="8180"/>
                    <a:pt x="68459" y="5918"/>
                  </a:cubicBezTo>
                  <a:lnTo>
                    <a:pt x="68517" y="5773"/>
                  </a:lnTo>
                  <a:cubicBezTo>
                    <a:pt x="61874" y="4293"/>
                    <a:pt x="55260" y="2524"/>
                    <a:pt x="48733" y="609"/>
                  </a:cubicBezTo>
                  <a:lnTo>
                    <a:pt x="47573" y="0"/>
                  </a:lnTo>
                  <a:cubicBezTo>
                    <a:pt x="37188" y="19812"/>
                    <a:pt x="20219" y="36289"/>
                    <a:pt x="0" y="45803"/>
                  </a:cubicBezTo>
                  <a:lnTo>
                    <a:pt x="4322" y="46674"/>
                  </a:lnTo>
                  <a:cubicBezTo>
                    <a:pt x="10385" y="62367"/>
                    <a:pt x="17666" y="77538"/>
                    <a:pt x="26049" y="92100"/>
                  </a:cubicBezTo>
                  <a:cubicBezTo>
                    <a:pt x="33098" y="104370"/>
                    <a:pt x="44150" y="117511"/>
                    <a:pt x="57291" y="118323"/>
                  </a:cubicBezTo>
                  <a:cubicBezTo>
                    <a:pt x="49198" y="116234"/>
                    <a:pt x="42729" y="110230"/>
                    <a:pt x="37739" y="10373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1" name="Google Shape;581;p16"/>
            <p:cNvSpPr/>
            <p:nvPr/>
          </p:nvSpPr>
          <p:spPr>
            <a:xfrm>
              <a:off x="4364562" y="2134176"/>
              <a:ext cx="110044" cy="95899"/>
            </a:xfrm>
            <a:custGeom>
              <a:rect b="b" l="l" r="r" t="t"/>
              <a:pathLst>
                <a:path extrusionOk="0" h="95899" w="110044">
                  <a:moveTo>
                    <a:pt x="96874" y="80613"/>
                  </a:moveTo>
                  <a:cubicBezTo>
                    <a:pt x="95047" y="81831"/>
                    <a:pt x="92697" y="80555"/>
                    <a:pt x="92088" y="78669"/>
                  </a:cubicBezTo>
                  <a:cubicBezTo>
                    <a:pt x="89013" y="69213"/>
                    <a:pt x="87505" y="58277"/>
                    <a:pt x="81587" y="50068"/>
                  </a:cubicBezTo>
                  <a:cubicBezTo>
                    <a:pt x="76308" y="57581"/>
                    <a:pt x="72827" y="66254"/>
                    <a:pt x="67808" y="73941"/>
                  </a:cubicBezTo>
                  <a:cubicBezTo>
                    <a:pt x="66561" y="75827"/>
                    <a:pt x="63312" y="76262"/>
                    <a:pt x="62181" y="73941"/>
                  </a:cubicBezTo>
                  <a:cubicBezTo>
                    <a:pt x="57975" y="65210"/>
                    <a:pt x="56147" y="55753"/>
                    <a:pt x="53653" y="46471"/>
                  </a:cubicBezTo>
                  <a:cubicBezTo>
                    <a:pt x="50172" y="56565"/>
                    <a:pt x="47793" y="67037"/>
                    <a:pt x="44747" y="77277"/>
                  </a:cubicBezTo>
                  <a:cubicBezTo>
                    <a:pt x="44022" y="79714"/>
                    <a:pt x="39961" y="80787"/>
                    <a:pt x="38801" y="78060"/>
                  </a:cubicBezTo>
                  <a:cubicBezTo>
                    <a:pt x="34624" y="68313"/>
                    <a:pt x="33318" y="57407"/>
                    <a:pt x="28938" y="47805"/>
                  </a:cubicBezTo>
                  <a:cubicBezTo>
                    <a:pt x="26443" y="58074"/>
                    <a:pt x="25312" y="68633"/>
                    <a:pt x="24268" y="79162"/>
                  </a:cubicBezTo>
                  <a:cubicBezTo>
                    <a:pt x="24007" y="81773"/>
                    <a:pt x="20816" y="83717"/>
                    <a:pt x="18698" y="81454"/>
                  </a:cubicBezTo>
                  <a:cubicBezTo>
                    <a:pt x="4803" y="66544"/>
                    <a:pt x="-3493" y="45310"/>
                    <a:pt x="6863" y="26078"/>
                  </a:cubicBezTo>
                  <a:cubicBezTo>
                    <a:pt x="11591" y="17318"/>
                    <a:pt x="19568" y="10588"/>
                    <a:pt x="28445" y="6324"/>
                  </a:cubicBezTo>
                  <a:cubicBezTo>
                    <a:pt x="33260" y="4003"/>
                    <a:pt x="38192" y="2060"/>
                    <a:pt x="43123" y="0"/>
                  </a:cubicBezTo>
                  <a:cubicBezTo>
                    <a:pt x="31027" y="4061"/>
                    <a:pt x="16174" y="5831"/>
                    <a:pt x="7530" y="14939"/>
                  </a:cubicBezTo>
                  <a:cubicBezTo>
                    <a:pt x="-1491" y="24483"/>
                    <a:pt x="-1230" y="39567"/>
                    <a:pt x="2222" y="52214"/>
                  </a:cubicBezTo>
                  <a:cubicBezTo>
                    <a:pt x="5673" y="64862"/>
                    <a:pt x="11707" y="77074"/>
                    <a:pt x="12287" y="90185"/>
                  </a:cubicBezTo>
                  <a:lnTo>
                    <a:pt x="12897" y="91578"/>
                  </a:lnTo>
                  <a:cubicBezTo>
                    <a:pt x="26733" y="86037"/>
                    <a:pt x="41759" y="83427"/>
                    <a:pt x="56611" y="83978"/>
                  </a:cubicBezTo>
                  <a:cubicBezTo>
                    <a:pt x="70390" y="84442"/>
                    <a:pt x="84024" y="87604"/>
                    <a:pt x="96439" y="93608"/>
                  </a:cubicBezTo>
                  <a:cubicBezTo>
                    <a:pt x="97919" y="94305"/>
                    <a:pt x="99369" y="95059"/>
                    <a:pt x="100761" y="95900"/>
                  </a:cubicBezTo>
                  <a:lnTo>
                    <a:pt x="102241" y="93202"/>
                  </a:lnTo>
                  <a:cubicBezTo>
                    <a:pt x="103372" y="84529"/>
                    <a:pt x="106708" y="76407"/>
                    <a:pt x="110044" y="68255"/>
                  </a:cubicBezTo>
                  <a:cubicBezTo>
                    <a:pt x="106302" y="73100"/>
                    <a:pt x="101806" y="77335"/>
                    <a:pt x="96874" y="8058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2" name="Google Shape;582;p16"/>
            <p:cNvSpPr/>
            <p:nvPr/>
          </p:nvSpPr>
          <p:spPr>
            <a:xfrm>
              <a:off x="4371582" y="2409664"/>
              <a:ext cx="108396" cy="118671"/>
            </a:xfrm>
            <a:custGeom>
              <a:rect b="b" l="l" r="r" t="t"/>
              <a:pathLst>
                <a:path extrusionOk="0" h="118671" w="108396">
                  <a:moveTo>
                    <a:pt x="107897" y="63759"/>
                  </a:moveTo>
                  <a:cubicBezTo>
                    <a:pt x="105519" y="42264"/>
                    <a:pt x="98818" y="21495"/>
                    <a:pt x="92175" y="870"/>
                  </a:cubicBezTo>
                  <a:lnTo>
                    <a:pt x="87853" y="0"/>
                  </a:lnTo>
                  <a:cubicBezTo>
                    <a:pt x="80775" y="3307"/>
                    <a:pt x="73320" y="5773"/>
                    <a:pt x="65604" y="7223"/>
                  </a:cubicBezTo>
                  <a:cubicBezTo>
                    <a:pt x="48518" y="10472"/>
                    <a:pt x="30737" y="8615"/>
                    <a:pt x="14405" y="2698"/>
                  </a:cubicBezTo>
                  <a:lnTo>
                    <a:pt x="13796" y="4322"/>
                  </a:lnTo>
                  <a:cubicBezTo>
                    <a:pt x="13535" y="4902"/>
                    <a:pt x="13274" y="5511"/>
                    <a:pt x="12984" y="6121"/>
                  </a:cubicBezTo>
                  <a:cubicBezTo>
                    <a:pt x="13187" y="6672"/>
                    <a:pt x="13216" y="7310"/>
                    <a:pt x="12984" y="8006"/>
                  </a:cubicBezTo>
                  <a:cubicBezTo>
                    <a:pt x="10895" y="14591"/>
                    <a:pt x="8864" y="21205"/>
                    <a:pt x="6515" y="27674"/>
                  </a:cubicBezTo>
                  <a:cubicBezTo>
                    <a:pt x="4136" y="37072"/>
                    <a:pt x="2222" y="46616"/>
                    <a:pt x="887" y="56217"/>
                  </a:cubicBezTo>
                  <a:cubicBezTo>
                    <a:pt x="-650" y="67443"/>
                    <a:pt x="-969" y="80091"/>
                    <a:pt x="6515" y="88503"/>
                  </a:cubicBezTo>
                  <a:cubicBezTo>
                    <a:pt x="13274" y="96103"/>
                    <a:pt x="24152" y="97872"/>
                    <a:pt x="33927" y="100570"/>
                  </a:cubicBezTo>
                  <a:cubicBezTo>
                    <a:pt x="43703" y="103210"/>
                    <a:pt x="54407" y="108721"/>
                    <a:pt x="56321" y="118671"/>
                  </a:cubicBezTo>
                  <a:cubicBezTo>
                    <a:pt x="56408" y="118265"/>
                    <a:pt x="56495" y="117801"/>
                    <a:pt x="56641" y="117424"/>
                  </a:cubicBezTo>
                  <a:cubicBezTo>
                    <a:pt x="56902" y="116437"/>
                    <a:pt x="57279" y="115567"/>
                    <a:pt x="57685" y="114697"/>
                  </a:cubicBezTo>
                  <a:cubicBezTo>
                    <a:pt x="56641" y="114581"/>
                    <a:pt x="55654" y="114088"/>
                    <a:pt x="55103" y="113247"/>
                  </a:cubicBezTo>
                  <a:cubicBezTo>
                    <a:pt x="54291" y="112957"/>
                    <a:pt x="53624" y="112289"/>
                    <a:pt x="53450" y="111100"/>
                  </a:cubicBezTo>
                  <a:cubicBezTo>
                    <a:pt x="51999" y="101237"/>
                    <a:pt x="37611" y="98946"/>
                    <a:pt x="30011" y="95755"/>
                  </a:cubicBezTo>
                  <a:cubicBezTo>
                    <a:pt x="20410" y="91723"/>
                    <a:pt x="11736" y="84906"/>
                    <a:pt x="7153" y="75333"/>
                  </a:cubicBezTo>
                  <a:cubicBezTo>
                    <a:pt x="-2333" y="55492"/>
                    <a:pt x="6254" y="31996"/>
                    <a:pt x="18031" y="15113"/>
                  </a:cubicBezTo>
                  <a:cubicBezTo>
                    <a:pt x="19423" y="13112"/>
                    <a:pt x="23543" y="12850"/>
                    <a:pt x="23978" y="15896"/>
                  </a:cubicBezTo>
                  <a:cubicBezTo>
                    <a:pt x="24993" y="22916"/>
                    <a:pt x="26037" y="29936"/>
                    <a:pt x="28706" y="36434"/>
                  </a:cubicBezTo>
                  <a:cubicBezTo>
                    <a:pt x="31404" y="29269"/>
                    <a:pt x="33898" y="22017"/>
                    <a:pt x="37263" y="15142"/>
                  </a:cubicBezTo>
                  <a:cubicBezTo>
                    <a:pt x="38249" y="13112"/>
                    <a:pt x="41934" y="12937"/>
                    <a:pt x="42891" y="15142"/>
                  </a:cubicBezTo>
                  <a:cubicBezTo>
                    <a:pt x="46546" y="23728"/>
                    <a:pt x="49592" y="33011"/>
                    <a:pt x="54755" y="40901"/>
                  </a:cubicBezTo>
                  <a:cubicBezTo>
                    <a:pt x="58120" y="33446"/>
                    <a:pt x="59193" y="25092"/>
                    <a:pt x="61688" y="17289"/>
                  </a:cubicBezTo>
                  <a:cubicBezTo>
                    <a:pt x="62703" y="14156"/>
                    <a:pt x="66938" y="14243"/>
                    <a:pt x="67953" y="17289"/>
                  </a:cubicBezTo>
                  <a:cubicBezTo>
                    <a:pt x="70071" y="23612"/>
                    <a:pt x="72247" y="29907"/>
                    <a:pt x="74886" y="36028"/>
                  </a:cubicBezTo>
                  <a:cubicBezTo>
                    <a:pt x="78599" y="28979"/>
                    <a:pt x="80543" y="20915"/>
                    <a:pt x="84024" y="13750"/>
                  </a:cubicBezTo>
                  <a:cubicBezTo>
                    <a:pt x="85126" y="11487"/>
                    <a:pt x="88462" y="11777"/>
                    <a:pt x="89651" y="13750"/>
                  </a:cubicBezTo>
                  <a:cubicBezTo>
                    <a:pt x="94583" y="22046"/>
                    <a:pt x="98499" y="31067"/>
                    <a:pt x="101516" y="40234"/>
                  </a:cubicBezTo>
                  <a:cubicBezTo>
                    <a:pt x="106650" y="55724"/>
                    <a:pt x="110827" y="76320"/>
                    <a:pt x="97048" y="88648"/>
                  </a:cubicBezTo>
                  <a:cubicBezTo>
                    <a:pt x="91102" y="93985"/>
                    <a:pt x="83618" y="97002"/>
                    <a:pt x="76453" y="100309"/>
                  </a:cubicBezTo>
                  <a:cubicBezTo>
                    <a:pt x="73436" y="101702"/>
                    <a:pt x="69868" y="103239"/>
                    <a:pt x="66880" y="105328"/>
                  </a:cubicBezTo>
                  <a:cubicBezTo>
                    <a:pt x="79586" y="97843"/>
                    <a:pt x="99717" y="95697"/>
                    <a:pt x="106244" y="81976"/>
                  </a:cubicBezTo>
                  <a:cubicBezTo>
                    <a:pt x="108883" y="76378"/>
                    <a:pt x="108623" y="69909"/>
                    <a:pt x="107926" y="6378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3" name="Google Shape;583;p16"/>
            <p:cNvSpPr/>
            <p:nvPr/>
          </p:nvSpPr>
          <p:spPr>
            <a:xfrm>
              <a:off x="4263877" y="2360988"/>
              <a:ext cx="122081" cy="65789"/>
            </a:xfrm>
            <a:custGeom>
              <a:rect b="b" l="l" r="r" t="t"/>
              <a:pathLst>
                <a:path extrusionOk="0" h="65789" w="122081">
                  <a:moveTo>
                    <a:pt x="67778" y="4931"/>
                  </a:moveTo>
                  <a:cubicBezTo>
                    <a:pt x="66937" y="3307"/>
                    <a:pt x="66154" y="1682"/>
                    <a:pt x="65400" y="0"/>
                  </a:cubicBezTo>
                  <a:lnTo>
                    <a:pt x="64036" y="609"/>
                  </a:lnTo>
                  <a:cubicBezTo>
                    <a:pt x="48314" y="7687"/>
                    <a:pt x="33230" y="16244"/>
                    <a:pt x="19016" y="26107"/>
                  </a:cubicBezTo>
                  <a:cubicBezTo>
                    <a:pt x="11300" y="31474"/>
                    <a:pt x="3439" y="37884"/>
                    <a:pt x="857" y="46964"/>
                  </a:cubicBezTo>
                  <a:cubicBezTo>
                    <a:pt x="-593" y="52214"/>
                    <a:pt x="-71" y="57436"/>
                    <a:pt x="1438" y="62657"/>
                  </a:cubicBezTo>
                  <a:cubicBezTo>
                    <a:pt x="1205" y="61671"/>
                    <a:pt x="973" y="60684"/>
                    <a:pt x="770" y="59698"/>
                  </a:cubicBezTo>
                  <a:cubicBezTo>
                    <a:pt x="219" y="56797"/>
                    <a:pt x="-303" y="53897"/>
                    <a:pt x="625" y="51025"/>
                  </a:cubicBezTo>
                  <a:cubicBezTo>
                    <a:pt x="1988" y="46761"/>
                    <a:pt x="4889" y="43019"/>
                    <a:pt x="7877" y="39741"/>
                  </a:cubicBezTo>
                  <a:cubicBezTo>
                    <a:pt x="15680" y="31183"/>
                    <a:pt x="25775" y="24425"/>
                    <a:pt x="35841" y="18913"/>
                  </a:cubicBezTo>
                  <a:cubicBezTo>
                    <a:pt x="44427" y="14185"/>
                    <a:pt x="54000" y="9515"/>
                    <a:pt x="63920" y="8557"/>
                  </a:cubicBezTo>
                  <a:cubicBezTo>
                    <a:pt x="67024" y="8267"/>
                    <a:pt x="67808" y="12183"/>
                    <a:pt x="66212" y="14127"/>
                  </a:cubicBezTo>
                  <a:cubicBezTo>
                    <a:pt x="61339" y="20044"/>
                    <a:pt x="57161" y="26484"/>
                    <a:pt x="52694" y="32721"/>
                  </a:cubicBezTo>
                  <a:cubicBezTo>
                    <a:pt x="58844" y="30893"/>
                    <a:pt x="64762" y="28370"/>
                    <a:pt x="70534" y="25527"/>
                  </a:cubicBezTo>
                  <a:cubicBezTo>
                    <a:pt x="72884" y="24367"/>
                    <a:pt x="76336" y="26310"/>
                    <a:pt x="75320" y="29211"/>
                  </a:cubicBezTo>
                  <a:cubicBezTo>
                    <a:pt x="72942" y="35970"/>
                    <a:pt x="69345" y="42206"/>
                    <a:pt x="66444" y="48733"/>
                  </a:cubicBezTo>
                  <a:cubicBezTo>
                    <a:pt x="74653" y="46819"/>
                    <a:pt x="82340" y="43483"/>
                    <a:pt x="89766" y="39277"/>
                  </a:cubicBezTo>
                  <a:cubicBezTo>
                    <a:pt x="92464" y="37768"/>
                    <a:pt x="94930" y="40263"/>
                    <a:pt x="94553" y="42961"/>
                  </a:cubicBezTo>
                  <a:cubicBezTo>
                    <a:pt x="93450" y="50735"/>
                    <a:pt x="92203" y="58451"/>
                    <a:pt x="89592" y="65790"/>
                  </a:cubicBezTo>
                  <a:cubicBezTo>
                    <a:pt x="98411" y="60887"/>
                    <a:pt x="106359" y="54129"/>
                    <a:pt x="116657" y="52707"/>
                  </a:cubicBezTo>
                  <a:cubicBezTo>
                    <a:pt x="118339" y="52475"/>
                    <a:pt x="120137" y="53316"/>
                    <a:pt x="120660" y="54825"/>
                  </a:cubicBezTo>
                  <a:cubicBezTo>
                    <a:pt x="120921" y="54245"/>
                    <a:pt x="121182" y="53606"/>
                    <a:pt x="121472" y="53026"/>
                  </a:cubicBezTo>
                  <a:lnTo>
                    <a:pt x="122081" y="51402"/>
                  </a:lnTo>
                  <a:cubicBezTo>
                    <a:pt x="99136" y="43019"/>
                    <a:pt x="79034" y="26629"/>
                    <a:pt x="67778" y="496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4" name="Google Shape;584;p16"/>
            <p:cNvSpPr/>
            <p:nvPr/>
          </p:nvSpPr>
          <p:spPr>
            <a:xfrm>
              <a:off x="4265873" y="2166995"/>
              <a:ext cx="111527" cy="111205"/>
            </a:xfrm>
            <a:custGeom>
              <a:rect b="b" l="l" r="r" t="t"/>
              <a:pathLst>
                <a:path extrusionOk="0" h="111205" w="111527">
                  <a:moveTo>
                    <a:pt x="110976" y="57396"/>
                  </a:moveTo>
                  <a:cubicBezTo>
                    <a:pt x="107988" y="43907"/>
                    <a:pt x="104884" y="30070"/>
                    <a:pt x="97197" y="18583"/>
                  </a:cubicBezTo>
                  <a:cubicBezTo>
                    <a:pt x="89510" y="7096"/>
                    <a:pt x="76108" y="-1606"/>
                    <a:pt x="62417" y="250"/>
                  </a:cubicBezTo>
                  <a:cubicBezTo>
                    <a:pt x="58907" y="743"/>
                    <a:pt x="55397" y="1875"/>
                    <a:pt x="51887" y="3209"/>
                  </a:cubicBezTo>
                  <a:cubicBezTo>
                    <a:pt x="59110" y="1382"/>
                    <a:pt x="65926" y="1150"/>
                    <a:pt x="73295" y="4456"/>
                  </a:cubicBezTo>
                  <a:cubicBezTo>
                    <a:pt x="92121" y="12898"/>
                    <a:pt x="99518" y="35553"/>
                    <a:pt x="100910" y="54611"/>
                  </a:cubicBezTo>
                  <a:cubicBezTo>
                    <a:pt x="101084" y="57019"/>
                    <a:pt x="97980" y="58759"/>
                    <a:pt x="96008" y="57425"/>
                  </a:cubicBezTo>
                  <a:cubicBezTo>
                    <a:pt x="90003" y="53364"/>
                    <a:pt x="84289" y="48839"/>
                    <a:pt x="78342" y="44690"/>
                  </a:cubicBezTo>
                  <a:cubicBezTo>
                    <a:pt x="79589" y="50666"/>
                    <a:pt x="82055" y="56410"/>
                    <a:pt x="84289" y="62008"/>
                  </a:cubicBezTo>
                  <a:cubicBezTo>
                    <a:pt x="85362" y="64648"/>
                    <a:pt x="81736" y="67172"/>
                    <a:pt x="79502" y="65692"/>
                  </a:cubicBezTo>
                  <a:cubicBezTo>
                    <a:pt x="73121" y="61399"/>
                    <a:pt x="66942" y="56526"/>
                    <a:pt x="59980" y="53219"/>
                  </a:cubicBezTo>
                  <a:cubicBezTo>
                    <a:pt x="62649" y="62124"/>
                    <a:pt x="66072" y="70768"/>
                    <a:pt x="70220" y="79123"/>
                  </a:cubicBezTo>
                  <a:cubicBezTo>
                    <a:pt x="71757" y="82198"/>
                    <a:pt x="68740" y="84866"/>
                    <a:pt x="65753" y="83590"/>
                  </a:cubicBezTo>
                  <a:cubicBezTo>
                    <a:pt x="58211" y="80312"/>
                    <a:pt x="50843" y="76367"/>
                    <a:pt x="42923" y="74133"/>
                  </a:cubicBezTo>
                  <a:cubicBezTo>
                    <a:pt x="46027" y="83503"/>
                    <a:pt x="53279" y="90987"/>
                    <a:pt x="57834" y="99747"/>
                  </a:cubicBezTo>
                  <a:cubicBezTo>
                    <a:pt x="59081" y="102184"/>
                    <a:pt x="56992" y="105375"/>
                    <a:pt x="54149" y="104534"/>
                  </a:cubicBezTo>
                  <a:cubicBezTo>
                    <a:pt x="37064" y="99399"/>
                    <a:pt x="15018" y="92901"/>
                    <a:pt x="6518" y="75468"/>
                  </a:cubicBezTo>
                  <a:cubicBezTo>
                    <a:pt x="1993" y="66156"/>
                    <a:pt x="2429" y="55365"/>
                    <a:pt x="5503" y="45677"/>
                  </a:cubicBezTo>
                  <a:cubicBezTo>
                    <a:pt x="1964" y="53016"/>
                    <a:pt x="-704" y="60471"/>
                    <a:pt x="166" y="68361"/>
                  </a:cubicBezTo>
                  <a:cubicBezTo>
                    <a:pt x="1616" y="81530"/>
                    <a:pt x="12726" y="91712"/>
                    <a:pt x="24706" y="97543"/>
                  </a:cubicBezTo>
                  <a:cubicBezTo>
                    <a:pt x="26766" y="98529"/>
                    <a:pt x="28855" y="99457"/>
                    <a:pt x="30943" y="100298"/>
                  </a:cubicBezTo>
                  <a:cubicBezTo>
                    <a:pt x="36774" y="101749"/>
                    <a:pt x="42401" y="103837"/>
                    <a:pt x="47971" y="106245"/>
                  </a:cubicBezTo>
                  <a:cubicBezTo>
                    <a:pt x="48029" y="106245"/>
                    <a:pt x="48058" y="106245"/>
                    <a:pt x="48116" y="106303"/>
                  </a:cubicBezTo>
                  <a:cubicBezTo>
                    <a:pt x="52351" y="107782"/>
                    <a:pt x="56586" y="109349"/>
                    <a:pt x="60705" y="111205"/>
                  </a:cubicBezTo>
                  <a:cubicBezTo>
                    <a:pt x="64592" y="93685"/>
                    <a:pt x="73469" y="78020"/>
                    <a:pt x="89800" y="69028"/>
                  </a:cubicBezTo>
                  <a:cubicBezTo>
                    <a:pt x="90786" y="68477"/>
                    <a:pt x="91744" y="68506"/>
                    <a:pt x="92527" y="68854"/>
                  </a:cubicBezTo>
                  <a:cubicBezTo>
                    <a:pt x="98474" y="64880"/>
                    <a:pt x="104826" y="61486"/>
                    <a:pt x="111527" y="58846"/>
                  </a:cubicBezTo>
                  <a:lnTo>
                    <a:pt x="110918" y="57454"/>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16"/>
            <p:cNvSpPr/>
            <p:nvPr/>
          </p:nvSpPr>
          <p:spPr>
            <a:xfrm>
              <a:off x="4224703" y="2265146"/>
              <a:ext cx="104602" cy="113710"/>
            </a:xfrm>
            <a:custGeom>
              <a:rect b="b" l="l" r="r" t="t"/>
              <a:pathLst>
                <a:path extrusionOk="0" h="113710" w="104602">
                  <a:moveTo>
                    <a:pt x="100541" y="21060"/>
                  </a:moveTo>
                  <a:cubicBezTo>
                    <a:pt x="100918" y="18333"/>
                    <a:pt x="101382" y="15664"/>
                    <a:pt x="101963" y="13025"/>
                  </a:cubicBezTo>
                  <a:cubicBezTo>
                    <a:pt x="97843" y="11168"/>
                    <a:pt x="93608" y="9602"/>
                    <a:pt x="89373" y="8122"/>
                  </a:cubicBezTo>
                  <a:cubicBezTo>
                    <a:pt x="89315" y="8064"/>
                    <a:pt x="89286" y="8064"/>
                    <a:pt x="89228" y="8064"/>
                  </a:cubicBezTo>
                  <a:cubicBezTo>
                    <a:pt x="83513" y="6121"/>
                    <a:pt x="77770" y="4293"/>
                    <a:pt x="72201" y="2118"/>
                  </a:cubicBezTo>
                  <a:cubicBezTo>
                    <a:pt x="68952" y="1276"/>
                    <a:pt x="65645" y="638"/>
                    <a:pt x="62280" y="290"/>
                  </a:cubicBezTo>
                  <a:cubicBezTo>
                    <a:pt x="48559" y="-1160"/>
                    <a:pt x="33417" y="2756"/>
                    <a:pt x="24860" y="13634"/>
                  </a:cubicBezTo>
                  <a:cubicBezTo>
                    <a:pt x="19145" y="20857"/>
                    <a:pt x="16940" y="30168"/>
                    <a:pt x="13141" y="38493"/>
                  </a:cubicBezTo>
                  <a:cubicBezTo>
                    <a:pt x="10298" y="44672"/>
                    <a:pt x="5831" y="50764"/>
                    <a:pt x="0" y="53810"/>
                  </a:cubicBezTo>
                  <a:cubicBezTo>
                    <a:pt x="667" y="53781"/>
                    <a:pt x="1392" y="53897"/>
                    <a:pt x="2059" y="54332"/>
                  </a:cubicBezTo>
                  <a:cubicBezTo>
                    <a:pt x="9863" y="48153"/>
                    <a:pt x="13373" y="39190"/>
                    <a:pt x="17230" y="30342"/>
                  </a:cubicBezTo>
                  <a:cubicBezTo>
                    <a:pt x="20973" y="21785"/>
                    <a:pt x="25614" y="13779"/>
                    <a:pt x="33533" y="8470"/>
                  </a:cubicBezTo>
                  <a:cubicBezTo>
                    <a:pt x="53345" y="-4786"/>
                    <a:pt x="77509" y="4873"/>
                    <a:pt x="93057" y="20132"/>
                  </a:cubicBezTo>
                  <a:cubicBezTo>
                    <a:pt x="94797" y="21843"/>
                    <a:pt x="93986" y="24947"/>
                    <a:pt x="91607" y="25585"/>
                  </a:cubicBezTo>
                  <a:cubicBezTo>
                    <a:pt x="84007" y="27645"/>
                    <a:pt x="76059" y="28080"/>
                    <a:pt x="68400" y="29675"/>
                  </a:cubicBezTo>
                  <a:cubicBezTo>
                    <a:pt x="74985" y="35100"/>
                    <a:pt x="83194" y="38290"/>
                    <a:pt x="91027" y="41655"/>
                  </a:cubicBezTo>
                  <a:cubicBezTo>
                    <a:pt x="93666" y="42787"/>
                    <a:pt x="92767" y="46993"/>
                    <a:pt x="90243" y="47602"/>
                  </a:cubicBezTo>
                  <a:cubicBezTo>
                    <a:pt x="81048" y="49836"/>
                    <a:pt x="71533" y="51083"/>
                    <a:pt x="62483" y="53984"/>
                  </a:cubicBezTo>
                  <a:cubicBezTo>
                    <a:pt x="70808" y="60743"/>
                    <a:pt x="81889" y="63614"/>
                    <a:pt x="91027" y="69155"/>
                  </a:cubicBezTo>
                  <a:cubicBezTo>
                    <a:pt x="93231" y="70489"/>
                    <a:pt x="92999" y="73390"/>
                    <a:pt x="91027" y="74782"/>
                  </a:cubicBezTo>
                  <a:cubicBezTo>
                    <a:pt x="84239" y="79540"/>
                    <a:pt x="76958" y="83543"/>
                    <a:pt x="69300" y="86618"/>
                  </a:cubicBezTo>
                  <a:cubicBezTo>
                    <a:pt x="77248" y="87923"/>
                    <a:pt x="85399" y="87952"/>
                    <a:pt x="93492" y="87952"/>
                  </a:cubicBezTo>
                  <a:cubicBezTo>
                    <a:pt x="96828" y="87952"/>
                    <a:pt x="97785" y="92303"/>
                    <a:pt x="95146" y="94015"/>
                  </a:cubicBezTo>
                  <a:cubicBezTo>
                    <a:pt x="85718" y="100164"/>
                    <a:pt x="74608" y="109041"/>
                    <a:pt x="62860" y="113711"/>
                  </a:cubicBezTo>
                  <a:cubicBezTo>
                    <a:pt x="63759" y="113421"/>
                    <a:pt x="64658" y="113160"/>
                    <a:pt x="65529" y="112841"/>
                  </a:cubicBezTo>
                  <a:cubicBezTo>
                    <a:pt x="78379" y="108054"/>
                    <a:pt x="90011" y="100193"/>
                    <a:pt x="103239" y="96509"/>
                  </a:cubicBezTo>
                  <a:lnTo>
                    <a:pt x="104602" y="95900"/>
                  </a:lnTo>
                  <a:cubicBezTo>
                    <a:pt x="94188" y="72665"/>
                    <a:pt x="93550" y="45919"/>
                    <a:pt x="100541" y="211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86" name="Google Shape;586;p16"/>
          <p:cNvGrpSpPr/>
          <p:nvPr/>
        </p:nvGrpSpPr>
        <p:grpSpPr>
          <a:xfrm>
            <a:off x="228600" y="228600"/>
            <a:ext cx="8686800" cy="4686300"/>
            <a:chOff x="228600" y="228600"/>
            <a:chExt cx="8686800" cy="4686300"/>
          </a:xfrm>
        </p:grpSpPr>
        <p:sp>
          <p:nvSpPr>
            <p:cNvPr id="587" name="Google Shape;587;p16"/>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588" name="Google Shape;588;p16"/>
            <p:cNvGrpSpPr/>
            <p:nvPr/>
          </p:nvGrpSpPr>
          <p:grpSpPr>
            <a:xfrm>
              <a:off x="333904" y="365653"/>
              <a:ext cx="1210874" cy="1218592"/>
              <a:chOff x="2083365" y="2107621"/>
              <a:chExt cx="309829" cy="311796"/>
            </a:xfrm>
          </p:grpSpPr>
          <p:sp>
            <p:nvSpPr>
              <p:cNvPr id="589" name="Google Shape;589;p16"/>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0" name="Google Shape;590;p16"/>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1" name="Google Shape;591;p16"/>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2" name="Google Shape;592;p16"/>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3" name="Google Shape;593;p16"/>
            <p:cNvGrpSpPr/>
            <p:nvPr/>
          </p:nvGrpSpPr>
          <p:grpSpPr>
            <a:xfrm>
              <a:off x="7599218" y="365653"/>
              <a:ext cx="1210878" cy="1218592"/>
              <a:chOff x="3498340" y="2107621"/>
              <a:chExt cx="309830" cy="311796"/>
            </a:xfrm>
          </p:grpSpPr>
          <p:sp>
            <p:nvSpPr>
              <p:cNvPr id="594" name="Google Shape;594;p16"/>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16"/>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16"/>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7" name="Google Shape;597;p16"/>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8" name="Google Shape;598;p16"/>
            <p:cNvGrpSpPr/>
            <p:nvPr/>
          </p:nvGrpSpPr>
          <p:grpSpPr>
            <a:xfrm>
              <a:off x="333904" y="3559446"/>
              <a:ext cx="1210874" cy="1218588"/>
              <a:chOff x="2083365" y="2914852"/>
              <a:chExt cx="309829" cy="311795"/>
            </a:xfrm>
          </p:grpSpPr>
          <p:sp>
            <p:nvSpPr>
              <p:cNvPr id="599" name="Google Shape;599;p16"/>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0" name="Google Shape;600;p16"/>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1" name="Google Shape;601;p16"/>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16"/>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03" name="Google Shape;603;p16"/>
            <p:cNvGrpSpPr/>
            <p:nvPr/>
          </p:nvGrpSpPr>
          <p:grpSpPr>
            <a:xfrm>
              <a:off x="7523018" y="3559446"/>
              <a:ext cx="1210878" cy="1218588"/>
              <a:chOff x="3478843" y="2914852"/>
              <a:chExt cx="309830" cy="311795"/>
            </a:xfrm>
          </p:grpSpPr>
          <p:sp>
            <p:nvSpPr>
              <p:cNvPr id="604" name="Google Shape;604;p16"/>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5" name="Google Shape;605;p16"/>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6" name="Google Shape;606;p16"/>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7" name="Google Shape;607;p16"/>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608" name="Google Shape;608;p1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609" name="Google Shape;609;p16"/>
          <p:cNvGrpSpPr/>
          <p:nvPr/>
        </p:nvGrpSpPr>
        <p:grpSpPr>
          <a:xfrm>
            <a:off x="8174042" y="4176336"/>
            <a:ext cx="1169865" cy="1170373"/>
            <a:chOff x="4021503" y="1921113"/>
            <a:chExt cx="805692" cy="806042"/>
          </a:xfrm>
        </p:grpSpPr>
        <p:sp>
          <p:nvSpPr>
            <p:cNvPr id="610" name="Google Shape;610;p16"/>
            <p:cNvSpPr/>
            <p:nvPr/>
          </p:nvSpPr>
          <p:spPr>
            <a:xfrm>
              <a:off x="4635425" y="2198798"/>
              <a:ext cx="191770" cy="244983"/>
            </a:xfrm>
            <a:custGeom>
              <a:rect b="b" l="l" r="r" t="t"/>
              <a:pathLst>
                <a:path extrusionOk="0" h="244983" w="191770">
                  <a:moveTo>
                    <a:pt x="65703" y="238974"/>
                  </a:moveTo>
                  <a:lnTo>
                    <a:pt x="65616" y="239148"/>
                  </a:lnTo>
                  <a:cubicBezTo>
                    <a:pt x="64920" y="238771"/>
                    <a:pt x="64165" y="238452"/>
                    <a:pt x="63440" y="238133"/>
                  </a:cubicBezTo>
                  <a:cubicBezTo>
                    <a:pt x="53665" y="230968"/>
                    <a:pt x="50097" y="217247"/>
                    <a:pt x="49893" y="204774"/>
                  </a:cubicBezTo>
                  <a:cubicBezTo>
                    <a:pt x="49720" y="191198"/>
                    <a:pt x="52417" y="177419"/>
                    <a:pt x="49574" y="164134"/>
                  </a:cubicBezTo>
                  <a:cubicBezTo>
                    <a:pt x="44788" y="141740"/>
                    <a:pt x="22626" y="124886"/>
                    <a:pt x="0" y="124886"/>
                  </a:cubicBezTo>
                  <a:lnTo>
                    <a:pt x="0" y="123494"/>
                  </a:lnTo>
                  <a:cubicBezTo>
                    <a:pt x="16534" y="123320"/>
                    <a:pt x="33939" y="120970"/>
                    <a:pt x="44527" y="108729"/>
                  </a:cubicBezTo>
                  <a:cubicBezTo>
                    <a:pt x="56304" y="95095"/>
                    <a:pt x="54622" y="74790"/>
                    <a:pt x="52707" y="56892"/>
                  </a:cubicBezTo>
                  <a:cubicBezTo>
                    <a:pt x="50880" y="39864"/>
                    <a:pt x="50300" y="20313"/>
                    <a:pt x="61468" y="7694"/>
                  </a:cubicBezTo>
                  <a:lnTo>
                    <a:pt x="63179" y="9145"/>
                  </a:lnTo>
                  <a:cubicBezTo>
                    <a:pt x="89895" y="-8347"/>
                    <a:pt x="130187" y="152"/>
                    <a:pt x="147563" y="26985"/>
                  </a:cubicBezTo>
                  <a:cubicBezTo>
                    <a:pt x="159746" y="45869"/>
                    <a:pt x="160558" y="69626"/>
                    <a:pt x="165896" y="91440"/>
                  </a:cubicBezTo>
                  <a:cubicBezTo>
                    <a:pt x="169261" y="104987"/>
                    <a:pt x="177847" y="120477"/>
                    <a:pt x="191771" y="120013"/>
                  </a:cubicBezTo>
                  <a:cubicBezTo>
                    <a:pt x="178602" y="129469"/>
                    <a:pt x="168536" y="143132"/>
                    <a:pt x="163430" y="158506"/>
                  </a:cubicBezTo>
                  <a:cubicBezTo>
                    <a:pt x="158122" y="174460"/>
                    <a:pt x="158122" y="191981"/>
                    <a:pt x="151566" y="207500"/>
                  </a:cubicBezTo>
                  <a:cubicBezTo>
                    <a:pt x="138310" y="239003"/>
                    <a:pt x="96190" y="254319"/>
                    <a:pt x="65703" y="23897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1" name="Google Shape;611;p16"/>
            <p:cNvSpPr/>
            <p:nvPr/>
          </p:nvSpPr>
          <p:spPr>
            <a:xfrm>
              <a:off x="4552933" y="2012202"/>
              <a:ext cx="191518" cy="194494"/>
            </a:xfrm>
            <a:custGeom>
              <a:rect b="b" l="l" r="r" t="t"/>
              <a:pathLst>
                <a:path extrusionOk="0" h="194494" w="191518">
                  <a:moveTo>
                    <a:pt x="36427" y="143353"/>
                  </a:moveTo>
                  <a:cubicBezTo>
                    <a:pt x="37965" y="140713"/>
                    <a:pt x="39183" y="137870"/>
                    <a:pt x="40053" y="134941"/>
                  </a:cubicBezTo>
                  <a:cubicBezTo>
                    <a:pt x="43911" y="122235"/>
                    <a:pt x="41649" y="107760"/>
                    <a:pt x="33962" y="96882"/>
                  </a:cubicBezTo>
                  <a:cubicBezTo>
                    <a:pt x="27174" y="87252"/>
                    <a:pt x="16789" y="80696"/>
                    <a:pt x="9653" y="71239"/>
                  </a:cubicBezTo>
                  <a:cubicBezTo>
                    <a:pt x="2575" y="61870"/>
                    <a:pt x="-819" y="49774"/>
                    <a:pt x="168" y="38112"/>
                  </a:cubicBezTo>
                  <a:lnTo>
                    <a:pt x="1038" y="38112"/>
                  </a:lnTo>
                  <a:cubicBezTo>
                    <a:pt x="15136" y="5101"/>
                    <a:pt x="60156" y="-10186"/>
                    <a:pt x="91455" y="7335"/>
                  </a:cubicBezTo>
                  <a:cubicBezTo>
                    <a:pt x="104161" y="14413"/>
                    <a:pt x="114023" y="25581"/>
                    <a:pt x="125858" y="34109"/>
                  </a:cubicBezTo>
                  <a:cubicBezTo>
                    <a:pt x="137694" y="42638"/>
                    <a:pt x="153213" y="48439"/>
                    <a:pt x="166673" y="42899"/>
                  </a:cubicBezTo>
                  <a:cubicBezTo>
                    <a:pt x="154025" y="56445"/>
                    <a:pt x="160117" y="78694"/>
                    <a:pt x="169747" y="94504"/>
                  </a:cubicBezTo>
                  <a:cubicBezTo>
                    <a:pt x="179378" y="110371"/>
                    <a:pt x="192374" y="126209"/>
                    <a:pt x="191475" y="144774"/>
                  </a:cubicBezTo>
                  <a:cubicBezTo>
                    <a:pt x="190343" y="168126"/>
                    <a:pt x="167746" y="184341"/>
                    <a:pt x="145642" y="192260"/>
                  </a:cubicBezTo>
                  <a:lnTo>
                    <a:pt x="145729" y="192492"/>
                  </a:lnTo>
                  <a:cubicBezTo>
                    <a:pt x="132472" y="198816"/>
                    <a:pt x="117011" y="189127"/>
                    <a:pt x="107671" y="177843"/>
                  </a:cubicBezTo>
                  <a:cubicBezTo>
                    <a:pt x="98359" y="166501"/>
                    <a:pt x="91136" y="152519"/>
                    <a:pt x="78112" y="145731"/>
                  </a:cubicBezTo>
                  <a:cubicBezTo>
                    <a:pt x="64246" y="138480"/>
                    <a:pt x="47015" y="141438"/>
                    <a:pt x="32976" y="148661"/>
                  </a:cubicBezTo>
                  <a:cubicBezTo>
                    <a:pt x="34223" y="146979"/>
                    <a:pt x="35383" y="145209"/>
                    <a:pt x="36427" y="14341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2" name="Google Shape;612;p16"/>
            <p:cNvSpPr/>
            <p:nvPr/>
          </p:nvSpPr>
          <p:spPr>
            <a:xfrm>
              <a:off x="4532621" y="2436931"/>
              <a:ext cx="206840" cy="202644"/>
            </a:xfrm>
            <a:custGeom>
              <a:rect b="b" l="l" r="r" t="t"/>
              <a:pathLst>
                <a:path extrusionOk="0" h="202644" w="206840">
                  <a:moveTo>
                    <a:pt x="44875" y="37420"/>
                  </a:moveTo>
                  <a:lnTo>
                    <a:pt x="44817" y="37362"/>
                  </a:lnTo>
                  <a:cubicBezTo>
                    <a:pt x="43889" y="35419"/>
                    <a:pt x="42873" y="33504"/>
                    <a:pt x="41655" y="31648"/>
                  </a:cubicBezTo>
                  <a:cubicBezTo>
                    <a:pt x="48820" y="38725"/>
                    <a:pt x="57377" y="44353"/>
                    <a:pt x="66979" y="47370"/>
                  </a:cubicBezTo>
                  <a:cubicBezTo>
                    <a:pt x="80206" y="51518"/>
                    <a:pt x="95378" y="50213"/>
                    <a:pt x="106720" y="42351"/>
                  </a:cubicBezTo>
                  <a:cubicBezTo>
                    <a:pt x="117191" y="35128"/>
                    <a:pt x="123573" y="23351"/>
                    <a:pt x="133059" y="14939"/>
                  </a:cubicBezTo>
                  <a:cubicBezTo>
                    <a:pt x="142893" y="6324"/>
                    <a:pt x="156004" y="1537"/>
                    <a:pt x="169028" y="1915"/>
                  </a:cubicBezTo>
                  <a:cubicBezTo>
                    <a:pt x="168042" y="1363"/>
                    <a:pt x="167085" y="754"/>
                    <a:pt x="166186" y="0"/>
                  </a:cubicBezTo>
                  <a:cubicBezTo>
                    <a:pt x="166940" y="319"/>
                    <a:pt x="167665" y="638"/>
                    <a:pt x="168361" y="1015"/>
                  </a:cubicBezTo>
                  <a:cubicBezTo>
                    <a:pt x="191771" y="12473"/>
                    <a:pt x="208073" y="37971"/>
                    <a:pt x="206768" y="64020"/>
                  </a:cubicBezTo>
                  <a:cubicBezTo>
                    <a:pt x="205985" y="80410"/>
                    <a:pt x="198820" y="95668"/>
                    <a:pt x="193772" y="111303"/>
                  </a:cubicBezTo>
                  <a:cubicBezTo>
                    <a:pt x="188783" y="126880"/>
                    <a:pt x="185998" y="144633"/>
                    <a:pt x="193482" y="159195"/>
                  </a:cubicBezTo>
                  <a:cubicBezTo>
                    <a:pt x="172597" y="153277"/>
                    <a:pt x="150667" y="163488"/>
                    <a:pt x="132276" y="175062"/>
                  </a:cubicBezTo>
                  <a:cubicBezTo>
                    <a:pt x="113885" y="186637"/>
                    <a:pt x="95465" y="200328"/>
                    <a:pt x="73825" y="202388"/>
                  </a:cubicBezTo>
                  <a:cubicBezTo>
                    <a:pt x="49893" y="204621"/>
                    <a:pt x="27557" y="191974"/>
                    <a:pt x="9166" y="175759"/>
                  </a:cubicBezTo>
                  <a:cubicBezTo>
                    <a:pt x="6004" y="173003"/>
                    <a:pt x="2930" y="170073"/>
                    <a:pt x="0" y="167143"/>
                  </a:cubicBezTo>
                  <a:lnTo>
                    <a:pt x="145" y="166969"/>
                  </a:lnTo>
                  <a:cubicBezTo>
                    <a:pt x="1218" y="167723"/>
                    <a:pt x="2233" y="168594"/>
                    <a:pt x="3220" y="169522"/>
                  </a:cubicBezTo>
                  <a:cubicBezTo>
                    <a:pt x="-2611" y="158963"/>
                    <a:pt x="2088" y="145416"/>
                    <a:pt x="9747" y="136105"/>
                  </a:cubicBezTo>
                  <a:cubicBezTo>
                    <a:pt x="17434" y="126793"/>
                    <a:pt x="27818" y="120005"/>
                    <a:pt x="35767" y="110984"/>
                  </a:cubicBezTo>
                  <a:cubicBezTo>
                    <a:pt x="53084" y="91288"/>
                    <a:pt x="56188" y="60859"/>
                    <a:pt x="44846" y="3739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3" name="Google Shape;613;p16"/>
            <p:cNvSpPr/>
            <p:nvPr/>
          </p:nvSpPr>
          <p:spPr>
            <a:xfrm>
              <a:off x="4527922" y="2322321"/>
              <a:ext cx="173814" cy="164317"/>
            </a:xfrm>
            <a:custGeom>
              <a:rect b="b" l="l" r="r" t="t"/>
              <a:pathLst>
                <a:path extrusionOk="0" h="164317" w="173814">
                  <a:moveTo>
                    <a:pt x="46384" y="146258"/>
                  </a:moveTo>
                  <a:cubicBezTo>
                    <a:pt x="43773" y="143705"/>
                    <a:pt x="41365" y="140949"/>
                    <a:pt x="39161" y="138077"/>
                  </a:cubicBezTo>
                  <a:lnTo>
                    <a:pt x="40234" y="137207"/>
                  </a:lnTo>
                  <a:cubicBezTo>
                    <a:pt x="41307" y="137671"/>
                    <a:pt x="42293" y="138280"/>
                    <a:pt x="43221" y="139035"/>
                  </a:cubicBezTo>
                  <a:cubicBezTo>
                    <a:pt x="38696" y="134422"/>
                    <a:pt x="38986" y="126793"/>
                    <a:pt x="41278" y="120731"/>
                  </a:cubicBezTo>
                  <a:cubicBezTo>
                    <a:pt x="43569" y="114668"/>
                    <a:pt x="47457" y="109273"/>
                    <a:pt x="49458" y="103152"/>
                  </a:cubicBezTo>
                  <a:cubicBezTo>
                    <a:pt x="54680" y="86675"/>
                    <a:pt x="44440" y="68488"/>
                    <a:pt x="29965" y="58973"/>
                  </a:cubicBezTo>
                  <a:cubicBezTo>
                    <a:pt x="20944" y="53026"/>
                    <a:pt x="10646" y="49749"/>
                    <a:pt x="0" y="47486"/>
                  </a:cubicBezTo>
                  <a:lnTo>
                    <a:pt x="58" y="47341"/>
                  </a:lnTo>
                  <a:cubicBezTo>
                    <a:pt x="15838" y="51025"/>
                    <a:pt x="31937" y="53578"/>
                    <a:pt x="48095" y="55028"/>
                  </a:cubicBezTo>
                  <a:cubicBezTo>
                    <a:pt x="52881" y="55434"/>
                    <a:pt x="57958" y="55724"/>
                    <a:pt x="62338" y="53723"/>
                  </a:cubicBezTo>
                  <a:cubicBezTo>
                    <a:pt x="73187" y="48849"/>
                    <a:pt x="73941" y="34142"/>
                    <a:pt x="78263" y="23003"/>
                  </a:cubicBezTo>
                  <a:cubicBezTo>
                    <a:pt x="82266" y="12589"/>
                    <a:pt x="90823" y="4061"/>
                    <a:pt x="101208" y="0"/>
                  </a:cubicBezTo>
                  <a:cubicBezTo>
                    <a:pt x="103297" y="58"/>
                    <a:pt x="105385" y="58"/>
                    <a:pt x="107532" y="0"/>
                  </a:cubicBezTo>
                  <a:lnTo>
                    <a:pt x="107532" y="1392"/>
                  </a:lnTo>
                  <a:cubicBezTo>
                    <a:pt x="130158" y="1392"/>
                    <a:pt x="152291" y="18246"/>
                    <a:pt x="157106" y="40640"/>
                  </a:cubicBezTo>
                  <a:cubicBezTo>
                    <a:pt x="159949" y="53897"/>
                    <a:pt x="157251" y="67675"/>
                    <a:pt x="157425" y="81280"/>
                  </a:cubicBezTo>
                  <a:cubicBezTo>
                    <a:pt x="157600" y="93753"/>
                    <a:pt x="161196" y="107474"/>
                    <a:pt x="170972" y="114639"/>
                  </a:cubicBezTo>
                  <a:cubicBezTo>
                    <a:pt x="171842" y="115393"/>
                    <a:pt x="172829" y="116002"/>
                    <a:pt x="173815" y="116554"/>
                  </a:cubicBezTo>
                  <a:cubicBezTo>
                    <a:pt x="160790" y="116176"/>
                    <a:pt x="147650" y="120963"/>
                    <a:pt x="137845" y="129578"/>
                  </a:cubicBezTo>
                  <a:cubicBezTo>
                    <a:pt x="128360" y="137990"/>
                    <a:pt x="121978" y="149768"/>
                    <a:pt x="111506" y="156990"/>
                  </a:cubicBezTo>
                  <a:cubicBezTo>
                    <a:pt x="100164" y="164852"/>
                    <a:pt x="84964" y="166157"/>
                    <a:pt x="71765" y="162009"/>
                  </a:cubicBezTo>
                  <a:cubicBezTo>
                    <a:pt x="62164" y="158992"/>
                    <a:pt x="53606" y="153364"/>
                    <a:pt x="46441" y="14628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4" name="Google Shape;614;p16"/>
            <p:cNvSpPr/>
            <p:nvPr/>
          </p:nvSpPr>
          <p:spPr>
            <a:xfrm>
              <a:off x="4540134" y="2153694"/>
              <a:ext cx="158557" cy="168641"/>
            </a:xfrm>
            <a:custGeom>
              <a:rect b="b" l="l" r="r" t="t"/>
              <a:pathLst>
                <a:path extrusionOk="0" h="168641" w="158557">
                  <a:moveTo>
                    <a:pt x="158557" y="50943"/>
                  </a:moveTo>
                  <a:cubicBezTo>
                    <a:pt x="157919" y="51552"/>
                    <a:pt x="157339" y="52161"/>
                    <a:pt x="156730" y="52799"/>
                  </a:cubicBezTo>
                  <a:cubicBezTo>
                    <a:pt x="145561" y="65417"/>
                    <a:pt x="146171" y="84969"/>
                    <a:pt x="147969" y="101996"/>
                  </a:cubicBezTo>
                  <a:cubicBezTo>
                    <a:pt x="149884" y="119923"/>
                    <a:pt x="151566" y="140200"/>
                    <a:pt x="139789" y="153833"/>
                  </a:cubicBezTo>
                  <a:cubicBezTo>
                    <a:pt x="129172" y="166075"/>
                    <a:pt x="111767" y="168395"/>
                    <a:pt x="95262" y="168598"/>
                  </a:cubicBezTo>
                  <a:cubicBezTo>
                    <a:pt x="93115" y="168656"/>
                    <a:pt x="91027" y="168656"/>
                    <a:pt x="88938" y="168598"/>
                  </a:cubicBezTo>
                  <a:cubicBezTo>
                    <a:pt x="89344" y="168424"/>
                    <a:pt x="89779" y="168221"/>
                    <a:pt x="90243" y="168076"/>
                  </a:cubicBezTo>
                  <a:cubicBezTo>
                    <a:pt x="81396" y="165843"/>
                    <a:pt x="73680" y="159316"/>
                    <a:pt x="69996" y="150962"/>
                  </a:cubicBezTo>
                  <a:cubicBezTo>
                    <a:pt x="65529" y="140780"/>
                    <a:pt x="66602" y="128074"/>
                    <a:pt x="59466" y="119546"/>
                  </a:cubicBezTo>
                  <a:cubicBezTo>
                    <a:pt x="52533" y="111221"/>
                    <a:pt x="40350" y="109915"/>
                    <a:pt x="29501" y="110438"/>
                  </a:cubicBezTo>
                  <a:cubicBezTo>
                    <a:pt x="19493" y="110960"/>
                    <a:pt x="9630" y="112439"/>
                    <a:pt x="0" y="114963"/>
                  </a:cubicBezTo>
                  <a:cubicBezTo>
                    <a:pt x="4641" y="113338"/>
                    <a:pt x="9253" y="111656"/>
                    <a:pt x="13692" y="109480"/>
                  </a:cubicBezTo>
                  <a:cubicBezTo>
                    <a:pt x="27326" y="102780"/>
                    <a:pt x="39944" y="89900"/>
                    <a:pt x="38957" y="74700"/>
                  </a:cubicBezTo>
                  <a:cubicBezTo>
                    <a:pt x="38348" y="65156"/>
                    <a:pt x="32547" y="56831"/>
                    <a:pt x="28631" y="48071"/>
                  </a:cubicBezTo>
                  <a:cubicBezTo>
                    <a:pt x="24715" y="39281"/>
                    <a:pt x="23148" y="27881"/>
                    <a:pt x="29878" y="21035"/>
                  </a:cubicBezTo>
                  <a:lnTo>
                    <a:pt x="29559" y="20339"/>
                  </a:lnTo>
                  <a:cubicBezTo>
                    <a:pt x="35941" y="17351"/>
                    <a:pt x="41510" y="12739"/>
                    <a:pt x="45804" y="7112"/>
                  </a:cubicBezTo>
                  <a:cubicBezTo>
                    <a:pt x="59872" y="-111"/>
                    <a:pt x="77074" y="-3070"/>
                    <a:pt x="90940" y="4182"/>
                  </a:cubicBezTo>
                  <a:cubicBezTo>
                    <a:pt x="103964" y="10970"/>
                    <a:pt x="111187" y="24952"/>
                    <a:pt x="120499" y="36294"/>
                  </a:cubicBezTo>
                  <a:cubicBezTo>
                    <a:pt x="129868" y="47607"/>
                    <a:pt x="145300" y="57295"/>
                    <a:pt x="158557" y="5094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5" name="Google Shape;615;p16"/>
            <p:cNvSpPr/>
            <p:nvPr/>
          </p:nvSpPr>
          <p:spPr>
            <a:xfrm>
              <a:off x="4506978" y="2264031"/>
              <a:ext cx="123399" cy="113611"/>
            </a:xfrm>
            <a:custGeom>
              <a:rect b="b" l="l" r="r" t="t"/>
              <a:pathLst>
                <a:path extrusionOk="0" h="113611" w="123399">
                  <a:moveTo>
                    <a:pt x="123400" y="57768"/>
                  </a:moveTo>
                  <a:cubicBezTo>
                    <a:pt x="122935" y="57913"/>
                    <a:pt x="122529" y="58087"/>
                    <a:pt x="122094" y="58290"/>
                  </a:cubicBezTo>
                  <a:cubicBezTo>
                    <a:pt x="111709" y="62351"/>
                    <a:pt x="103152" y="70850"/>
                    <a:pt x="99149" y="81293"/>
                  </a:cubicBezTo>
                  <a:cubicBezTo>
                    <a:pt x="94827" y="92403"/>
                    <a:pt x="94073" y="107110"/>
                    <a:pt x="83224" y="112012"/>
                  </a:cubicBezTo>
                  <a:cubicBezTo>
                    <a:pt x="78844" y="114014"/>
                    <a:pt x="73767" y="113724"/>
                    <a:pt x="68981" y="113318"/>
                  </a:cubicBezTo>
                  <a:cubicBezTo>
                    <a:pt x="52824" y="111867"/>
                    <a:pt x="36724" y="109315"/>
                    <a:pt x="20944" y="105631"/>
                  </a:cubicBezTo>
                  <a:cubicBezTo>
                    <a:pt x="14301" y="104151"/>
                    <a:pt x="7687" y="102382"/>
                    <a:pt x="1160" y="100467"/>
                  </a:cubicBezTo>
                  <a:lnTo>
                    <a:pt x="0" y="99858"/>
                  </a:lnTo>
                  <a:cubicBezTo>
                    <a:pt x="5367" y="89676"/>
                    <a:pt x="8993" y="78537"/>
                    <a:pt x="10414" y="67079"/>
                  </a:cubicBezTo>
                  <a:cubicBezTo>
                    <a:pt x="12561" y="49761"/>
                    <a:pt x="9660" y="32067"/>
                    <a:pt x="2814" y="16083"/>
                  </a:cubicBezTo>
                  <a:lnTo>
                    <a:pt x="4264" y="15474"/>
                  </a:lnTo>
                  <a:cubicBezTo>
                    <a:pt x="5947" y="14633"/>
                    <a:pt x="7658" y="13792"/>
                    <a:pt x="9369" y="13009"/>
                  </a:cubicBezTo>
                  <a:cubicBezTo>
                    <a:pt x="9544" y="12951"/>
                    <a:pt x="9689" y="12864"/>
                    <a:pt x="9892" y="12776"/>
                  </a:cubicBezTo>
                  <a:cubicBezTo>
                    <a:pt x="17434" y="9557"/>
                    <a:pt x="25353" y="7294"/>
                    <a:pt x="33127" y="4625"/>
                  </a:cubicBezTo>
                  <a:cubicBezTo>
                    <a:pt x="42758" y="2102"/>
                    <a:pt x="52620" y="622"/>
                    <a:pt x="62628" y="100"/>
                  </a:cubicBezTo>
                  <a:cubicBezTo>
                    <a:pt x="73477" y="-422"/>
                    <a:pt x="85660" y="883"/>
                    <a:pt x="92593" y="9209"/>
                  </a:cubicBezTo>
                  <a:cubicBezTo>
                    <a:pt x="99700" y="17737"/>
                    <a:pt x="98656" y="30442"/>
                    <a:pt x="103123" y="40624"/>
                  </a:cubicBezTo>
                  <a:cubicBezTo>
                    <a:pt x="106807" y="49007"/>
                    <a:pt x="114523" y="55505"/>
                    <a:pt x="123370" y="5773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6" name="Google Shape;616;p16"/>
            <p:cNvSpPr/>
            <p:nvPr/>
          </p:nvSpPr>
          <p:spPr>
            <a:xfrm>
              <a:off x="4426308" y="2046253"/>
              <a:ext cx="168525" cy="147794"/>
            </a:xfrm>
            <a:custGeom>
              <a:rect b="b" l="l" r="r" t="t"/>
              <a:pathLst>
                <a:path extrusionOk="0" h="147794" w="168525">
                  <a:moveTo>
                    <a:pt x="55724" y="132421"/>
                  </a:moveTo>
                  <a:cubicBezTo>
                    <a:pt x="57203" y="121659"/>
                    <a:pt x="55550" y="110491"/>
                    <a:pt x="47805" y="103297"/>
                  </a:cubicBezTo>
                  <a:cubicBezTo>
                    <a:pt x="40495" y="96451"/>
                    <a:pt x="29878" y="95001"/>
                    <a:pt x="20305" y="92129"/>
                  </a:cubicBezTo>
                  <a:cubicBezTo>
                    <a:pt x="11516" y="89431"/>
                    <a:pt x="2147" y="83891"/>
                    <a:pt x="0" y="75246"/>
                  </a:cubicBezTo>
                  <a:cubicBezTo>
                    <a:pt x="1711" y="61700"/>
                    <a:pt x="3684" y="48008"/>
                    <a:pt x="9224" y="35535"/>
                  </a:cubicBezTo>
                  <a:cubicBezTo>
                    <a:pt x="14765" y="23061"/>
                    <a:pt x="24453" y="11835"/>
                    <a:pt x="37333" y="7455"/>
                  </a:cubicBezTo>
                  <a:cubicBezTo>
                    <a:pt x="52127" y="2437"/>
                    <a:pt x="68197" y="7078"/>
                    <a:pt x="83600" y="9689"/>
                  </a:cubicBezTo>
                  <a:cubicBezTo>
                    <a:pt x="99004" y="12241"/>
                    <a:pt x="117105" y="11864"/>
                    <a:pt x="127316" y="0"/>
                  </a:cubicBezTo>
                  <a:cubicBezTo>
                    <a:pt x="127316" y="87"/>
                    <a:pt x="127257" y="145"/>
                    <a:pt x="127257" y="232"/>
                  </a:cubicBezTo>
                  <a:cubicBezTo>
                    <a:pt x="127083" y="1479"/>
                    <a:pt x="126880" y="2756"/>
                    <a:pt x="126793" y="4003"/>
                  </a:cubicBezTo>
                  <a:cubicBezTo>
                    <a:pt x="125807" y="15693"/>
                    <a:pt x="129201" y="27789"/>
                    <a:pt x="136279" y="37130"/>
                  </a:cubicBezTo>
                  <a:cubicBezTo>
                    <a:pt x="143415" y="46587"/>
                    <a:pt x="153771" y="53142"/>
                    <a:pt x="160587" y="62773"/>
                  </a:cubicBezTo>
                  <a:cubicBezTo>
                    <a:pt x="168275" y="73651"/>
                    <a:pt x="170537" y="88126"/>
                    <a:pt x="166679" y="100831"/>
                  </a:cubicBezTo>
                  <a:cubicBezTo>
                    <a:pt x="165809" y="103761"/>
                    <a:pt x="164591" y="106604"/>
                    <a:pt x="163053" y="109244"/>
                  </a:cubicBezTo>
                  <a:cubicBezTo>
                    <a:pt x="162038" y="111071"/>
                    <a:pt x="160877" y="112841"/>
                    <a:pt x="159601" y="114494"/>
                  </a:cubicBezTo>
                  <a:cubicBezTo>
                    <a:pt x="155308" y="120121"/>
                    <a:pt x="149739" y="124734"/>
                    <a:pt x="143357" y="127722"/>
                  </a:cubicBezTo>
                  <a:lnTo>
                    <a:pt x="143676" y="128418"/>
                  </a:lnTo>
                  <a:cubicBezTo>
                    <a:pt x="135583" y="134480"/>
                    <a:pt x="124096" y="132189"/>
                    <a:pt x="114813" y="128186"/>
                  </a:cubicBezTo>
                  <a:cubicBezTo>
                    <a:pt x="105560" y="124183"/>
                    <a:pt x="96393" y="118642"/>
                    <a:pt x="86327" y="118787"/>
                  </a:cubicBezTo>
                  <a:cubicBezTo>
                    <a:pt x="70489" y="119077"/>
                    <a:pt x="58509" y="133349"/>
                    <a:pt x="52040" y="147795"/>
                  </a:cubicBezTo>
                  <a:lnTo>
                    <a:pt x="51663" y="147650"/>
                  </a:lnTo>
                  <a:cubicBezTo>
                    <a:pt x="52359" y="145793"/>
                    <a:pt x="53026" y="143879"/>
                    <a:pt x="53606" y="141964"/>
                  </a:cubicBezTo>
                  <a:cubicBezTo>
                    <a:pt x="54593" y="138890"/>
                    <a:pt x="55318" y="135641"/>
                    <a:pt x="55695" y="1323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7" name="Google Shape;617;p16"/>
            <p:cNvSpPr/>
            <p:nvPr/>
          </p:nvSpPr>
          <p:spPr>
            <a:xfrm>
              <a:off x="4465323" y="2165067"/>
              <a:ext cx="113794" cy="115018"/>
            </a:xfrm>
            <a:custGeom>
              <a:rect b="b" l="l" r="r" t="t"/>
              <a:pathLst>
                <a:path extrusionOk="0" h="115018" w="113794">
                  <a:moveTo>
                    <a:pt x="37391" y="101211"/>
                  </a:moveTo>
                  <a:cubicBezTo>
                    <a:pt x="33562" y="94974"/>
                    <a:pt x="29095" y="89115"/>
                    <a:pt x="24077" y="83748"/>
                  </a:cubicBezTo>
                  <a:cubicBezTo>
                    <a:pt x="20305" y="79745"/>
                    <a:pt x="16215" y="76061"/>
                    <a:pt x="11835" y="72725"/>
                  </a:cubicBezTo>
                  <a:cubicBezTo>
                    <a:pt x="8122" y="69883"/>
                    <a:pt x="4148" y="67272"/>
                    <a:pt x="0" y="65038"/>
                  </a:cubicBezTo>
                  <a:lnTo>
                    <a:pt x="1479" y="62341"/>
                  </a:lnTo>
                  <a:cubicBezTo>
                    <a:pt x="3017" y="50651"/>
                    <a:pt x="8499" y="39947"/>
                    <a:pt x="12647" y="28866"/>
                  </a:cubicBezTo>
                  <a:lnTo>
                    <a:pt x="13024" y="29011"/>
                  </a:lnTo>
                  <a:cubicBezTo>
                    <a:pt x="19493" y="14594"/>
                    <a:pt x="31502" y="293"/>
                    <a:pt x="47312" y="3"/>
                  </a:cubicBezTo>
                  <a:cubicBezTo>
                    <a:pt x="57378" y="-142"/>
                    <a:pt x="66544" y="5398"/>
                    <a:pt x="75798" y="9401"/>
                  </a:cubicBezTo>
                  <a:cubicBezTo>
                    <a:pt x="85051" y="13404"/>
                    <a:pt x="96567" y="15696"/>
                    <a:pt x="104661" y="9633"/>
                  </a:cubicBezTo>
                  <a:cubicBezTo>
                    <a:pt x="97902" y="16479"/>
                    <a:pt x="99497" y="27879"/>
                    <a:pt x="103413" y="36669"/>
                  </a:cubicBezTo>
                  <a:cubicBezTo>
                    <a:pt x="107329" y="45429"/>
                    <a:pt x="113131" y="53754"/>
                    <a:pt x="113740" y="63298"/>
                  </a:cubicBezTo>
                  <a:cubicBezTo>
                    <a:pt x="114726" y="78469"/>
                    <a:pt x="102108" y="91378"/>
                    <a:pt x="88474" y="98078"/>
                  </a:cubicBezTo>
                  <a:cubicBezTo>
                    <a:pt x="84065" y="100254"/>
                    <a:pt x="79453" y="101936"/>
                    <a:pt x="74782" y="103561"/>
                  </a:cubicBezTo>
                  <a:cubicBezTo>
                    <a:pt x="66834" y="105620"/>
                    <a:pt x="59060" y="108347"/>
                    <a:pt x="51547" y="111712"/>
                  </a:cubicBezTo>
                  <a:cubicBezTo>
                    <a:pt x="51373" y="111799"/>
                    <a:pt x="51228" y="111886"/>
                    <a:pt x="51025" y="111944"/>
                  </a:cubicBezTo>
                  <a:cubicBezTo>
                    <a:pt x="49313" y="112698"/>
                    <a:pt x="47573" y="113540"/>
                    <a:pt x="45920" y="114410"/>
                  </a:cubicBezTo>
                  <a:lnTo>
                    <a:pt x="44469" y="115019"/>
                  </a:lnTo>
                  <a:cubicBezTo>
                    <a:pt x="42409" y="110233"/>
                    <a:pt x="40060" y="105620"/>
                    <a:pt x="37362" y="10118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8" name="Google Shape;618;p16"/>
            <p:cNvSpPr/>
            <p:nvPr/>
          </p:nvSpPr>
          <p:spPr>
            <a:xfrm>
              <a:off x="4428251" y="2410534"/>
              <a:ext cx="155996" cy="195919"/>
            </a:xfrm>
            <a:custGeom>
              <a:rect b="b" l="l" r="r" t="t"/>
              <a:pathLst>
                <a:path extrusionOk="0" h="195919" w="155996">
                  <a:moveTo>
                    <a:pt x="2466" y="124473"/>
                  </a:moveTo>
                  <a:lnTo>
                    <a:pt x="1160" y="124560"/>
                  </a:lnTo>
                  <a:cubicBezTo>
                    <a:pt x="1016" y="121862"/>
                    <a:pt x="609" y="119193"/>
                    <a:pt x="0" y="116554"/>
                  </a:cubicBezTo>
                  <a:cubicBezTo>
                    <a:pt x="5163" y="96770"/>
                    <a:pt x="40524" y="100135"/>
                    <a:pt x="49575" y="81077"/>
                  </a:cubicBezTo>
                  <a:cubicBezTo>
                    <a:pt x="52214" y="75478"/>
                    <a:pt x="51953" y="69010"/>
                    <a:pt x="51257" y="62889"/>
                  </a:cubicBezTo>
                  <a:cubicBezTo>
                    <a:pt x="48879" y="41394"/>
                    <a:pt x="42178" y="20625"/>
                    <a:pt x="35535" y="0"/>
                  </a:cubicBezTo>
                  <a:cubicBezTo>
                    <a:pt x="41598" y="15693"/>
                    <a:pt x="48879" y="30864"/>
                    <a:pt x="57262" y="45426"/>
                  </a:cubicBezTo>
                  <a:cubicBezTo>
                    <a:pt x="65355" y="59524"/>
                    <a:pt x="78756" y="74840"/>
                    <a:pt x="94537" y="71156"/>
                  </a:cubicBezTo>
                  <a:cubicBezTo>
                    <a:pt x="103703" y="69010"/>
                    <a:pt x="110085" y="61004"/>
                    <a:pt x="117308" y="54970"/>
                  </a:cubicBezTo>
                  <a:cubicBezTo>
                    <a:pt x="123603" y="49719"/>
                    <a:pt x="132885" y="45890"/>
                    <a:pt x="139934" y="48965"/>
                  </a:cubicBezTo>
                  <a:lnTo>
                    <a:pt x="138861" y="49835"/>
                  </a:lnTo>
                  <a:cubicBezTo>
                    <a:pt x="141036" y="52707"/>
                    <a:pt x="143473" y="55463"/>
                    <a:pt x="146084" y="58016"/>
                  </a:cubicBezTo>
                  <a:cubicBezTo>
                    <a:pt x="147302" y="59872"/>
                    <a:pt x="148317" y="61787"/>
                    <a:pt x="149246" y="63730"/>
                  </a:cubicBezTo>
                  <a:lnTo>
                    <a:pt x="149304" y="63788"/>
                  </a:lnTo>
                  <a:cubicBezTo>
                    <a:pt x="160646" y="87256"/>
                    <a:pt x="157542" y="117685"/>
                    <a:pt x="140224" y="137381"/>
                  </a:cubicBezTo>
                  <a:cubicBezTo>
                    <a:pt x="132276" y="146403"/>
                    <a:pt x="121891" y="153219"/>
                    <a:pt x="114204" y="162502"/>
                  </a:cubicBezTo>
                  <a:cubicBezTo>
                    <a:pt x="106575" y="171814"/>
                    <a:pt x="101876" y="185360"/>
                    <a:pt x="107677" y="195919"/>
                  </a:cubicBezTo>
                  <a:cubicBezTo>
                    <a:pt x="106691" y="194991"/>
                    <a:pt x="105676" y="194092"/>
                    <a:pt x="104602" y="193366"/>
                  </a:cubicBezTo>
                  <a:cubicBezTo>
                    <a:pt x="81831" y="176136"/>
                    <a:pt x="43483" y="190582"/>
                    <a:pt x="20538" y="172191"/>
                  </a:cubicBezTo>
                  <a:cubicBezTo>
                    <a:pt x="6817" y="161197"/>
                    <a:pt x="3539" y="142458"/>
                    <a:pt x="2466" y="12444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9" name="Google Shape;619;p16"/>
            <p:cNvSpPr/>
            <p:nvPr/>
          </p:nvSpPr>
          <p:spPr>
            <a:xfrm>
              <a:off x="4459406" y="2363860"/>
              <a:ext cx="119327" cy="118385"/>
            </a:xfrm>
            <a:custGeom>
              <a:rect b="b" l="l" r="r" t="t"/>
              <a:pathLst>
                <a:path extrusionOk="0" h="118385" w="119327">
                  <a:moveTo>
                    <a:pt x="68487" y="5918"/>
                  </a:moveTo>
                  <a:cubicBezTo>
                    <a:pt x="79133" y="8209"/>
                    <a:pt x="89431" y="11458"/>
                    <a:pt x="98452" y="17405"/>
                  </a:cubicBezTo>
                  <a:cubicBezTo>
                    <a:pt x="112927" y="26890"/>
                    <a:pt x="123167" y="45107"/>
                    <a:pt x="117946" y="61584"/>
                  </a:cubicBezTo>
                  <a:cubicBezTo>
                    <a:pt x="115944" y="67733"/>
                    <a:pt x="112028" y="73129"/>
                    <a:pt x="109766" y="79162"/>
                  </a:cubicBezTo>
                  <a:cubicBezTo>
                    <a:pt x="107474" y="85225"/>
                    <a:pt x="107213" y="92854"/>
                    <a:pt x="111709" y="97466"/>
                  </a:cubicBezTo>
                  <a:cubicBezTo>
                    <a:pt x="110781" y="96712"/>
                    <a:pt x="109795" y="96103"/>
                    <a:pt x="108721" y="95639"/>
                  </a:cubicBezTo>
                  <a:cubicBezTo>
                    <a:pt x="101701" y="92564"/>
                    <a:pt x="92390" y="96393"/>
                    <a:pt x="86095" y="101644"/>
                  </a:cubicBezTo>
                  <a:cubicBezTo>
                    <a:pt x="78872" y="107706"/>
                    <a:pt x="72520" y="115712"/>
                    <a:pt x="63324" y="117830"/>
                  </a:cubicBezTo>
                  <a:cubicBezTo>
                    <a:pt x="47544" y="121514"/>
                    <a:pt x="34142" y="106198"/>
                    <a:pt x="26049" y="92100"/>
                  </a:cubicBezTo>
                  <a:cubicBezTo>
                    <a:pt x="17666" y="77538"/>
                    <a:pt x="10356" y="62367"/>
                    <a:pt x="4322" y="46674"/>
                  </a:cubicBezTo>
                  <a:lnTo>
                    <a:pt x="0" y="45803"/>
                  </a:lnTo>
                  <a:cubicBezTo>
                    <a:pt x="20189" y="36318"/>
                    <a:pt x="37188" y="19841"/>
                    <a:pt x="47573" y="0"/>
                  </a:cubicBezTo>
                  <a:lnTo>
                    <a:pt x="48733" y="609"/>
                  </a:lnTo>
                  <a:cubicBezTo>
                    <a:pt x="55260" y="2524"/>
                    <a:pt x="61845" y="4293"/>
                    <a:pt x="68517" y="5773"/>
                  </a:cubicBezTo>
                  <a:lnTo>
                    <a:pt x="68458" y="591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0" name="Google Shape;620;p16"/>
            <p:cNvSpPr/>
            <p:nvPr/>
          </p:nvSpPr>
          <p:spPr>
            <a:xfrm>
              <a:off x="4316099" y="1921113"/>
              <a:ext cx="246026" cy="200966"/>
            </a:xfrm>
            <a:custGeom>
              <a:rect b="b" l="l" r="r" t="t"/>
              <a:pathLst>
                <a:path extrusionOk="0" h="200966" w="246026">
                  <a:moveTo>
                    <a:pt x="240366" y="77132"/>
                  </a:moveTo>
                  <a:cubicBezTo>
                    <a:pt x="248431" y="92216"/>
                    <a:pt x="248227" y="112318"/>
                    <a:pt x="237495" y="125401"/>
                  </a:cubicBezTo>
                  <a:cubicBezTo>
                    <a:pt x="237495" y="125314"/>
                    <a:pt x="237553" y="125256"/>
                    <a:pt x="237553" y="125169"/>
                  </a:cubicBezTo>
                  <a:cubicBezTo>
                    <a:pt x="227371" y="137033"/>
                    <a:pt x="209241" y="137410"/>
                    <a:pt x="193838" y="134858"/>
                  </a:cubicBezTo>
                  <a:cubicBezTo>
                    <a:pt x="178435" y="132247"/>
                    <a:pt x="162364" y="127606"/>
                    <a:pt x="147570" y="132624"/>
                  </a:cubicBezTo>
                  <a:cubicBezTo>
                    <a:pt x="134691" y="137004"/>
                    <a:pt x="125002" y="148201"/>
                    <a:pt x="119462" y="160704"/>
                  </a:cubicBezTo>
                  <a:cubicBezTo>
                    <a:pt x="113921" y="173177"/>
                    <a:pt x="111978" y="186869"/>
                    <a:pt x="110237" y="200415"/>
                  </a:cubicBezTo>
                  <a:cubicBezTo>
                    <a:pt x="110005" y="199661"/>
                    <a:pt x="109918" y="198936"/>
                    <a:pt x="109831" y="198124"/>
                  </a:cubicBezTo>
                  <a:cubicBezTo>
                    <a:pt x="109512" y="199139"/>
                    <a:pt x="109077" y="200067"/>
                    <a:pt x="108613" y="200966"/>
                  </a:cubicBezTo>
                  <a:lnTo>
                    <a:pt x="107626" y="200502"/>
                  </a:lnTo>
                  <a:cubicBezTo>
                    <a:pt x="108613" y="188087"/>
                    <a:pt x="109541" y="175469"/>
                    <a:pt x="107075" y="163256"/>
                  </a:cubicBezTo>
                  <a:cubicBezTo>
                    <a:pt x="104668" y="151015"/>
                    <a:pt x="98431" y="139006"/>
                    <a:pt x="87843" y="132392"/>
                  </a:cubicBezTo>
                  <a:cubicBezTo>
                    <a:pt x="74528" y="124096"/>
                    <a:pt x="57675" y="125778"/>
                    <a:pt x="42040" y="125981"/>
                  </a:cubicBezTo>
                  <a:cubicBezTo>
                    <a:pt x="26955" y="126126"/>
                    <a:pt x="9754" y="123370"/>
                    <a:pt x="1139" y="111274"/>
                  </a:cubicBezTo>
                  <a:lnTo>
                    <a:pt x="1690" y="110897"/>
                  </a:lnTo>
                  <a:cubicBezTo>
                    <a:pt x="-5533" y="82411"/>
                    <a:pt x="11088" y="49836"/>
                    <a:pt x="38414" y="38987"/>
                  </a:cubicBezTo>
                  <a:cubicBezTo>
                    <a:pt x="54368" y="32605"/>
                    <a:pt x="72208" y="33272"/>
                    <a:pt x="89061" y="29878"/>
                  </a:cubicBezTo>
                  <a:cubicBezTo>
                    <a:pt x="105915" y="26484"/>
                    <a:pt x="123726" y="16767"/>
                    <a:pt x="127555" y="0"/>
                  </a:cubicBezTo>
                  <a:cubicBezTo>
                    <a:pt x="130166" y="14620"/>
                    <a:pt x="142958" y="25411"/>
                    <a:pt x="156592" y="31328"/>
                  </a:cubicBezTo>
                  <a:cubicBezTo>
                    <a:pt x="170167" y="37188"/>
                    <a:pt x="185135" y="39480"/>
                    <a:pt x="199030" y="44440"/>
                  </a:cubicBezTo>
                  <a:cubicBezTo>
                    <a:pt x="215971" y="50532"/>
                    <a:pt x="231925" y="61294"/>
                    <a:pt x="240366" y="7716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1" name="Google Shape;621;p16"/>
            <p:cNvSpPr/>
            <p:nvPr/>
          </p:nvSpPr>
          <p:spPr>
            <a:xfrm>
              <a:off x="4272512" y="2534978"/>
              <a:ext cx="274980" cy="192177"/>
            </a:xfrm>
            <a:custGeom>
              <a:rect b="b" l="l" r="r" t="t"/>
              <a:pathLst>
                <a:path extrusionOk="0" h="192177" w="274980">
                  <a:moveTo>
                    <a:pt x="3216" y="66341"/>
                  </a:moveTo>
                  <a:cubicBezTo>
                    <a:pt x="3767" y="64629"/>
                    <a:pt x="4377" y="62889"/>
                    <a:pt x="5131" y="61265"/>
                  </a:cubicBezTo>
                  <a:cubicBezTo>
                    <a:pt x="19548" y="48878"/>
                    <a:pt x="41333" y="48849"/>
                    <a:pt x="60420" y="51808"/>
                  </a:cubicBezTo>
                  <a:cubicBezTo>
                    <a:pt x="80435" y="54941"/>
                    <a:pt x="101234" y="60365"/>
                    <a:pt x="120553" y="54274"/>
                  </a:cubicBezTo>
                  <a:cubicBezTo>
                    <a:pt x="142889" y="47196"/>
                    <a:pt x="158350" y="23380"/>
                    <a:pt x="156900" y="87"/>
                  </a:cubicBezTo>
                  <a:lnTo>
                    <a:pt x="158205" y="0"/>
                  </a:lnTo>
                  <a:cubicBezTo>
                    <a:pt x="159279" y="18014"/>
                    <a:pt x="162527" y="36782"/>
                    <a:pt x="176277" y="47747"/>
                  </a:cubicBezTo>
                  <a:cubicBezTo>
                    <a:pt x="199222" y="66138"/>
                    <a:pt x="237571" y="51692"/>
                    <a:pt x="260342" y="68923"/>
                  </a:cubicBezTo>
                  <a:lnTo>
                    <a:pt x="260197" y="69097"/>
                  </a:lnTo>
                  <a:cubicBezTo>
                    <a:pt x="263126" y="72027"/>
                    <a:pt x="266201" y="74956"/>
                    <a:pt x="269363" y="77712"/>
                  </a:cubicBezTo>
                  <a:cubicBezTo>
                    <a:pt x="282156" y="102804"/>
                    <a:pt x="272438" y="138484"/>
                    <a:pt x="246940" y="151653"/>
                  </a:cubicBezTo>
                  <a:cubicBezTo>
                    <a:pt x="229913" y="160442"/>
                    <a:pt x="209752" y="159601"/>
                    <a:pt x="190752" y="162299"/>
                  </a:cubicBezTo>
                  <a:cubicBezTo>
                    <a:pt x="171752" y="165055"/>
                    <a:pt x="150953" y="173873"/>
                    <a:pt x="145238" y="192177"/>
                  </a:cubicBezTo>
                  <a:cubicBezTo>
                    <a:pt x="133926" y="173699"/>
                    <a:pt x="114664" y="160355"/>
                    <a:pt x="93401" y="156149"/>
                  </a:cubicBezTo>
                  <a:cubicBezTo>
                    <a:pt x="79072" y="153365"/>
                    <a:pt x="64075" y="154554"/>
                    <a:pt x="49890" y="151044"/>
                  </a:cubicBezTo>
                  <a:cubicBezTo>
                    <a:pt x="31238" y="146345"/>
                    <a:pt x="14935" y="133088"/>
                    <a:pt x="6523" y="115770"/>
                  </a:cubicBezTo>
                  <a:cubicBezTo>
                    <a:pt x="-845" y="100541"/>
                    <a:pt x="-2005" y="82440"/>
                    <a:pt x="3216" y="66399"/>
                  </a:cubicBezTo>
                  <a:cubicBezTo>
                    <a:pt x="3216" y="66341"/>
                    <a:pt x="3274" y="66312"/>
                    <a:pt x="3274" y="663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2" name="Google Shape;622;p16"/>
            <p:cNvSpPr/>
            <p:nvPr/>
          </p:nvSpPr>
          <p:spPr>
            <a:xfrm>
              <a:off x="4320642" y="2218082"/>
              <a:ext cx="197491" cy="200390"/>
            </a:xfrm>
            <a:custGeom>
              <a:rect b="b" l="l" r="r" t="t"/>
              <a:pathLst>
                <a:path extrusionOk="0" h="200390" w="197491">
                  <a:moveTo>
                    <a:pt x="6980" y="60467"/>
                  </a:moveTo>
                  <a:cubicBezTo>
                    <a:pt x="10896" y="49066"/>
                    <a:pt x="16524" y="38218"/>
                    <a:pt x="23515" y="28442"/>
                  </a:cubicBezTo>
                  <a:lnTo>
                    <a:pt x="24037" y="28761"/>
                  </a:lnTo>
                  <a:cubicBezTo>
                    <a:pt x="33436" y="19594"/>
                    <a:pt x="44662" y="12517"/>
                    <a:pt x="56845" y="7672"/>
                  </a:cubicBezTo>
                  <a:cubicBezTo>
                    <a:pt x="70682" y="2132"/>
                    <a:pt x="85708" y="-479"/>
                    <a:pt x="100560" y="72"/>
                  </a:cubicBezTo>
                  <a:cubicBezTo>
                    <a:pt x="114338" y="536"/>
                    <a:pt x="127972" y="3698"/>
                    <a:pt x="140387" y="9703"/>
                  </a:cubicBezTo>
                  <a:cubicBezTo>
                    <a:pt x="141867" y="10399"/>
                    <a:pt x="143317" y="11153"/>
                    <a:pt x="144710" y="11994"/>
                  </a:cubicBezTo>
                  <a:cubicBezTo>
                    <a:pt x="148858" y="14228"/>
                    <a:pt x="152803" y="16839"/>
                    <a:pt x="156545" y="19682"/>
                  </a:cubicBezTo>
                  <a:cubicBezTo>
                    <a:pt x="160925" y="23046"/>
                    <a:pt x="165015" y="26701"/>
                    <a:pt x="168786" y="30705"/>
                  </a:cubicBezTo>
                  <a:cubicBezTo>
                    <a:pt x="173805" y="36071"/>
                    <a:pt x="178272" y="41931"/>
                    <a:pt x="182101" y="48167"/>
                  </a:cubicBezTo>
                  <a:cubicBezTo>
                    <a:pt x="184799" y="52576"/>
                    <a:pt x="187177" y="57189"/>
                    <a:pt x="189208" y="62004"/>
                  </a:cubicBezTo>
                  <a:cubicBezTo>
                    <a:pt x="196054" y="78016"/>
                    <a:pt x="198925" y="95711"/>
                    <a:pt x="196808" y="113000"/>
                  </a:cubicBezTo>
                  <a:cubicBezTo>
                    <a:pt x="195357" y="124458"/>
                    <a:pt x="191731" y="135568"/>
                    <a:pt x="186394" y="145779"/>
                  </a:cubicBezTo>
                  <a:cubicBezTo>
                    <a:pt x="176009" y="165620"/>
                    <a:pt x="159040" y="182067"/>
                    <a:pt x="138821" y="191582"/>
                  </a:cubicBezTo>
                  <a:cubicBezTo>
                    <a:pt x="131743" y="194889"/>
                    <a:pt x="124288" y="197355"/>
                    <a:pt x="116572" y="198805"/>
                  </a:cubicBezTo>
                  <a:cubicBezTo>
                    <a:pt x="99486" y="202054"/>
                    <a:pt x="81705" y="200197"/>
                    <a:pt x="65373" y="194280"/>
                  </a:cubicBezTo>
                  <a:cubicBezTo>
                    <a:pt x="42428" y="185897"/>
                    <a:pt x="22326" y="169507"/>
                    <a:pt x="11071" y="147838"/>
                  </a:cubicBezTo>
                  <a:cubicBezTo>
                    <a:pt x="10229" y="146214"/>
                    <a:pt x="9446" y="144589"/>
                    <a:pt x="8692" y="142907"/>
                  </a:cubicBezTo>
                  <a:cubicBezTo>
                    <a:pt x="-2795" y="117264"/>
                    <a:pt x="-2418" y="87328"/>
                    <a:pt x="7009" y="6046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3" name="Google Shape;623;p16"/>
            <p:cNvSpPr/>
            <p:nvPr/>
          </p:nvSpPr>
          <p:spPr>
            <a:xfrm>
              <a:off x="4364562" y="2119208"/>
              <a:ext cx="117957" cy="110926"/>
            </a:xfrm>
            <a:custGeom>
              <a:rect b="b" l="l" r="r" t="t"/>
              <a:pathLst>
                <a:path extrusionOk="0" h="110926" w="117957">
                  <a:moveTo>
                    <a:pt x="56611" y="98975"/>
                  </a:moveTo>
                  <a:cubicBezTo>
                    <a:pt x="41759" y="98424"/>
                    <a:pt x="26733" y="101034"/>
                    <a:pt x="12897" y="106575"/>
                  </a:cubicBezTo>
                  <a:lnTo>
                    <a:pt x="12287" y="105182"/>
                  </a:lnTo>
                  <a:cubicBezTo>
                    <a:pt x="11736" y="92071"/>
                    <a:pt x="5673" y="79859"/>
                    <a:pt x="2222" y="67211"/>
                  </a:cubicBezTo>
                  <a:cubicBezTo>
                    <a:pt x="-1230" y="54564"/>
                    <a:pt x="-1491" y="39480"/>
                    <a:pt x="7530" y="29936"/>
                  </a:cubicBezTo>
                  <a:cubicBezTo>
                    <a:pt x="21454" y="15316"/>
                    <a:pt x="51361" y="19638"/>
                    <a:pt x="60121" y="2843"/>
                  </a:cubicBezTo>
                  <a:cubicBezTo>
                    <a:pt x="60585" y="1973"/>
                    <a:pt x="60992" y="1015"/>
                    <a:pt x="61340" y="0"/>
                  </a:cubicBezTo>
                  <a:cubicBezTo>
                    <a:pt x="61427" y="783"/>
                    <a:pt x="61514" y="1537"/>
                    <a:pt x="61746" y="2292"/>
                  </a:cubicBezTo>
                  <a:cubicBezTo>
                    <a:pt x="63892" y="10936"/>
                    <a:pt x="73233" y="16476"/>
                    <a:pt x="82051" y="19174"/>
                  </a:cubicBezTo>
                  <a:cubicBezTo>
                    <a:pt x="91653" y="22046"/>
                    <a:pt x="102241" y="23496"/>
                    <a:pt x="109551" y="30342"/>
                  </a:cubicBezTo>
                  <a:cubicBezTo>
                    <a:pt x="117267" y="37565"/>
                    <a:pt x="118949" y="48733"/>
                    <a:pt x="117470" y="59466"/>
                  </a:cubicBezTo>
                  <a:cubicBezTo>
                    <a:pt x="117093" y="62715"/>
                    <a:pt x="116339" y="65993"/>
                    <a:pt x="115381" y="69068"/>
                  </a:cubicBezTo>
                  <a:cubicBezTo>
                    <a:pt x="114772" y="70982"/>
                    <a:pt x="114134" y="72897"/>
                    <a:pt x="113438" y="74753"/>
                  </a:cubicBezTo>
                  <a:cubicBezTo>
                    <a:pt x="109290" y="85834"/>
                    <a:pt x="103807" y="96538"/>
                    <a:pt x="102270" y="108228"/>
                  </a:cubicBezTo>
                  <a:lnTo>
                    <a:pt x="100790" y="110926"/>
                  </a:lnTo>
                  <a:cubicBezTo>
                    <a:pt x="99398" y="110085"/>
                    <a:pt x="97948" y="109331"/>
                    <a:pt x="96468" y="108634"/>
                  </a:cubicBezTo>
                  <a:cubicBezTo>
                    <a:pt x="84053" y="102630"/>
                    <a:pt x="70419" y="99468"/>
                    <a:pt x="56640" y="990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4" name="Google Shape;624;p16"/>
            <p:cNvSpPr/>
            <p:nvPr/>
          </p:nvSpPr>
          <p:spPr>
            <a:xfrm>
              <a:off x="4371610" y="2409664"/>
              <a:ext cx="108375" cy="118671"/>
            </a:xfrm>
            <a:custGeom>
              <a:rect b="b" l="l" r="r" t="t"/>
              <a:pathLst>
                <a:path extrusionOk="0" h="118671" w="108375">
                  <a:moveTo>
                    <a:pt x="56640" y="117424"/>
                  </a:moveTo>
                  <a:cubicBezTo>
                    <a:pt x="56496" y="117801"/>
                    <a:pt x="56409" y="118265"/>
                    <a:pt x="56321" y="118671"/>
                  </a:cubicBezTo>
                  <a:cubicBezTo>
                    <a:pt x="54407" y="108721"/>
                    <a:pt x="43703" y="103210"/>
                    <a:pt x="33927" y="100570"/>
                  </a:cubicBezTo>
                  <a:cubicBezTo>
                    <a:pt x="24152" y="97872"/>
                    <a:pt x="13274" y="96103"/>
                    <a:pt x="6515" y="88503"/>
                  </a:cubicBezTo>
                  <a:cubicBezTo>
                    <a:pt x="-969" y="80091"/>
                    <a:pt x="-650" y="67414"/>
                    <a:pt x="887" y="56217"/>
                  </a:cubicBezTo>
                  <a:cubicBezTo>
                    <a:pt x="3208" y="39190"/>
                    <a:pt x="7211" y="22394"/>
                    <a:pt x="12955" y="6179"/>
                  </a:cubicBezTo>
                  <a:cubicBezTo>
                    <a:pt x="13245" y="5569"/>
                    <a:pt x="13506" y="4931"/>
                    <a:pt x="13796" y="4322"/>
                  </a:cubicBezTo>
                  <a:lnTo>
                    <a:pt x="14405" y="2698"/>
                  </a:lnTo>
                  <a:cubicBezTo>
                    <a:pt x="30737" y="8615"/>
                    <a:pt x="48518" y="10472"/>
                    <a:pt x="65604" y="7223"/>
                  </a:cubicBezTo>
                  <a:cubicBezTo>
                    <a:pt x="73320" y="5773"/>
                    <a:pt x="80775" y="3307"/>
                    <a:pt x="87853" y="0"/>
                  </a:cubicBezTo>
                  <a:lnTo>
                    <a:pt x="92175" y="870"/>
                  </a:lnTo>
                  <a:cubicBezTo>
                    <a:pt x="98818" y="21495"/>
                    <a:pt x="105519" y="42235"/>
                    <a:pt x="107897" y="63759"/>
                  </a:cubicBezTo>
                  <a:cubicBezTo>
                    <a:pt x="108594" y="69909"/>
                    <a:pt x="108884" y="76378"/>
                    <a:pt x="106215" y="81947"/>
                  </a:cubicBezTo>
                  <a:cubicBezTo>
                    <a:pt x="97194" y="100976"/>
                    <a:pt x="61804" y="97640"/>
                    <a:pt x="56640" y="11742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5" name="Google Shape;625;p16"/>
            <p:cNvSpPr/>
            <p:nvPr/>
          </p:nvSpPr>
          <p:spPr>
            <a:xfrm>
              <a:off x="4247058" y="2415813"/>
              <a:ext cx="182447" cy="182343"/>
            </a:xfrm>
            <a:custGeom>
              <a:rect b="b" l="l" r="r" t="t"/>
              <a:pathLst>
                <a:path extrusionOk="0" h="182343" w="182447">
                  <a:moveTo>
                    <a:pt x="30585" y="180429"/>
                  </a:moveTo>
                  <a:cubicBezTo>
                    <a:pt x="29830" y="181038"/>
                    <a:pt x="29192" y="181676"/>
                    <a:pt x="28496" y="182343"/>
                  </a:cubicBezTo>
                  <a:cubicBezTo>
                    <a:pt x="32035" y="172742"/>
                    <a:pt x="28322" y="161951"/>
                    <a:pt x="22810" y="153394"/>
                  </a:cubicBezTo>
                  <a:cubicBezTo>
                    <a:pt x="17328" y="144778"/>
                    <a:pt x="10047" y="137323"/>
                    <a:pt x="5319" y="128302"/>
                  </a:cubicBezTo>
                  <a:cubicBezTo>
                    <a:pt x="-3703" y="111042"/>
                    <a:pt x="-744" y="89199"/>
                    <a:pt x="10395" y="73419"/>
                  </a:cubicBezTo>
                  <a:cubicBezTo>
                    <a:pt x="14253" y="67820"/>
                    <a:pt x="19184" y="63005"/>
                    <a:pt x="24957" y="59408"/>
                  </a:cubicBezTo>
                  <a:cubicBezTo>
                    <a:pt x="27132" y="58016"/>
                    <a:pt x="29482" y="56797"/>
                    <a:pt x="31948" y="55811"/>
                  </a:cubicBezTo>
                  <a:lnTo>
                    <a:pt x="31426" y="54825"/>
                  </a:lnTo>
                  <a:cubicBezTo>
                    <a:pt x="52776" y="42903"/>
                    <a:pt x="79956" y="71823"/>
                    <a:pt x="102118" y="61468"/>
                  </a:cubicBezTo>
                  <a:cubicBezTo>
                    <a:pt x="111661" y="57000"/>
                    <a:pt x="116680" y="46616"/>
                    <a:pt x="120973" y="37043"/>
                  </a:cubicBezTo>
                  <a:cubicBezTo>
                    <a:pt x="126455" y="24657"/>
                    <a:pt x="131967" y="12386"/>
                    <a:pt x="137508" y="0"/>
                  </a:cubicBezTo>
                  <a:cubicBezTo>
                    <a:pt x="131793" y="16186"/>
                    <a:pt x="127790" y="33011"/>
                    <a:pt x="125440" y="50039"/>
                  </a:cubicBezTo>
                  <a:cubicBezTo>
                    <a:pt x="123903" y="61265"/>
                    <a:pt x="123584" y="73912"/>
                    <a:pt x="131068" y="82324"/>
                  </a:cubicBezTo>
                  <a:cubicBezTo>
                    <a:pt x="137827" y="89924"/>
                    <a:pt x="148704" y="91694"/>
                    <a:pt x="158480" y="94392"/>
                  </a:cubicBezTo>
                  <a:cubicBezTo>
                    <a:pt x="168256" y="97031"/>
                    <a:pt x="178960" y="102543"/>
                    <a:pt x="180874" y="112492"/>
                  </a:cubicBezTo>
                  <a:cubicBezTo>
                    <a:pt x="180961" y="112086"/>
                    <a:pt x="181048" y="111622"/>
                    <a:pt x="181193" y="111245"/>
                  </a:cubicBezTo>
                  <a:cubicBezTo>
                    <a:pt x="181803" y="113885"/>
                    <a:pt x="182209" y="116554"/>
                    <a:pt x="182354" y="119251"/>
                  </a:cubicBezTo>
                  <a:cubicBezTo>
                    <a:pt x="183804" y="142516"/>
                    <a:pt x="168343" y="166360"/>
                    <a:pt x="146007" y="173438"/>
                  </a:cubicBezTo>
                  <a:cubicBezTo>
                    <a:pt x="126688" y="179530"/>
                    <a:pt x="105889" y="174076"/>
                    <a:pt x="85873" y="170972"/>
                  </a:cubicBezTo>
                  <a:cubicBezTo>
                    <a:pt x="66786" y="167984"/>
                    <a:pt x="45001" y="168042"/>
                    <a:pt x="30585" y="18042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6" name="Google Shape;626;p16"/>
            <p:cNvSpPr/>
            <p:nvPr/>
          </p:nvSpPr>
          <p:spPr>
            <a:xfrm>
              <a:off x="4261972" y="2030995"/>
              <a:ext cx="162776" cy="193395"/>
            </a:xfrm>
            <a:custGeom>
              <a:rect b="b" l="l" r="r" t="t"/>
              <a:pathLst>
                <a:path extrusionOk="0" h="193395" w="162776">
                  <a:moveTo>
                    <a:pt x="54048" y="1450"/>
                  </a:moveTo>
                  <a:cubicBezTo>
                    <a:pt x="54135" y="986"/>
                    <a:pt x="54222" y="464"/>
                    <a:pt x="54338" y="0"/>
                  </a:cubicBezTo>
                  <a:cubicBezTo>
                    <a:pt x="54628" y="464"/>
                    <a:pt x="54947" y="928"/>
                    <a:pt x="55266" y="1363"/>
                  </a:cubicBezTo>
                  <a:cubicBezTo>
                    <a:pt x="63882" y="13460"/>
                    <a:pt x="81083" y="16215"/>
                    <a:pt x="96167" y="16070"/>
                  </a:cubicBezTo>
                  <a:cubicBezTo>
                    <a:pt x="111803" y="15896"/>
                    <a:pt x="128656" y="14214"/>
                    <a:pt x="141971" y="22481"/>
                  </a:cubicBezTo>
                  <a:cubicBezTo>
                    <a:pt x="152530" y="29095"/>
                    <a:pt x="158766" y="41104"/>
                    <a:pt x="161203" y="53345"/>
                  </a:cubicBezTo>
                  <a:cubicBezTo>
                    <a:pt x="163669" y="65529"/>
                    <a:pt x="162740" y="78147"/>
                    <a:pt x="161754" y="90592"/>
                  </a:cubicBezTo>
                  <a:lnTo>
                    <a:pt x="162740" y="91056"/>
                  </a:lnTo>
                  <a:cubicBezTo>
                    <a:pt x="153980" y="107851"/>
                    <a:pt x="124073" y="103529"/>
                    <a:pt x="110149" y="118149"/>
                  </a:cubicBezTo>
                  <a:cubicBezTo>
                    <a:pt x="101128" y="127693"/>
                    <a:pt x="101389" y="142777"/>
                    <a:pt x="104841" y="155424"/>
                  </a:cubicBezTo>
                  <a:cubicBezTo>
                    <a:pt x="108293" y="168071"/>
                    <a:pt x="114326" y="180284"/>
                    <a:pt x="114906" y="193395"/>
                  </a:cubicBezTo>
                  <a:cubicBezTo>
                    <a:pt x="111919" y="179907"/>
                    <a:pt x="108815" y="166070"/>
                    <a:pt x="101128" y="154583"/>
                  </a:cubicBezTo>
                  <a:cubicBezTo>
                    <a:pt x="93441" y="143096"/>
                    <a:pt x="80039" y="134393"/>
                    <a:pt x="66347" y="136250"/>
                  </a:cubicBezTo>
                  <a:cubicBezTo>
                    <a:pt x="51931" y="138309"/>
                    <a:pt x="37078" y="151044"/>
                    <a:pt x="24750" y="145706"/>
                  </a:cubicBezTo>
                  <a:lnTo>
                    <a:pt x="24924" y="145329"/>
                  </a:lnTo>
                  <a:cubicBezTo>
                    <a:pt x="16599" y="134393"/>
                    <a:pt x="8158" y="123254"/>
                    <a:pt x="3458" y="110375"/>
                  </a:cubicBezTo>
                  <a:cubicBezTo>
                    <a:pt x="-1241" y="97437"/>
                    <a:pt x="-1705" y="82266"/>
                    <a:pt x="5547" y="70634"/>
                  </a:cubicBezTo>
                  <a:cubicBezTo>
                    <a:pt x="10797" y="62222"/>
                    <a:pt x="19384" y="56565"/>
                    <a:pt x="26664" y="49865"/>
                  </a:cubicBezTo>
                  <a:cubicBezTo>
                    <a:pt x="40530" y="37159"/>
                    <a:pt x="50248" y="19899"/>
                    <a:pt x="54019" y="145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 name="Google Shape;627;p16"/>
            <p:cNvSpPr/>
            <p:nvPr/>
          </p:nvSpPr>
          <p:spPr>
            <a:xfrm>
              <a:off x="4263903" y="2360959"/>
              <a:ext cx="122083" cy="118624"/>
            </a:xfrm>
            <a:custGeom>
              <a:rect b="b" l="l" r="r" t="t"/>
              <a:pathLst>
                <a:path extrusionOk="0" h="118624" w="122083">
                  <a:moveTo>
                    <a:pt x="120633" y="54883"/>
                  </a:moveTo>
                  <a:cubicBezTo>
                    <a:pt x="115093" y="67269"/>
                    <a:pt x="109610" y="79540"/>
                    <a:pt x="104099" y="91926"/>
                  </a:cubicBezTo>
                  <a:cubicBezTo>
                    <a:pt x="99806" y="101527"/>
                    <a:pt x="94787" y="111883"/>
                    <a:pt x="85244" y="116351"/>
                  </a:cubicBezTo>
                  <a:cubicBezTo>
                    <a:pt x="63082" y="126677"/>
                    <a:pt x="35902" y="97785"/>
                    <a:pt x="14552" y="109708"/>
                  </a:cubicBezTo>
                  <a:lnTo>
                    <a:pt x="14494" y="109708"/>
                  </a:lnTo>
                  <a:cubicBezTo>
                    <a:pt x="21252" y="88822"/>
                    <a:pt x="-5000" y="68110"/>
                    <a:pt x="860" y="46964"/>
                  </a:cubicBezTo>
                  <a:cubicBezTo>
                    <a:pt x="3413" y="37884"/>
                    <a:pt x="11274" y="31474"/>
                    <a:pt x="19019" y="26107"/>
                  </a:cubicBezTo>
                  <a:cubicBezTo>
                    <a:pt x="33204" y="16244"/>
                    <a:pt x="48288" y="7687"/>
                    <a:pt x="64039" y="609"/>
                  </a:cubicBezTo>
                  <a:lnTo>
                    <a:pt x="65402" y="0"/>
                  </a:lnTo>
                  <a:cubicBezTo>
                    <a:pt x="66157" y="1683"/>
                    <a:pt x="66940" y="3307"/>
                    <a:pt x="67781" y="4931"/>
                  </a:cubicBezTo>
                  <a:cubicBezTo>
                    <a:pt x="79036" y="26629"/>
                    <a:pt x="99139" y="42990"/>
                    <a:pt x="122084" y="51373"/>
                  </a:cubicBezTo>
                  <a:lnTo>
                    <a:pt x="121475" y="52997"/>
                  </a:lnTo>
                  <a:cubicBezTo>
                    <a:pt x="121184" y="53607"/>
                    <a:pt x="120923" y="54245"/>
                    <a:pt x="120633" y="5485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8" name="Google Shape;628;p16"/>
            <p:cNvSpPr/>
            <p:nvPr/>
          </p:nvSpPr>
          <p:spPr>
            <a:xfrm>
              <a:off x="4265932" y="2166937"/>
              <a:ext cx="111526" cy="111611"/>
            </a:xfrm>
            <a:custGeom>
              <a:rect b="b" l="l" r="r" t="t"/>
              <a:pathLst>
                <a:path extrusionOk="0" h="111611" w="111526">
                  <a:moveTo>
                    <a:pt x="78197" y="79587"/>
                  </a:moveTo>
                  <a:cubicBezTo>
                    <a:pt x="71206" y="89363"/>
                    <a:pt x="65578" y="100211"/>
                    <a:pt x="61662" y="111612"/>
                  </a:cubicBezTo>
                  <a:cubicBezTo>
                    <a:pt x="57253" y="109552"/>
                    <a:pt x="52670" y="107899"/>
                    <a:pt x="48116" y="106303"/>
                  </a:cubicBezTo>
                  <a:cubicBezTo>
                    <a:pt x="48058" y="106245"/>
                    <a:pt x="48029" y="106245"/>
                    <a:pt x="47971" y="106245"/>
                  </a:cubicBezTo>
                  <a:cubicBezTo>
                    <a:pt x="42372" y="103837"/>
                    <a:pt x="36745" y="101720"/>
                    <a:pt x="30943" y="100298"/>
                  </a:cubicBezTo>
                  <a:cubicBezTo>
                    <a:pt x="28855" y="99457"/>
                    <a:pt x="26766" y="98529"/>
                    <a:pt x="24706" y="97543"/>
                  </a:cubicBezTo>
                  <a:cubicBezTo>
                    <a:pt x="12755" y="91712"/>
                    <a:pt x="1616" y="81530"/>
                    <a:pt x="166" y="68361"/>
                  </a:cubicBezTo>
                  <a:cubicBezTo>
                    <a:pt x="-2068" y="48055"/>
                    <a:pt x="19021" y="30651"/>
                    <a:pt x="18180" y="10635"/>
                  </a:cubicBezTo>
                  <a:cubicBezTo>
                    <a:pt x="18180" y="9794"/>
                    <a:pt x="18092" y="9011"/>
                    <a:pt x="18005" y="8170"/>
                  </a:cubicBezTo>
                  <a:cubicBezTo>
                    <a:pt x="18876" y="8779"/>
                    <a:pt x="19833" y="9301"/>
                    <a:pt x="20761" y="9707"/>
                  </a:cubicBezTo>
                  <a:cubicBezTo>
                    <a:pt x="33090" y="15073"/>
                    <a:pt x="47942" y="2310"/>
                    <a:pt x="62358" y="250"/>
                  </a:cubicBezTo>
                  <a:cubicBezTo>
                    <a:pt x="76050" y="-1606"/>
                    <a:pt x="89452" y="7096"/>
                    <a:pt x="97139" y="18583"/>
                  </a:cubicBezTo>
                  <a:cubicBezTo>
                    <a:pt x="104826" y="30070"/>
                    <a:pt x="107930" y="43907"/>
                    <a:pt x="110918" y="57396"/>
                  </a:cubicBezTo>
                  <a:lnTo>
                    <a:pt x="111527" y="58788"/>
                  </a:lnTo>
                  <a:cubicBezTo>
                    <a:pt x="99343" y="63633"/>
                    <a:pt x="88117" y="70710"/>
                    <a:pt x="78719" y="79877"/>
                  </a:cubicBezTo>
                  <a:lnTo>
                    <a:pt x="78197" y="7955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9" name="Google Shape;629;p16"/>
            <p:cNvSpPr/>
            <p:nvPr/>
          </p:nvSpPr>
          <p:spPr>
            <a:xfrm>
              <a:off x="4217973" y="2265146"/>
              <a:ext cx="111332" cy="116566"/>
            </a:xfrm>
            <a:custGeom>
              <a:rect b="b" l="l" r="r" t="t"/>
              <a:pathLst>
                <a:path extrusionOk="0" h="116566" w="111332">
                  <a:moveTo>
                    <a:pt x="1016" y="56275"/>
                  </a:moveTo>
                  <a:cubicBezTo>
                    <a:pt x="696" y="56101"/>
                    <a:pt x="319" y="55898"/>
                    <a:pt x="0" y="55753"/>
                  </a:cubicBezTo>
                  <a:cubicBezTo>
                    <a:pt x="9225" y="55115"/>
                    <a:pt x="16012" y="46877"/>
                    <a:pt x="19871" y="38493"/>
                  </a:cubicBezTo>
                  <a:cubicBezTo>
                    <a:pt x="23700" y="30168"/>
                    <a:pt x="25875" y="20857"/>
                    <a:pt x="31590" y="13634"/>
                  </a:cubicBezTo>
                  <a:cubicBezTo>
                    <a:pt x="40147" y="2756"/>
                    <a:pt x="55289" y="-1160"/>
                    <a:pt x="69010" y="290"/>
                  </a:cubicBezTo>
                  <a:cubicBezTo>
                    <a:pt x="72375" y="609"/>
                    <a:pt x="75653" y="1276"/>
                    <a:pt x="78931" y="2118"/>
                  </a:cubicBezTo>
                  <a:cubicBezTo>
                    <a:pt x="84529" y="4293"/>
                    <a:pt x="90243" y="6121"/>
                    <a:pt x="95958" y="8064"/>
                  </a:cubicBezTo>
                  <a:cubicBezTo>
                    <a:pt x="96016" y="8064"/>
                    <a:pt x="96045" y="8064"/>
                    <a:pt x="96103" y="8122"/>
                  </a:cubicBezTo>
                  <a:cubicBezTo>
                    <a:pt x="100657" y="9718"/>
                    <a:pt x="105212" y="11371"/>
                    <a:pt x="109650" y="13431"/>
                  </a:cubicBezTo>
                  <a:cubicBezTo>
                    <a:pt x="100193" y="40292"/>
                    <a:pt x="99816" y="70199"/>
                    <a:pt x="111332" y="95871"/>
                  </a:cubicBezTo>
                  <a:lnTo>
                    <a:pt x="109969" y="96480"/>
                  </a:lnTo>
                  <a:cubicBezTo>
                    <a:pt x="96741" y="100164"/>
                    <a:pt x="85109" y="108025"/>
                    <a:pt x="72259" y="112812"/>
                  </a:cubicBezTo>
                  <a:cubicBezTo>
                    <a:pt x="59466" y="117598"/>
                    <a:pt x="43715" y="118874"/>
                    <a:pt x="33127" y="110201"/>
                  </a:cubicBezTo>
                  <a:cubicBezTo>
                    <a:pt x="17956" y="97815"/>
                    <a:pt x="19290" y="70924"/>
                    <a:pt x="5309" y="59147"/>
                  </a:cubicBezTo>
                  <a:cubicBezTo>
                    <a:pt x="4061" y="58074"/>
                    <a:pt x="2611" y="57088"/>
                    <a:pt x="1016" y="563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0" name="Google Shape;630;p16"/>
            <p:cNvSpPr/>
            <p:nvPr/>
          </p:nvSpPr>
          <p:spPr>
            <a:xfrm>
              <a:off x="4130311" y="2323393"/>
              <a:ext cx="197601" cy="169522"/>
            </a:xfrm>
            <a:custGeom>
              <a:rect b="b" l="l" r="r" t="t"/>
              <a:pathLst>
                <a:path extrusionOk="0" h="169522" w="197601">
                  <a:moveTo>
                    <a:pt x="141588" y="151712"/>
                  </a:moveTo>
                  <a:cubicBezTo>
                    <a:pt x="131492" y="157659"/>
                    <a:pt x="121108" y="163431"/>
                    <a:pt x="109882" y="166738"/>
                  </a:cubicBezTo>
                  <a:cubicBezTo>
                    <a:pt x="97408" y="170451"/>
                    <a:pt x="83485" y="170915"/>
                    <a:pt x="71765" y="165259"/>
                  </a:cubicBezTo>
                  <a:cubicBezTo>
                    <a:pt x="57581" y="158384"/>
                    <a:pt x="48907" y="143996"/>
                    <a:pt x="39190" y="131523"/>
                  </a:cubicBezTo>
                  <a:cubicBezTo>
                    <a:pt x="29472" y="119107"/>
                    <a:pt x="15693" y="107127"/>
                    <a:pt x="0" y="108810"/>
                  </a:cubicBezTo>
                  <a:cubicBezTo>
                    <a:pt x="9950" y="95118"/>
                    <a:pt x="15635" y="78322"/>
                    <a:pt x="16099" y="61382"/>
                  </a:cubicBezTo>
                  <a:cubicBezTo>
                    <a:pt x="16390" y="50040"/>
                    <a:pt x="14417" y="38205"/>
                    <a:pt x="18333" y="27559"/>
                  </a:cubicBezTo>
                  <a:cubicBezTo>
                    <a:pt x="23206" y="14244"/>
                    <a:pt x="36492" y="5455"/>
                    <a:pt x="50270" y="2148"/>
                  </a:cubicBezTo>
                  <a:cubicBezTo>
                    <a:pt x="63991" y="-1217"/>
                    <a:pt x="78437" y="59"/>
                    <a:pt x="92535" y="1364"/>
                  </a:cubicBezTo>
                  <a:lnTo>
                    <a:pt x="92941" y="900"/>
                  </a:lnTo>
                  <a:cubicBezTo>
                    <a:pt x="106952" y="12678"/>
                    <a:pt x="105589" y="39568"/>
                    <a:pt x="120760" y="51954"/>
                  </a:cubicBezTo>
                  <a:cubicBezTo>
                    <a:pt x="131377" y="60599"/>
                    <a:pt x="147099" y="59351"/>
                    <a:pt x="159891" y="54565"/>
                  </a:cubicBezTo>
                  <a:cubicBezTo>
                    <a:pt x="172742" y="49779"/>
                    <a:pt x="184374" y="41918"/>
                    <a:pt x="197601" y="38234"/>
                  </a:cubicBezTo>
                  <a:cubicBezTo>
                    <a:pt x="181879" y="45311"/>
                    <a:pt x="166795" y="53869"/>
                    <a:pt x="152581" y="63731"/>
                  </a:cubicBezTo>
                  <a:cubicBezTo>
                    <a:pt x="144865" y="69098"/>
                    <a:pt x="137004" y="75509"/>
                    <a:pt x="134422" y="84588"/>
                  </a:cubicBezTo>
                  <a:cubicBezTo>
                    <a:pt x="128563" y="105706"/>
                    <a:pt x="154815" y="126417"/>
                    <a:pt x="148056" y="147332"/>
                  </a:cubicBezTo>
                  <a:lnTo>
                    <a:pt x="148114" y="147332"/>
                  </a:lnTo>
                  <a:lnTo>
                    <a:pt x="148636" y="148318"/>
                  </a:lnTo>
                  <a:cubicBezTo>
                    <a:pt x="146171" y="149305"/>
                    <a:pt x="143850" y="150494"/>
                    <a:pt x="141645" y="151915"/>
                  </a:cubicBezTo>
                  <a:lnTo>
                    <a:pt x="141558" y="151770"/>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1" name="Google Shape;631;p16"/>
            <p:cNvSpPr/>
            <p:nvPr/>
          </p:nvSpPr>
          <p:spPr>
            <a:xfrm>
              <a:off x="4117720" y="1995683"/>
              <a:ext cx="198357" cy="186255"/>
            </a:xfrm>
            <a:custGeom>
              <a:rect b="b" l="l" r="r" t="t"/>
              <a:pathLst>
                <a:path extrusionOk="0" h="186255" w="198357">
                  <a:moveTo>
                    <a:pt x="198299" y="36763"/>
                  </a:moveTo>
                  <a:cubicBezTo>
                    <a:pt x="194528" y="55183"/>
                    <a:pt x="184811" y="72471"/>
                    <a:pt x="170945" y="85177"/>
                  </a:cubicBezTo>
                  <a:cubicBezTo>
                    <a:pt x="163635" y="91878"/>
                    <a:pt x="155078" y="97505"/>
                    <a:pt x="149827" y="105946"/>
                  </a:cubicBezTo>
                  <a:cubicBezTo>
                    <a:pt x="142575" y="117579"/>
                    <a:pt x="143039" y="132750"/>
                    <a:pt x="147739" y="145687"/>
                  </a:cubicBezTo>
                  <a:cubicBezTo>
                    <a:pt x="152438" y="158567"/>
                    <a:pt x="160850" y="169706"/>
                    <a:pt x="169204" y="180642"/>
                  </a:cubicBezTo>
                  <a:lnTo>
                    <a:pt x="169031" y="181019"/>
                  </a:lnTo>
                  <a:cubicBezTo>
                    <a:pt x="168102" y="180613"/>
                    <a:pt x="167174" y="180090"/>
                    <a:pt x="166275" y="179481"/>
                  </a:cubicBezTo>
                  <a:cubicBezTo>
                    <a:pt x="166362" y="180323"/>
                    <a:pt x="166449" y="181106"/>
                    <a:pt x="166449" y="181947"/>
                  </a:cubicBezTo>
                  <a:lnTo>
                    <a:pt x="165985" y="181947"/>
                  </a:lnTo>
                  <a:cubicBezTo>
                    <a:pt x="157050" y="167153"/>
                    <a:pt x="141502" y="156536"/>
                    <a:pt x="124475" y="153606"/>
                  </a:cubicBezTo>
                  <a:cubicBezTo>
                    <a:pt x="107476" y="150618"/>
                    <a:pt x="89288" y="155376"/>
                    <a:pt x="75886" y="166225"/>
                  </a:cubicBezTo>
                  <a:cubicBezTo>
                    <a:pt x="69185" y="171678"/>
                    <a:pt x="63587" y="178553"/>
                    <a:pt x="55929" y="182411"/>
                  </a:cubicBezTo>
                  <a:cubicBezTo>
                    <a:pt x="47371" y="186704"/>
                    <a:pt x="37451" y="186646"/>
                    <a:pt x="27762" y="185805"/>
                  </a:cubicBezTo>
                  <a:cubicBezTo>
                    <a:pt x="8530" y="181193"/>
                    <a:pt x="-1594" y="158480"/>
                    <a:pt x="205" y="138754"/>
                  </a:cubicBezTo>
                  <a:cubicBezTo>
                    <a:pt x="2061" y="118971"/>
                    <a:pt x="12620" y="101247"/>
                    <a:pt x="21671" y="83494"/>
                  </a:cubicBezTo>
                  <a:cubicBezTo>
                    <a:pt x="30692" y="65770"/>
                    <a:pt x="38553" y="45900"/>
                    <a:pt x="34521" y="26436"/>
                  </a:cubicBezTo>
                  <a:cubicBezTo>
                    <a:pt x="44471" y="37430"/>
                    <a:pt x="62572" y="35921"/>
                    <a:pt x="75857" y="29221"/>
                  </a:cubicBezTo>
                  <a:cubicBezTo>
                    <a:pt x="89085" y="22462"/>
                    <a:pt x="99963" y="11671"/>
                    <a:pt x="113422" y="5405"/>
                  </a:cubicBezTo>
                  <a:cubicBezTo>
                    <a:pt x="143823" y="-8896"/>
                    <a:pt x="184346" y="6420"/>
                    <a:pt x="198358" y="367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2" name="Google Shape;632;p16"/>
            <p:cNvSpPr/>
            <p:nvPr/>
          </p:nvSpPr>
          <p:spPr>
            <a:xfrm>
              <a:off x="4139536" y="2148395"/>
              <a:ext cx="157367" cy="173027"/>
            </a:xfrm>
            <a:custGeom>
              <a:rect b="b" l="l" r="r" t="t"/>
              <a:pathLst>
                <a:path extrusionOk="0" h="173027" w="157367">
                  <a:moveTo>
                    <a:pt x="5917" y="33064"/>
                  </a:moveTo>
                  <a:cubicBezTo>
                    <a:pt x="15606" y="33906"/>
                    <a:pt x="25498" y="33935"/>
                    <a:pt x="34084" y="29670"/>
                  </a:cubicBezTo>
                  <a:cubicBezTo>
                    <a:pt x="41771" y="25812"/>
                    <a:pt x="47341" y="18909"/>
                    <a:pt x="54042" y="13484"/>
                  </a:cubicBezTo>
                  <a:cubicBezTo>
                    <a:pt x="67443" y="2635"/>
                    <a:pt x="85631" y="-2093"/>
                    <a:pt x="102630" y="866"/>
                  </a:cubicBezTo>
                  <a:cubicBezTo>
                    <a:pt x="119657" y="3795"/>
                    <a:pt x="135206" y="14412"/>
                    <a:pt x="144140" y="29206"/>
                  </a:cubicBezTo>
                  <a:lnTo>
                    <a:pt x="144604" y="29206"/>
                  </a:lnTo>
                  <a:cubicBezTo>
                    <a:pt x="145445" y="49222"/>
                    <a:pt x="124357" y="66626"/>
                    <a:pt x="126590" y="86932"/>
                  </a:cubicBezTo>
                  <a:cubicBezTo>
                    <a:pt x="128041" y="100102"/>
                    <a:pt x="139151" y="110283"/>
                    <a:pt x="151131" y="116114"/>
                  </a:cubicBezTo>
                  <a:cubicBezTo>
                    <a:pt x="153190" y="117100"/>
                    <a:pt x="155279" y="118028"/>
                    <a:pt x="157368" y="118870"/>
                  </a:cubicBezTo>
                  <a:cubicBezTo>
                    <a:pt x="154119" y="118028"/>
                    <a:pt x="150812" y="117390"/>
                    <a:pt x="147447" y="117042"/>
                  </a:cubicBezTo>
                  <a:cubicBezTo>
                    <a:pt x="133726" y="115592"/>
                    <a:pt x="118584" y="119508"/>
                    <a:pt x="110027" y="130386"/>
                  </a:cubicBezTo>
                  <a:cubicBezTo>
                    <a:pt x="104312" y="137609"/>
                    <a:pt x="102107" y="146920"/>
                    <a:pt x="98308" y="155245"/>
                  </a:cubicBezTo>
                  <a:cubicBezTo>
                    <a:pt x="94449" y="163629"/>
                    <a:pt x="87662" y="171867"/>
                    <a:pt x="78437" y="172505"/>
                  </a:cubicBezTo>
                  <a:cubicBezTo>
                    <a:pt x="78756" y="172650"/>
                    <a:pt x="79133" y="172824"/>
                    <a:pt x="79453" y="173027"/>
                  </a:cubicBezTo>
                  <a:cubicBezTo>
                    <a:pt x="63962" y="170939"/>
                    <a:pt x="48501" y="166239"/>
                    <a:pt x="35621" y="157334"/>
                  </a:cubicBezTo>
                  <a:cubicBezTo>
                    <a:pt x="22539" y="148255"/>
                    <a:pt x="12299" y="134476"/>
                    <a:pt x="9689" y="118841"/>
                  </a:cubicBezTo>
                  <a:cubicBezTo>
                    <a:pt x="7165" y="103902"/>
                    <a:pt x="11545" y="88817"/>
                    <a:pt x="13083" y="73791"/>
                  </a:cubicBezTo>
                  <a:cubicBezTo>
                    <a:pt x="14446" y="60100"/>
                    <a:pt x="12560" y="44697"/>
                    <a:pt x="3162" y="35240"/>
                  </a:cubicBezTo>
                  <a:cubicBezTo>
                    <a:pt x="3162" y="35182"/>
                    <a:pt x="3104" y="35182"/>
                    <a:pt x="3104" y="35182"/>
                  </a:cubicBezTo>
                  <a:cubicBezTo>
                    <a:pt x="2118" y="34167"/>
                    <a:pt x="1102" y="33267"/>
                    <a:pt x="0" y="32426"/>
                  </a:cubicBezTo>
                  <a:cubicBezTo>
                    <a:pt x="1943" y="32658"/>
                    <a:pt x="3916" y="32832"/>
                    <a:pt x="5917" y="3303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3" name="Google Shape;633;p16"/>
            <p:cNvSpPr/>
            <p:nvPr/>
          </p:nvSpPr>
          <p:spPr>
            <a:xfrm>
              <a:off x="4097792" y="2432044"/>
              <a:ext cx="179849" cy="217464"/>
            </a:xfrm>
            <a:custGeom>
              <a:rect b="b" l="l" r="r" t="t"/>
              <a:pathLst>
                <a:path extrusionOk="0" h="217464" w="179849">
                  <a:moveTo>
                    <a:pt x="26108" y="7933"/>
                  </a:moveTo>
                  <a:lnTo>
                    <a:pt x="25470" y="7237"/>
                  </a:lnTo>
                  <a:cubicBezTo>
                    <a:pt x="27936" y="5322"/>
                    <a:pt x="30256" y="3146"/>
                    <a:pt x="32258" y="710"/>
                  </a:cubicBezTo>
                  <a:lnTo>
                    <a:pt x="32548" y="159"/>
                  </a:lnTo>
                  <a:cubicBezTo>
                    <a:pt x="48241" y="-1524"/>
                    <a:pt x="62020" y="10456"/>
                    <a:pt x="71738" y="22872"/>
                  </a:cubicBezTo>
                  <a:cubicBezTo>
                    <a:pt x="81455" y="35345"/>
                    <a:pt x="90128" y="49733"/>
                    <a:pt x="104313" y="56608"/>
                  </a:cubicBezTo>
                  <a:cubicBezTo>
                    <a:pt x="116033" y="62293"/>
                    <a:pt x="129956" y="61829"/>
                    <a:pt x="142430" y="58087"/>
                  </a:cubicBezTo>
                  <a:cubicBezTo>
                    <a:pt x="153656" y="54780"/>
                    <a:pt x="164011" y="49008"/>
                    <a:pt x="174135" y="43061"/>
                  </a:cubicBezTo>
                  <a:lnTo>
                    <a:pt x="174222" y="43206"/>
                  </a:lnTo>
                  <a:cubicBezTo>
                    <a:pt x="168450" y="46803"/>
                    <a:pt x="163518" y="51619"/>
                    <a:pt x="159660" y="57217"/>
                  </a:cubicBezTo>
                  <a:cubicBezTo>
                    <a:pt x="148550" y="72997"/>
                    <a:pt x="145562" y="94811"/>
                    <a:pt x="154584" y="112100"/>
                  </a:cubicBezTo>
                  <a:cubicBezTo>
                    <a:pt x="159341" y="121121"/>
                    <a:pt x="166593" y="128576"/>
                    <a:pt x="172076" y="137192"/>
                  </a:cubicBezTo>
                  <a:cubicBezTo>
                    <a:pt x="177558" y="145749"/>
                    <a:pt x="181300" y="156540"/>
                    <a:pt x="177761" y="166142"/>
                  </a:cubicBezTo>
                  <a:cubicBezTo>
                    <a:pt x="178458" y="165503"/>
                    <a:pt x="179125" y="164836"/>
                    <a:pt x="179850" y="164227"/>
                  </a:cubicBezTo>
                  <a:cubicBezTo>
                    <a:pt x="179096" y="165851"/>
                    <a:pt x="178487" y="167592"/>
                    <a:pt x="177935" y="169303"/>
                  </a:cubicBezTo>
                  <a:cubicBezTo>
                    <a:pt x="177935" y="169303"/>
                    <a:pt x="177877" y="169361"/>
                    <a:pt x="177877" y="169390"/>
                  </a:cubicBezTo>
                  <a:cubicBezTo>
                    <a:pt x="164853" y="194018"/>
                    <a:pt x="142865" y="216963"/>
                    <a:pt x="115220" y="217456"/>
                  </a:cubicBezTo>
                  <a:cubicBezTo>
                    <a:pt x="75944" y="218153"/>
                    <a:pt x="48908" y="174728"/>
                    <a:pt x="10270" y="167795"/>
                  </a:cubicBezTo>
                  <a:cubicBezTo>
                    <a:pt x="17493" y="152450"/>
                    <a:pt x="19146" y="134610"/>
                    <a:pt x="14911" y="118192"/>
                  </a:cubicBezTo>
                  <a:cubicBezTo>
                    <a:pt x="11691" y="105660"/>
                    <a:pt x="5280" y="94173"/>
                    <a:pt x="2061" y="81700"/>
                  </a:cubicBezTo>
                  <a:cubicBezTo>
                    <a:pt x="-4640" y="55274"/>
                    <a:pt x="5426" y="25511"/>
                    <a:pt x="26079" y="79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4" name="Google Shape;634;p16"/>
            <p:cNvSpPr/>
            <p:nvPr/>
          </p:nvSpPr>
          <p:spPr>
            <a:xfrm>
              <a:off x="4021503" y="2180731"/>
              <a:ext cx="201778" cy="267547"/>
            </a:xfrm>
            <a:custGeom>
              <a:rect b="b" l="l" r="r" t="t"/>
              <a:pathLst>
                <a:path extrusionOk="0" h="267547" w="201778">
                  <a:moveTo>
                    <a:pt x="201779" y="143534"/>
                  </a:moveTo>
                  <a:lnTo>
                    <a:pt x="201373" y="143998"/>
                  </a:lnTo>
                  <a:cubicBezTo>
                    <a:pt x="187275" y="142692"/>
                    <a:pt x="172829" y="141445"/>
                    <a:pt x="159108" y="144781"/>
                  </a:cubicBezTo>
                  <a:cubicBezTo>
                    <a:pt x="145329" y="148088"/>
                    <a:pt x="132073" y="156877"/>
                    <a:pt x="127170" y="170192"/>
                  </a:cubicBezTo>
                  <a:cubicBezTo>
                    <a:pt x="123254" y="180838"/>
                    <a:pt x="125227" y="192673"/>
                    <a:pt x="124937" y="204015"/>
                  </a:cubicBezTo>
                  <a:cubicBezTo>
                    <a:pt x="124473" y="220956"/>
                    <a:pt x="118787" y="237751"/>
                    <a:pt x="108838" y="251443"/>
                  </a:cubicBezTo>
                  <a:lnTo>
                    <a:pt x="108548" y="251994"/>
                  </a:lnTo>
                  <a:cubicBezTo>
                    <a:pt x="106546" y="254402"/>
                    <a:pt x="104225" y="256606"/>
                    <a:pt x="101760" y="258521"/>
                  </a:cubicBezTo>
                  <a:cubicBezTo>
                    <a:pt x="93231" y="265048"/>
                    <a:pt x="82295" y="268384"/>
                    <a:pt x="71592" y="267368"/>
                  </a:cubicBezTo>
                  <a:cubicBezTo>
                    <a:pt x="57755" y="266063"/>
                    <a:pt x="44817" y="257593"/>
                    <a:pt x="38087" y="245438"/>
                  </a:cubicBezTo>
                  <a:cubicBezTo>
                    <a:pt x="28776" y="228498"/>
                    <a:pt x="31851" y="207873"/>
                    <a:pt x="30487" y="188612"/>
                  </a:cubicBezTo>
                  <a:cubicBezTo>
                    <a:pt x="29182" y="169351"/>
                    <a:pt x="19232" y="146957"/>
                    <a:pt x="0" y="145013"/>
                  </a:cubicBezTo>
                  <a:cubicBezTo>
                    <a:pt x="21553" y="136369"/>
                    <a:pt x="33562" y="113366"/>
                    <a:pt x="40350" y="91174"/>
                  </a:cubicBezTo>
                  <a:cubicBezTo>
                    <a:pt x="47109" y="68983"/>
                    <a:pt x="50735" y="45226"/>
                    <a:pt x="63527" y="25878"/>
                  </a:cubicBezTo>
                  <a:cubicBezTo>
                    <a:pt x="75943" y="7110"/>
                    <a:pt x="100889" y="-6089"/>
                    <a:pt x="121137" y="2875"/>
                  </a:cubicBezTo>
                  <a:cubicBezTo>
                    <a:pt x="121137" y="2875"/>
                    <a:pt x="121195" y="2875"/>
                    <a:pt x="121195" y="2933"/>
                  </a:cubicBezTo>
                  <a:cubicBezTo>
                    <a:pt x="130593" y="12389"/>
                    <a:pt x="132450" y="27792"/>
                    <a:pt x="131116" y="41484"/>
                  </a:cubicBezTo>
                  <a:cubicBezTo>
                    <a:pt x="129578" y="56510"/>
                    <a:pt x="125198" y="71594"/>
                    <a:pt x="127722" y="86533"/>
                  </a:cubicBezTo>
                  <a:cubicBezTo>
                    <a:pt x="130332" y="102168"/>
                    <a:pt x="140572" y="115947"/>
                    <a:pt x="153655" y="125027"/>
                  </a:cubicBezTo>
                  <a:cubicBezTo>
                    <a:pt x="166534" y="133903"/>
                    <a:pt x="181995" y="138631"/>
                    <a:pt x="197486" y="140720"/>
                  </a:cubicBezTo>
                  <a:cubicBezTo>
                    <a:pt x="199081" y="141503"/>
                    <a:pt x="200502" y="142489"/>
                    <a:pt x="201779" y="1435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5" name="Google Shape;635;p16"/>
            <p:cNvSpPr/>
            <p:nvPr/>
          </p:nvSpPr>
          <p:spPr>
            <a:xfrm>
              <a:off x="4507065" y="2264060"/>
              <a:ext cx="97118" cy="107661"/>
            </a:xfrm>
            <a:custGeom>
              <a:rect b="b" l="l" r="r" t="t"/>
              <a:pathLst>
                <a:path extrusionOk="0" h="107661" w="97118">
                  <a:moveTo>
                    <a:pt x="8819" y="99191"/>
                  </a:moveTo>
                  <a:cubicBezTo>
                    <a:pt x="6411" y="97944"/>
                    <a:pt x="6875" y="93766"/>
                    <a:pt x="9602" y="93244"/>
                  </a:cubicBezTo>
                  <a:cubicBezTo>
                    <a:pt x="20683" y="91069"/>
                    <a:pt x="32576" y="89937"/>
                    <a:pt x="43048" y="85412"/>
                  </a:cubicBezTo>
                  <a:cubicBezTo>
                    <a:pt x="34113" y="81380"/>
                    <a:pt x="24541" y="78769"/>
                    <a:pt x="15693" y="74447"/>
                  </a:cubicBezTo>
                  <a:cubicBezTo>
                    <a:pt x="13634" y="73461"/>
                    <a:pt x="13489" y="69777"/>
                    <a:pt x="15693" y="68820"/>
                  </a:cubicBezTo>
                  <a:cubicBezTo>
                    <a:pt x="26600" y="64149"/>
                    <a:pt x="39073" y="63511"/>
                    <a:pt x="49865" y="58667"/>
                  </a:cubicBezTo>
                  <a:cubicBezTo>
                    <a:pt x="41336" y="53010"/>
                    <a:pt x="30110" y="51821"/>
                    <a:pt x="21205" y="46948"/>
                  </a:cubicBezTo>
                  <a:cubicBezTo>
                    <a:pt x="18739" y="45584"/>
                    <a:pt x="19319" y="41726"/>
                    <a:pt x="21988" y="41001"/>
                  </a:cubicBezTo>
                  <a:cubicBezTo>
                    <a:pt x="30226" y="38767"/>
                    <a:pt x="38725" y="38216"/>
                    <a:pt x="47196" y="37491"/>
                  </a:cubicBezTo>
                  <a:cubicBezTo>
                    <a:pt x="38290" y="30442"/>
                    <a:pt x="25933" y="28035"/>
                    <a:pt x="15722" y="23596"/>
                  </a:cubicBezTo>
                  <a:cubicBezTo>
                    <a:pt x="12822" y="22349"/>
                    <a:pt x="14301" y="18578"/>
                    <a:pt x="16506" y="17650"/>
                  </a:cubicBezTo>
                  <a:cubicBezTo>
                    <a:pt x="26397" y="13531"/>
                    <a:pt x="36347" y="9412"/>
                    <a:pt x="46703" y="6569"/>
                  </a:cubicBezTo>
                  <a:cubicBezTo>
                    <a:pt x="63904" y="1870"/>
                    <a:pt x="83398" y="622"/>
                    <a:pt x="95639" y="15880"/>
                  </a:cubicBezTo>
                  <a:cubicBezTo>
                    <a:pt x="96161" y="16519"/>
                    <a:pt x="96625" y="17186"/>
                    <a:pt x="97118" y="17882"/>
                  </a:cubicBezTo>
                  <a:cubicBezTo>
                    <a:pt x="96074" y="14749"/>
                    <a:pt x="94740" y="11790"/>
                    <a:pt x="92593" y="9208"/>
                  </a:cubicBezTo>
                  <a:cubicBezTo>
                    <a:pt x="85660" y="883"/>
                    <a:pt x="73477" y="-422"/>
                    <a:pt x="62628" y="100"/>
                  </a:cubicBezTo>
                  <a:cubicBezTo>
                    <a:pt x="52620" y="622"/>
                    <a:pt x="42758" y="2102"/>
                    <a:pt x="33127" y="4625"/>
                  </a:cubicBezTo>
                  <a:cubicBezTo>
                    <a:pt x="25353" y="7265"/>
                    <a:pt x="17434" y="9557"/>
                    <a:pt x="9892" y="12776"/>
                  </a:cubicBezTo>
                  <a:cubicBezTo>
                    <a:pt x="9718" y="12864"/>
                    <a:pt x="9573" y="12951"/>
                    <a:pt x="9369" y="13009"/>
                  </a:cubicBezTo>
                  <a:cubicBezTo>
                    <a:pt x="7658" y="13792"/>
                    <a:pt x="5918" y="14633"/>
                    <a:pt x="4264" y="15474"/>
                  </a:cubicBezTo>
                  <a:lnTo>
                    <a:pt x="2814" y="16083"/>
                  </a:lnTo>
                  <a:cubicBezTo>
                    <a:pt x="9659" y="32096"/>
                    <a:pt x="12532" y="49791"/>
                    <a:pt x="10414" y="67079"/>
                  </a:cubicBezTo>
                  <a:cubicBezTo>
                    <a:pt x="8963" y="78537"/>
                    <a:pt x="5337" y="89647"/>
                    <a:pt x="0" y="99858"/>
                  </a:cubicBezTo>
                  <a:lnTo>
                    <a:pt x="1160" y="100467"/>
                  </a:lnTo>
                  <a:cubicBezTo>
                    <a:pt x="7687" y="102382"/>
                    <a:pt x="14272" y="104151"/>
                    <a:pt x="20944" y="105631"/>
                  </a:cubicBezTo>
                  <a:cubicBezTo>
                    <a:pt x="24077" y="106356"/>
                    <a:pt x="27209" y="107023"/>
                    <a:pt x="30371" y="107661"/>
                  </a:cubicBezTo>
                  <a:cubicBezTo>
                    <a:pt x="22800" y="105573"/>
                    <a:pt x="15519" y="102730"/>
                    <a:pt x="8906" y="9924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6" name="Google Shape;636;p16"/>
            <p:cNvSpPr/>
            <p:nvPr/>
          </p:nvSpPr>
          <p:spPr>
            <a:xfrm>
              <a:off x="4465294" y="2165125"/>
              <a:ext cx="113823" cy="115047"/>
            </a:xfrm>
            <a:custGeom>
              <a:rect b="b" l="l" r="r" t="t"/>
              <a:pathLst>
                <a:path extrusionOk="0" h="115047" w="113823">
                  <a:moveTo>
                    <a:pt x="113798" y="63269"/>
                  </a:moveTo>
                  <a:cubicBezTo>
                    <a:pt x="113334" y="55930"/>
                    <a:pt x="109795" y="49316"/>
                    <a:pt x="106401" y="42673"/>
                  </a:cubicBezTo>
                  <a:cubicBezTo>
                    <a:pt x="106923" y="44327"/>
                    <a:pt x="107445" y="46009"/>
                    <a:pt x="107880" y="47721"/>
                  </a:cubicBezTo>
                  <a:cubicBezTo>
                    <a:pt x="110404" y="57467"/>
                    <a:pt x="109244" y="68548"/>
                    <a:pt x="104167" y="77338"/>
                  </a:cubicBezTo>
                  <a:cubicBezTo>
                    <a:pt x="94682" y="93727"/>
                    <a:pt x="74173" y="98020"/>
                    <a:pt x="57232" y="102255"/>
                  </a:cubicBezTo>
                  <a:cubicBezTo>
                    <a:pt x="54709" y="102894"/>
                    <a:pt x="51779" y="99877"/>
                    <a:pt x="53549" y="97469"/>
                  </a:cubicBezTo>
                  <a:cubicBezTo>
                    <a:pt x="56304" y="93727"/>
                    <a:pt x="58770" y="89782"/>
                    <a:pt x="61091" y="85750"/>
                  </a:cubicBezTo>
                  <a:cubicBezTo>
                    <a:pt x="54535" y="87113"/>
                    <a:pt x="47950" y="88506"/>
                    <a:pt x="41220" y="88622"/>
                  </a:cubicBezTo>
                  <a:cubicBezTo>
                    <a:pt x="38639" y="88680"/>
                    <a:pt x="37333" y="85866"/>
                    <a:pt x="38406" y="83719"/>
                  </a:cubicBezTo>
                  <a:cubicBezTo>
                    <a:pt x="41365" y="77918"/>
                    <a:pt x="44759" y="72377"/>
                    <a:pt x="48182" y="66837"/>
                  </a:cubicBezTo>
                  <a:cubicBezTo>
                    <a:pt x="41598" y="68664"/>
                    <a:pt x="35274" y="71362"/>
                    <a:pt x="29124" y="74437"/>
                  </a:cubicBezTo>
                  <a:cubicBezTo>
                    <a:pt x="26455" y="75742"/>
                    <a:pt x="23845" y="73596"/>
                    <a:pt x="24338" y="70753"/>
                  </a:cubicBezTo>
                  <a:cubicBezTo>
                    <a:pt x="25295" y="65270"/>
                    <a:pt x="26774" y="59904"/>
                    <a:pt x="28138" y="54538"/>
                  </a:cubicBezTo>
                  <a:cubicBezTo>
                    <a:pt x="23206" y="57641"/>
                    <a:pt x="18826" y="61557"/>
                    <a:pt x="14649" y="65677"/>
                  </a:cubicBezTo>
                  <a:cubicBezTo>
                    <a:pt x="12213" y="68084"/>
                    <a:pt x="8587" y="65590"/>
                    <a:pt x="9196" y="62515"/>
                  </a:cubicBezTo>
                  <a:cubicBezTo>
                    <a:pt x="12967" y="43776"/>
                    <a:pt x="18855" y="19699"/>
                    <a:pt x="38349" y="11374"/>
                  </a:cubicBezTo>
                  <a:cubicBezTo>
                    <a:pt x="48704" y="6965"/>
                    <a:pt x="59756" y="8212"/>
                    <a:pt x="69851" y="12505"/>
                  </a:cubicBezTo>
                  <a:cubicBezTo>
                    <a:pt x="74695" y="14565"/>
                    <a:pt x="79714" y="17175"/>
                    <a:pt x="84993" y="17785"/>
                  </a:cubicBezTo>
                  <a:cubicBezTo>
                    <a:pt x="90070" y="18365"/>
                    <a:pt x="94102" y="16160"/>
                    <a:pt x="97409" y="12824"/>
                  </a:cubicBezTo>
                  <a:cubicBezTo>
                    <a:pt x="90476" y="14304"/>
                    <a:pt x="82557" y="12331"/>
                    <a:pt x="75798" y="9401"/>
                  </a:cubicBezTo>
                  <a:cubicBezTo>
                    <a:pt x="66544" y="5398"/>
                    <a:pt x="57378" y="-142"/>
                    <a:pt x="47312" y="3"/>
                  </a:cubicBezTo>
                  <a:cubicBezTo>
                    <a:pt x="35099" y="206"/>
                    <a:pt x="25208" y="8763"/>
                    <a:pt x="18333" y="19293"/>
                  </a:cubicBezTo>
                  <a:cubicBezTo>
                    <a:pt x="16621" y="25791"/>
                    <a:pt x="13431" y="31969"/>
                    <a:pt x="9283" y="37394"/>
                  </a:cubicBezTo>
                  <a:cubicBezTo>
                    <a:pt x="5947" y="45545"/>
                    <a:pt x="2640" y="53667"/>
                    <a:pt x="1479" y="62341"/>
                  </a:cubicBezTo>
                  <a:lnTo>
                    <a:pt x="0" y="65038"/>
                  </a:lnTo>
                  <a:cubicBezTo>
                    <a:pt x="4148" y="67272"/>
                    <a:pt x="8093" y="69883"/>
                    <a:pt x="11835" y="72725"/>
                  </a:cubicBezTo>
                  <a:cubicBezTo>
                    <a:pt x="16216" y="76090"/>
                    <a:pt x="20305" y="79745"/>
                    <a:pt x="24077" y="83748"/>
                  </a:cubicBezTo>
                  <a:cubicBezTo>
                    <a:pt x="29095" y="89115"/>
                    <a:pt x="33562" y="94975"/>
                    <a:pt x="37391" y="101211"/>
                  </a:cubicBezTo>
                  <a:cubicBezTo>
                    <a:pt x="40089" y="105620"/>
                    <a:pt x="42468" y="110233"/>
                    <a:pt x="44498" y="115048"/>
                  </a:cubicBezTo>
                  <a:lnTo>
                    <a:pt x="45949" y="114439"/>
                  </a:lnTo>
                  <a:cubicBezTo>
                    <a:pt x="47631" y="113569"/>
                    <a:pt x="49342" y="112727"/>
                    <a:pt x="51054" y="111973"/>
                  </a:cubicBezTo>
                  <a:cubicBezTo>
                    <a:pt x="51228" y="111915"/>
                    <a:pt x="51373" y="111828"/>
                    <a:pt x="51576" y="111741"/>
                  </a:cubicBezTo>
                  <a:cubicBezTo>
                    <a:pt x="59060" y="108376"/>
                    <a:pt x="66834" y="105649"/>
                    <a:pt x="74811" y="103590"/>
                  </a:cubicBezTo>
                  <a:cubicBezTo>
                    <a:pt x="79453" y="101965"/>
                    <a:pt x="84065" y="100283"/>
                    <a:pt x="88503" y="98107"/>
                  </a:cubicBezTo>
                  <a:cubicBezTo>
                    <a:pt x="102137" y="91407"/>
                    <a:pt x="114755" y="78527"/>
                    <a:pt x="113769" y="6332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7" name="Google Shape;637;p16"/>
            <p:cNvSpPr/>
            <p:nvPr/>
          </p:nvSpPr>
          <p:spPr>
            <a:xfrm>
              <a:off x="4459463" y="2363889"/>
              <a:ext cx="111825" cy="118322"/>
            </a:xfrm>
            <a:custGeom>
              <a:rect b="b" l="l" r="r" t="t"/>
              <a:pathLst>
                <a:path extrusionOk="0" h="118322" w="111825">
                  <a:moveTo>
                    <a:pt x="37710" y="103732"/>
                  </a:moveTo>
                  <a:cubicBezTo>
                    <a:pt x="25672" y="88039"/>
                    <a:pt x="19523" y="68284"/>
                    <a:pt x="13692" y="49661"/>
                  </a:cubicBezTo>
                  <a:cubicBezTo>
                    <a:pt x="12705" y="46529"/>
                    <a:pt x="16883" y="44237"/>
                    <a:pt x="19145" y="46500"/>
                  </a:cubicBezTo>
                  <a:cubicBezTo>
                    <a:pt x="25121" y="52562"/>
                    <a:pt x="30661" y="59669"/>
                    <a:pt x="37826" y="64426"/>
                  </a:cubicBezTo>
                  <a:cubicBezTo>
                    <a:pt x="35187" y="55376"/>
                    <a:pt x="31938" y="46529"/>
                    <a:pt x="27790" y="38087"/>
                  </a:cubicBezTo>
                  <a:cubicBezTo>
                    <a:pt x="26397" y="35274"/>
                    <a:pt x="29298" y="31909"/>
                    <a:pt x="32257" y="33620"/>
                  </a:cubicBezTo>
                  <a:cubicBezTo>
                    <a:pt x="40205" y="38232"/>
                    <a:pt x="47689" y="44266"/>
                    <a:pt x="56450" y="47109"/>
                  </a:cubicBezTo>
                  <a:cubicBezTo>
                    <a:pt x="54158" y="39451"/>
                    <a:pt x="49894" y="32547"/>
                    <a:pt x="44788" y="26368"/>
                  </a:cubicBezTo>
                  <a:cubicBezTo>
                    <a:pt x="42932" y="24106"/>
                    <a:pt x="44585" y="19725"/>
                    <a:pt x="47950" y="20915"/>
                  </a:cubicBezTo>
                  <a:cubicBezTo>
                    <a:pt x="53607" y="22916"/>
                    <a:pt x="58712" y="25933"/>
                    <a:pt x="63846" y="28979"/>
                  </a:cubicBezTo>
                  <a:cubicBezTo>
                    <a:pt x="61004" y="23525"/>
                    <a:pt x="57378" y="18507"/>
                    <a:pt x="53897" y="13344"/>
                  </a:cubicBezTo>
                  <a:cubicBezTo>
                    <a:pt x="52359" y="11052"/>
                    <a:pt x="54941" y="7600"/>
                    <a:pt x="57581" y="8557"/>
                  </a:cubicBezTo>
                  <a:cubicBezTo>
                    <a:pt x="66979" y="12009"/>
                    <a:pt x="76929" y="13257"/>
                    <a:pt x="86617" y="15722"/>
                  </a:cubicBezTo>
                  <a:cubicBezTo>
                    <a:pt x="96161" y="18159"/>
                    <a:pt x="105734" y="23090"/>
                    <a:pt x="111825" y="30603"/>
                  </a:cubicBezTo>
                  <a:cubicBezTo>
                    <a:pt x="108228" y="25411"/>
                    <a:pt x="103645" y="20828"/>
                    <a:pt x="98424" y="17405"/>
                  </a:cubicBezTo>
                  <a:cubicBezTo>
                    <a:pt x="89402" y="11458"/>
                    <a:pt x="79104" y="8180"/>
                    <a:pt x="68459" y="5918"/>
                  </a:cubicBezTo>
                  <a:lnTo>
                    <a:pt x="68517" y="5773"/>
                  </a:lnTo>
                  <a:cubicBezTo>
                    <a:pt x="61874" y="4293"/>
                    <a:pt x="55260" y="2524"/>
                    <a:pt x="48733" y="609"/>
                  </a:cubicBezTo>
                  <a:lnTo>
                    <a:pt x="47573" y="0"/>
                  </a:lnTo>
                  <a:cubicBezTo>
                    <a:pt x="37188" y="19812"/>
                    <a:pt x="20219" y="36289"/>
                    <a:pt x="0" y="45803"/>
                  </a:cubicBezTo>
                  <a:lnTo>
                    <a:pt x="4322" y="46674"/>
                  </a:lnTo>
                  <a:cubicBezTo>
                    <a:pt x="10385" y="62367"/>
                    <a:pt x="17666" y="77538"/>
                    <a:pt x="26049" y="92100"/>
                  </a:cubicBezTo>
                  <a:cubicBezTo>
                    <a:pt x="33098" y="104370"/>
                    <a:pt x="44150" y="117511"/>
                    <a:pt x="57291" y="118323"/>
                  </a:cubicBezTo>
                  <a:cubicBezTo>
                    <a:pt x="49198" y="116234"/>
                    <a:pt x="42729" y="110230"/>
                    <a:pt x="37739" y="10373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8" name="Google Shape;638;p16"/>
            <p:cNvSpPr/>
            <p:nvPr/>
          </p:nvSpPr>
          <p:spPr>
            <a:xfrm>
              <a:off x="4364562" y="2134176"/>
              <a:ext cx="110044" cy="95899"/>
            </a:xfrm>
            <a:custGeom>
              <a:rect b="b" l="l" r="r" t="t"/>
              <a:pathLst>
                <a:path extrusionOk="0" h="95899" w="110044">
                  <a:moveTo>
                    <a:pt x="96874" y="80613"/>
                  </a:moveTo>
                  <a:cubicBezTo>
                    <a:pt x="95047" y="81831"/>
                    <a:pt x="92697" y="80555"/>
                    <a:pt x="92088" y="78669"/>
                  </a:cubicBezTo>
                  <a:cubicBezTo>
                    <a:pt x="89013" y="69213"/>
                    <a:pt x="87505" y="58277"/>
                    <a:pt x="81587" y="50068"/>
                  </a:cubicBezTo>
                  <a:cubicBezTo>
                    <a:pt x="76308" y="57581"/>
                    <a:pt x="72827" y="66254"/>
                    <a:pt x="67808" y="73941"/>
                  </a:cubicBezTo>
                  <a:cubicBezTo>
                    <a:pt x="66561" y="75827"/>
                    <a:pt x="63312" y="76262"/>
                    <a:pt x="62181" y="73941"/>
                  </a:cubicBezTo>
                  <a:cubicBezTo>
                    <a:pt x="57975" y="65210"/>
                    <a:pt x="56147" y="55753"/>
                    <a:pt x="53653" y="46471"/>
                  </a:cubicBezTo>
                  <a:cubicBezTo>
                    <a:pt x="50172" y="56565"/>
                    <a:pt x="47793" y="67037"/>
                    <a:pt x="44747" y="77277"/>
                  </a:cubicBezTo>
                  <a:cubicBezTo>
                    <a:pt x="44022" y="79714"/>
                    <a:pt x="39961" y="80787"/>
                    <a:pt x="38801" y="78060"/>
                  </a:cubicBezTo>
                  <a:cubicBezTo>
                    <a:pt x="34624" y="68313"/>
                    <a:pt x="33318" y="57407"/>
                    <a:pt x="28938" y="47805"/>
                  </a:cubicBezTo>
                  <a:cubicBezTo>
                    <a:pt x="26443" y="58074"/>
                    <a:pt x="25312" y="68633"/>
                    <a:pt x="24268" y="79162"/>
                  </a:cubicBezTo>
                  <a:cubicBezTo>
                    <a:pt x="24007" y="81773"/>
                    <a:pt x="20816" y="83717"/>
                    <a:pt x="18698" y="81454"/>
                  </a:cubicBezTo>
                  <a:cubicBezTo>
                    <a:pt x="4803" y="66544"/>
                    <a:pt x="-3493" y="45310"/>
                    <a:pt x="6863" y="26078"/>
                  </a:cubicBezTo>
                  <a:cubicBezTo>
                    <a:pt x="11591" y="17318"/>
                    <a:pt x="19568" y="10588"/>
                    <a:pt x="28445" y="6324"/>
                  </a:cubicBezTo>
                  <a:cubicBezTo>
                    <a:pt x="33260" y="4003"/>
                    <a:pt x="38192" y="2060"/>
                    <a:pt x="43123" y="0"/>
                  </a:cubicBezTo>
                  <a:cubicBezTo>
                    <a:pt x="31027" y="4061"/>
                    <a:pt x="16174" y="5831"/>
                    <a:pt x="7530" y="14939"/>
                  </a:cubicBezTo>
                  <a:cubicBezTo>
                    <a:pt x="-1491" y="24483"/>
                    <a:pt x="-1230" y="39567"/>
                    <a:pt x="2222" y="52214"/>
                  </a:cubicBezTo>
                  <a:cubicBezTo>
                    <a:pt x="5673" y="64862"/>
                    <a:pt x="11707" y="77074"/>
                    <a:pt x="12287" y="90185"/>
                  </a:cubicBezTo>
                  <a:lnTo>
                    <a:pt x="12897" y="91578"/>
                  </a:lnTo>
                  <a:cubicBezTo>
                    <a:pt x="26733" y="86037"/>
                    <a:pt x="41759" y="83427"/>
                    <a:pt x="56611" y="83978"/>
                  </a:cubicBezTo>
                  <a:cubicBezTo>
                    <a:pt x="70390" y="84442"/>
                    <a:pt x="84024" y="87604"/>
                    <a:pt x="96439" y="93608"/>
                  </a:cubicBezTo>
                  <a:cubicBezTo>
                    <a:pt x="97919" y="94305"/>
                    <a:pt x="99369" y="95059"/>
                    <a:pt x="100761" y="95900"/>
                  </a:cubicBezTo>
                  <a:lnTo>
                    <a:pt x="102241" y="93202"/>
                  </a:lnTo>
                  <a:cubicBezTo>
                    <a:pt x="103372" y="84529"/>
                    <a:pt x="106708" y="76407"/>
                    <a:pt x="110044" y="68255"/>
                  </a:cubicBezTo>
                  <a:cubicBezTo>
                    <a:pt x="106302" y="73100"/>
                    <a:pt x="101806" y="77335"/>
                    <a:pt x="96874" y="8058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9" name="Google Shape;639;p16"/>
            <p:cNvSpPr/>
            <p:nvPr/>
          </p:nvSpPr>
          <p:spPr>
            <a:xfrm>
              <a:off x="4371582" y="2409664"/>
              <a:ext cx="108396" cy="118671"/>
            </a:xfrm>
            <a:custGeom>
              <a:rect b="b" l="l" r="r" t="t"/>
              <a:pathLst>
                <a:path extrusionOk="0" h="118671" w="108396">
                  <a:moveTo>
                    <a:pt x="107897" y="63759"/>
                  </a:moveTo>
                  <a:cubicBezTo>
                    <a:pt x="105519" y="42264"/>
                    <a:pt x="98818" y="21495"/>
                    <a:pt x="92175" y="870"/>
                  </a:cubicBezTo>
                  <a:lnTo>
                    <a:pt x="87853" y="0"/>
                  </a:lnTo>
                  <a:cubicBezTo>
                    <a:pt x="80775" y="3307"/>
                    <a:pt x="73320" y="5773"/>
                    <a:pt x="65604" y="7223"/>
                  </a:cubicBezTo>
                  <a:cubicBezTo>
                    <a:pt x="48518" y="10472"/>
                    <a:pt x="30737" y="8615"/>
                    <a:pt x="14405" y="2698"/>
                  </a:cubicBezTo>
                  <a:lnTo>
                    <a:pt x="13796" y="4322"/>
                  </a:lnTo>
                  <a:cubicBezTo>
                    <a:pt x="13535" y="4902"/>
                    <a:pt x="13274" y="5511"/>
                    <a:pt x="12984" y="6121"/>
                  </a:cubicBezTo>
                  <a:cubicBezTo>
                    <a:pt x="13187" y="6672"/>
                    <a:pt x="13216" y="7310"/>
                    <a:pt x="12984" y="8006"/>
                  </a:cubicBezTo>
                  <a:cubicBezTo>
                    <a:pt x="10895" y="14591"/>
                    <a:pt x="8864" y="21205"/>
                    <a:pt x="6515" y="27674"/>
                  </a:cubicBezTo>
                  <a:cubicBezTo>
                    <a:pt x="4136" y="37072"/>
                    <a:pt x="2222" y="46616"/>
                    <a:pt x="887" y="56217"/>
                  </a:cubicBezTo>
                  <a:cubicBezTo>
                    <a:pt x="-650" y="67443"/>
                    <a:pt x="-969" y="80091"/>
                    <a:pt x="6515" y="88503"/>
                  </a:cubicBezTo>
                  <a:cubicBezTo>
                    <a:pt x="13274" y="96103"/>
                    <a:pt x="24152" y="97872"/>
                    <a:pt x="33927" y="100570"/>
                  </a:cubicBezTo>
                  <a:cubicBezTo>
                    <a:pt x="43703" y="103210"/>
                    <a:pt x="54407" y="108721"/>
                    <a:pt x="56321" y="118671"/>
                  </a:cubicBezTo>
                  <a:cubicBezTo>
                    <a:pt x="56408" y="118265"/>
                    <a:pt x="56495" y="117801"/>
                    <a:pt x="56641" y="117424"/>
                  </a:cubicBezTo>
                  <a:cubicBezTo>
                    <a:pt x="56902" y="116437"/>
                    <a:pt x="57279" y="115567"/>
                    <a:pt x="57685" y="114697"/>
                  </a:cubicBezTo>
                  <a:cubicBezTo>
                    <a:pt x="56641" y="114581"/>
                    <a:pt x="55654" y="114088"/>
                    <a:pt x="55103" y="113247"/>
                  </a:cubicBezTo>
                  <a:cubicBezTo>
                    <a:pt x="54291" y="112957"/>
                    <a:pt x="53624" y="112289"/>
                    <a:pt x="53450" y="111100"/>
                  </a:cubicBezTo>
                  <a:cubicBezTo>
                    <a:pt x="51999" y="101237"/>
                    <a:pt x="37611" y="98946"/>
                    <a:pt x="30011" y="95755"/>
                  </a:cubicBezTo>
                  <a:cubicBezTo>
                    <a:pt x="20410" y="91723"/>
                    <a:pt x="11736" y="84906"/>
                    <a:pt x="7153" y="75333"/>
                  </a:cubicBezTo>
                  <a:cubicBezTo>
                    <a:pt x="-2333" y="55492"/>
                    <a:pt x="6254" y="31996"/>
                    <a:pt x="18031" y="15113"/>
                  </a:cubicBezTo>
                  <a:cubicBezTo>
                    <a:pt x="19423" y="13112"/>
                    <a:pt x="23543" y="12850"/>
                    <a:pt x="23978" y="15896"/>
                  </a:cubicBezTo>
                  <a:cubicBezTo>
                    <a:pt x="24993" y="22916"/>
                    <a:pt x="26037" y="29936"/>
                    <a:pt x="28706" y="36434"/>
                  </a:cubicBezTo>
                  <a:cubicBezTo>
                    <a:pt x="31404" y="29269"/>
                    <a:pt x="33898" y="22017"/>
                    <a:pt x="37263" y="15142"/>
                  </a:cubicBezTo>
                  <a:cubicBezTo>
                    <a:pt x="38249" y="13112"/>
                    <a:pt x="41934" y="12937"/>
                    <a:pt x="42891" y="15142"/>
                  </a:cubicBezTo>
                  <a:cubicBezTo>
                    <a:pt x="46546" y="23728"/>
                    <a:pt x="49592" y="33011"/>
                    <a:pt x="54755" y="40901"/>
                  </a:cubicBezTo>
                  <a:cubicBezTo>
                    <a:pt x="58120" y="33446"/>
                    <a:pt x="59193" y="25092"/>
                    <a:pt x="61688" y="17289"/>
                  </a:cubicBezTo>
                  <a:cubicBezTo>
                    <a:pt x="62703" y="14156"/>
                    <a:pt x="66938" y="14243"/>
                    <a:pt x="67953" y="17289"/>
                  </a:cubicBezTo>
                  <a:cubicBezTo>
                    <a:pt x="70071" y="23612"/>
                    <a:pt x="72247" y="29907"/>
                    <a:pt x="74886" y="36028"/>
                  </a:cubicBezTo>
                  <a:cubicBezTo>
                    <a:pt x="78599" y="28979"/>
                    <a:pt x="80543" y="20915"/>
                    <a:pt x="84024" y="13750"/>
                  </a:cubicBezTo>
                  <a:cubicBezTo>
                    <a:pt x="85126" y="11487"/>
                    <a:pt x="88462" y="11777"/>
                    <a:pt x="89651" y="13750"/>
                  </a:cubicBezTo>
                  <a:cubicBezTo>
                    <a:pt x="94583" y="22046"/>
                    <a:pt x="98499" y="31067"/>
                    <a:pt x="101516" y="40234"/>
                  </a:cubicBezTo>
                  <a:cubicBezTo>
                    <a:pt x="106650" y="55724"/>
                    <a:pt x="110827" y="76320"/>
                    <a:pt x="97048" y="88648"/>
                  </a:cubicBezTo>
                  <a:cubicBezTo>
                    <a:pt x="91102" y="93985"/>
                    <a:pt x="83618" y="97002"/>
                    <a:pt x="76453" y="100309"/>
                  </a:cubicBezTo>
                  <a:cubicBezTo>
                    <a:pt x="73436" y="101702"/>
                    <a:pt x="69868" y="103239"/>
                    <a:pt x="66880" y="105328"/>
                  </a:cubicBezTo>
                  <a:cubicBezTo>
                    <a:pt x="79586" y="97843"/>
                    <a:pt x="99717" y="95697"/>
                    <a:pt x="106244" y="81976"/>
                  </a:cubicBezTo>
                  <a:cubicBezTo>
                    <a:pt x="108883" y="76378"/>
                    <a:pt x="108623" y="69909"/>
                    <a:pt x="107926" y="6378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0" name="Google Shape;640;p16"/>
            <p:cNvSpPr/>
            <p:nvPr/>
          </p:nvSpPr>
          <p:spPr>
            <a:xfrm>
              <a:off x="4263877" y="2360988"/>
              <a:ext cx="122081" cy="65789"/>
            </a:xfrm>
            <a:custGeom>
              <a:rect b="b" l="l" r="r" t="t"/>
              <a:pathLst>
                <a:path extrusionOk="0" h="65789" w="122081">
                  <a:moveTo>
                    <a:pt x="67778" y="4931"/>
                  </a:moveTo>
                  <a:cubicBezTo>
                    <a:pt x="66937" y="3307"/>
                    <a:pt x="66154" y="1682"/>
                    <a:pt x="65400" y="0"/>
                  </a:cubicBezTo>
                  <a:lnTo>
                    <a:pt x="64036" y="609"/>
                  </a:lnTo>
                  <a:cubicBezTo>
                    <a:pt x="48314" y="7687"/>
                    <a:pt x="33230" y="16244"/>
                    <a:pt x="19016" y="26107"/>
                  </a:cubicBezTo>
                  <a:cubicBezTo>
                    <a:pt x="11300" y="31474"/>
                    <a:pt x="3439" y="37884"/>
                    <a:pt x="857" y="46964"/>
                  </a:cubicBezTo>
                  <a:cubicBezTo>
                    <a:pt x="-593" y="52214"/>
                    <a:pt x="-71" y="57436"/>
                    <a:pt x="1438" y="62657"/>
                  </a:cubicBezTo>
                  <a:cubicBezTo>
                    <a:pt x="1205" y="61671"/>
                    <a:pt x="973" y="60684"/>
                    <a:pt x="770" y="59698"/>
                  </a:cubicBezTo>
                  <a:cubicBezTo>
                    <a:pt x="219" y="56797"/>
                    <a:pt x="-303" y="53897"/>
                    <a:pt x="625" y="51025"/>
                  </a:cubicBezTo>
                  <a:cubicBezTo>
                    <a:pt x="1988" y="46761"/>
                    <a:pt x="4889" y="43019"/>
                    <a:pt x="7877" y="39741"/>
                  </a:cubicBezTo>
                  <a:cubicBezTo>
                    <a:pt x="15680" y="31183"/>
                    <a:pt x="25775" y="24425"/>
                    <a:pt x="35841" y="18913"/>
                  </a:cubicBezTo>
                  <a:cubicBezTo>
                    <a:pt x="44427" y="14185"/>
                    <a:pt x="54000" y="9515"/>
                    <a:pt x="63920" y="8557"/>
                  </a:cubicBezTo>
                  <a:cubicBezTo>
                    <a:pt x="67024" y="8267"/>
                    <a:pt x="67808" y="12183"/>
                    <a:pt x="66212" y="14127"/>
                  </a:cubicBezTo>
                  <a:cubicBezTo>
                    <a:pt x="61339" y="20044"/>
                    <a:pt x="57161" y="26484"/>
                    <a:pt x="52694" y="32721"/>
                  </a:cubicBezTo>
                  <a:cubicBezTo>
                    <a:pt x="58844" y="30893"/>
                    <a:pt x="64762" y="28370"/>
                    <a:pt x="70534" y="25527"/>
                  </a:cubicBezTo>
                  <a:cubicBezTo>
                    <a:pt x="72884" y="24367"/>
                    <a:pt x="76336" y="26310"/>
                    <a:pt x="75320" y="29211"/>
                  </a:cubicBezTo>
                  <a:cubicBezTo>
                    <a:pt x="72942" y="35970"/>
                    <a:pt x="69345" y="42206"/>
                    <a:pt x="66444" y="48733"/>
                  </a:cubicBezTo>
                  <a:cubicBezTo>
                    <a:pt x="74653" y="46819"/>
                    <a:pt x="82340" y="43483"/>
                    <a:pt x="89766" y="39277"/>
                  </a:cubicBezTo>
                  <a:cubicBezTo>
                    <a:pt x="92464" y="37768"/>
                    <a:pt x="94930" y="40263"/>
                    <a:pt x="94553" y="42961"/>
                  </a:cubicBezTo>
                  <a:cubicBezTo>
                    <a:pt x="93450" y="50735"/>
                    <a:pt x="92203" y="58451"/>
                    <a:pt x="89592" y="65790"/>
                  </a:cubicBezTo>
                  <a:cubicBezTo>
                    <a:pt x="98411" y="60887"/>
                    <a:pt x="106359" y="54129"/>
                    <a:pt x="116657" y="52707"/>
                  </a:cubicBezTo>
                  <a:cubicBezTo>
                    <a:pt x="118339" y="52475"/>
                    <a:pt x="120137" y="53316"/>
                    <a:pt x="120660" y="54825"/>
                  </a:cubicBezTo>
                  <a:cubicBezTo>
                    <a:pt x="120921" y="54245"/>
                    <a:pt x="121182" y="53606"/>
                    <a:pt x="121472" y="53026"/>
                  </a:cubicBezTo>
                  <a:lnTo>
                    <a:pt x="122081" y="51402"/>
                  </a:lnTo>
                  <a:cubicBezTo>
                    <a:pt x="99136" y="43019"/>
                    <a:pt x="79034" y="26629"/>
                    <a:pt x="67778" y="496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16"/>
            <p:cNvSpPr/>
            <p:nvPr/>
          </p:nvSpPr>
          <p:spPr>
            <a:xfrm>
              <a:off x="4265873" y="2166995"/>
              <a:ext cx="111527" cy="111205"/>
            </a:xfrm>
            <a:custGeom>
              <a:rect b="b" l="l" r="r" t="t"/>
              <a:pathLst>
                <a:path extrusionOk="0" h="111205" w="111527">
                  <a:moveTo>
                    <a:pt x="110976" y="57396"/>
                  </a:moveTo>
                  <a:cubicBezTo>
                    <a:pt x="107988" y="43907"/>
                    <a:pt x="104884" y="30070"/>
                    <a:pt x="97197" y="18583"/>
                  </a:cubicBezTo>
                  <a:cubicBezTo>
                    <a:pt x="89510" y="7096"/>
                    <a:pt x="76108" y="-1606"/>
                    <a:pt x="62417" y="250"/>
                  </a:cubicBezTo>
                  <a:cubicBezTo>
                    <a:pt x="58907" y="743"/>
                    <a:pt x="55397" y="1875"/>
                    <a:pt x="51887" y="3209"/>
                  </a:cubicBezTo>
                  <a:cubicBezTo>
                    <a:pt x="59110" y="1382"/>
                    <a:pt x="65926" y="1150"/>
                    <a:pt x="73295" y="4456"/>
                  </a:cubicBezTo>
                  <a:cubicBezTo>
                    <a:pt x="92121" y="12898"/>
                    <a:pt x="99518" y="35553"/>
                    <a:pt x="100910" y="54611"/>
                  </a:cubicBezTo>
                  <a:cubicBezTo>
                    <a:pt x="101084" y="57019"/>
                    <a:pt x="97980" y="58759"/>
                    <a:pt x="96008" y="57425"/>
                  </a:cubicBezTo>
                  <a:cubicBezTo>
                    <a:pt x="90003" y="53364"/>
                    <a:pt x="84289" y="48839"/>
                    <a:pt x="78342" y="44690"/>
                  </a:cubicBezTo>
                  <a:cubicBezTo>
                    <a:pt x="79589" y="50666"/>
                    <a:pt x="82055" y="56410"/>
                    <a:pt x="84289" y="62008"/>
                  </a:cubicBezTo>
                  <a:cubicBezTo>
                    <a:pt x="85362" y="64648"/>
                    <a:pt x="81736" y="67172"/>
                    <a:pt x="79502" y="65692"/>
                  </a:cubicBezTo>
                  <a:cubicBezTo>
                    <a:pt x="73121" y="61399"/>
                    <a:pt x="66942" y="56526"/>
                    <a:pt x="59980" y="53219"/>
                  </a:cubicBezTo>
                  <a:cubicBezTo>
                    <a:pt x="62649" y="62124"/>
                    <a:pt x="66072" y="70768"/>
                    <a:pt x="70220" y="79123"/>
                  </a:cubicBezTo>
                  <a:cubicBezTo>
                    <a:pt x="71757" y="82198"/>
                    <a:pt x="68740" y="84866"/>
                    <a:pt x="65753" y="83590"/>
                  </a:cubicBezTo>
                  <a:cubicBezTo>
                    <a:pt x="58211" y="80312"/>
                    <a:pt x="50843" y="76367"/>
                    <a:pt x="42923" y="74133"/>
                  </a:cubicBezTo>
                  <a:cubicBezTo>
                    <a:pt x="46027" y="83503"/>
                    <a:pt x="53279" y="90987"/>
                    <a:pt x="57834" y="99747"/>
                  </a:cubicBezTo>
                  <a:cubicBezTo>
                    <a:pt x="59081" y="102184"/>
                    <a:pt x="56992" y="105375"/>
                    <a:pt x="54149" y="104534"/>
                  </a:cubicBezTo>
                  <a:cubicBezTo>
                    <a:pt x="37064" y="99399"/>
                    <a:pt x="15018" y="92901"/>
                    <a:pt x="6518" y="75468"/>
                  </a:cubicBezTo>
                  <a:cubicBezTo>
                    <a:pt x="1993" y="66156"/>
                    <a:pt x="2429" y="55365"/>
                    <a:pt x="5503" y="45677"/>
                  </a:cubicBezTo>
                  <a:cubicBezTo>
                    <a:pt x="1964" y="53016"/>
                    <a:pt x="-704" y="60471"/>
                    <a:pt x="166" y="68361"/>
                  </a:cubicBezTo>
                  <a:cubicBezTo>
                    <a:pt x="1616" y="81530"/>
                    <a:pt x="12726" y="91712"/>
                    <a:pt x="24706" y="97543"/>
                  </a:cubicBezTo>
                  <a:cubicBezTo>
                    <a:pt x="26766" y="98529"/>
                    <a:pt x="28855" y="99457"/>
                    <a:pt x="30943" y="100298"/>
                  </a:cubicBezTo>
                  <a:cubicBezTo>
                    <a:pt x="36774" y="101749"/>
                    <a:pt x="42401" y="103837"/>
                    <a:pt x="47971" y="106245"/>
                  </a:cubicBezTo>
                  <a:cubicBezTo>
                    <a:pt x="48029" y="106245"/>
                    <a:pt x="48058" y="106245"/>
                    <a:pt x="48116" y="106303"/>
                  </a:cubicBezTo>
                  <a:cubicBezTo>
                    <a:pt x="52351" y="107782"/>
                    <a:pt x="56586" y="109349"/>
                    <a:pt x="60705" y="111205"/>
                  </a:cubicBezTo>
                  <a:cubicBezTo>
                    <a:pt x="64592" y="93685"/>
                    <a:pt x="73469" y="78020"/>
                    <a:pt x="89800" y="69028"/>
                  </a:cubicBezTo>
                  <a:cubicBezTo>
                    <a:pt x="90786" y="68477"/>
                    <a:pt x="91744" y="68506"/>
                    <a:pt x="92527" y="68854"/>
                  </a:cubicBezTo>
                  <a:cubicBezTo>
                    <a:pt x="98474" y="64880"/>
                    <a:pt x="104826" y="61486"/>
                    <a:pt x="111527" y="58846"/>
                  </a:cubicBezTo>
                  <a:lnTo>
                    <a:pt x="110918" y="57454"/>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2" name="Google Shape;642;p16"/>
            <p:cNvSpPr/>
            <p:nvPr/>
          </p:nvSpPr>
          <p:spPr>
            <a:xfrm>
              <a:off x="4224703" y="2265146"/>
              <a:ext cx="104602" cy="113710"/>
            </a:xfrm>
            <a:custGeom>
              <a:rect b="b" l="l" r="r" t="t"/>
              <a:pathLst>
                <a:path extrusionOk="0" h="113710" w="104602">
                  <a:moveTo>
                    <a:pt x="100541" y="21060"/>
                  </a:moveTo>
                  <a:cubicBezTo>
                    <a:pt x="100918" y="18333"/>
                    <a:pt x="101382" y="15664"/>
                    <a:pt x="101963" y="13025"/>
                  </a:cubicBezTo>
                  <a:cubicBezTo>
                    <a:pt x="97843" y="11168"/>
                    <a:pt x="93608" y="9602"/>
                    <a:pt x="89373" y="8122"/>
                  </a:cubicBezTo>
                  <a:cubicBezTo>
                    <a:pt x="89315" y="8064"/>
                    <a:pt x="89286" y="8064"/>
                    <a:pt x="89228" y="8064"/>
                  </a:cubicBezTo>
                  <a:cubicBezTo>
                    <a:pt x="83513" y="6121"/>
                    <a:pt x="77770" y="4293"/>
                    <a:pt x="72201" y="2118"/>
                  </a:cubicBezTo>
                  <a:cubicBezTo>
                    <a:pt x="68952" y="1276"/>
                    <a:pt x="65645" y="638"/>
                    <a:pt x="62280" y="290"/>
                  </a:cubicBezTo>
                  <a:cubicBezTo>
                    <a:pt x="48559" y="-1160"/>
                    <a:pt x="33417" y="2756"/>
                    <a:pt x="24860" y="13634"/>
                  </a:cubicBezTo>
                  <a:cubicBezTo>
                    <a:pt x="19145" y="20857"/>
                    <a:pt x="16940" y="30168"/>
                    <a:pt x="13141" y="38493"/>
                  </a:cubicBezTo>
                  <a:cubicBezTo>
                    <a:pt x="10298" y="44672"/>
                    <a:pt x="5831" y="50764"/>
                    <a:pt x="0" y="53810"/>
                  </a:cubicBezTo>
                  <a:cubicBezTo>
                    <a:pt x="667" y="53781"/>
                    <a:pt x="1392" y="53897"/>
                    <a:pt x="2059" y="54332"/>
                  </a:cubicBezTo>
                  <a:cubicBezTo>
                    <a:pt x="9863" y="48153"/>
                    <a:pt x="13373" y="39190"/>
                    <a:pt x="17230" y="30342"/>
                  </a:cubicBezTo>
                  <a:cubicBezTo>
                    <a:pt x="20973" y="21785"/>
                    <a:pt x="25614" y="13779"/>
                    <a:pt x="33533" y="8470"/>
                  </a:cubicBezTo>
                  <a:cubicBezTo>
                    <a:pt x="53345" y="-4786"/>
                    <a:pt x="77509" y="4873"/>
                    <a:pt x="93057" y="20132"/>
                  </a:cubicBezTo>
                  <a:cubicBezTo>
                    <a:pt x="94797" y="21843"/>
                    <a:pt x="93986" y="24947"/>
                    <a:pt x="91607" y="25585"/>
                  </a:cubicBezTo>
                  <a:cubicBezTo>
                    <a:pt x="84007" y="27645"/>
                    <a:pt x="76059" y="28080"/>
                    <a:pt x="68400" y="29675"/>
                  </a:cubicBezTo>
                  <a:cubicBezTo>
                    <a:pt x="74985" y="35100"/>
                    <a:pt x="83194" y="38290"/>
                    <a:pt x="91027" y="41655"/>
                  </a:cubicBezTo>
                  <a:cubicBezTo>
                    <a:pt x="93666" y="42787"/>
                    <a:pt x="92767" y="46993"/>
                    <a:pt x="90243" y="47602"/>
                  </a:cubicBezTo>
                  <a:cubicBezTo>
                    <a:pt x="81048" y="49836"/>
                    <a:pt x="71533" y="51083"/>
                    <a:pt x="62483" y="53984"/>
                  </a:cubicBezTo>
                  <a:cubicBezTo>
                    <a:pt x="70808" y="60743"/>
                    <a:pt x="81889" y="63614"/>
                    <a:pt x="91027" y="69155"/>
                  </a:cubicBezTo>
                  <a:cubicBezTo>
                    <a:pt x="93231" y="70489"/>
                    <a:pt x="92999" y="73390"/>
                    <a:pt x="91027" y="74782"/>
                  </a:cubicBezTo>
                  <a:cubicBezTo>
                    <a:pt x="84239" y="79540"/>
                    <a:pt x="76958" y="83543"/>
                    <a:pt x="69300" y="86618"/>
                  </a:cubicBezTo>
                  <a:cubicBezTo>
                    <a:pt x="77248" y="87923"/>
                    <a:pt x="85399" y="87952"/>
                    <a:pt x="93492" y="87952"/>
                  </a:cubicBezTo>
                  <a:cubicBezTo>
                    <a:pt x="96828" y="87952"/>
                    <a:pt x="97785" y="92303"/>
                    <a:pt x="95146" y="94015"/>
                  </a:cubicBezTo>
                  <a:cubicBezTo>
                    <a:pt x="85718" y="100164"/>
                    <a:pt x="74608" y="109041"/>
                    <a:pt x="62860" y="113711"/>
                  </a:cubicBezTo>
                  <a:cubicBezTo>
                    <a:pt x="63759" y="113421"/>
                    <a:pt x="64658" y="113160"/>
                    <a:pt x="65529" y="112841"/>
                  </a:cubicBezTo>
                  <a:cubicBezTo>
                    <a:pt x="78379" y="108054"/>
                    <a:pt x="90011" y="100193"/>
                    <a:pt x="103239" y="96509"/>
                  </a:cubicBezTo>
                  <a:lnTo>
                    <a:pt x="104602" y="95900"/>
                  </a:lnTo>
                  <a:cubicBezTo>
                    <a:pt x="94188" y="72665"/>
                    <a:pt x="93550" y="45919"/>
                    <a:pt x="100541" y="211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643" name="Shape 643"/>
        <p:cNvGrpSpPr/>
        <p:nvPr/>
      </p:nvGrpSpPr>
      <p:grpSpPr>
        <a:xfrm>
          <a:off x="0" y="0"/>
          <a:ext cx="0" cy="0"/>
          <a:chOff x="0" y="0"/>
          <a:chExt cx="0" cy="0"/>
        </a:xfrm>
      </p:grpSpPr>
      <p:grpSp>
        <p:nvGrpSpPr>
          <p:cNvPr id="644" name="Google Shape;644;p17"/>
          <p:cNvGrpSpPr/>
          <p:nvPr/>
        </p:nvGrpSpPr>
        <p:grpSpPr>
          <a:xfrm>
            <a:off x="228600" y="228600"/>
            <a:ext cx="8686800" cy="4686300"/>
            <a:chOff x="228600" y="228600"/>
            <a:chExt cx="8686800" cy="4686300"/>
          </a:xfrm>
        </p:grpSpPr>
        <p:sp>
          <p:nvSpPr>
            <p:cNvPr id="645" name="Google Shape;645;p17"/>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646" name="Google Shape;646;p17"/>
            <p:cNvGrpSpPr/>
            <p:nvPr/>
          </p:nvGrpSpPr>
          <p:grpSpPr>
            <a:xfrm>
              <a:off x="333904" y="365653"/>
              <a:ext cx="1210874" cy="1218592"/>
              <a:chOff x="2083365" y="2107621"/>
              <a:chExt cx="309829" cy="311796"/>
            </a:xfrm>
          </p:grpSpPr>
          <p:sp>
            <p:nvSpPr>
              <p:cNvPr id="647" name="Google Shape;647;p17"/>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8" name="Google Shape;648;p17"/>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9" name="Google Shape;649;p17"/>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0" name="Google Shape;650;p17"/>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51" name="Google Shape;651;p17"/>
            <p:cNvGrpSpPr/>
            <p:nvPr/>
          </p:nvGrpSpPr>
          <p:grpSpPr>
            <a:xfrm>
              <a:off x="7599218" y="365653"/>
              <a:ext cx="1210878" cy="1218592"/>
              <a:chOff x="3498340" y="2107621"/>
              <a:chExt cx="309830" cy="311796"/>
            </a:xfrm>
          </p:grpSpPr>
          <p:sp>
            <p:nvSpPr>
              <p:cNvPr id="652" name="Google Shape;652;p17"/>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3" name="Google Shape;653;p17"/>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4" name="Google Shape;654;p17"/>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5" name="Google Shape;655;p17"/>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56" name="Google Shape;656;p17"/>
            <p:cNvGrpSpPr/>
            <p:nvPr/>
          </p:nvGrpSpPr>
          <p:grpSpPr>
            <a:xfrm>
              <a:off x="333904" y="3559446"/>
              <a:ext cx="1210874" cy="1218588"/>
              <a:chOff x="2083365" y="2914852"/>
              <a:chExt cx="309829" cy="311795"/>
            </a:xfrm>
          </p:grpSpPr>
          <p:sp>
            <p:nvSpPr>
              <p:cNvPr id="657" name="Google Shape;657;p17"/>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8" name="Google Shape;658;p17"/>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9" name="Google Shape;659;p17"/>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0" name="Google Shape;660;p17"/>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61" name="Google Shape;661;p17"/>
            <p:cNvGrpSpPr/>
            <p:nvPr/>
          </p:nvGrpSpPr>
          <p:grpSpPr>
            <a:xfrm>
              <a:off x="7523018" y="3559446"/>
              <a:ext cx="1210878" cy="1218588"/>
              <a:chOff x="3478843" y="2914852"/>
              <a:chExt cx="309830" cy="311795"/>
            </a:xfrm>
          </p:grpSpPr>
          <p:sp>
            <p:nvSpPr>
              <p:cNvPr id="662" name="Google Shape;662;p17"/>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3" name="Google Shape;663;p17"/>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4" name="Google Shape;664;p17"/>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5" name="Google Shape;665;p17"/>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666" name="Google Shape;666;p1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667" name="Shape 667"/>
        <p:cNvGrpSpPr/>
        <p:nvPr/>
      </p:nvGrpSpPr>
      <p:grpSpPr>
        <a:xfrm>
          <a:off x="0" y="0"/>
          <a:ext cx="0" cy="0"/>
          <a:chOff x="0" y="0"/>
          <a:chExt cx="0" cy="0"/>
        </a:xfrm>
      </p:grpSpPr>
      <p:pic>
        <p:nvPicPr>
          <p:cNvPr id="668" name="Google Shape;668;p18"/>
          <p:cNvPicPr preferRelativeResize="0"/>
          <p:nvPr/>
        </p:nvPicPr>
        <p:blipFill>
          <a:blip r:embed="rId2">
            <a:alphaModFix/>
          </a:blip>
          <a:stretch>
            <a:fillRect/>
          </a:stretch>
        </p:blipFill>
        <p:spPr>
          <a:xfrm flipH="1" rot="-545114">
            <a:off x="7547750" y="-965900"/>
            <a:ext cx="2276549" cy="4838697"/>
          </a:xfrm>
          <a:prstGeom prst="rect">
            <a:avLst/>
          </a:prstGeom>
          <a:noFill/>
          <a:ln>
            <a:noFill/>
          </a:ln>
        </p:spPr>
      </p:pic>
      <p:grpSp>
        <p:nvGrpSpPr>
          <p:cNvPr id="669" name="Google Shape;669;p18"/>
          <p:cNvGrpSpPr/>
          <p:nvPr/>
        </p:nvGrpSpPr>
        <p:grpSpPr>
          <a:xfrm>
            <a:off x="228600" y="228600"/>
            <a:ext cx="8686800" cy="4686300"/>
            <a:chOff x="228600" y="228600"/>
            <a:chExt cx="8686800" cy="4686300"/>
          </a:xfrm>
        </p:grpSpPr>
        <p:sp>
          <p:nvSpPr>
            <p:cNvPr id="670" name="Google Shape;670;p18"/>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671" name="Google Shape;671;p18"/>
            <p:cNvGrpSpPr/>
            <p:nvPr/>
          </p:nvGrpSpPr>
          <p:grpSpPr>
            <a:xfrm>
              <a:off x="333904" y="365653"/>
              <a:ext cx="1210874" cy="1218592"/>
              <a:chOff x="2083365" y="2107621"/>
              <a:chExt cx="309829" cy="311796"/>
            </a:xfrm>
          </p:grpSpPr>
          <p:sp>
            <p:nvSpPr>
              <p:cNvPr id="672" name="Google Shape;672;p18"/>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3" name="Google Shape;673;p18"/>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4" name="Google Shape;674;p18"/>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5" name="Google Shape;675;p18"/>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76" name="Google Shape;676;p18"/>
            <p:cNvGrpSpPr/>
            <p:nvPr/>
          </p:nvGrpSpPr>
          <p:grpSpPr>
            <a:xfrm>
              <a:off x="7599218" y="365653"/>
              <a:ext cx="1210878" cy="1218592"/>
              <a:chOff x="3498340" y="2107621"/>
              <a:chExt cx="309830" cy="311796"/>
            </a:xfrm>
          </p:grpSpPr>
          <p:sp>
            <p:nvSpPr>
              <p:cNvPr id="677" name="Google Shape;677;p18"/>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8" name="Google Shape;678;p18"/>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9" name="Google Shape;679;p18"/>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0" name="Google Shape;680;p18"/>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81" name="Google Shape;681;p18"/>
            <p:cNvGrpSpPr/>
            <p:nvPr/>
          </p:nvGrpSpPr>
          <p:grpSpPr>
            <a:xfrm>
              <a:off x="333904" y="3559446"/>
              <a:ext cx="1210874" cy="1218588"/>
              <a:chOff x="2083365" y="2914852"/>
              <a:chExt cx="309829" cy="311795"/>
            </a:xfrm>
          </p:grpSpPr>
          <p:sp>
            <p:nvSpPr>
              <p:cNvPr id="682" name="Google Shape;682;p18"/>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3" name="Google Shape;683;p18"/>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4" name="Google Shape;684;p18"/>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5" name="Google Shape;685;p18"/>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86" name="Google Shape;686;p18"/>
            <p:cNvGrpSpPr/>
            <p:nvPr/>
          </p:nvGrpSpPr>
          <p:grpSpPr>
            <a:xfrm>
              <a:off x="7523018" y="3559446"/>
              <a:ext cx="1210878" cy="1218588"/>
              <a:chOff x="3478843" y="2914852"/>
              <a:chExt cx="309830" cy="311795"/>
            </a:xfrm>
          </p:grpSpPr>
          <p:sp>
            <p:nvSpPr>
              <p:cNvPr id="687" name="Google Shape;687;p18"/>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8" name="Google Shape;688;p18"/>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9" name="Google Shape;689;p18"/>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0" name="Google Shape;690;p18"/>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691" name="Google Shape;691;p1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pic>
        <p:nvPicPr>
          <p:cNvPr id="692" name="Google Shape;692;p18"/>
          <p:cNvPicPr preferRelativeResize="0"/>
          <p:nvPr/>
        </p:nvPicPr>
        <p:blipFill rotWithShape="1">
          <a:blip r:embed="rId2">
            <a:alphaModFix/>
          </a:blip>
          <a:srcRect b="0" l="0" r="20089" t="67473"/>
          <a:stretch/>
        </p:blipFill>
        <p:spPr>
          <a:xfrm flipH="1" rot="-545124">
            <a:off x="8259976" y="2242362"/>
            <a:ext cx="1819223" cy="157385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93" name="Shape 693"/>
        <p:cNvGrpSpPr/>
        <p:nvPr/>
      </p:nvGrpSpPr>
      <p:grpSpPr>
        <a:xfrm>
          <a:off x="0" y="0"/>
          <a:ext cx="0" cy="0"/>
          <a:chOff x="0" y="0"/>
          <a:chExt cx="0" cy="0"/>
        </a:xfrm>
      </p:grpSpPr>
      <p:grpSp>
        <p:nvGrpSpPr>
          <p:cNvPr id="694" name="Google Shape;694;p19"/>
          <p:cNvGrpSpPr/>
          <p:nvPr/>
        </p:nvGrpSpPr>
        <p:grpSpPr>
          <a:xfrm>
            <a:off x="-356333" y="109986"/>
            <a:ext cx="1169865" cy="1170373"/>
            <a:chOff x="4021503" y="1921113"/>
            <a:chExt cx="805692" cy="806042"/>
          </a:xfrm>
        </p:grpSpPr>
        <p:sp>
          <p:nvSpPr>
            <p:cNvPr id="695" name="Google Shape;695;p19"/>
            <p:cNvSpPr/>
            <p:nvPr/>
          </p:nvSpPr>
          <p:spPr>
            <a:xfrm>
              <a:off x="4635425" y="2198798"/>
              <a:ext cx="191770" cy="244983"/>
            </a:xfrm>
            <a:custGeom>
              <a:rect b="b" l="l" r="r" t="t"/>
              <a:pathLst>
                <a:path extrusionOk="0" h="244983" w="191770">
                  <a:moveTo>
                    <a:pt x="65703" y="238974"/>
                  </a:moveTo>
                  <a:lnTo>
                    <a:pt x="65616" y="239148"/>
                  </a:lnTo>
                  <a:cubicBezTo>
                    <a:pt x="64920" y="238771"/>
                    <a:pt x="64165" y="238452"/>
                    <a:pt x="63440" y="238133"/>
                  </a:cubicBezTo>
                  <a:cubicBezTo>
                    <a:pt x="53665" y="230968"/>
                    <a:pt x="50097" y="217247"/>
                    <a:pt x="49893" y="204774"/>
                  </a:cubicBezTo>
                  <a:cubicBezTo>
                    <a:pt x="49720" y="191198"/>
                    <a:pt x="52417" y="177419"/>
                    <a:pt x="49574" y="164134"/>
                  </a:cubicBezTo>
                  <a:cubicBezTo>
                    <a:pt x="44788" y="141740"/>
                    <a:pt x="22626" y="124886"/>
                    <a:pt x="0" y="124886"/>
                  </a:cubicBezTo>
                  <a:lnTo>
                    <a:pt x="0" y="123494"/>
                  </a:lnTo>
                  <a:cubicBezTo>
                    <a:pt x="16534" y="123320"/>
                    <a:pt x="33939" y="120970"/>
                    <a:pt x="44527" y="108729"/>
                  </a:cubicBezTo>
                  <a:cubicBezTo>
                    <a:pt x="56304" y="95095"/>
                    <a:pt x="54622" y="74790"/>
                    <a:pt x="52707" y="56892"/>
                  </a:cubicBezTo>
                  <a:cubicBezTo>
                    <a:pt x="50880" y="39864"/>
                    <a:pt x="50300" y="20313"/>
                    <a:pt x="61468" y="7694"/>
                  </a:cubicBezTo>
                  <a:lnTo>
                    <a:pt x="63179" y="9145"/>
                  </a:lnTo>
                  <a:cubicBezTo>
                    <a:pt x="89895" y="-8347"/>
                    <a:pt x="130187" y="152"/>
                    <a:pt x="147563" y="26985"/>
                  </a:cubicBezTo>
                  <a:cubicBezTo>
                    <a:pt x="159746" y="45869"/>
                    <a:pt x="160558" y="69626"/>
                    <a:pt x="165896" y="91440"/>
                  </a:cubicBezTo>
                  <a:cubicBezTo>
                    <a:pt x="169261" y="104987"/>
                    <a:pt x="177847" y="120477"/>
                    <a:pt x="191771" y="120013"/>
                  </a:cubicBezTo>
                  <a:cubicBezTo>
                    <a:pt x="178602" y="129469"/>
                    <a:pt x="168536" y="143132"/>
                    <a:pt x="163430" y="158506"/>
                  </a:cubicBezTo>
                  <a:cubicBezTo>
                    <a:pt x="158122" y="174460"/>
                    <a:pt x="158122" y="191981"/>
                    <a:pt x="151566" y="207500"/>
                  </a:cubicBezTo>
                  <a:cubicBezTo>
                    <a:pt x="138310" y="239003"/>
                    <a:pt x="96190" y="254319"/>
                    <a:pt x="65703" y="23897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6" name="Google Shape;696;p19"/>
            <p:cNvSpPr/>
            <p:nvPr/>
          </p:nvSpPr>
          <p:spPr>
            <a:xfrm>
              <a:off x="4552933" y="2012202"/>
              <a:ext cx="191518" cy="194494"/>
            </a:xfrm>
            <a:custGeom>
              <a:rect b="b" l="l" r="r" t="t"/>
              <a:pathLst>
                <a:path extrusionOk="0" h="194494" w="191518">
                  <a:moveTo>
                    <a:pt x="36427" y="143353"/>
                  </a:moveTo>
                  <a:cubicBezTo>
                    <a:pt x="37965" y="140713"/>
                    <a:pt x="39183" y="137870"/>
                    <a:pt x="40053" y="134941"/>
                  </a:cubicBezTo>
                  <a:cubicBezTo>
                    <a:pt x="43911" y="122235"/>
                    <a:pt x="41649" y="107760"/>
                    <a:pt x="33962" y="96882"/>
                  </a:cubicBezTo>
                  <a:cubicBezTo>
                    <a:pt x="27174" y="87252"/>
                    <a:pt x="16789" y="80696"/>
                    <a:pt x="9653" y="71239"/>
                  </a:cubicBezTo>
                  <a:cubicBezTo>
                    <a:pt x="2575" y="61870"/>
                    <a:pt x="-819" y="49774"/>
                    <a:pt x="168" y="38112"/>
                  </a:cubicBezTo>
                  <a:lnTo>
                    <a:pt x="1038" y="38112"/>
                  </a:lnTo>
                  <a:cubicBezTo>
                    <a:pt x="15136" y="5101"/>
                    <a:pt x="60156" y="-10186"/>
                    <a:pt x="91455" y="7335"/>
                  </a:cubicBezTo>
                  <a:cubicBezTo>
                    <a:pt x="104161" y="14413"/>
                    <a:pt x="114023" y="25581"/>
                    <a:pt x="125858" y="34109"/>
                  </a:cubicBezTo>
                  <a:cubicBezTo>
                    <a:pt x="137694" y="42638"/>
                    <a:pt x="153213" y="48439"/>
                    <a:pt x="166673" y="42899"/>
                  </a:cubicBezTo>
                  <a:cubicBezTo>
                    <a:pt x="154025" y="56445"/>
                    <a:pt x="160117" y="78694"/>
                    <a:pt x="169747" y="94504"/>
                  </a:cubicBezTo>
                  <a:cubicBezTo>
                    <a:pt x="179378" y="110371"/>
                    <a:pt x="192374" y="126209"/>
                    <a:pt x="191475" y="144774"/>
                  </a:cubicBezTo>
                  <a:cubicBezTo>
                    <a:pt x="190343" y="168126"/>
                    <a:pt x="167746" y="184341"/>
                    <a:pt x="145642" y="192260"/>
                  </a:cubicBezTo>
                  <a:lnTo>
                    <a:pt x="145729" y="192492"/>
                  </a:lnTo>
                  <a:cubicBezTo>
                    <a:pt x="132472" y="198816"/>
                    <a:pt x="117011" y="189127"/>
                    <a:pt x="107671" y="177843"/>
                  </a:cubicBezTo>
                  <a:cubicBezTo>
                    <a:pt x="98359" y="166501"/>
                    <a:pt x="91136" y="152519"/>
                    <a:pt x="78112" y="145731"/>
                  </a:cubicBezTo>
                  <a:cubicBezTo>
                    <a:pt x="64246" y="138480"/>
                    <a:pt x="47015" y="141438"/>
                    <a:pt x="32976" y="148661"/>
                  </a:cubicBezTo>
                  <a:cubicBezTo>
                    <a:pt x="34223" y="146979"/>
                    <a:pt x="35383" y="145209"/>
                    <a:pt x="36427" y="14341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7" name="Google Shape;697;p19"/>
            <p:cNvSpPr/>
            <p:nvPr/>
          </p:nvSpPr>
          <p:spPr>
            <a:xfrm>
              <a:off x="4532621" y="2436931"/>
              <a:ext cx="206840" cy="202644"/>
            </a:xfrm>
            <a:custGeom>
              <a:rect b="b" l="l" r="r" t="t"/>
              <a:pathLst>
                <a:path extrusionOk="0" h="202644" w="206840">
                  <a:moveTo>
                    <a:pt x="44875" y="37420"/>
                  </a:moveTo>
                  <a:lnTo>
                    <a:pt x="44817" y="37362"/>
                  </a:lnTo>
                  <a:cubicBezTo>
                    <a:pt x="43889" y="35419"/>
                    <a:pt x="42873" y="33504"/>
                    <a:pt x="41655" y="31648"/>
                  </a:cubicBezTo>
                  <a:cubicBezTo>
                    <a:pt x="48820" y="38725"/>
                    <a:pt x="57377" y="44353"/>
                    <a:pt x="66979" y="47370"/>
                  </a:cubicBezTo>
                  <a:cubicBezTo>
                    <a:pt x="80206" y="51518"/>
                    <a:pt x="95378" y="50213"/>
                    <a:pt x="106720" y="42351"/>
                  </a:cubicBezTo>
                  <a:cubicBezTo>
                    <a:pt x="117191" y="35128"/>
                    <a:pt x="123573" y="23351"/>
                    <a:pt x="133059" y="14939"/>
                  </a:cubicBezTo>
                  <a:cubicBezTo>
                    <a:pt x="142893" y="6324"/>
                    <a:pt x="156004" y="1537"/>
                    <a:pt x="169028" y="1915"/>
                  </a:cubicBezTo>
                  <a:cubicBezTo>
                    <a:pt x="168042" y="1363"/>
                    <a:pt x="167085" y="754"/>
                    <a:pt x="166186" y="0"/>
                  </a:cubicBezTo>
                  <a:cubicBezTo>
                    <a:pt x="166940" y="319"/>
                    <a:pt x="167665" y="638"/>
                    <a:pt x="168361" y="1015"/>
                  </a:cubicBezTo>
                  <a:cubicBezTo>
                    <a:pt x="191771" y="12473"/>
                    <a:pt x="208073" y="37971"/>
                    <a:pt x="206768" y="64020"/>
                  </a:cubicBezTo>
                  <a:cubicBezTo>
                    <a:pt x="205985" y="80410"/>
                    <a:pt x="198820" y="95668"/>
                    <a:pt x="193772" y="111303"/>
                  </a:cubicBezTo>
                  <a:cubicBezTo>
                    <a:pt x="188783" y="126880"/>
                    <a:pt x="185998" y="144633"/>
                    <a:pt x="193482" y="159195"/>
                  </a:cubicBezTo>
                  <a:cubicBezTo>
                    <a:pt x="172597" y="153277"/>
                    <a:pt x="150667" y="163488"/>
                    <a:pt x="132276" y="175062"/>
                  </a:cubicBezTo>
                  <a:cubicBezTo>
                    <a:pt x="113885" y="186637"/>
                    <a:pt x="95465" y="200328"/>
                    <a:pt x="73825" y="202388"/>
                  </a:cubicBezTo>
                  <a:cubicBezTo>
                    <a:pt x="49893" y="204621"/>
                    <a:pt x="27557" y="191974"/>
                    <a:pt x="9166" y="175759"/>
                  </a:cubicBezTo>
                  <a:cubicBezTo>
                    <a:pt x="6004" y="173003"/>
                    <a:pt x="2930" y="170073"/>
                    <a:pt x="0" y="167143"/>
                  </a:cubicBezTo>
                  <a:lnTo>
                    <a:pt x="145" y="166969"/>
                  </a:lnTo>
                  <a:cubicBezTo>
                    <a:pt x="1218" y="167723"/>
                    <a:pt x="2233" y="168594"/>
                    <a:pt x="3220" y="169522"/>
                  </a:cubicBezTo>
                  <a:cubicBezTo>
                    <a:pt x="-2611" y="158963"/>
                    <a:pt x="2088" y="145416"/>
                    <a:pt x="9747" y="136105"/>
                  </a:cubicBezTo>
                  <a:cubicBezTo>
                    <a:pt x="17434" y="126793"/>
                    <a:pt x="27818" y="120005"/>
                    <a:pt x="35767" y="110984"/>
                  </a:cubicBezTo>
                  <a:cubicBezTo>
                    <a:pt x="53084" y="91288"/>
                    <a:pt x="56188" y="60859"/>
                    <a:pt x="44846" y="3739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8" name="Google Shape;698;p19"/>
            <p:cNvSpPr/>
            <p:nvPr/>
          </p:nvSpPr>
          <p:spPr>
            <a:xfrm>
              <a:off x="4527922" y="2322321"/>
              <a:ext cx="173814" cy="164317"/>
            </a:xfrm>
            <a:custGeom>
              <a:rect b="b" l="l" r="r" t="t"/>
              <a:pathLst>
                <a:path extrusionOk="0" h="164317" w="173814">
                  <a:moveTo>
                    <a:pt x="46384" y="146258"/>
                  </a:moveTo>
                  <a:cubicBezTo>
                    <a:pt x="43773" y="143705"/>
                    <a:pt x="41365" y="140949"/>
                    <a:pt x="39161" y="138077"/>
                  </a:cubicBezTo>
                  <a:lnTo>
                    <a:pt x="40234" y="137207"/>
                  </a:lnTo>
                  <a:cubicBezTo>
                    <a:pt x="41307" y="137671"/>
                    <a:pt x="42293" y="138280"/>
                    <a:pt x="43221" y="139035"/>
                  </a:cubicBezTo>
                  <a:cubicBezTo>
                    <a:pt x="38696" y="134422"/>
                    <a:pt x="38986" y="126793"/>
                    <a:pt x="41278" y="120731"/>
                  </a:cubicBezTo>
                  <a:cubicBezTo>
                    <a:pt x="43569" y="114668"/>
                    <a:pt x="47457" y="109273"/>
                    <a:pt x="49458" y="103152"/>
                  </a:cubicBezTo>
                  <a:cubicBezTo>
                    <a:pt x="54680" y="86675"/>
                    <a:pt x="44440" y="68488"/>
                    <a:pt x="29965" y="58973"/>
                  </a:cubicBezTo>
                  <a:cubicBezTo>
                    <a:pt x="20944" y="53026"/>
                    <a:pt x="10646" y="49749"/>
                    <a:pt x="0" y="47486"/>
                  </a:cubicBezTo>
                  <a:lnTo>
                    <a:pt x="58" y="47341"/>
                  </a:lnTo>
                  <a:cubicBezTo>
                    <a:pt x="15838" y="51025"/>
                    <a:pt x="31937" y="53578"/>
                    <a:pt x="48095" y="55028"/>
                  </a:cubicBezTo>
                  <a:cubicBezTo>
                    <a:pt x="52881" y="55434"/>
                    <a:pt x="57958" y="55724"/>
                    <a:pt x="62338" y="53723"/>
                  </a:cubicBezTo>
                  <a:cubicBezTo>
                    <a:pt x="73187" y="48849"/>
                    <a:pt x="73941" y="34142"/>
                    <a:pt x="78263" y="23003"/>
                  </a:cubicBezTo>
                  <a:cubicBezTo>
                    <a:pt x="82266" y="12589"/>
                    <a:pt x="90823" y="4061"/>
                    <a:pt x="101208" y="0"/>
                  </a:cubicBezTo>
                  <a:cubicBezTo>
                    <a:pt x="103297" y="58"/>
                    <a:pt x="105385" y="58"/>
                    <a:pt x="107532" y="0"/>
                  </a:cubicBezTo>
                  <a:lnTo>
                    <a:pt x="107532" y="1392"/>
                  </a:lnTo>
                  <a:cubicBezTo>
                    <a:pt x="130158" y="1392"/>
                    <a:pt x="152291" y="18246"/>
                    <a:pt x="157106" y="40640"/>
                  </a:cubicBezTo>
                  <a:cubicBezTo>
                    <a:pt x="159949" y="53897"/>
                    <a:pt x="157251" y="67675"/>
                    <a:pt x="157425" y="81280"/>
                  </a:cubicBezTo>
                  <a:cubicBezTo>
                    <a:pt x="157600" y="93753"/>
                    <a:pt x="161196" y="107474"/>
                    <a:pt x="170972" y="114639"/>
                  </a:cubicBezTo>
                  <a:cubicBezTo>
                    <a:pt x="171842" y="115393"/>
                    <a:pt x="172829" y="116002"/>
                    <a:pt x="173815" y="116554"/>
                  </a:cubicBezTo>
                  <a:cubicBezTo>
                    <a:pt x="160790" y="116176"/>
                    <a:pt x="147650" y="120963"/>
                    <a:pt x="137845" y="129578"/>
                  </a:cubicBezTo>
                  <a:cubicBezTo>
                    <a:pt x="128360" y="137990"/>
                    <a:pt x="121978" y="149768"/>
                    <a:pt x="111506" y="156990"/>
                  </a:cubicBezTo>
                  <a:cubicBezTo>
                    <a:pt x="100164" y="164852"/>
                    <a:pt x="84964" y="166157"/>
                    <a:pt x="71765" y="162009"/>
                  </a:cubicBezTo>
                  <a:cubicBezTo>
                    <a:pt x="62164" y="158992"/>
                    <a:pt x="53606" y="153364"/>
                    <a:pt x="46441" y="14628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9" name="Google Shape;699;p19"/>
            <p:cNvSpPr/>
            <p:nvPr/>
          </p:nvSpPr>
          <p:spPr>
            <a:xfrm>
              <a:off x="4540134" y="2153694"/>
              <a:ext cx="158557" cy="168641"/>
            </a:xfrm>
            <a:custGeom>
              <a:rect b="b" l="l" r="r" t="t"/>
              <a:pathLst>
                <a:path extrusionOk="0" h="168641" w="158557">
                  <a:moveTo>
                    <a:pt x="158557" y="50943"/>
                  </a:moveTo>
                  <a:cubicBezTo>
                    <a:pt x="157919" y="51552"/>
                    <a:pt x="157339" y="52161"/>
                    <a:pt x="156730" y="52799"/>
                  </a:cubicBezTo>
                  <a:cubicBezTo>
                    <a:pt x="145561" y="65417"/>
                    <a:pt x="146171" y="84969"/>
                    <a:pt x="147969" y="101996"/>
                  </a:cubicBezTo>
                  <a:cubicBezTo>
                    <a:pt x="149884" y="119923"/>
                    <a:pt x="151566" y="140200"/>
                    <a:pt x="139789" y="153833"/>
                  </a:cubicBezTo>
                  <a:cubicBezTo>
                    <a:pt x="129172" y="166075"/>
                    <a:pt x="111767" y="168395"/>
                    <a:pt x="95262" y="168598"/>
                  </a:cubicBezTo>
                  <a:cubicBezTo>
                    <a:pt x="93115" y="168656"/>
                    <a:pt x="91027" y="168656"/>
                    <a:pt x="88938" y="168598"/>
                  </a:cubicBezTo>
                  <a:cubicBezTo>
                    <a:pt x="89344" y="168424"/>
                    <a:pt x="89779" y="168221"/>
                    <a:pt x="90243" y="168076"/>
                  </a:cubicBezTo>
                  <a:cubicBezTo>
                    <a:pt x="81396" y="165843"/>
                    <a:pt x="73680" y="159316"/>
                    <a:pt x="69996" y="150962"/>
                  </a:cubicBezTo>
                  <a:cubicBezTo>
                    <a:pt x="65529" y="140780"/>
                    <a:pt x="66602" y="128074"/>
                    <a:pt x="59466" y="119546"/>
                  </a:cubicBezTo>
                  <a:cubicBezTo>
                    <a:pt x="52533" y="111221"/>
                    <a:pt x="40350" y="109915"/>
                    <a:pt x="29501" y="110438"/>
                  </a:cubicBezTo>
                  <a:cubicBezTo>
                    <a:pt x="19493" y="110960"/>
                    <a:pt x="9630" y="112439"/>
                    <a:pt x="0" y="114963"/>
                  </a:cubicBezTo>
                  <a:cubicBezTo>
                    <a:pt x="4641" y="113338"/>
                    <a:pt x="9253" y="111656"/>
                    <a:pt x="13692" y="109480"/>
                  </a:cubicBezTo>
                  <a:cubicBezTo>
                    <a:pt x="27326" y="102780"/>
                    <a:pt x="39944" y="89900"/>
                    <a:pt x="38957" y="74700"/>
                  </a:cubicBezTo>
                  <a:cubicBezTo>
                    <a:pt x="38348" y="65156"/>
                    <a:pt x="32547" y="56831"/>
                    <a:pt x="28631" y="48071"/>
                  </a:cubicBezTo>
                  <a:cubicBezTo>
                    <a:pt x="24715" y="39281"/>
                    <a:pt x="23148" y="27881"/>
                    <a:pt x="29878" y="21035"/>
                  </a:cubicBezTo>
                  <a:lnTo>
                    <a:pt x="29559" y="20339"/>
                  </a:lnTo>
                  <a:cubicBezTo>
                    <a:pt x="35941" y="17351"/>
                    <a:pt x="41510" y="12739"/>
                    <a:pt x="45804" y="7112"/>
                  </a:cubicBezTo>
                  <a:cubicBezTo>
                    <a:pt x="59872" y="-111"/>
                    <a:pt x="77074" y="-3070"/>
                    <a:pt x="90940" y="4182"/>
                  </a:cubicBezTo>
                  <a:cubicBezTo>
                    <a:pt x="103964" y="10970"/>
                    <a:pt x="111187" y="24952"/>
                    <a:pt x="120499" y="36294"/>
                  </a:cubicBezTo>
                  <a:cubicBezTo>
                    <a:pt x="129868" y="47607"/>
                    <a:pt x="145300" y="57295"/>
                    <a:pt x="158557" y="5094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0" name="Google Shape;700;p19"/>
            <p:cNvSpPr/>
            <p:nvPr/>
          </p:nvSpPr>
          <p:spPr>
            <a:xfrm>
              <a:off x="4506978" y="2264031"/>
              <a:ext cx="123399" cy="113611"/>
            </a:xfrm>
            <a:custGeom>
              <a:rect b="b" l="l" r="r" t="t"/>
              <a:pathLst>
                <a:path extrusionOk="0" h="113611" w="123399">
                  <a:moveTo>
                    <a:pt x="123400" y="57768"/>
                  </a:moveTo>
                  <a:cubicBezTo>
                    <a:pt x="122935" y="57913"/>
                    <a:pt x="122529" y="58087"/>
                    <a:pt x="122094" y="58290"/>
                  </a:cubicBezTo>
                  <a:cubicBezTo>
                    <a:pt x="111709" y="62351"/>
                    <a:pt x="103152" y="70850"/>
                    <a:pt x="99149" y="81293"/>
                  </a:cubicBezTo>
                  <a:cubicBezTo>
                    <a:pt x="94827" y="92403"/>
                    <a:pt x="94073" y="107110"/>
                    <a:pt x="83224" y="112012"/>
                  </a:cubicBezTo>
                  <a:cubicBezTo>
                    <a:pt x="78844" y="114014"/>
                    <a:pt x="73767" y="113724"/>
                    <a:pt x="68981" y="113318"/>
                  </a:cubicBezTo>
                  <a:cubicBezTo>
                    <a:pt x="52824" y="111867"/>
                    <a:pt x="36724" y="109315"/>
                    <a:pt x="20944" y="105631"/>
                  </a:cubicBezTo>
                  <a:cubicBezTo>
                    <a:pt x="14301" y="104151"/>
                    <a:pt x="7687" y="102382"/>
                    <a:pt x="1160" y="100467"/>
                  </a:cubicBezTo>
                  <a:lnTo>
                    <a:pt x="0" y="99858"/>
                  </a:lnTo>
                  <a:cubicBezTo>
                    <a:pt x="5367" y="89676"/>
                    <a:pt x="8993" y="78537"/>
                    <a:pt x="10414" y="67079"/>
                  </a:cubicBezTo>
                  <a:cubicBezTo>
                    <a:pt x="12561" y="49761"/>
                    <a:pt x="9660" y="32067"/>
                    <a:pt x="2814" y="16083"/>
                  </a:cubicBezTo>
                  <a:lnTo>
                    <a:pt x="4264" y="15474"/>
                  </a:lnTo>
                  <a:cubicBezTo>
                    <a:pt x="5947" y="14633"/>
                    <a:pt x="7658" y="13792"/>
                    <a:pt x="9369" y="13009"/>
                  </a:cubicBezTo>
                  <a:cubicBezTo>
                    <a:pt x="9544" y="12951"/>
                    <a:pt x="9689" y="12864"/>
                    <a:pt x="9892" y="12776"/>
                  </a:cubicBezTo>
                  <a:cubicBezTo>
                    <a:pt x="17434" y="9557"/>
                    <a:pt x="25353" y="7294"/>
                    <a:pt x="33127" y="4625"/>
                  </a:cubicBezTo>
                  <a:cubicBezTo>
                    <a:pt x="42758" y="2102"/>
                    <a:pt x="52620" y="622"/>
                    <a:pt x="62628" y="100"/>
                  </a:cubicBezTo>
                  <a:cubicBezTo>
                    <a:pt x="73477" y="-422"/>
                    <a:pt x="85660" y="883"/>
                    <a:pt x="92593" y="9209"/>
                  </a:cubicBezTo>
                  <a:cubicBezTo>
                    <a:pt x="99700" y="17737"/>
                    <a:pt x="98656" y="30442"/>
                    <a:pt x="103123" y="40624"/>
                  </a:cubicBezTo>
                  <a:cubicBezTo>
                    <a:pt x="106807" y="49007"/>
                    <a:pt x="114523" y="55505"/>
                    <a:pt x="123370" y="5773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1" name="Google Shape;701;p19"/>
            <p:cNvSpPr/>
            <p:nvPr/>
          </p:nvSpPr>
          <p:spPr>
            <a:xfrm>
              <a:off x="4426308" y="2046253"/>
              <a:ext cx="168525" cy="147794"/>
            </a:xfrm>
            <a:custGeom>
              <a:rect b="b" l="l" r="r" t="t"/>
              <a:pathLst>
                <a:path extrusionOk="0" h="147794" w="168525">
                  <a:moveTo>
                    <a:pt x="55724" y="132421"/>
                  </a:moveTo>
                  <a:cubicBezTo>
                    <a:pt x="57203" y="121659"/>
                    <a:pt x="55550" y="110491"/>
                    <a:pt x="47805" y="103297"/>
                  </a:cubicBezTo>
                  <a:cubicBezTo>
                    <a:pt x="40495" y="96451"/>
                    <a:pt x="29878" y="95001"/>
                    <a:pt x="20305" y="92129"/>
                  </a:cubicBezTo>
                  <a:cubicBezTo>
                    <a:pt x="11516" y="89431"/>
                    <a:pt x="2147" y="83891"/>
                    <a:pt x="0" y="75246"/>
                  </a:cubicBezTo>
                  <a:cubicBezTo>
                    <a:pt x="1711" y="61700"/>
                    <a:pt x="3684" y="48008"/>
                    <a:pt x="9224" y="35535"/>
                  </a:cubicBezTo>
                  <a:cubicBezTo>
                    <a:pt x="14765" y="23061"/>
                    <a:pt x="24453" y="11835"/>
                    <a:pt x="37333" y="7455"/>
                  </a:cubicBezTo>
                  <a:cubicBezTo>
                    <a:pt x="52127" y="2437"/>
                    <a:pt x="68197" y="7078"/>
                    <a:pt x="83600" y="9689"/>
                  </a:cubicBezTo>
                  <a:cubicBezTo>
                    <a:pt x="99004" y="12241"/>
                    <a:pt x="117105" y="11864"/>
                    <a:pt x="127316" y="0"/>
                  </a:cubicBezTo>
                  <a:cubicBezTo>
                    <a:pt x="127316" y="87"/>
                    <a:pt x="127257" y="145"/>
                    <a:pt x="127257" y="232"/>
                  </a:cubicBezTo>
                  <a:cubicBezTo>
                    <a:pt x="127083" y="1479"/>
                    <a:pt x="126880" y="2756"/>
                    <a:pt x="126793" y="4003"/>
                  </a:cubicBezTo>
                  <a:cubicBezTo>
                    <a:pt x="125807" y="15693"/>
                    <a:pt x="129201" y="27789"/>
                    <a:pt x="136279" y="37130"/>
                  </a:cubicBezTo>
                  <a:cubicBezTo>
                    <a:pt x="143415" y="46587"/>
                    <a:pt x="153771" y="53142"/>
                    <a:pt x="160587" y="62773"/>
                  </a:cubicBezTo>
                  <a:cubicBezTo>
                    <a:pt x="168275" y="73651"/>
                    <a:pt x="170537" y="88126"/>
                    <a:pt x="166679" y="100831"/>
                  </a:cubicBezTo>
                  <a:cubicBezTo>
                    <a:pt x="165809" y="103761"/>
                    <a:pt x="164591" y="106604"/>
                    <a:pt x="163053" y="109244"/>
                  </a:cubicBezTo>
                  <a:cubicBezTo>
                    <a:pt x="162038" y="111071"/>
                    <a:pt x="160877" y="112841"/>
                    <a:pt x="159601" y="114494"/>
                  </a:cubicBezTo>
                  <a:cubicBezTo>
                    <a:pt x="155308" y="120121"/>
                    <a:pt x="149739" y="124734"/>
                    <a:pt x="143357" y="127722"/>
                  </a:cubicBezTo>
                  <a:lnTo>
                    <a:pt x="143676" y="128418"/>
                  </a:lnTo>
                  <a:cubicBezTo>
                    <a:pt x="135583" y="134480"/>
                    <a:pt x="124096" y="132189"/>
                    <a:pt x="114813" y="128186"/>
                  </a:cubicBezTo>
                  <a:cubicBezTo>
                    <a:pt x="105560" y="124183"/>
                    <a:pt x="96393" y="118642"/>
                    <a:pt x="86327" y="118787"/>
                  </a:cubicBezTo>
                  <a:cubicBezTo>
                    <a:pt x="70489" y="119077"/>
                    <a:pt x="58509" y="133349"/>
                    <a:pt x="52040" y="147795"/>
                  </a:cubicBezTo>
                  <a:lnTo>
                    <a:pt x="51663" y="147650"/>
                  </a:lnTo>
                  <a:cubicBezTo>
                    <a:pt x="52359" y="145793"/>
                    <a:pt x="53026" y="143879"/>
                    <a:pt x="53606" y="141964"/>
                  </a:cubicBezTo>
                  <a:cubicBezTo>
                    <a:pt x="54593" y="138890"/>
                    <a:pt x="55318" y="135641"/>
                    <a:pt x="55695" y="1323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2" name="Google Shape;702;p19"/>
            <p:cNvSpPr/>
            <p:nvPr/>
          </p:nvSpPr>
          <p:spPr>
            <a:xfrm>
              <a:off x="4465323" y="2165067"/>
              <a:ext cx="113794" cy="115018"/>
            </a:xfrm>
            <a:custGeom>
              <a:rect b="b" l="l" r="r" t="t"/>
              <a:pathLst>
                <a:path extrusionOk="0" h="115018" w="113794">
                  <a:moveTo>
                    <a:pt x="37391" y="101211"/>
                  </a:moveTo>
                  <a:cubicBezTo>
                    <a:pt x="33562" y="94974"/>
                    <a:pt x="29095" y="89115"/>
                    <a:pt x="24077" y="83748"/>
                  </a:cubicBezTo>
                  <a:cubicBezTo>
                    <a:pt x="20305" y="79745"/>
                    <a:pt x="16215" y="76061"/>
                    <a:pt x="11835" y="72725"/>
                  </a:cubicBezTo>
                  <a:cubicBezTo>
                    <a:pt x="8122" y="69883"/>
                    <a:pt x="4148" y="67272"/>
                    <a:pt x="0" y="65038"/>
                  </a:cubicBezTo>
                  <a:lnTo>
                    <a:pt x="1479" y="62341"/>
                  </a:lnTo>
                  <a:cubicBezTo>
                    <a:pt x="3017" y="50651"/>
                    <a:pt x="8499" y="39947"/>
                    <a:pt x="12647" y="28866"/>
                  </a:cubicBezTo>
                  <a:lnTo>
                    <a:pt x="13024" y="29011"/>
                  </a:lnTo>
                  <a:cubicBezTo>
                    <a:pt x="19493" y="14594"/>
                    <a:pt x="31502" y="293"/>
                    <a:pt x="47312" y="3"/>
                  </a:cubicBezTo>
                  <a:cubicBezTo>
                    <a:pt x="57378" y="-142"/>
                    <a:pt x="66544" y="5398"/>
                    <a:pt x="75798" y="9401"/>
                  </a:cubicBezTo>
                  <a:cubicBezTo>
                    <a:pt x="85051" y="13404"/>
                    <a:pt x="96567" y="15696"/>
                    <a:pt x="104661" y="9633"/>
                  </a:cubicBezTo>
                  <a:cubicBezTo>
                    <a:pt x="97902" y="16479"/>
                    <a:pt x="99497" y="27879"/>
                    <a:pt x="103413" y="36669"/>
                  </a:cubicBezTo>
                  <a:cubicBezTo>
                    <a:pt x="107329" y="45429"/>
                    <a:pt x="113131" y="53754"/>
                    <a:pt x="113740" y="63298"/>
                  </a:cubicBezTo>
                  <a:cubicBezTo>
                    <a:pt x="114726" y="78469"/>
                    <a:pt x="102108" y="91378"/>
                    <a:pt x="88474" y="98078"/>
                  </a:cubicBezTo>
                  <a:cubicBezTo>
                    <a:pt x="84065" y="100254"/>
                    <a:pt x="79453" y="101936"/>
                    <a:pt x="74782" y="103561"/>
                  </a:cubicBezTo>
                  <a:cubicBezTo>
                    <a:pt x="66834" y="105620"/>
                    <a:pt x="59060" y="108347"/>
                    <a:pt x="51547" y="111712"/>
                  </a:cubicBezTo>
                  <a:cubicBezTo>
                    <a:pt x="51373" y="111799"/>
                    <a:pt x="51228" y="111886"/>
                    <a:pt x="51025" y="111944"/>
                  </a:cubicBezTo>
                  <a:cubicBezTo>
                    <a:pt x="49313" y="112698"/>
                    <a:pt x="47573" y="113540"/>
                    <a:pt x="45920" y="114410"/>
                  </a:cubicBezTo>
                  <a:lnTo>
                    <a:pt x="44469" y="115019"/>
                  </a:lnTo>
                  <a:cubicBezTo>
                    <a:pt x="42409" y="110233"/>
                    <a:pt x="40060" y="105620"/>
                    <a:pt x="37362" y="10118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3" name="Google Shape;703;p19"/>
            <p:cNvSpPr/>
            <p:nvPr/>
          </p:nvSpPr>
          <p:spPr>
            <a:xfrm>
              <a:off x="4428251" y="2410534"/>
              <a:ext cx="155996" cy="195919"/>
            </a:xfrm>
            <a:custGeom>
              <a:rect b="b" l="l" r="r" t="t"/>
              <a:pathLst>
                <a:path extrusionOk="0" h="195919" w="155996">
                  <a:moveTo>
                    <a:pt x="2466" y="124473"/>
                  </a:moveTo>
                  <a:lnTo>
                    <a:pt x="1160" y="124560"/>
                  </a:lnTo>
                  <a:cubicBezTo>
                    <a:pt x="1016" y="121862"/>
                    <a:pt x="609" y="119193"/>
                    <a:pt x="0" y="116554"/>
                  </a:cubicBezTo>
                  <a:cubicBezTo>
                    <a:pt x="5163" y="96770"/>
                    <a:pt x="40524" y="100135"/>
                    <a:pt x="49575" y="81077"/>
                  </a:cubicBezTo>
                  <a:cubicBezTo>
                    <a:pt x="52214" y="75478"/>
                    <a:pt x="51953" y="69010"/>
                    <a:pt x="51257" y="62889"/>
                  </a:cubicBezTo>
                  <a:cubicBezTo>
                    <a:pt x="48879" y="41394"/>
                    <a:pt x="42178" y="20625"/>
                    <a:pt x="35535" y="0"/>
                  </a:cubicBezTo>
                  <a:cubicBezTo>
                    <a:pt x="41598" y="15693"/>
                    <a:pt x="48879" y="30864"/>
                    <a:pt x="57262" y="45426"/>
                  </a:cubicBezTo>
                  <a:cubicBezTo>
                    <a:pt x="65355" y="59524"/>
                    <a:pt x="78756" y="74840"/>
                    <a:pt x="94537" y="71156"/>
                  </a:cubicBezTo>
                  <a:cubicBezTo>
                    <a:pt x="103703" y="69010"/>
                    <a:pt x="110085" y="61004"/>
                    <a:pt x="117308" y="54970"/>
                  </a:cubicBezTo>
                  <a:cubicBezTo>
                    <a:pt x="123603" y="49719"/>
                    <a:pt x="132885" y="45890"/>
                    <a:pt x="139934" y="48965"/>
                  </a:cubicBezTo>
                  <a:lnTo>
                    <a:pt x="138861" y="49835"/>
                  </a:lnTo>
                  <a:cubicBezTo>
                    <a:pt x="141036" y="52707"/>
                    <a:pt x="143473" y="55463"/>
                    <a:pt x="146084" y="58016"/>
                  </a:cubicBezTo>
                  <a:cubicBezTo>
                    <a:pt x="147302" y="59872"/>
                    <a:pt x="148317" y="61787"/>
                    <a:pt x="149246" y="63730"/>
                  </a:cubicBezTo>
                  <a:lnTo>
                    <a:pt x="149304" y="63788"/>
                  </a:lnTo>
                  <a:cubicBezTo>
                    <a:pt x="160646" y="87256"/>
                    <a:pt x="157542" y="117685"/>
                    <a:pt x="140224" y="137381"/>
                  </a:cubicBezTo>
                  <a:cubicBezTo>
                    <a:pt x="132276" y="146403"/>
                    <a:pt x="121891" y="153219"/>
                    <a:pt x="114204" y="162502"/>
                  </a:cubicBezTo>
                  <a:cubicBezTo>
                    <a:pt x="106575" y="171814"/>
                    <a:pt x="101876" y="185360"/>
                    <a:pt x="107677" y="195919"/>
                  </a:cubicBezTo>
                  <a:cubicBezTo>
                    <a:pt x="106691" y="194991"/>
                    <a:pt x="105676" y="194092"/>
                    <a:pt x="104602" y="193366"/>
                  </a:cubicBezTo>
                  <a:cubicBezTo>
                    <a:pt x="81831" y="176136"/>
                    <a:pt x="43483" y="190582"/>
                    <a:pt x="20538" y="172191"/>
                  </a:cubicBezTo>
                  <a:cubicBezTo>
                    <a:pt x="6817" y="161197"/>
                    <a:pt x="3539" y="142458"/>
                    <a:pt x="2466" y="12444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4" name="Google Shape;704;p19"/>
            <p:cNvSpPr/>
            <p:nvPr/>
          </p:nvSpPr>
          <p:spPr>
            <a:xfrm>
              <a:off x="4459406" y="2363860"/>
              <a:ext cx="119327" cy="118385"/>
            </a:xfrm>
            <a:custGeom>
              <a:rect b="b" l="l" r="r" t="t"/>
              <a:pathLst>
                <a:path extrusionOk="0" h="118385" w="119327">
                  <a:moveTo>
                    <a:pt x="68487" y="5918"/>
                  </a:moveTo>
                  <a:cubicBezTo>
                    <a:pt x="79133" y="8209"/>
                    <a:pt x="89431" y="11458"/>
                    <a:pt x="98452" y="17405"/>
                  </a:cubicBezTo>
                  <a:cubicBezTo>
                    <a:pt x="112927" y="26890"/>
                    <a:pt x="123167" y="45107"/>
                    <a:pt x="117946" y="61584"/>
                  </a:cubicBezTo>
                  <a:cubicBezTo>
                    <a:pt x="115944" y="67733"/>
                    <a:pt x="112028" y="73129"/>
                    <a:pt x="109766" y="79162"/>
                  </a:cubicBezTo>
                  <a:cubicBezTo>
                    <a:pt x="107474" y="85225"/>
                    <a:pt x="107213" y="92854"/>
                    <a:pt x="111709" y="97466"/>
                  </a:cubicBezTo>
                  <a:cubicBezTo>
                    <a:pt x="110781" y="96712"/>
                    <a:pt x="109795" y="96103"/>
                    <a:pt x="108721" y="95639"/>
                  </a:cubicBezTo>
                  <a:cubicBezTo>
                    <a:pt x="101701" y="92564"/>
                    <a:pt x="92390" y="96393"/>
                    <a:pt x="86095" y="101644"/>
                  </a:cubicBezTo>
                  <a:cubicBezTo>
                    <a:pt x="78872" y="107706"/>
                    <a:pt x="72520" y="115712"/>
                    <a:pt x="63324" y="117830"/>
                  </a:cubicBezTo>
                  <a:cubicBezTo>
                    <a:pt x="47544" y="121514"/>
                    <a:pt x="34142" y="106198"/>
                    <a:pt x="26049" y="92100"/>
                  </a:cubicBezTo>
                  <a:cubicBezTo>
                    <a:pt x="17666" y="77538"/>
                    <a:pt x="10356" y="62367"/>
                    <a:pt x="4322" y="46674"/>
                  </a:cubicBezTo>
                  <a:lnTo>
                    <a:pt x="0" y="45803"/>
                  </a:lnTo>
                  <a:cubicBezTo>
                    <a:pt x="20189" y="36318"/>
                    <a:pt x="37188" y="19841"/>
                    <a:pt x="47573" y="0"/>
                  </a:cubicBezTo>
                  <a:lnTo>
                    <a:pt x="48733" y="609"/>
                  </a:lnTo>
                  <a:cubicBezTo>
                    <a:pt x="55260" y="2524"/>
                    <a:pt x="61845" y="4293"/>
                    <a:pt x="68517" y="5773"/>
                  </a:cubicBezTo>
                  <a:lnTo>
                    <a:pt x="68458" y="591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5" name="Google Shape;705;p19"/>
            <p:cNvSpPr/>
            <p:nvPr/>
          </p:nvSpPr>
          <p:spPr>
            <a:xfrm>
              <a:off x="4316099" y="1921113"/>
              <a:ext cx="246026" cy="200966"/>
            </a:xfrm>
            <a:custGeom>
              <a:rect b="b" l="l" r="r" t="t"/>
              <a:pathLst>
                <a:path extrusionOk="0" h="200966" w="246026">
                  <a:moveTo>
                    <a:pt x="240366" y="77132"/>
                  </a:moveTo>
                  <a:cubicBezTo>
                    <a:pt x="248431" y="92216"/>
                    <a:pt x="248227" y="112318"/>
                    <a:pt x="237495" y="125401"/>
                  </a:cubicBezTo>
                  <a:cubicBezTo>
                    <a:pt x="237495" y="125314"/>
                    <a:pt x="237553" y="125256"/>
                    <a:pt x="237553" y="125169"/>
                  </a:cubicBezTo>
                  <a:cubicBezTo>
                    <a:pt x="227371" y="137033"/>
                    <a:pt x="209241" y="137410"/>
                    <a:pt x="193838" y="134858"/>
                  </a:cubicBezTo>
                  <a:cubicBezTo>
                    <a:pt x="178435" y="132247"/>
                    <a:pt x="162364" y="127606"/>
                    <a:pt x="147570" y="132624"/>
                  </a:cubicBezTo>
                  <a:cubicBezTo>
                    <a:pt x="134691" y="137004"/>
                    <a:pt x="125002" y="148201"/>
                    <a:pt x="119462" y="160704"/>
                  </a:cubicBezTo>
                  <a:cubicBezTo>
                    <a:pt x="113921" y="173177"/>
                    <a:pt x="111978" y="186869"/>
                    <a:pt x="110237" y="200415"/>
                  </a:cubicBezTo>
                  <a:cubicBezTo>
                    <a:pt x="110005" y="199661"/>
                    <a:pt x="109918" y="198936"/>
                    <a:pt x="109831" y="198124"/>
                  </a:cubicBezTo>
                  <a:cubicBezTo>
                    <a:pt x="109512" y="199139"/>
                    <a:pt x="109077" y="200067"/>
                    <a:pt x="108613" y="200966"/>
                  </a:cubicBezTo>
                  <a:lnTo>
                    <a:pt x="107626" y="200502"/>
                  </a:lnTo>
                  <a:cubicBezTo>
                    <a:pt x="108613" y="188087"/>
                    <a:pt x="109541" y="175469"/>
                    <a:pt x="107075" y="163256"/>
                  </a:cubicBezTo>
                  <a:cubicBezTo>
                    <a:pt x="104668" y="151015"/>
                    <a:pt x="98431" y="139006"/>
                    <a:pt x="87843" y="132392"/>
                  </a:cubicBezTo>
                  <a:cubicBezTo>
                    <a:pt x="74528" y="124096"/>
                    <a:pt x="57675" y="125778"/>
                    <a:pt x="42040" y="125981"/>
                  </a:cubicBezTo>
                  <a:cubicBezTo>
                    <a:pt x="26955" y="126126"/>
                    <a:pt x="9754" y="123370"/>
                    <a:pt x="1139" y="111274"/>
                  </a:cubicBezTo>
                  <a:lnTo>
                    <a:pt x="1690" y="110897"/>
                  </a:lnTo>
                  <a:cubicBezTo>
                    <a:pt x="-5533" y="82411"/>
                    <a:pt x="11088" y="49836"/>
                    <a:pt x="38414" y="38987"/>
                  </a:cubicBezTo>
                  <a:cubicBezTo>
                    <a:pt x="54368" y="32605"/>
                    <a:pt x="72208" y="33272"/>
                    <a:pt x="89061" y="29878"/>
                  </a:cubicBezTo>
                  <a:cubicBezTo>
                    <a:pt x="105915" y="26484"/>
                    <a:pt x="123726" y="16767"/>
                    <a:pt x="127555" y="0"/>
                  </a:cubicBezTo>
                  <a:cubicBezTo>
                    <a:pt x="130166" y="14620"/>
                    <a:pt x="142958" y="25411"/>
                    <a:pt x="156592" y="31328"/>
                  </a:cubicBezTo>
                  <a:cubicBezTo>
                    <a:pt x="170167" y="37188"/>
                    <a:pt x="185135" y="39480"/>
                    <a:pt x="199030" y="44440"/>
                  </a:cubicBezTo>
                  <a:cubicBezTo>
                    <a:pt x="215971" y="50532"/>
                    <a:pt x="231925" y="61294"/>
                    <a:pt x="240366" y="7716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6" name="Google Shape;706;p19"/>
            <p:cNvSpPr/>
            <p:nvPr/>
          </p:nvSpPr>
          <p:spPr>
            <a:xfrm>
              <a:off x="4272512" y="2534978"/>
              <a:ext cx="274980" cy="192177"/>
            </a:xfrm>
            <a:custGeom>
              <a:rect b="b" l="l" r="r" t="t"/>
              <a:pathLst>
                <a:path extrusionOk="0" h="192177" w="274980">
                  <a:moveTo>
                    <a:pt x="3216" y="66341"/>
                  </a:moveTo>
                  <a:cubicBezTo>
                    <a:pt x="3767" y="64629"/>
                    <a:pt x="4377" y="62889"/>
                    <a:pt x="5131" y="61265"/>
                  </a:cubicBezTo>
                  <a:cubicBezTo>
                    <a:pt x="19548" y="48878"/>
                    <a:pt x="41333" y="48849"/>
                    <a:pt x="60420" y="51808"/>
                  </a:cubicBezTo>
                  <a:cubicBezTo>
                    <a:pt x="80435" y="54941"/>
                    <a:pt x="101234" y="60365"/>
                    <a:pt x="120553" y="54274"/>
                  </a:cubicBezTo>
                  <a:cubicBezTo>
                    <a:pt x="142889" y="47196"/>
                    <a:pt x="158350" y="23380"/>
                    <a:pt x="156900" y="87"/>
                  </a:cubicBezTo>
                  <a:lnTo>
                    <a:pt x="158205" y="0"/>
                  </a:lnTo>
                  <a:cubicBezTo>
                    <a:pt x="159279" y="18014"/>
                    <a:pt x="162527" y="36782"/>
                    <a:pt x="176277" y="47747"/>
                  </a:cubicBezTo>
                  <a:cubicBezTo>
                    <a:pt x="199222" y="66138"/>
                    <a:pt x="237571" y="51692"/>
                    <a:pt x="260342" y="68923"/>
                  </a:cubicBezTo>
                  <a:lnTo>
                    <a:pt x="260197" y="69097"/>
                  </a:lnTo>
                  <a:cubicBezTo>
                    <a:pt x="263126" y="72027"/>
                    <a:pt x="266201" y="74956"/>
                    <a:pt x="269363" y="77712"/>
                  </a:cubicBezTo>
                  <a:cubicBezTo>
                    <a:pt x="282156" y="102804"/>
                    <a:pt x="272438" y="138484"/>
                    <a:pt x="246940" y="151653"/>
                  </a:cubicBezTo>
                  <a:cubicBezTo>
                    <a:pt x="229913" y="160442"/>
                    <a:pt x="209752" y="159601"/>
                    <a:pt x="190752" y="162299"/>
                  </a:cubicBezTo>
                  <a:cubicBezTo>
                    <a:pt x="171752" y="165055"/>
                    <a:pt x="150953" y="173873"/>
                    <a:pt x="145238" y="192177"/>
                  </a:cubicBezTo>
                  <a:cubicBezTo>
                    <a:pt x="133926" y="173699"/>
                    <a:pt x="114664" y="160355"/>
                    <a:pt x="93401" y="156149"/>
                  </a:cubicBezTo>
                  <a:cubicBezTo>
                    <a:pt x="79072" y="153365"/>
                    <a:pt x="64075" y="154554"/>
                    <a:pt x="49890" y="151044"/>
                  </a:cubicBezTo>
                  <a:cubicBezTo>
                    <a:pt x="31238" y="146345"/>
                    <a:pt x="14935" y="133088"/>
                    <a:pt x="6523" y="115770"/>
                  </a:cubicBezTo>
                  <a:cubicBezTo>
                    <a:pt x="-845" y="100541"/>
                    <a:pt x="-2005" y="82440"/>
                    <a:pt x="3216" y="66399"/>
                  </a:cubicBezTo>
                  <a:cubicBezTo>
                    <a:pt x="3216" y="66341"/>
                    <a:pt x="3274" y="66312"/>
                    <a:pt x="3274" y="663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7" name="Google Shape;707;p19"/>
            <p:cNvSpPr/>
            <p:nvPr/>
          </p:nvSpPr>
          <p:spPr>
            <a:xfrm>
              <a:off x="4320642" y="2218082"/>
              <a:ext cx="197491" cy="200390"/>
            </a:xfrm>
            <a:custGeom>
              <a:rect b="b" l="l" r="r" t="t"/>
              <a:pathLst>
                <a:path extrusionOk="0" h="200390" w="197491">
                  <a:moveTo>
                    <a:pt x="6980" y="60467"/>
                  </a:moveTo>
                  <a:cubicBezTo>
                    <a:pt x="10896" y="49066"/>
                    <a:pt x="16524" y="38218"/>
                    <a:pt x="23515" y="28442"/>
                  </a:cubicBezTo>
                  <a:lnTo>
                    <a:pt x="24037" y="28761"/>
                  </a:lnTo>
                  <a:cubicBezTo>
                    <a:pt x="33436" y="19594"/>
                    <a:pt x="44662" y="12517"/>
                    <a:pt x="56845" y="7672"/>
                  </a:cubicBezTo>
                  <a:cubicBezTo>
                    <a:pt x="70682" y="2132"/>
                    <a:pt x="85708" y="-479"/>
                    <a:pt x="100560" y="72"/>
                  </a:cubicBezTo>
                  <a:cubicBezTo>
                    <a:pt x="114338" y="536"/>
                    <a:pt x="127972" y="3698"/>
                    <a:pt x="140387" y="9703"/>
                  </a:cubicBezTo>
                  <a:cubicBezTo>
                    <a:pt x="141867" y="10399"/>
                    <a:pt x="143317" y="11153"/>
                    <a:pt x="144710" y="11994"/>
                  </a:cubicBezTo>
                  <a:cubicBezTo>
                    <a:pt x="148858" y="14228"/>
                    <a:pt x="152803" y="16839"/>
                    <a:pt x="156545" y="19682"/>
                  </a:cubicBezTo>
                  <a:cubicBezTo>
                    <a:pt x="160925" y="23046"/>
                    <a:pt x="165015" y="26701"/>
                    <a:pt x="168786" y="30705"/>
                  </a:cubicBezTo>
                  <a:cubicBezTo>
                    <a:pt x="173805" y="36071"/>
                    <a:pt x="178272" y="41931"/>
                    <a:pt x="182101" y="48167"/>
                  </a:cubicBezTo>
                  <a:cubicBezTo>
                    <a:pt x="184799" y="52576"/>
                    <a:pt x="187177" y="57189"/>
                    <a:pt x="189208" y="62004"/>
                  </a:cubicBezTo>
                  <a:cubicBezTo>
                    <a:pt x="196054" y="78016"/>
                    <a:pt x="198925" y="95711"/>
                    <a:pt x="196808" y="113000"/>
                  </a:cubicBezTo>
                  <a:cubicBezTo>
                    <a:pt x="195357" y="124458"/>
                    <a:pt x="191731" y="135568"/>
                    <a:pt x="186394" y="145779"/>
                  </a:cubicBezTo>
                  <a:cubicBezTo>
                    <a:pt x="176009" y="165620"/>
                    <a:pt x="159040" y="182067"/>
                    <a:pt x="138821" y="191582"/>
                  </a:cubicBezTo>
                  <a:cubicBezTo>
                    <a:pt x="131743" y="194889"/>
                    <a:pt x="124288" y="197355"/>
                    <a:pt x="116572" y="198805"/>
                  </a:cubicBezTo>
                  <a:cubicBezTo>
                    <a:pt x="99486" y="202054"/>
                    <a:pt x="81705" y="200197"/>
                    <a:pt x="65373" y="194280"/>
                  </a:cubicBezTo>
                  <a:cubicBezTo>
                    <a:pt x="42428" y="185897"/>
                    <a:pt x="22326" y="169507"/>
                    <a:pt x="11071" y="147838"/>
                  </a:cubicBezTo>
                  <a:cubicBezTo>
                    <a:pt x="10229" y="146214"/>
                    <a:pt x="9446" y="144589"/>
                    <a:pt x="8692" y="142907"/>
                  </a:cubicBezTo>
                  <a:cubicBezTo>
                    <a:pt x="-2795" y="117264"/>
                    <a:pt x="-2418" y="87328"/>
                    <a:pt x="7009" y="6046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8" name="Google Shape;708;p19"/>
            <p:cNvSpPr/>
            <p:nvPr/>
          </p:nvSpPr>
          <p:spPr>
            <a:xfrm>
              <a:off x="4364562" y="2119208"/>
              <a:ext cx="117957" cy="110926"/>
            </a:xfrm>
            <a:custGeom>
              <a:rect b="b" l="l" r="r" t="t"/>
              <a:pathLst>
                <a:path extrusionOk="0" h="110926" w="117957">
                  <a:moveTo>
                    <a:pt x="56611" y="98975"/>
                  </a:moveTo>
                  <a:cubicBezTo>
                    <a:pt x="41759" y="98424"/>
                    <a:pt x="26733" y="101034"/>
                    <a:pt x="12897" y="106575"/>
                  </a:cubicBezTo>
                  <a:lnTo>
                    <a:pt x="12287" y="105182"/>
                  </a:lnTo>
                  <a:cubicBezTo>
                    <a:pt x="11736" y="92071"/>
                    <a:pt x="5673" y="79859"/>
                    <a:pt x="2222" y="67211"/>
                  </a:cubicBezTo>
                  <a:cubicBezTo>
                    <a:pt x="-1230" y="54564"/>
                    <a:pt x="-1491" y="39480"/>
                    <a:pt x="7530" y="29936"/>
                  </a:cubicBezTo>
                  <a:cubicBezTo>
                    <a:pt x="21454" y="15316"/>
                    <a:pt x="51361" y="19638"/>
                    <a:pt x="60121" y="2843"/>
                  </a:cubicBezTo>
                  <a:cubicBezTo>
                    <a:pt x="60585" y="1973"/>
                    <a:pt x="60992" y="1015"/>
                    <a:pt x="61340" y="0"/>
                  </a:cubicBezTo>
                  <a:cubicBezTo>
                    <a:pt x="61427" y="783"/>
                    <a:pt x="61514" y="1537"/>
                    <a:pt x="61746" y="2292"/>
                  </a:cubicBezTo>
                  <a:cubicBezTo>
                    <a:pt x="63892" y="10936"/>
                    <a:pt x="73233" y="16476"/>
                    <a:pt x="82051" y="19174"/>
                  </a:cubicBezTo>
                  <a:cubicBezTo>
                    <a:pt x="91653" y="22046"/>
                    <a:pt x="102241" y="23496"/>
                    <a:pt x="109551" y="30342"/>
                  </a:cubicBezTo>
                  <a:cubicBezTo>
                    <a:pt x="117267" y="37565"/>
                    <a:pt x="118949" y="48733"/>
                    <a:pt x="117470" y="59466"/>
                  </a:cubicBezTo>
                  <a:cubicBezTo>
                    <a:pt x="117093" y="62715"/>
                    <a:pt x="116339" y="65993"/>
                    <a:pt x="115381" y="69068"/>
                  </a:cubicBezTo>
                  <a:cubicBezTo>
                    <a:pt x="114772" y="70982"/>
                    <a:pt x="114134" y="72897"/>
                    <a:pt x="113438" y="74753"/>
                  </a:cubicBezTo>
                  <a:cubicBezTo>
                    <a:pt x="109290" y="85834"/>
                    <a:pt x="103807" y="96538"/>
                    <a:pt x="102270" y="108228"/>
                  </a:cubicBezTo>
                  <a:lnTo>
                    <a:pt x="100790" y="110926"/>
                  </a:lnTo>
                  <a:cubicBezTo>
                    <a:pt x="99398" y="110085"/>
                    <a:pt x="97948" y="109331"/>
                    <a:pt x="96468" y="108634"/>
                  </a:cubicBezTo>
                  <a:cubicBezTo>
                    <a:pt x="84053" y="102630"/>
                    <a:pt x="70419" y="99468"/>
                    <a:pt x="56640" y="990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9" name="Google Shape;709;p19"/>
            <p:cNvSpPr/>
            <p:nvPr/>
          </p:nvSpPr>
          <p:spPr>
            <a:xfrm>
              <a:off x="4371610" y="2409664"/>
              <a:ext cx="108375" cy="118671"/>
            </a:xfrm>
            <a:custGeom>
              <a:rect b="b" l="l" r="r" t="t"/>
              <a:pathLst>
                <a:path extrusionOk="0" h="118671" w="108375">
                  <a:moveTo>
                    <a:pt x="56640" y="117424"/>
                  </a:moveTo>
                  <a:cubicBezTo>
                    <a:pt x="56496" y="117801"/>
                    <a:pt x="56409" y="118265"/>
                    <a:pt x="56321" y="118671"/>
                  </a:cubicBezTo>
                  <a:cubicBezTo>
                    <a:pt x="54407" y="108721"/>
                    <a:pt x="43703" y="103210"/>
                    <a:pt x="33927" y="100570"/>
                  </a:cubicBezTo>
                  <a:cubicBezTo>
                    <a:pt x="24152" y="97872"/>
                    <a:pt x="13274" y="96103"/>
                    <a:pt x="6515" y="88503"/>
                  </a:cubicBezTo>
                  <a:cubicBezTo>
                    <a:pt x="-969" y="80091"/>
                    <a:pt x="-650" y="67414"/>
                    <a:pt x="887" y="56217"/>
                  </a:cubicBezTo>
                  <a:cubicBezTo>
                    <a:pt x="3208" y="39190"/>
                    <a:pt x="7211" y="22394"/>
                    <a:pt x="12955" y="6179"/>
                  </a:cubicBezTo>
                  <a:cubicBezTo>
                    <a:pt x="13245" y="5569"/>
                    <a:pt x="13506" y="4931"/>
                    <a:pt x="13796" y="4322"/>
                  </a:cubicBezTo>
                  <a:lnTo>
                    <a:pt x="14405" y="2698"/>
                  </a:lnTo>
                  <a:cubicBezTo>
                    <a:pt x="30737" y="8615"/>
                    <a:pt x="48518" y="10472"/>
                    <a:pt x="65604" y="7223"/>
                  </a:cubicBezTo>
                  <a:cubicBezTo>
                    <a:pt x="73320" y="5773"/>
                    <a:pt x="80775" y="3307"/>
                    <a:pt x="87853" y="0"/>
                  </a:cubicBezTo>
                  <a:lnTo>
                    <a:pt x="92175" y="870"/>
                  </a:lnTo>
                  <a:cubicBezTo>
                    <a:pt x="98818" y="21495"/>
                    <a:pt x="105519" y="42235"/>
                    <a:pt x="107897" y="63759"/>
                  </a:cubicBezTo>
                  <a:cubicBezTo>
                    <a:pt x="108594" y="69909"/>
                    <a:pt x="108884" y="76378"/>
                    <a:pt x="106215" y="81947"/>
                  </a:cubicBezTo>
                  <a:cubicBezTo>
                    <a:pt x="97194" y="100976"/>
                    <a:pt x="61804" y="97640"/>
                    <a:pt x="56640" y="11742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0" name="Google Shape;710;p19"/>
            <p:cNvSpPr/>
            <p:nvPr/>
          </p:nvSpPr>
          <p:spPr>
            <a:xfrm>
              <a:off x="4247058" y="2415813"/>
              <a:ext cx="182447" cy="182343"/>
            </a:xfrm>
            <a:custGeom>
              <a:rect b="b" l="l" r="r" t="t"/>
              <a:pathLst>
                <a:path extrusionOk="0" h="182343" w="182447">
                  <a:moveTo>
                    <a:pt x="30585" y="180429"/>
                  </a:moveTo>
                  <a:cubicBezTo>
                    <a:pt x="29830" y="181038"/>
                    <a:pt x="29192" y="181676"/>
                    <a:pt x="28496" y="182343"/>
                  </a:cubicBezTo>
                  <a:cubicBezTo>
                    <a:pt x="32035" y="172742"/>
                    <a:pt x="28322" y="161951"/>
                    <a:pt x="22810" y="153394"/>
                  </a:cubicBezTo>
                  <a:cubicBezTo>
                    <a:pt x="17328" y="144778"/>
                    <a:pt x="10047" y="137323"/>
                    <a:pt x="5319" y="128302"/>
                  </a:cubicBezTo>
                  <a:cubicBezTo>
                    <a:pt x="-3703" y="111042"/>
                    <a:pt x="-744" y="89199"/>
                    <a:pt x="10395" y="73419"/>
                  </a:cubicBezTo>
                  <a:cubicBezTo>
                    <a:pt x="14253" y="67820"/>
                    <a:pt x="19184" y="63005"/>
                    <a:pt x="24957" y="59408"/>
                  </a:cubicBezTo>
                  <a:cubicBezTo>
                    <a:pt x="27132" y="58016"/>
                    <a:pt x="29482" y="56797"/>
                    <a:pt x="31948" y="55811"/>
                  </a:cubicBezTo>
                  <a:lnTo>
                    <a:pt x="31426" y="54825"/>
                  </a:lnTo>
                  <a:cubicBezTo>
                    <a:pt x="52776" y="42903"/>
                    <a:pt x="79956" y="71823"/>
                    <a:pt x="102118" y="61468"/>
                  </a:cubicBezTo>
                  <a:cubicBezTo>
                    <a:pt x="111661" y="57000"/>
                    <a:pt x="116680" y="46616"/>
                    <a:pt x="120973" y="37043"/>
                  </a:cubicBezTo>
                  <a:cubicBezTo>
                    <a:pt x="126455" y="24657"/>
                    <a:pt x="131967" y="12386"/>
                    <a:pt x="137508" y="0"/>
                  </a:cubicBezTo>
                  <a:cubicBezTo>
                    <a:pt x="131793" y="16186"/>
                    <a:pt x="127790" y="33011"/>
                    <a:pt x="125440" y="50039"/>
                  </a:cubicBezTo>
                  <a:cubicBezTo>
                    <a:pt x="123903" y="61265"/>
                    <a:pt x="123584" y="73912"/>
                    <a:pt x="131068" y="82324"/>
                  </a:cubicBezTo>
                  <a:cubicBezTo>
                    <a:pt x="137827" y="89924"/>
                    <a:pt x="148704" y="91694"/>
                    <a:pt x="158480" y="94392"/>
                  </a:cubicBezTo>
                  <a:cubicBezTo>
                    <a:pt x="168256" y="97031"/>
                    <a:pt x="178960" y="102543"/>
                    <a:pt x="180874" y="112492"/>
                  </a:cubicBezTo>
                  <a:cubicBezTo>
                    <a:pt x="180961" y="112086"/>
                    <a:pt x="181048" y="111622"/>
                    <a:pt x="181193" y="111245"/>
                  </a:cubicBezTo>
                  <a:cubicBezTo>
                    <a:pt x="181803" y="113885"/>
                    <a:pt x="182209" y="116554"/>
                    <a:pt x="182354" y="119251"/>
                  </a:cubicBezTo>
                  <a:cubicBezTo>
                    <a:pt x="183804" y="142516"/>
                    <a:pt x="168343" y="166360"/>
                    <a:pt x="146007" y="173438"/>
                  </a:cubicBezTo>
                  <a:cubicBezTo>
                    <a:pt x="126688" y="179530"/>
                    <a:pt x="105889" y="174076"/>
                    <a:pt x="85873" y="170972"/>
                  </a:cubicBezTo>
                  <a:cubicBezTo>
                    <a:pt x="66786" y="167984"/>
                    <a:pt x="45001" y="168042"/>
                    <a:pt x="30585" y="18042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1" name="Google Shape;711;p19"/>
            <p:cNvSpPr/>
            <p:nvPr/>
          </p:nvSpPr>
          <p:spPr>
            <a:xfrm>
              <a:off x="4261972" y="2030995"/>
              <a:ext cx="162776" cy="193395"/>
            </a:xfrm>
            <a:custGeom>
              <a:rect b="b" l="l" r="r" t="t"/>
              <a:pathLst>
                <a:path extrusionOk="0" h="193395" w="162776">
                  <a:moveTo>
                    <a:pt x="54048" y="1450"/>
                  </a:moveTo>
                  <a:cubicBezTo>
                    <a:pt x="54135" y="986"/>
                    <a:pt x="54222" y="464"/>
                    <a:pt x="54338" y="0"/>
                  </a:cubicBezTo>
                  <a:cubicBezTo>
                    <a:pt x="54628" y="464"/>
                    <a:pt x="54947" y="928"/>
                    <a:pt x="55266" y="1363"/>
                  </a:cubicBezTo>
                  <a:cubicBezTo>
                    <a:pt x="63882" y="13460"/>
                    <a:pt x="81083" y="16215"/>
                    <a:pt x="96167" y="16070"/>
                  </a:cubicBezTo>
                  <a:cubicBezTo>
                    <a:pt x="111803" y="15896"/>
                    <a:pt x="128656" y="14214"/>
                    <a:pt x="141971" y="22481"/>
                  </a:cubicBezTo>
                  <a:cubicBezTo>
                    <a:pt x="152530" y="29095"/>
                    <a:pt x="158766" y="41104"/>
                    <a:pt x="161203" y="53345"/>
                  </a:cubicBezTo>
                  <a:cubicBezTo>
                    <a:pt x="163669" y="65529"/>
                    <a:pt x="162740" y="78147"/>
                    <a:pt x="161754" y="90592"/>
                  </a:cubicBezTo>
                  <a:lnTo>
                    <a:pt x="162740" y="91056"/>
                  </a:lnTo>
                  <a:cubicBezTo>
                    <a:pt x="153980" y="107851"/>
                    <a:pt x="124073" y="103529"/>
                    <a:pt x="110149" y="118149"/>
                  </a:cubicBezTo>
                  <a:cubicBezTo>
                    <a:pt x="101128" y="127693"/>
                    <a:pt x="101389" y="142777"/>
                    <a:pt x="104841" y="155424"/>
                  </a:cubicBezTo>
                  <a:cubicBezTo>
                    <a:pt x="108293" y="168071"/>
                    <a:pt x="114326" y="180284"/>
                    <a:pt x="114906" y="193395"/>
                  </a:cubicBezTo>
                  <a:cubicBezTo>
                    <a:pt x="111919" y="179907"/>
                    <a:pt x="108815" y="166070"/>
                    <a:pt x="101128" y="154583"/>
                  </a:cubicBezTo>
                  <a:cubicBezTo>
                    <a:pt x="93441" y="143096"/>
                    <a:pt x="80039" y="134393"/>
                    <a:pt x="66347" y="136250"/>
                  </a:cubicBezTo>
                  <a:cubicBezTo>
                    <a:pt x="51931" y="138309"/>
                    <a:pt x="37078" y="151044"/>
                    <a:pt x="24750" y="145706"/>
                  </a:cubicBezTo>
                  <a:lnTo>
                    <a:pt x="24924" y="145329"/>
                  </a:lnTo>
                  <a:cubicBezTo>
                    <a:pt x="16599" y="134393"/>
                    <a:pt x="8158" y="123254"/>
                    <a:pt x="3458" y="110375"/>
                  </a:cubicBezTo>
                  <a:cubicBezTo>
                    <a:pt x="-1241" y="97437"/>
                    <a:pt x="-1705" y="82266"/>
                    <a:pt x="5547" y="70634"/>
                  </a:cubicBezTo>
                  <a:cubicBezTo>
                    <a:pt x="10797" y="62222"/>
                    <a:pt x="19384" y="56565"/>
                    <a:pt x="26664" y="49865"/>
                  </a:cubicBezTo>
                  <a:cubicBezTo>
                    <a:pt x="40530" y="37159"/>
                    <a:pt x="50248" y="19899"/>
                    <a:pt x="54019" y="145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2" name="Google Shape;712;p19"/>
            <p:cNvSpPr/>
            <p:nvPr/>
          </p:nvSpPr>
          <p:spPr>
            <a:xfrm>
              <a:off x="4263903" y="2360959"/>
              <a:ext cx="122083" cy="118624"/>
            </a:xfrm>
            <a:custGeom>
              <a:rect b="b" l="l" r="r" t="t"/>
              <a:pathLst>
                <a:path extrusionOk="0" h="118624" w="122083">
                  <a:moveTo>
                    <a:pt x="120633" y="54883"/>
                  </a:moveTo>
                  <a:cubicBezTo>
                    <a:pt x="115093" y="67269"/>
                    <a:pt x="109610" y="79540"/>
                    <a:pt x="104099" y="91926"/>
                  </a:cubicBezTo>
                  <a:cubicBezTo>
                    <a:pt x="99806" y="101527"/>
                    <a:pt x="94787" y="111883"/>
                    <a:pt x="85244" y="116351"/>
                  </a:cubicBezTo>
                  <a:cubicBezTo>
                    <a:pt x="63082" y="126677"/>
                    <a:pt x="35902" y="97785"/>
                    <a:pt x="14552" y="109708"/>
                  </a:cubicBezTo>
                  <a:lnTo>
                    <a:pt x="14494" y="109708"/>
                  </a:lnTo>
                  <a:cubicBezTo>
                    <a:pt x="21252" y="88822"/>
                    <a:pt x="-5000" y="68110"/>
                    <a:pt x="860" y="46964"/>
                  </a:cubicBezTo>
                  <a:cubicBezTo>
                    <a:pt x="3413" y="37884"/>
                    <a:pt x="11274" y="31474"/>
                    <a:pt x="19019" y="26107"/>
                  </a:cubicBezTo>
                  <a:cubicBezTo>
                    <a:pt x="33204" y="16244"/>
                    <a:pt x="48288" y="7687"/>
                    <a:pt x="64039" y="609"/>
                  </a:cubicBezTo>
                  <a:lnTo>
                    <a:pt x="65402" y="0"/>
                  </a:lnTo>
                  <a:cubicBezTo>
                    <a:pt x="66157" y="1683"/>
                    <a:pt x="66940" y="3307"/>
                    <a:pt x="67781" y="4931"/>
                  </a:cubicBezTo>
                  <a:cubicBezTo>
                    <a:pt x="79036" y="26629"/>
                    <a:pt x="99139" y="42990"/>
                    <a:pt x="122084" y="51373"/>
                  </a:cubicBezTo>
                  <a:lnTo>
                    <a:pt x="121475" y="52997"/>
                  </a:lnTo>
                  <a:cubicBezTo>
                    <a:pt x="121184" y="53607"/>
                    <a:pt x="120923" y="54245"/>
                    <a:pt x="120633" y="5485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3" name="Google Shape;713;p19"/>
            <p:cNvSpPr/>
            <p:nvPr/>
          </p:nvSpPr>
          <p:spPr>
            <a:xfrm>
              <a:off x="4265932" y="2166937"/>
              <a:ext cx="111526" cy="111611"/>
            </a:xfrm>
            <a:custGeom>
              <a:rect b="b" l="l" r="r" t="t"/>
              <a:pathLst>
                <a:path extrusionOk="0" h="111611" w="111526">
                  <a:moveTo>
                    <a:pt x="78197" y="79587"/>
                  </a:moveTo>
                  <a:cubicBezTo>
                    <a:pt x="71206" y="89363"/>
                    <a:pt x="65578" y="100211"/>
                    <a:pt x="61662" y="111612"/>
                  </a:cubicBezTo>
                  <a:cubicBezTo>
                    <a:pt x="57253" y="109552"/>
                    <a:pt x="52670" y="107899"/>
                    <a:pt x="48116" y="106303"/>
                  </a:cubicBezTo>
                  <a:cubicBezTo>
                    <a:pt x="48058" y="106245"/>
                    <a:pt x="48029" y="106245"/>
                    <a:pt x="47971" y="106245"/>
                  </a:cubicBezTo>
                  <a:cubicBezTo>
                    <a:pt x="42372" y="103837"/>
                    <a:pt x="36745" y="101720"/>
                    <a:pt x="30943" y="100298"/>
                  </a:cubicBezTo>
                  <a:cubicBezTo>
                    <a:pt x="28855" y="99457"/>
                    <a:pt x="26766" y="98529"/>
                    <a:pt x="24706" y="97543"/>
                  </a:cubicBezTo>
                  <a:cubicBezTo>
                    <a:pt x="12755" y="91712"/>
                    <a:pt x="1616" y="81530"/>
                    <a:pt x="166" y="68361"/>
                  </a:cubicBezTo>
                  <a:cubicBezTo>
                    <a:pt x="-2068" y="48055"/>
                    <a:pt x="19021" y="30651"/>
                    <a:pt x="18180" y="10635"/>
                  </a:cubicBezTo>
                  <a:cubicBezTo>
                    <a:pt x="18180" y="9794"/>
                    <a:pt x="18092" y="9011"/>
                    <a:pt x="18005" y="8170"/>
                  </a:cubicBezTo>
                  <a:cubicBezTo>
                    <a:pt x="18876" y="8779"/>
                    <a:pt x="19833" y="9301"/>
                    <a:pt x="20761" y="9707"/>
                  </a:cubicBezTo>
                  <a:cubicBezTo>
                    <a:pt x="33090" y="15073"/>
                    <a:pt x="47942" y="2310"/>
                    <a:pt x="62358" y="250"/>
                  </a:cubicBezTo>
                  <a:cubicBezTo>
                    <a:pt x="76050" y="-1606"/>
                    <a:pt x="89452" y="7096"/>
                    <a:pt x="97139" y="18583"/>
                  </a:cubicBezTo>
                  <a:cubicBezTo>
                    <a:pt x="104826" y="30070"/>
                    <a:pt x="107930" y="43907"/>
                    <a:pt x="110918" y="57396"/>
                  </a:cubicBezTo>
                  <a:lnTo>
                    <a:pt x="111527" y="58788"/>
                  </a:lnTo>
                  <a:cubicBezTo>
                    <a:pt x="99343" y="63633"/>
                    <a:pt x="88117" y="70710"/>
                    <a:pt x="78719" y="79877"/>
                  </a:cubicBezTo>
                  <a:lnTo>
                    <a:pt x="78197" y="7955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4" name="Google Shape;714;p19"/>
            <p:cNvSpPr/>
            <p:nvPr/>
          </p:nvSpPr>
          <p:spPr>
            <a:xfrm>
              <a:off x="4217973" y="2265146"/>
              <a:ext cx="111332" cy="116566"/>
            </a:xfrm>
            <a:custGeom>
              <a:rect b="b" l="l" r="r" t="t"/>
              <a:pathLst>
                <a:path extrusionOk="0" h="116566" w="111332">
                  <a:moveTo>
                    <a:pt x="1016" y="56275"/>
                  </a:moveTo>
                  <a:cubicBezTo>
                    <a:pt x="696" y="56101"/>
                    <a:pt x="319" y="55898"/>
                    <a:pt x="0" y="55753"/>
                  </a:cubicBezTo>
                  <a:cubicBezTo>
                    <a:pt x="9225" y="55115"/>
                    <a:pt x="16012" y="46877"/>
                    <a:pt x="19871" y="38493"/>
                  </a:cubicBezTo>
                  <a:cubicBezTo>
                    <a:pt x="23700" y="30168"/>
                    <a:pt x="25875" y="20857"/>
                    <a:pt x="31590" y="13634"/>
                  </a:cubicBezTo>
                  <a:cubicBezTo>
                    <a:pt x="40147" y="2756"/>
                    <a:pt x="55289" y="-1160"/>
                    <a:pt x="69010" y="290"/>
                  </a:cubicBezTo>
                  <a:cubicBezTo>
                    <a:pt x="72375" y="609"/>
                    <a:pt x="75653" y="1276"/>
                    <a:pt x="78931" y="2118"/>
                  </a:cubicBezTo>
                  <a:cubicBezTo>
                    <a:pt x="84529" y="4293"/>
                    <a:pt x="90243" y="6121"/>
                    <a:pt x="95958" y="8064"/>
                  </a:cubicBezTo>
                  <a:cubicBezTo>
                    <a:pt x="96016" y="8064"/>
                    <a:pt x="96045" y="8064"/>
                    <a:pt x="96103" y="8122"/>
                  </a:cubicBezTo>
                  <a:cubicBezTo>
                    <a:pt x="100657" y="9718"/>
                    <a:pt x="105212" y="11371"/>
                    <a:pt x="109650" y="13431"/>
                  </a:cubicBezTo>
                  <a:cubicBezTo>
                    <a:pt x="100193" y="40292"/>
                    <a:pt x="99816" y="70199"/>
                    <a:pt x="111332" y="95871"/>
                  </a:cubicBezTo>
                  <a:lnTo>
                    <a:pt x="109969" y="96480"/>
                  </a:lnTo>
                  <a:cubicBezTo>
                    <a:pt x="96741" y="100164"/>
                    <a:pt x="85109" y="108025"/>
                    <a:pt x="72259" y="112812"/>
                  </a:cubicBezTo>
                  <a:cubicBezTo>
                    <a:pt x="59466" y="117598"/>
                    <a:pt x="43715" y="118874"/>
                    <a:pt x="33127" y="110201"/>
                  </a:cubicBezTo>
                  <a:cubicBezTo>
                    <a:pt x="17956" y="97815"/>
                    <a:pt x="19290" y="70924"/>
                    <a:pt x="5309" y="59147"/>
                  </a:cubicBezTo>
                  <a:cubicBezTo>
                    <a:pt x="4061" y="58074"/>
                    <a:pt x="2611" y="57088"/>
                    <a:pt x="1016" y="563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5" name="Google Shape;715;p19"/>
            <p:cNvSpPr/>
            <p:nvPr/>
          </p:nvSpPr>
          <p:spPr>
            <a:xfrm>
              <a:off x="4130311" y="2323393"/>
              <a:ext cx="197601" cy="169522"/>
            </a:xfrm>
            <a:custGeom>
              <a:rect b="b" l="l" r="r" t="t"/>
              <a:pathLst>
                <a:path extrusionOk="0" h="169522" w="197601">
                  <a:moveTo>
                    <a:pt x="141588" y="151712"/>
                  </a:moveTo>
                  <a:cubicBezTo>
                    <a:pt x="131492" y="157659"/>
                    <a:pt x="121108" y="163431"/>
                    <a:pt x="109882" y="166738"/>
                  </a:cubicBezTo>
                  <a:cubicBezTo>
                    <a:pt x="97408" y="170451"/>
                    <a:pt x="83485" y="170915"/>
                    <a:pt x="71765" y="165259"/>
                  </a:cubicBezTo>
                  <a:cubicBezTo>
                    <a:pt x="57581" y="158384"/>
                    <a:pt x="48907" y="143996"/>
                    <a:pt x="39190" y="131523"/>
                  </a:cubicBezTo>
                  <a:cubicBezTo>
                    <a:pt x="29472" y="119107"/>
                    <a:pt x="15693" y="107127"/>
                    <a:pt x="0" y="108810"/>
                  </a:cubicBezTo>
                  <a:cubicBezTo>
                    <a:pt x="9950" y="95118"/>
                    <a:pt x="15635" y="78322"/>
                    <a:pt x="16099" y="61382"/>
                  </a:cubicBezTo>
                  <a:cubicBezTo>
                    <a:pt x="16390" y="50040"/>
                    <a:pt x="14417" y="38205"/>
                    <a:pt x="18333" y="27559"/>
                  </a:cubicBezTo>
                  <a:cubicBezTo>
                    <a:pt x="23206" y="14244"/>
                    <a:pt x="36492" y="5455"/>
                    <a:pt x="50270" y="2148"/>
                  </a:cubicBezTo>
                  <a:cubicBezTo>
                    <a:pt x="63991" y="-1217"/>
                    <a:pt x="78437" y="59"/>
                    <a:pt x="92535" y="1364"/>
                  </a:cubicBezTo>
                  <a:lnTo>
                    <a:pt x="92941" y="900"/>
                  </a:lnTo>
                  <a:cubicBezTo>
                    <a:pt x="106952" y="12678"/>
                    <a:pt x="105589" y="39568"/>
                    <a:pt x="120760" y="51954"/>
                  </a:cubicBezTo>
                  <a:cubicBezTo>
                    <a:pt x="131377" y="60599"/>
                    <a:pt x="147099" y="59351"/>
                    <a:pt x="159891" y="54565"/>
                  </a:cubicBezTo>
                  <a:cubicBezTo>
                    <a:pt x="172742" y="49779"/>
                    <a:pt x="184374" y="41918"/>
                    <a:pt x="197601" y="38234"/>
                  </a:cubicBezTo>
                  <a:cubicBezTo>
                    <a:pt x="181879" y="45311"/>
                    <a:pt x="166795" y="53869"/>
                    <a:pt x="152581" y="63731"/>
                  </a:cubicBezTo>
                  <a:cubicBezTo>
                    <a:pt x="144865" y="69098"/>
                    <a:pt x="137004" y="75509"/>
                    <a:pt x="134422" y="84588"/>
                  </a:cubicBezTo>
                  <a:cubicBezTo>
                    <a:pt x="128563" y="105706"/>
                    <a:pt x="154815" y="126417"/>
                    <a:pt x="148056" y="147332"/>
                  </a:cubicBezTo>
                  <a:lnTo>
                    <a:pt x="148114" y="147332"/>
                  </a:lnTo>
                  <a:lnTo>
                    <a:pt x="148636" y="148318"/>
                  </a:lnTo>
                  <a:cubicBezTo>
                    <a:pt x="146171" y="149305"/>
                    <a:pt x="143850" y="150494"/>
                    <a:pt x="141645" y="151915"/>
                  </a:cubicBezTo>
                  <a:lnTo>
                    <a:pt x="141558" y="151770"/>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6" name="Google Shape;716;p19"/>
            <p:cNvSpPr/>
            <p:nvPr/>
          </p:nvSpPr>
          <p:spPr>
            <a:xfrm>
              <a:off x="4117720" y="1995683"/>
              <a:ext cx="198357" cy="186255"/>
            </a:xfrm>
            <a:custGeom>
              <a:rect b="b" l="l" r="r" t="t"/>
              <a:pathLst>
                <a:path extrusionOk="0" h="186255" w="198357">
                  <a:moveTo>
                    <a:pt x="198299" y="36763"/>
                  </a:moveTo>
                  <a:cubicBezTo>
                    <a:pt x="194528" y="55183"/>
                    <a:pt x="184811" y="72471"/>
                    <a:pt x="170945" y="85177"/>
                  </a:cubicBezTo>
                  <a:cubicBezTo>
                    <a:pt x="163635" y="91878"/>
                    <a:pt x="155078" y="97505"/>
                    <a:pt x="149827" y="105946"/>
                  </a:cubicBezTo>
                  <a:cubicBezTo>
                    <a:pt x="142575" y="117579"/>
                    <a:pt x="143039" y="132750"/>
                    <a:pt x="147739" y="145687"/>
                  </a:cubicBezTo>
                  <a:cubicBezTo>
                    <a:pt x="152438" y="158567"/>
                    <a:pt x="160850" y="169706"/>
                    <a:pt x="169204" y="180642"/>
                  </a:cubicBezTo>
                  <a:lnTo>
                    <a:pt x="169031" y="181019"/>
                  </a:lnTo>
                  <a:cubicBezTo>
                    <a:pt x="168102" y="180613"/>
                    <a:pt x="167174" y="180090"/>
                    <a:pt x="166275" y="179481"/>
                  </a:cubicBezTo>
                  <a:cubicBezTo>
                    <a:pt x="166362" y="180323"/>
                    <a:pt x="166449" y="181106"/>
                    <a:pt x="166449" y="181947"/>
                  </a:cubicBezTo>
                  <a:lnTo>
                    <a:pt x="165985" y="181947"/>
                  </a:lnTo>
                  <a:cubicBezTo>
                    <a:pt x="157050" y="167153"/>
                    <a:pt x="141502" y="156536"/>
                    <a:pt x="124475" y="153606"/>
                  </a:cubicBezTo>
                  <a:cubicBezTo>
                    <a:pt x="107476" y="150618"/>
                    <a:pt x="89288" y="155376"/>
                    <a:pt x="75886" y="166225"/>
                  </a:cubicBezTo>
                  <a:cubicBezTo>
                    <a:pt x="69185" y="171678"/>
                    <a:pt x="63587" y="178553"/>
                    <a:pt x="55929" y="182411"/>
                  </a:cubicBezTo>
                  <a:cubicBezTo>
                    <a:pt x="47371" y="186704"/>
                    <a:pt x="37451" y="186646"/>
                    <a:pt x="27762" y="185805"/>
                  </a:cubicBezTo>
                  <a:cubicBezTo>
                    <a:pt x="8530" y="181193"/>
                    <a:pt x="-1594" y="158480"/>
                    <a:pt x="205" y="138754"/>
                  </a:cubicBezTo>
                  <a:cubicBezTo>
                    <a:pt x="2061" y="118971"/>
                    <a:pt x="12620" y="101247"/>
                    <a:pt x="21671" y="83494"/>
                  </a:cubicBezTo>
                  <a:cubicBezTo>
                    <a:pt x="30692" y="65770"/>
                    <a:pt x="38553" y="45900"/>
                    <a:pt x="34521" y="26436"/>
                  </a:cubicBezTo>
                  <a:cubicBezTo>
                    <a:pt x="44471" y="37430"/>
                    <a:pt x="62572" y="35921"/>
                    <a:pt x="75857" y="29221"/>
                  </a:cubicBezTo>
                  <a:cubicBezTo>
                    <a:pt x="89085" y="22462"/>
                    <a:pt x="99963" y="11671"/>
                    <a:pt x="113422" y="5405"/>
                  </a:cubicBezTo>
                  <a:cubicBezTo>
                    <a:pt x="143823" y="-8896"/>
                    <a:pt x="184346" y="6420"/>
                    <a:pt x="198358" y="367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7" name="Google Shape;717;p19"/>
            <p:cNvSpPr/>
            <p:nvPr/>
          </p:nvSpPr>
          <p:spPr>
            <a:xfrm>
              <a:off x="4139536" y="2148395"/>
              <a:ext cx="157367" cy="173027"/>
            </a:xfrm>
            <a:custGeom>
              <a:rect b="b" l="l" r="r" t="t"/>
              <a:pathLst>
                <a:path extrusionOk="0" h="173027" w="157367">
                  <a:moveTo>
                    <a:pt x="5917" y="33064"/>
                  </a:moveTo>
                  <a:cubicBezTo>
                    <a:pt x="15606" y="33906"/>
                    <a:pt x="25498" y="33935"/>
                    <a:pt x="34084" y="29670"/>
                  </a:cubicBezTo>
                  <a:cubicBezTo>
                    <a:pt x="41771" y="25812"/>
                    <a:pt x="47341" y="18909"/>
                    <a:pt x="54042" y="13484"/>
                  </a:cubicBezTo>
                  <a:cubicBezTo>
                    <a:pt x="67443" y="2635"/>
                    <a:pt x="85631" y="-2093"/>
                    <a:pt x="102630" y="866"/>
                  </a:cubicBezTo>
                  <a:cubicBezTo>
                    <a:pt x="119657" y="3795"/>
                    <a:pt x="135206" y="14412"/>
                    <a:pt x="144140" y="29206"/>
                  </a:cubicBezTo>
                  <a:lnTo>
                    <a:pt x="144604" y="29206"/>
                  </a:lnTo>
                  <a:cubicBezTo>
                    <a:pt x="145445" y="49222"/>
                    <a:pt x="124357" y="66626"/>
                    <a:pt x="126590" y="86932"/>
                  </a:cubicBezTo>
                  <a:cubicBezTo>
                    <a:pt x="128041" y="100102"/>
                    <a:pt x="139151" y="110283"/>
                    <a:pt x="151131" y="116114"/>
                  </a:cubicBezTo>
                  <a:cubicBezTo>
                    <a:pt x="153190" y="117100"/>
                    <a:pt x="155279" y="118028"/>
                    <a:pt x="157368" y="118870"/>
                  </a:cubicBezTo>
                  <a:cubicBezTo>
                    <a:pt x="154119" y="118028"/>
                    <a:pt x="150812" y="117390"/>
                    <a:pt x="147447" y="117042"/>
                  </a:cubicBezTo>
                  <a:cubicBezTo>
                    <a:pt x="133726" y="115592"/>
                    <a:pt x="118584" y="119508"/>
                    <a:pt x="110027" y="130386"/>
                  </a:cubicBezTo>
                  <a:cubicBezTo>
                    <a:pt x="104312" y="137609"/>
                    <a:pt x="102107" y="146920"/>
                    <a:pt x="98308" y="155245"/>
                  </a:cubicBezTo>
                  <a:cubicBezTo>
                    <a:pt x="94449" y="163629"/>
                    <a:pt x="87662" y="171867"/>
                    <a:pt x="78437" y="172505"/>
                  </a:cubicBezTo>
                  <a:cubicBezTo>
                    <a:pt x="78756" y="172650"/>
                    <a:pt x="79133" y="172824"/>
                    <a:pt x="79453" y="173027"/>
                  </a:cubicBezTo>
                  <a:cubicBezTo>
                    <a:pt x="63962" y="170939"/>
                    <a:pt x="48501" y="166239"/>
                    <a:pt x="35621" y="157334"/>
                  </a:cubicBezTo>
                  <a:cubicBezTo>
                    <a:pt x="22539" y="148255"/>
                    <a:pt x="12299" y="134476"/>
                    <a:pt x="9689" y="118841"/>
                  </a:cubicBezTo>
                  <a:cubicBezTo>
                    <a:pt x="7165" y="103902"/>
                    <a:pt x="11545" y="88817"/>
                    <a:pt x="13083" y="73791"/>
                  </a:cubicBezTo>
                  <a:cubicBezTo>
                    <a:pt x="14446" y="60100"/>
                    <a:pt x="12560" y="44697"/>
                    <a:pt x="3162" y="35240"/>
                  </a:cubicBezTo>
                  <a:cubicBezTo>
                    <a:pt x="3162" y="35182"/>
                    <a:pt x="3104" y="35182"/>
                    <a:pt x="3104" y="35182"/>
                  </a:cubicBezTo>
                  <a:cubicBezTo>
                    <a:pt x="2118" y="34167"/>
                    <a:pt x="1102" y="33267"/>
                    <a:pt x="0" y="32426"/>
                  </a:cubicBezTo>
                  <a:cubicBezTo>
                    <a:pt x="1943" y="32658"/>
                    <a:pt x="3916" y="32832"/>
                    <a:pt x="5917" y="3303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8" name="Google Shape;718;p19"/>
            <p:cNvSpPr/>
            <p:nvPr/>
          </p:nvSpPr>
          <p:spPr>
            <a:xfrm>
              <a:off x="4097792" y="2432044"/>
              <a:ext cx="179849" cy="217464"/>
            </a:xfrm>
            <a:custGeom>
              <a:rect b="b" l="l" r="r" t="t"/>
              <a:pathLst>
                <a:path extrusionOk="0" h="217464" w="179849">
                  <a:moveTo>
                    <a:pt x="26108" y="7933"/>
                  </a:moveTo>
                  <a:lnTo>
                    <a:pt x="25470" y="7237"/>
                  </a:lnTo>
                  <a:cubicBezTo>
                    <a:pt x="27936" y="5322"/>
                    <a:pt x="30256" y="3146"/>
                    <a:pt x="32258" y="710"/>
                  </a:cubicBezTo>
                  <a:lnTo>
                    <a:pt x="32548" y="159"/>
                  </a:lnTo>
                  <a:cubicBezTo>
                    <a:pt x="48241" y="-1524"/>
                    <a:pt x="62020" y="10456"/>
                    <a:pt x="71738" y="22872"/>
                  </a:cubicBezTo>
                  <a:cubicBezTo>
                    <a:pt x="81455" y="35345"/>
                    <a:pt x="90128" y="49733"/>
                    <a:pt x="104313" y="56608"/>
                  </a:cubicBezTo>
                  <a:cubicBezTo>
                    <a:pt x="116033" y="62293"/>
                    <a:pt x="129956" y="61829"/>
                    <a:pt x="142430" y="58087"/>
                  </a:cubicBezTo>
                  <a:cubicBezTo>
                    <a:pt x="153656" y="54780"/>
                    <a:pt x="164011" y="49008"/>
                    <a:pt x="174135" y="43061"/>
                  </a:cubicBezTo>
                  <a:lnTo>
                    <a:pt x="174222" y="43206"/>
                  </a:lnTo>
                  <a:cubicBezTo>
                    <a:pt x="168450" y="46803"/>
                    <a:pt x="163518" y="51619"/>
                    <a:pt x="159660" y="57217"/>
                  </a:cubicBezTo>
                  <a:cubicBezTo>
                    <a:pt x="148550" y="72997"/>
                    <a:pt x="145562" y="94811"/>
                    <a:pt x="154584" y="112100"/>
                  </a:cubicBezTo>
                  <a:cubicBezTo>
                    <a:pt x="159341" y="121121"/>
                    <a:pt x="166593" y="128576"/>
                    <a:pt x="172076" y="137192"/>
                  </a:cubicBezTo>
                  <a:cubicBezTo>
                    <a:pt x="177558" y="145749"/>
                    <a:pt x="181300" y="156540"/>
                    <a:pt x="177761" y="166142"/>
                  </a:cubicBezTo>
                  <a:cubicBezTo>
                    <a:pt x="178458" y="165503"/>
                    <a:pt x="179125" y="164836"/>
                    <a:pt x="179850" y="164227"/>
                  </a:cubicBezTo>
                  <a:cubicBezTo>
                    <a:pt x="179096" y="165851"/>
                    <a:pt x="178487" y="167592"/>
                    <a:pt x="177935" y="169303"/>
                  </a:cubicBezTo>
                  <a:cubicBezTo>
                    <a:pt x="177935" y="169303"/>
                    <a:pt x="177877" y="169361"/>
                    <a:pt x="177877" y="169390"/>
                  </a:cubicBezTo>
                  <a:cubicBezTo>
                    <a:pt x="164853" y="194018"/>
                    <a:pt x="142865" y="216963"/>
                    <a:pt x="115220" y="217456"/>
                  </a:cubicBezTo>
                  <a:cubicBezTo>
                    <a:pt x="75944" y="218153"/>
                    <a:pt x="48908" y="174728"/>
                    <a:pt x="10270" y="167795"/>
                  </a:cubicBezTo>
                  <a:cubicBezTo>
                    <a:pt x="17493" y="152450"/>
                    <a:pt x="19146" y="134610"/>
                    <a:pt x="14911" y="118192"/>
                  </a:cubicBezTo>
                  <a:cubicBezTo>
                    <a:pt x="11691" y="105660"/>
                    <a:pt x="5280" y="94173"/>
                    <a:pt x="2061" y="81700"/>
                  </a:cubicBezTo>
                  <a:cubicBezTo>
                    <a:pt x="-4640" y="55274"/>
                    <a:pt x="5426" y="25511"/>
                    <a:pt x="26079" y="79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9" name="Google Shape;719;p19"/>
            <p:cNvSpPr/>
            <p:nvPr/>
          </p:nvSpPr>
          <p:spPr>
            <a:xfrm>
              <a:off x="4021503" y="2180731"/>
              <a:ext cx="201778" cy="267547"/>
            </a:xfrm>
            <a:custGeom>
              <a:rect b="b" l="l" r="r" t="t"/>
              <a:pathLst>
                <a:path extrusionOk="0" h="267547" w="201778">
                  <a:moveTo>
                    <a:pt x="201779" y="143534"/>
                  </a:moveTo>
                  <a:lnTo>
                    <a:pt x="201373" y="143998"/>
                  </a:lnTo>
                  <a:cubicBezTo>
                    <a:pt x="187275" y="142692"/>
                    <a:pt x="172829" y="141445"/>
                    <a:pt x="159108" y="144781"/>
                  </a:cubicBezTo>
                  <a:cubicBezTo>
                    <a:pt x="145329" y="148088"/>
                    <a:pt x="132073" y="156877"/>
                    <a:pt x="127170" y="170192"/>
                  </a:cubicBezTo>
                  <a:cubicBezTo>
                    <a:pt x="123254" y="180838"/>
                    <a:pt x="125227" y="192673"/>
                    <a:pt x="124937" y="204015"/>
                  </a:cubicBezTo>
                  <a:cubicBezTo>
                    <a:pt x="124473" y="220956"/>
                    <a:pt x="118787" y="237751"/>
                    <a:pt x="108838" y="251443"/>
                  </a:cubicBezTo>
                  <a:lnTo>
                    <a:pt x="108548" y="251994"/>
                  </a:lnTo>
                  <a:cubicBezTo>
                    <a:pt x="106546" y="254402"/>
                    <a:pt x="104225" y="256606"/>
                    <a:pt x="101760" y="258521"/>
                  </a:cubicBezTo>
                  <a:cubicBezTo>
                    <a:pt x="93231" y="265048"/>
                    <a:pt x="82295" y="268384"/>
                    <a:pt x="71592" y="267368"/>
                  </a:cubicBezTo>
                  <a:cubicBezTo>
                    <a:pt x="57755" y="266063"/>
                    <a:pt x="44817" y="257593"/>
                    <a:pt x="38087" y="245438"/>
                  </a:cubicBezTo>
                  <a:cubicBezTo>
                    <a:pt x="28776" y="228498"/>
                    <a:pt x="31851" y="207873"/>
                    <a:pt x="30487" y="188612"/>
                  </a:cubicBezTo>
                  <a:cubicBezTo>
                    <a:pt x="29182" y="169351"/>
                    <a:pt x="19232" y="146957"/>
                    <a:pt x="0" y="145013"/>
                  </a:cubicBezTo>
                  <a:cubicBezTo>
                    <a:pt x="21553" y="136369"/>
                    <a:pt x="33562" y="113366"/>
                    <a:pt x="40350" y="91174"/>
                  </a:cubicBezTo>
                  <a:cubicBezTo>
                    <a:pt x="47109" y="68983"/>
                    <a:pt x="50735" y="45226"/>
                    <a:pt x="63527" y="25878"/>
                  </a:cubicBezTo>
                  <a:cubicBezTo>
                    <a:pt x="75943" y="7110"/>
                    <a:pt x="100889" y="-6089"/>
                    <a:pt x="121137" y="2875"/>
                  </a:cubicBezTo>
                  <a:cubicBezTo>
                    <a:pt x="121137" y="2875"/>
                    <a:pt x="121195" y="2875"/>
                    <a:pt x="121195" y="2933"/>
                  </a:cubicBezTo>
                  <a:cubicBezTo>
                    <a:pt x="130593" y="12389"/>
                    <a:pt x="132450" y="27792"/>
                    <a:pt x="131116" y="41484"/>
                  </a:cubicBezTo>
                  <a:cubicBezTo>
                    <a:pt x="129578" y="56510"/>
                    <a:pt x="125198" y="71594"/>
                    <a:pt x="127722" y="86533"/>
                  </a:cubicBezTo>
                  <a:cubicBezTo>
                    <a:pt x="130332" y="102168"/>
                    <a:pt x="140572" y="115947"/>
                    <a:pt x="153655" y="125027"/>
                  </a:cubicBezTo>
                  <a:cubicBezTo>
                    <a:pt x="166534" y="133903"/>
                    <a:pt x="181995" y="138631"/>
                    <a:pt x="197486" y="140720"/>
                  </a:cubicBezTo>
                  <a:cubicBezTo>
                    <a:pt x="199081" y="141503"/>
                    <a:pt x="200502" y="142489"/>
                    <a:pt x="201779" y="1435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0" name="Google Shape;720;p19"/>
            <p:cNvSpPr/>
            <p:nvPr/>
          </p:nvSpPr>
          <p:spPr>
            <a:xfrm>
              <a:off x="4507065" y="2264060"/>
              <a:ext cx="97118" cy="107661"/>
            </a:xfrm>
            <a:custGeom>
              <a:rect b="b" l="l" r="r" t="t"/>
              <a:pathLst>
                <a:path extrusionOk="0" h="107661" w="97118">
                  <a:moveTo>
                    <a:pt x="8819" y="99191"/>
                  </a:moveTo>
                  <a:cubicBezTo>
                    <a:pt x="6411" y="97944"/>
                    <a:pt x="6875" y="93766"/>
                    <a:pt x="9602" y="93244"/>
                  </a:cubicBezTo>
                  <a:cubicBezTo>
                    <a:pt x="20683" y="91069"/>
                    <a:pt x="32576" y="89937"/>
                    <a:pt x="43048" y="85412"/>
                  </a:cubicBezTo>
                  <a:cubicBezTo>
                    <a:pt x="34113" y="81380"/>
                    <a:pt x="24541" y="78769"/>
                    <a:pt x="15693" y="74447"/>
                  </a:cubicBezTo>
                  <a:cubicBezTo>
                    <a:pt x="13634" y="73461"/>
                    <a:pt x="13489" y="69777"/>
                    <a:pt x="15693" y="68820"/>
                  </a:cubicBezTo>
                  <a:cubicBezTo>
                    <a:pt x="26600" y="64149"/>
                    <a:pt x="39073" y="63511"/>
                    <a:pt x="49865" y="58667"/>
                  </a:cubicBezTo>
                  <a:cubicBezTo>
                    <a:pt x="41336" y="53010"/>
                    <a:pt x="30110" y="51821"/>
                    <a:pt x="21205" y="46948"/>
                  </a:cubicBezTo>
                  <a:cubicBezTo>
                    <a:pt x="18739" y="45584"/>
                    <a:pt x="19319" y="41726"/>
                    <a:pt x="21988" y="41001"/>
                  </a:cubicBezTo>
                  <a:cubicBezTo>
                    <a:pt x="30226" y="38767"/>
                    <a:pt x="38725" y="38216"/>
                    <a:pt x="47196" y="37491"/>
                  </a:cubicBezTo>
                  <a:cubicBezTo>
                    <a:pt x="38290" y="30442"/>
                    <a:pt x="25933" y="28035"/>
                    <a:pt x="15722" y="23596"/>
                  </a:cubicBezTo>
                  <a:cubicBezTo>
                    <a:pt x="12822" y="22349"/>
                    <a:pt x="14301" y="18578"/>
                    <a:pt x="16506" y="17650"/>
                  </a:cubicBezTo>
                  <a:cubicBezTo>
                    <a:pt x="26397" y="13531"/>
                    <a:pt x="36347" y="9412"/>
                    <a:pt x="46703" y="6569"/>
                  </a:cubicBezTo>
                  <a:cubicBezTo>
                    <a:pt x="63904" y="1870"/>
                    <a:pt x="83398" y="622"/>
                    <a:pt x="95639" y="15880"/>
                  </a:cubicBezTo>
                  <a:cubicBezTo>
                    <a:pt x="96161" y="16519"/>
                    <a:pt x="96625" y="17186"/>
                    <a:pt x="97118" y="17882"/>
                  </a:cubicBezTo>
                  <a:cubicBezTo>
                    <a:pt x="96074" y="14749"/>
                    <a:pt x="94740" y="11790"/>
                    <a:pt x="92593" y="9208"/>
                  </a:cubicBezTo>
                  <a:cubicBezTo>
                    <a:pt x="85660" y="883"/>
                    <a:pt x="73477" y="-422"/>
                    <a:pt x="62628" y="100"/>
                  </a:cubicBezTo>
                  <a:cubicBezTo>
                    <a:pt x="52620" y="622"/>
                    <a:pt x="42758" y="2102"/>
                    <a:pt x="33127" y="4625"/>
                  </a:cubicBezTo>
                  <a:cubicBezTo>
                    <a:pt x="25353" y="7265"/>
                    <a:pt x="17434" y="9557"/>
                    <a:pt x="9892" y="12776"/>
                  </a:cubicBezTo>
                  <a:cubicBezTo>
                    <a:pt x="9718" y="12864"/>
                    <a:pt x="9573" y="12951"/>
                    <a:pt x="9369" y="13009"/>
                  </a:cubicBezTo>
                  <a:cubicBezTo>
                    <a:pt x="7658" y="13792"/>
                    <a:pt x="5918" y="14633"/>
                    <a:pt x="4264" y="15474"/>
                  </a:cubicBezTo>
                  <a:lnTo>
                    <a:pt x="2814" y="16083"/>
                  </a:lnTo>
                  <a:cubicBezTo>
                    <a:pt x="9659" y="32096"/>
                    <a:pt x="12532" y="49791"/>
                    <a:pt x="10414" y="67079"/>
                  </a:cubicBezTo>
                  <a:cubicBezTo>
                    <a:pt x="8963" y="78537"/>
                    <a:pt x="5337" y="89647"/>
                    <a:pt x="0" y="99858"/>
                  </a:cubicBezTo>
                  <a:lnTo>
                    <a:pt x="1160" y="100467"/>
                  </a:lnTo>
                  <a:cubicBezTo>
                    <a:pt x="7687" y="102382"/>
                    <a:pt x="14272" y="104151"/>
                    <a:pt x="20944" y="105631"/>
                  </a:cubicBezTo>
                  <a:cubicBezTo>
                    <a:pt x="24077" y="106356"/>
                    <a:pt x="27209" y="107023"/>
                    <a:pt x="30371" y="107661"/>
                  </a:cubicBezTo>
                  <a:cubicBezTo>
                    <a:pt x="22800" y="105573"/>
                    <a:pt x="15519" y="102730"/>
                    <a:pt x="8906" y="9924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1" name="Google Shape;721;p19"/>
            <p:cNvSpPr/>
            <p:nvPr/>
          </p:nvSpPr>
          <p:spPr>
            <a:xfrm>
              <a:off x="4465294" y="2165125"/>
              <a:ext cx="113823" cy="115047"/>
            </a:xfrm>
            <a:custGeom>
              <a:rect b="b" l="l" r="r" t="t"/>
              <a:pathLst>
                <a:path extrusionOk="0" h="115047" w="113823">
                  <a:moveTo>
                    <a:pt x="113798" y="63269"/>
                  </a:moveTo>
                  <a:cubicBezTo>
                    <a:pt x="113334" y="55930"/>
                    <a:pt x="109795" y="49316"/>
                    <a:pt x="106401" y="42673"/>
                  </a:cubicBezTo>
                  <a:cubicBezTo>
                    <a:pt x="106923" y="44327"/>
                    <a:pt x="107445" y="46009"/>
                    <a:pt x="107880" y="47721"/>
                  </a:cubicBezTo>
                  <a:cubicBezTo>
                    <a:pt x="110404" y="57467"/>
                    <a:pt x="109244" y="68548"/>
                    <a:pt x="104167" y="77338"/>
                  </a:cubicBezTo>
                  <a:cubicBezTo>
                    <a:pt x="94682" y="93727"/>
                    <a:pt x="74173" y="98020"/>
                    <a:pt x="57232" y="102255"/>
                  </a:cubicBezTo>
                  <a:cubicBezTo>
                    <a:pt x="54709" y="102894"/>
                    <a:pt x="51779" y="99877"/>
                    <a:pt x="53549" y="97469"/>
                  </a:cubicBezTo>
                  <a:cubicBezTo>
                    <a:pt x="56304" y="93727"/>
                    <a:pt x="58770" y="89782"/>
                    <a:pt x="61091" y="85750"/>
                  </a:cubicBezTo>
                  <a:cubicBezTo>
                    <a:pt x="54535" y="87113"/>
                    <a:pt x="47950" y="88506"/>
                    <a:pt x="41220" y="88622"/>
                  </a:cubicBezTo>
                  <a:cubicBezTo>
                    <a:pt x="38639" y="88680"/>
                    <a:pt x="37333" y="85866"/>
                    <a:pt x="38406" y="83719"/>
                  </a:cubicBezTo>
                  <a:cubicBezTo>
                    <a:pt x="41365" y="77918"/>
                    <a:pt x="44759" y="72377"/>
                    <a:pt x="48182" y="66837"/>
                  </a:cubicBezTo>
                  <a:cubicBezTo>
                    <a:pt x="41598" y="68664"/>
                    <a:pt x="35274" y="71362"/>
                    <a:pt x="29124" y="74437"/>
                  </a:cubicBezTo>
                  <a:cubicBezTo>
                    <a:pt x="26455" y="75742"/>
                    <a:pt x="23845" y="73596"/>
                    <a:pt x="24338" y="70753"/>
                  </a:cubicBezTo>
                  <a:cubicBezTo>
                    <a:pt x="25295" y="65270"/>
                    <a:pt x="26774" y="59904"/>
                    <a:pt x="28138" y="54538"/>
                  </a:cubicBezTo>
                  <a:cubicBezTo>
                    <a:pt x="23206" y="57641"/>
                    <a:pt x="18826" y="61557"/>
                    <a:pt x="14649" y="65677"/>
                  </a:cubicBezTo>
                  <a:cubicBezTo>
                    <a:pt x="12213" y="68084"/>
                    <a:pt x="8587" y="65590"/>
                    <a:pt x="9196" y="62515"/>
                  </a:cubicBezTo>
                  <a:cubicBezTo>
                    <a:pt x="12967" y="43776"/>
                    <a:pt x="18855" y="19699"/>
                    <a:pt x="38349" y="11374"/>
                  </a:cubicBezTo>
                  <a:cubicBezTo>
                    <a:pt x="48704" y="6965"/>
                    <a:pt x="59756" y="8212"/>
                    <a:pt x="69851" y="12505"/>
                  </a:cubicBezTo>
                  <a:cubicBezTo>
                    <a:pt x="74695" y="14565"/>
                    <a:pt x="79714" y="17175"/>
                    <a:pt x="84993" y="17785"/>
                  </a:cubicBezTo>
                  <a:cubicBezTo>
                    <a:pt x="90070" y="18365"/>
                    <a:pt x="94102" y="16160"/>
                    <a:pt x="97409" y="12824"/>
                  </a:cubicBezTo>
                  <a:cubicBezTo>
                    <a:pt x="90476" y="14304"/>
                    <a:pt x="82557" y="12331"/>
                    <a:pt x="75798" y="9401"/>
                  </a:cubicBezTo>
                  <a:cubicBezTo>
                    <a:pt x="66544" y="5398"/>
                    <a:pt x="57378" y="-142"/>
                    <a:pt x="47312" y="3"/>
                  </a:cubicBezTo>
                  <a:cubicBezTo>
                    <a:pt x="35099" y="206"/>
                    <a:pt x="25208" y="8763"/>
                    <a:pt x="18333" y="19293"/>
                  </a:cubicBezTo>
                  <a:cubicBezTo>
                    <a:pt x="16621" y="25791"/>
                    <a:pt x="13431" y="31969"/>
                    <a:pt x="9283" y="37394"/>
                  </a:cubicBezTo>
                  <a:cubicBezTo>
                    <a:pt x="5947" y="45545"/>
                    <a:pt x="2640" y="53667"/>
                    <a:pt x="1479" y="62341"/>
                  </a:cubicBezTo>
                  <a:lnTo>
                    <a:pt x="0" y="65038"/>
                  </a:lnTo>
                  <a:cubicBezTo>
                    <a:pt x="4148" y="67272"/>
                    <a:pt x="8093" y="69883"/>
                    <a:pt x="11835" y="72725"/>
                  </a:cubicBezTo>
                  <a:cubicBezTo>
                    <a:pt x="16216" y="76090"/>
                    <a:pt x="20305" y="79745"/>
                    <a:pt x="24077" y="83748"/>
                  </a:cubicBezTo>
                  <a:cubicBezTo>
                    <a:pt x="29095" y="89115"/>
                    <a:pt x="33562" y="94975"/>
                    <a:pt x="37391" y="101211"/>
                  </a:cubicBezTo>
                  <a:cubicBezTo>
                    <a:pt x="40089" y="105620"/>
                    <a:pt x="42468" y="110233"/>
                    <a:pt x="44498" y="115048"/>
                  </a:cubicBezTo>
                  <a:lnTo>
                    <a:pt x="45949" y="114439"/>
                  </a:lnTo>
                  <a:cubicBezTo>
                    <a:pt x="47631" y="113569"/>
                    <a:pt x="49342" y="112727"/>
                    <a:pt x="51054" y="111973"/>
                  </a:cubicBezTo>
                  <a:cubicBezTo>
                    <a:pt x="51228" y="111915"/>
                    <a:pt x="51373" y="111828"/>
                    <a:pt x="51576" y="111741"/>
                  </a:cubicBezTo>
                  <a:cubicBezTo>
                    <a:pt x="59060" y="108376"/>
                    <a:pt x="66834" y="105649"/>
                    <a:pt x="74811" y="103590"/>
                  </a:cubicBezTo>
                  <a:cubicBezTo>
                    <a:pt x="79453" y="101965"/>
                    <a:pt x="84065" y="100283"/>
                    <a:pt x="88503" y="98107"/>
                  </a:cubicBezTo>
                  <a:cubicBezTo>
                    <a:pt x="102137" y="91407"/>
                    <a:pt x="114755" y="78527"/>
                    <a:pt x="113769" y="6332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2" name="Google Shape;722;p19"/>
            <p:cNvSpPr/>
            <p:nvPr/>
          </p:nvSpPr>
          <p:spPr>
            <a:xfrm>
              <a:off x="4459463" y="2363889"/>
              <a:ext cx="111825" cy="118322"/>
            </a:xfrm>
            <a:custGeom>
              <a:rect b="b" l="l" r="r" t="t"/>
              <a:pathLst>
                <a:path extrusionOk="0" h="118322" w="111825">
                  <a:moveTo>
                    <a:pt x="37710" y="103732"/>
                  </a:moveTo>
                  <a:cubicBezTo>
                    <a:pt x="25672" y="88039"/>
                    <a:pt x="19523" y="68284"/>
                    <a:pt x="13692" y="49661"/>
                  </a:cubicBezTo>
                  <a:cubicBezTo>
                    <a:pt x="12705" y="46529"/>
                    <a:pt x="16883" y="44237"/>
                    <a:pt x="19145" y="46500"/>
                  </a:cubicBezTo>
                  <a:cubicBezTo>
                    <a:pt x="25121" y="52562"/>
                    <a:pt x="30661" y="59669"/>
                    <a:pt x="37826" y="64426"/>
                  </a:cubicBezTo>
                  <a:cubicBezTo>
                    <a:pt x="35187" y="55376"/>
                    <a:pt x="31938" y="46529"/>
                    <a:pt x="27790" y="38087"/>
                  </a:cubicBezTo>
                  <a:cubicBezTo>
                    <a:pt x="26397" y="35274"/>
                    <a:pt x="29298" y="31909"/>
                    <a:pt x="32257" y="33620"/>
                  </a:cubicBezTo>
                  <a:cubicBezTo>
                    <a:pt x="40205" y="38232"/>
                    <a:pt x="47689" y="44266"/>
                    <a:pt x="56450" y="47109"/>
                  </a:cubicBezTo>
                  <a:cubicBezTo>
                    <a:pt x="54158" y="39451"/>
                    <a:pt x="49894" y="32547"/>
                    <a:pt x="44788" y="26368"/>
                  </a:cubicBezTo>
                  <a:cubicBezTo>
                    <a:pt x="42932" y="24106"/>
                    <a:pt x="44585" y="19725"/>
                    <a:pt x="47950" y="20915"/>
                  </a:cubicBezTo>
                  <a:cubicBezTo>
                    <a:pt x="53607" y="22916"/>
                    <a:pt x="58712" y="25933"/>
                    <a:pt x="63846" y="28979"/>
                  </a:cubicBezTo>
                  <a:cubicBezTo>
                    <a:pt x="61004" y="23525"/>
                    <a:pt x="57378" y="18507"/>
                    <a:pt x="53897" y="13344"/>
                  </a:cubicBezTo>
                  <a:cubicBezTo>
                    <a:pt x="52359" y="11052"/>
                    <a:pt x="54941" y="7600"/>
                    <a:pt x="57581" y="8557"/>
                  </a:cubicBezTo>
                  <a:cubicBezTo>
                    <a:pt x="66979" y="12009"/>
                    <a:pt x="76929" y="13257"/>
                    <a:pt x="86617" y="15722"/>
                  </a:cubicBezTo>
                  <a:cubicBezTo>
                    <a:pt x="96161" y="18159"/>
                    <a:pt x="105734" y="23090"/>
                    <a:pt x="111825" y="30603"/>
                  </a:cubicBezTo>
                  <a:cubicBezTo>
                    <a:pt x="108228" y="25411"/>
                    <a:pt x="103645" y="20828"/>
                    <a:pt x="98424" y="17405"/>
                  </a:cubicBezTo>
                  <a:cubicBezTo>
                    <a:pt x="89402" y="11458"/>
                    <a:pt x="79104" y="8180"/>
                    <a:pt x="68459" y="5918"/>
                  </a:cubicBezTo>
                  <a:lnTo>
                    <a:pt x="68517" y="5773"/>
                  </a:lnTo>
                  <a:cubicBezTo>
                    <a:pt x="61874" y="4293"/>
                    <a:pt x="55260" y="2524"/>
                    <a:pt x="48733" y="609"/>
                  </a:cubicBezTo>
                  <a:lnTo>
                    <a:pt x="47573" y="0"/>
                  </a:lnTo>
                  <a:cubicBezTo>
                    <a:pt x="37188" y="19812"/>
                    <a:pt x="20219" y="36289"/>
                    <a:pt x="0" y="45803"/>
                  </a:cubicBezTo>
                  <a:lnTo>
                    <a:pt x="4322" y="46674"/>
                  </a:lnTo>
                  <a:cubicBezTo>
                    <a:pt x="10385" y="62367"/>
                    <a:pt x="17666" y="77538"/>
                    <a:pt x="26049" y="92100"/>
                  </a:cubicBezTo>
                  <a:cubicBezTo>
                    <a:pt x="33098" y="104370"/>
                    <a:pt x="44150" y="117511"/>
                    <a:pt x="57291" y="118323"/>
                  </a:cubicBezTo>
                  <a:cubicBezTo>
                    <a:pt x="49198" y="116234"/>
                    <a:pt x="42729" y="110230"/>
                    <a:pt x="37739" y="10373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3" name="Google Shape;723;p19"/>
            <p:cNvSpPr/>
            <p:nvPr/>
          </p:nvSpPr>
          <p:spPr>
            <a:xfrm>
              <a:off x="4364562" y="2134176"/>
              <a:ext cx="110044" cy="95899"/>
            </a:xfrm>
            <a:custGeom>
              <a:rect b="b" l="l" r="r" t="t"/>
              <a:pathLst>
                <a:path extrusionOk="0" h="95899" w="110044">
                  <a:moveTo>
                    <a:pt x="96874" y="80613"/>
                  </a:moveTo>
                  <a:cubicBezTo>
                    <a:pt x="95047" y="81831"/>
                    <a:pt x="92697" y="80555"/>
                    <a:pt x="92088" y="78669"/>
                  </a:cubicBezTo>
                  <a:cubicBezTo>
                    <a:pt x="89013" y="69213"/>
                    <a:pt x="87505" y="58277"/>
                    <a:pt x="81587" y="50068"/>
                  </a:cubicBezTo>
                  <a:cubicBezTo>
                    <a:pt x="76308" y="57581"/>
                    <a:pt x="72827" y="66254"/>
                    <a:pt x="67808" y="73941"/>
                  </a:cubicBezTo>
                  <a:cubicBezTo>
                    <a:pt x="66561" y="75827"/>
                    <a:pt x="63312" y="76262"/>
                    <a:pt x="62181" y="73941"/>
                  </a:cubicBezTo>
                  <a:cubicBezTo>
                    <a:pt x="57975" y="65210"/>
                    <a:pt x="56147" y="55753"/>
                    <a:pt x="53653" y="46471"/>
                  </a:cubicBezTo>
                  <a:cubicBezTo>
                    <a:pt x="50172" y="56565"/>
                    <a:pt x="47793" y="67037"/>
                    <a:pt x="44747" y="77277"/>
                  </a:cubicBezTo>
                  <a:cubicBezTo>
                    <a:pt x="44022" y="79714"/>
                    <a:pt x="39961" y="80787"/>
                    <a:pt x="38801" y="78060"/>
                  </a:cubicBezTo>
                  <a:cubicBezTo>
                    <a:pt x="34624" y="68313"/>
                    <a:pt x="33318" y="57407"/>
                    <a:pt x="28938" y="47805"/>
                  </a:cubicBezTo>
                  <a:cubicBezTo>
                    <a:pt x="26443" y="58074"/>
                    <a:pt x="25312" y="68633"/>
                    <a:pt x="24268" y="79162"/>
                  </a:cubicBezTo>
                  <a:cubicBezTo>
                    <a:pt x="24007" y="81773"/>
                    <a:pt x="20816" y="83717"/>
                    <a:pt x="18698" y="81454"/>
                  </a:cubicBezTo>
                  <a:cubicBezTo>
                    <a:pt x="4803" y="66544"/>
                    <a:pt x="-3493" y="45310"/>
                    <a:pt x="6863" y="26078"/>
                  </a:cubicBezTo>
                  <a:cubicBezTo>
                    <a:pt x="11591" y="17318"/>
                    <a:pt x="19568" y="10588"/>
                    <a:pt x="28445" y="6324"/>
                  </a:cubicBezTo>
                  <a:cubicBezTo>
                    <a:pt x="33260" y="4003"/>
                    <a:pt x="38192" y="2060"/>
                    <a:pt x="43123" y="0"/>
                  </a:cubicBezTo>
                  <a:cubicBezTo>
                    <a:pt x="31027" y="4061"/>
                    <a:pt x="16174" y="5831"/>
                    <a:pt x="7530" y="14939"/>
                  </a:cubicBezTo>
                  <a:cubicBezTo>
                    <a:pt x="-1491" y="24483"/>
                    <a:pt x="-1230" y="39567"/>
                    <a:pt x="2222" y="52214"/>
                  </a:cubicBezTo>
                  <a:cubicBezTo>
                    <a:pt x="5673" y="64862"/>
                    <a:pt x="11707" y="77074"/>
                    <a:pt x="12287" y="90185"/>
                  </a:cubicBezTo>
                  <a:lnTo>
                    <a:pt x="12897" y="91578"/>
                  </a:lnTo>
                  <a:cubicBezTo>
                    <a:pt x="26733" y="86037"/>
                    <a:pt x="41759" y="83427"/>
                    <a:pt x="56611" y="83978"/>
                  </a:cubicBezTo>
                  <a:cubicBezTo>
                    <a:pt x="70390" y="84442"/>
                    <a:pt x="84024" y="87604"/>
                    <a:pt x="96439" y="93608"/>
                  </a:cubicBezTo>
                  <a:cubicBezTo>
                    <a:pt x="97919" y="94305"/>
                    <a:pt x="99369" y="95059"/>
                    <a:pt x="100761" y="95900"/>
                  </a:cubicBezTo>
                  <a:lnTo>
                    <a:pt x="102241" y="93202"/>
                  </a:lnTo>
                  <a:cubicBezTo>
                    <a:pt x="103372" y="84529"/>
                    <a:pt x="106708" y="76407"/>
                    <a:pt x="110044" y="68255"/>
                  </a:cubicBezTo>
                  <a:cubicBezTo>
                    <a:pt x="106302" y="73100"/>
                    <a:pt x="101806" y="77335"/>
                    <a:pt x="96874" y="8058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4" name="Google Shape;724;p19"/>
            <p:cNvSpPr/>
            <p:nvPr/>
          </p:nvSpPr>
          <p:spPr>
            <a:xfrm>
              <a:off x="4371582" y="2409664"/>
              <a:ext cx="108396" cy="118671"/>
            </a:xfrm>
            <a:custGeom>
              <a:rect b="b" l="l" r="r" t="t"/>
              <a:pathLst>
                <a:path extrusionOk="0" h="118671" w="108396">
                  <a:moveTo>
                    <a:pt x="107897" y="63759"/>
                  </a:moveTo>
                  <a:cubicBezTo>
                    <a:pt x="105519" y="42264"/>
                    <a:pt x="98818" y="21495"/>
                    <a:pt x="92175" y="870"/>
                  </a:cubicBezTo>
                  <a:lnTo>
                    <a:pt x="87853" y="0"/>
                  </a:lnTo>
                  <a:cubicBezTo>
                    <a:pt x="80775" y="3307"/>
                    <a:pt x="73320" y="5773"/>
                    <a:pt x="65604" y="7223"/>
                  </a:cubicBezTo>
                  <a:cubicBezTo>
                    <a:pt x="48518" y="10472"/>
                    <a:pt x="30737" y="8615"/>
                    <a:pt x="14405" y="2698"/>
                  </a:cubicBezTo>
                  <a:lnTo>
                    <a:pt x="13796" y="4322"/>
                  </a:lnTo>
                  <a:cubicBezTo>
                    <a:pt x="13535" y="4902"/>
                    <a:pt x="13274" y="5511"/>
                    <a:pt x="12984" y="6121"/>
                  </a:cubicBezTo>
                  <a:cubicBezTo>
                    <a:pt x="13187" y="6672"/>
                    <a:pt x="13216" y="7310"/>
                    <a:pt x="12984" y="8006"/>
                  </a:cubicBezTo>
                  <a:cubicBezTo>
                    <a:pt x="10895" y="14591"/>
                    <a:pt x="8864" y="21205"/>
                    <a:pt x="6515" y="27674"/>
                  </a:cubicBezTo>
                  <a:cubicBezTo>
                    <a:pt x="4136" y="37072"/>
                    <a:pt x="2222" y="46616"/>
                    <a:pt x="887" y="56217"/>
                  </a:cubicBezTo>
                  <a:cubicBezTo>
                    <a:pt x="-650" y="67443"/>
                    <a:pt x="-969" y="80091"/>
                    <a:pt x="6515" y="88503"/>
                  </a:cubicBezTo>
                  <a:cubicBezTo>
                    <a:pt x="13274" y="96103"/>
                    <a:pt x="24152" y="97872"/>
                    <a:pt x="33927" y="100570"/>
                  </a:cubicBezTo>
                  <a:cubicBezTo>
                    <a:pt x="43703" y="103210"/>
                    <a:pt x="54407" y="108721"/>
                    <a:pt x="56321" y="118671"/>
                  </a:cubicBezTo>
                  <a:cubicBezTo>
                    <a:pt x="56408" y="118265"/>
                    <a:pt x="56495" y="117801"/>
                    <a:pt x="56641" y="117424"/>
                  </a:cubicBezTo>
                  <a:cubicBezTo>
                    <a:pt x="56902" y="116437"/>
                    <a:pt x="57279" y="115567"/>
                    <a:pt x="57685" y="114697"/>
                  </a:cubicBezTo>
                  <a:cubicBezTo>
                    <a:pt x="56641" y="114581"/>
                    <a:pt x="55654" y="114088"/>
                    <a:pt x="55103" y="113247"/>
                  </a:cubicBezTo>
                  <a:cubicBezTo>
                    <a:pt x="54291" y="112957"/>
                    <a:pt x="53624" y="112289"/>
                    <a:pt x="53450" y="111100"/>
                  </a:cubicBezTo>
                  <a:cubicBezTo>
                    <a:pt x="51999" y="101237"/>
                    <a:pt x="37611" y="98946"/>
                    <a:pt x="30011" y="95755"/>
                  </a:cubicBezTo>
                  <a:cubicBezTo>
                    <a:pt x="20410" y="91723"/>
                    <a:pt x="11736" y="84906"/>
                    <a:pt x="7153" y="75333"/>
                  </a:cubicBezTo>
                  <a:cubicBezTo>
                    <a:pt x="-2333" y="55492"/>
                    <a:pt x="6254" y="31996"/>
                    <a:pt x="18031" y="15113"/>
                  </a:cubicBezTo>
                  <a:cubicBezTo>
                    <a:pt x="19423" y="13112"/>
                    <a:pt x="23543" y="12850"/>
                    <a:pt x="23978" y="15896"/>
                  </a:cubicBezTo>
                  <a:cubicBezTo>
                    <a:pt x="24993" y="22916"/>
                    <a:pt x="26037" y="29936"/>
                    <a:pt x="28706" y="36434"/>
                  </a:cubicBezTo>
                  <a:cubicBezTo>
                    <a:pt x="31404" y="29269"/>
                    <a:pt x="33898" y="22017"/>
                    <a:pt x="37263" y="15142"/>
                  </a:cubicBezTo>
                  <a:cubicBezTo>
                    <a:pt x="38249" y="13112"/>
                    <a:pt x="41934" y="12937"/>
                    <a:pt x="42891" y="15142"/>
                  </a:cubicBezTo>
                  <a:cubicBezTo>
                    <a:pt x="46546" y="23728"/>
                    <a:pt x="49592" y="33011"/>
                    <a:pt x="54755" y="40901"/>
                  </a:cubicBezTo>
                  <a:cubicBezTo>
                    <a:pt x="58120" y="33446"/>
                    <a:pt x="59193" y="25092"/>
                    <a:pt x="61688" y="17289"/>
                  </a:cubicBezTo>
                  <a:cubicBezTo>
                    <a:pt x="62703" y="14156"/>
                    <a:pt x="66938" y="14243"/>
                    <a:pt x="67953" y="17289"/>
                  </a:cubicBezTo>
                  <a:cubicBezTo>
                    <a:pt x="70071" y="23612"/>
                    <a:pt x="72247" y="29907"/>
                    <a:pt x="74886" y="36028"/>
                  </a:cubicBezTo>
                  <a:cubicBezTo>
                    <a:pt x="78599" y="28979"/>
                    <a:pt x="80543" y="20915"/>
                    <a:pt x="84024" y="13750"/>
                  </a:cubicBezTo>
                  <a:cubicBezTo>
                    <a:pt x="85126" y="11487"/>
                    <a:pt x="88462" y="11777"/>
                    <a:pt x="89651" y="13750"/>
                  </a:cubicBezTo>
                  <a:cubicBezTo>
                    <a:pt x="94583" y="22046"/>
                    <a:pt x="98499" y="31067"/>
                    <a:pt x="101516" y="40234"/>
                  </a:cubicBezTo>
                  <a:cubicBezTo>
                    <a:pt x="106650" y="55724"/>
                    <a:pt x="110827" y="76320"/>
                    <a:pt x="97048" y="88648"/>
                  </a:cubicBezTo>
                  <a:cubicBezTo>
                    <a:pt x="91102" y="93985"/>
                    <a:pt x="83618" y="97002"/>
                    <a:pt x="76453" y="100309"/>
                  </a:cubicBezTo>
                  <a:cubicBezTo>
                    <a:pt x="73436" y="101702"/>
                    <a:pt x="69868" y="103239"/>
                    <a:pt x="66880" y="105328"/>
                  </a:cubicBezTo>
                  <a:cubicBezTo>
                    <a:pt x="79586" y="97843"/>
                    <a:pt x="99717" y="95697"/>
                    <a:pt x="106244" y="81976"/>
                  </a:cubicBezTo>
                  <a:cubicBezTo>
                    <a:pt x="108883" y="76378"/>
                    <a:pt x="108623" y="69909"/>
                    <a:pt x="107926" y="6378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5" name="Google Shape;725;p19"/>
            <p:cNvSpPr/>
            <p:nvPr/>
          </p:nvSpPr>
          <p:spPr>
            <a:xfrm>
              <a:off x="4263877" y="2360988"/>
              <a:ext cx="122081" cy="65789"/>
            </a:xfrm>
            <a:custGeom>
              <a:rect b="b" l="l" r="r" t="t"/>
              <a:pathLst>
                <a:path extrusionOk="0" h="65789" w="122081">
                  <a:moveTo>
                    <a:pt x="67778" y="4931"/>
                  </a:moveTo>
                  <a:cubicBezTo>
                    <a:pt x="66937" y="3307"/>
                    <a:pt x="66154" y="1682"/>
                    <a:pt x="65400" y="0"/>
                  </a:cubicBezTo>
                  <a:lnTo>
                    <a:pt x="64036" y="609"/>
                  </a:lnTo>
                  <a:cubicBezTo>
                    <a:pt x="48314" y="7687"/>
                    <a:pt x="33230" y="16244"/>
                    <a:pt x="19016" y="26107"/>
                  </a:cubicBezTo>
                  <a:cubicBezTo>
                    <a:pt x="11300" y="31474"/>
                    <a:pt x="3439" y="37884"/>
                    <a:pt x="857" y="46964"/>
                  </a:cubicBezTo>
                  <a:cubicBezTo>
                    <a:pt x="-593" y="52214"/>
                    <a:pt x="-71" y="57436"/>
                    <a:pt x="1438" y="62657"/>
                  </a:cubicBezTo>
                  <a:cubicBezTo>
                    <a:pt x="1205" y="61671"/>
                    <a:pt x="973" y="60684"/>
                    <a:pt x="770" y="59698"/>
                  </a:cubicBezTo>
                  <a:cubicBezTo>
                    <a:pt x="219" y="56797"/>
                    <a:pt x="-303" y="53897"/>
                    <a:pt x="625" y="51025"/>
                  </a:cubicBezTo>
                  <a:cubicBezTo>
                    <a:pt x="1988" y="46761"/>
                    <a:pt x="4889" y="43019"/>
                    <a:pt x="7877" y="39741"/>
                  </a:cubicBezTo>
                  <a:cubicBezTo>
                    <a:pt x="15680" y="31183"/>
                    <a:pt x="25775" y="24425"/>
                    <a:pt x="35841" y="18913"/>
                  </a:cubicBezTo>
                  <a:cubicBezTo>
                    <a:pt x="44427" y="14185"/>
                    <a:pt x="54000" y="9515"/>
                    <a:pt x="63920" y="8557"/>
                  </a:cubicBezTo>
                  <a:cubicBezTo>
                    <a:pt x="67024" y="8267"/>
                    <a:pt x="67808" y="12183"/>
                    <a:pt x="66212" y="14127"/>
                  </a:cubicBezTo>
                  <a:cubicBezTo>
                    <a:pt x="61339" y="20044"/>
                    <a:pt x="57161" y="26484"/>
                    <a:pt x="52694" y="32721"/>
                  </a:cubicBezTo>
                  <a:cubicBezTo>
                    <a:pt x="58844" y="30893"/>
                    <a:pt x="64762" y="28370"/>
                    <a:pt x="70534" y="25527"/>
                  </a:cubicBezTo>
                  <a:cubicBezTo>
                    <a:pt x="72884" y="24367"/>
                    <a:pt x="76336" y="26310"/>
                    <a:pt x="75320" y="29211"/>
                  </a:cubicBezTo>
                  <a:cubicBezTo>
                    <a:pt x="72942" y="35970"/>
                    <a:pt x="69345" y="42206"/>
                    <a:pt x="66444" y="48733"/>
                  </a:cubicBezTo>
                  <a:cubicBezTo>
                    <a:pt x="74653" y="46819"/>
                    <a:pt x="82340" y="43483"/>
                    <a:pt x="89766" y="39277"/>
                  </a:cubicBezTo>
                  <a:cubicBezTo>
                    <a:pt x="92464" y="37768"/>
                    <a:pt x="94930" y="40263"/>
                    <a:pt x="94553" y="42961"/>
                  </a:cubicBezTo>
                  <a:cubicBezTo>
                    <a:pt x="93450" y="50735"/>
                    <a:pt x="92203" y="58451"/>
                    <a:pt x="89592" y="65790"/>
                  </a:cubicBezTo>
                  <a:cubicBezTo>
                    <a:pt x="98411" y="60887"/>
                    <a:pt x="106359" y="54129"/>
                    <a:pt x="116657" y="52707"/>
                  </a:cubicBezTo>
                  <a:cubicBezTo>
                    <a:pt x="118339" y="52475"/>
                    <a:pt x="120137" y="53316"/>
                    <a:pt x="120660" y="54825"/>
                  </a:cubicBezTo>
                  <a:cubicBezTo>
                    <a:pt x="120921" y="54245"/>
                    <a:pt x="121182" y="53606"/>
                    <a:pt x="121472" y="53026"/>
                  </a:cubicBezTo>
                  <a:lnTo>
                    <a:pt x="122081" y="51402"/>
                  </a:lnTo>
                  <a:cubicBezTo>
                    <a:pt x="99136" y="43019"/>
                    <a:pt x="79034" y="26629"/>
                    <a:pt x="67778" y="496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6" name="Google Shape;726;p19"/>
            <p:cNvSpPr/>
            <p:nvPr/>
          </p:nvSpPr>
          <p:spPr>
            <a:xfrm>
              <a:off x="4265873" y="2166995"/>
              <a:ext cx="111527" cy="111205"/>
            </a:xfrm>
            <a:custGeom>
              <a:rect b="b" l="l" r="r" t="t"/>
              <a:pathLst>
                <a:path extrusionOk="0" h="111205" w="111527">
                  <a:moveTo>
                    <a:pt x="110976" y="57396"/>
                  </a:moveTo>
                  <a:cubicBezTo>
                    <a:pt x="107988" y="43907"/>
                    <a:pt x="104884" y="30070"/>
                    <a:pt x="97197" y="18583"/>
                  </a:cubicBezTo>
                  <a:cubicBezTo>
                    <a:pt x="89510" y="7096"/>
                    <a:pt x="76108" y="-1606"/>
                    <a:pt x="62417" y="250"/>
                  </a:cubicBezTo>
                  <a:cubicBezTo>
                    <a:pt x="58907" y="743"/>
                    <a:pt x="55397" y="1875"/>
                    <a:pt x="51887" y="3209"/>
                  </a:cubicBezTo>
                  <a:cubicBezTo>
                    <a:pt x="59110" y="1382"/>
                    <a:pt x="65926" y="1150"/>
                    <a:pt x="73295" y="4456"/>
                  </a:cubicBezTo>
                  <a:cubicBezTo>
                    <a:pt x="92121" y="12898"/>
                    <a:pt x="99518" y="35553"/>
                    <a:pt x="100910" y="54611"/>
                  </a:cubicBezTo>
                  <a:cubicBezTo>
                    <a:pt x="101084" y="57019"/>
                    <a:pt x="97980" y="58759"/>
                    <a:pt x="96008" y="57425"/>
                  </a:cubicBezTo>
                  <a:cubicBezTo>
                    <a:pt x="90003" y="53364"/>
                    <a:pt x="84289" y="48839"/>
                    <a:pt x="78342" y="44690"/>
                  </a:cubicBezTo>
                  <a:cubicBezTo>
                    <a:pt x="79589" y="50666"/>
                    <a:pt x="82055" y="56410"/>
                    <a:pt x="84289" y="62008"/>
                  </a:cubicBezTo>
                  <a:cubicBezTo>
                    <a:pt x="85362" y="64648"/>
                    <a:pt x="81736" y="67172"/>
                    <a:pt x="79502" y="65692"/>
                  </a:cubicBezTo>
                  <a:cubicBezTo>
                    <a:pt x="73121" y="61399"/>
                    <a:pt x="66942" y="56526"/>
                    <a:pt x="59980" y="53219"/>
                  </a:cubicBezTo>
                  <a:cubicBezTo>
                    <a:pt x="62649" y="62124"/>
                    <a:pt x="66072" y="70768"/>
                    <a:pt x="70220" y="79123"/>
                  </a:cubicBezTo>
                  <a:cubicBezTo>
                    <a:pt x="71757" y="82198"/>
                    <a:pt x="68740" y="84866"/>
                    <a:pt x="65753" y="83590"/>
                  </a:cubicBezTo>
                  <a:cubicBezTo>
                    <a:pt x="58211" y="80312"/>
                    <a:pt x="50843" y="76367"/>
                    <a:pt x="42923" y="74133"/>
                  </a:cubicBezTo>
                  <a:cubicBezTo>
                    <a:pt x="46027" y="83503"/>
                    <a:pt x="53279" y="90987"/>
                    <a:pt x="57834" y="99747"/>
                  </a:cubicBezTo>
                  <a:cubicBezTo>
                    <a:pt x="59081" y="102184"/>
                    <a:pt x="56992" y="105375"/>
                    <a:pt x="54149" y="104534"/>
                  </a:cubicBezTo>
                  <a:cubicBezTo>
                    <a:pt x="37064" y="99399"/>
                    <a:pt x="15018" y="92901"/>
                    <a:pt x="6518" y="75468"/>
                  </a:cubicBezTo>
                  <a:cubicBezTo>
                    <a:pt x="1993" y="66156"/>
                    <a:pt x="2429" y="55365"/>
                    <a:pt x="5503" y="45677"/>
                  </a:cubicBezTo>
                  <a:cubicBezTo>
                    <a:pt x="1964" y="53016"/>
                    <a:pt x="-704" y="60471"/>
                    <a:pt x="166" y="68361"/>
                  </a:cubicBezTo>
                  <a:cubicBezTo>
                    <a:pt x="1616" y="81530"/>
                    <a:pt x="12726" y="91712"/>
                    <a:pt x="24706" y="97543"/>
                  </a:cubicBezTo>
                  <a:cubicBezTo>
                    <a:pt x="26766" y="98529"/>
                    <a:pt x="28855" y="99457"/>
                    <a:pt x="30943" y="100298"/>
                  </a:cubicBezTo>
                  <a:cubicBezTo>
                    <a:pt x="36774" y="101749"/>
                    <a:pt x="42401" y="103837"/>
                    <a:pt x="47971" y="106245"/>
                  </a:cubicBezTo>
                  <a:cubicBezTo>
                    <a:pt x="48029" y="106245"/>
                    <a:pt x="48058" y="106245"/>
                    <a:pt x="48116" y="106303"/>
                  </a:cubicBezTo>
                  <a:cubicBezTo>
                    <a:pt x="52351" y="107782"/>
                    <a:pt x="56586" y="109349"/>
                    <a:pt x="60705" y="111205"/>
                  </a:cubicBezTo>
                  <a:cubicBezTo>
                    <a:pt x="64592" y="93685"/>
                    <a:pt x="73469" y="78020"/>
                    <a:pt x="89800" y="69028"/>
                  </a:cubicBezTo>
                  <a:cubicBezTo>
                    <a:pt x="90786" y="68477"/>
                    <a:pt x="91744" y="68506"/>
                    <a:pt x="92527" y="68854"/>
                  </a:cubicBezTo>
                  <a:cubicBezTo>
                    <a:pt x="98474" y="64880"/>
                    <a:pt x="104826" y="61486"/>
                    <a:pt x="111527" y="58846"/>
                  </a:cubicBezTo>
                  <a:lnTo>
                    <a:pt x="110918" y="57454"/>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7" name="Google Shape;727;p19"/>
            <p:cNvSpPr/>
            <p:nvPr/>
          </p:nvSpPr>
          <p:spPr>
            <a:xfrm>
              <a:off x="4224703" y="2265146"/>
              <a:ext cx="104602" cy="113710"/>
            </a:xfrm>
            <a:custGeom>
              <a:rect b="b" l="l" r="r" t="t"/>
              <a:pathLst>
                <a:path extrusionOk="0" h="113710" w="104602">
                  <a:moveTo>
                    <a:pt x="100541" y="21060"/>
                  </a:moveTo>
                  <a:cubicBezTo>
                    <a:pt x="100918" y="18333"/>
                    <a:pt x="101382" y="15664"/>
                    <a:pt x="101963" y="13025"/>
                  </a:cubicBezTo>
                  <a:cubicBezTo>
                    <a:pt x="97843" y="11168"/>
                    <a:pt x="93608" y="9602"/>
                    <a:pt x="89373" y="8122"/>
                  </a:cubicBezTo>
                  <a:cubicBezTo>
                    <a:pt x="89315" y="8064"/>
                    <a:pt x="89286" y="8064"/>
                    <a:pt x="89228" y="8064"/>
                  </a:cubicBezTo>
                  <a:cubicBezTo>
                    <a:pt x="83513" y="6121"/>
                    <a:pt x="77770" y="4293"/>
                    <a:pt x="72201" y="2118"/>
                  </a:cubicBezTo>
                  <a:cubicBezTo>
                    <a:pt x="68952" y="1276"/>
                    <a:pt x="65645" y="638"/>
                    <a:pt x="62280" y="290"/>
                  </a:cubicBezTo>
                  <a:cubicBezTo>
                    <a:pt x="48559" y="-1160"/>
                    <a:pt x="33417" y="2756"/>
                    <a:pt x="24860" y="13634"/>
                  </a:cubicBezTo>
                  <a:cubicBezTo>
                    <a:pt x="19145" y="20857"/>
                    <a:pt x="16940" y="30168"/>
                    <a:pt x="13141" y="38493"/>
                  </a:cubicBezTo>
                  <a:cubicBezTo>
                    <a:pt x="10298" y="44672"/>
                    <a:pt x="5831" y="50764"/>
                    <a:pt x="0" y="53810"/>
                  </a:cubicBezTo>
                  <a:cubicBezTo>
                    <a:pt x="667" y="53781"/>
                    <a:pt x="1392" y="53897"/>
                    <a:pt x="2059" y="54332"/>
                  </a:cubicBezTo>
                  <a:cubicBezTo>
                    <a:pt x="9863" y="48153"/>
                    <a:pt x="13373" y="39190"/>
                    <a:pt x="17230" y="30342"/>
                  </a:cubicBezTo>
                  <a:cubicBezTo>
                    <a:pt x="20973" y="21785"/>
                    <a:pt x="25614" y="13779"/>
                    <a:pt x="33533" y="8470"/>
                  </a:cubicBezTo>
                  <a:cubicBezTo>
                    <a:pt x="53345" y="-4786"/>
                    <a:pt x="77509" y="4873"/>
                    <a:pt x="93057" y="20132"/>
                  </a:cubicBezTo>
                  <a:cubicBezTo>
                    <a:pt x="94797" y="21843"/>
                    <a:pt x="93986" y="24947"/>
                    <a:pt x="91607" y="25585"/>
                  </a:cubicBezTo>
                  <a:cubicBezTo>
                    <a:pt x="84007" y="27645"/>
                    <a:pt x="76059" y="28080"/>
                    <a:pt x="68400" y="29675"/>
                  </a:cubicBezTo>
                  <a:cubicBezTo>
                    <a:pt x="74985" y="35100"/>
                    <a:pt x="83194" y="38290"/>
                    <a:pt x="91027" y="41655"/>
                  </a:cubicBezTo>
                  <a:cubicBezTo>
                    <a:pt x="93666" y="42787"/>
                    <a:pt x="92767" y="46993"/>
                    <a:pt x="90243" y="47602"/>
                  </a:cubicBezTo>
                  <a:cubicBezTo>
                    <a:pt x="81048" y="49836"/>
                    <a:pt x="71533" y="51083"/>
                    <a:pt x="62483" y="53984"/>
                  </a:cubicBezTo>
                  <a:cubicBezTo>
                    <a:pt x="70808" y="60743"/>
                    <a:pt x="81889" y="63614"/>
                    <a:pt x="91027" y="69155"/>
                  </a:cubicBezTo>
                  <a:cubicBezTo>
                    <a:pt x="93231" y="70489"/>
                    <a:pt x="92999" y="73390"/>
                    <a:pt x="91027" y="74782"/>
                  </a:cubicBezTo>
                  <a:cubicBezTo>
                    <a:pt x="84239" y="79540"/>
                    <a:pt x="76958" y="83543"/>
                    <a:pt x="69300" y="86618"/>
                  </a:cubicBezTo>
                  <a:cubicBezTo>
                    <a:pt x="77248" y="87923"/>
                    <a:pt x="85399" y="87952"/>
                    <a:pt x="93492" y="87952"/>
                  </a:cubicBezTo>
                  <a:cubicBezTo>
                    <a:pt x="96828" y="87952"/>
                    <a:pt x="97785" y="92303"/>
                    <a:pt x="95146" y="94015"/>
                  </a:cubicBezTo>
                  <a:cubicBezTo>
                    <a:pt x="85718" y="100164"/>
                    <a:pt x="74608" y="109041"/>
                    <a:pt x="62860" y="113711"/>
                  </a:cubicBezTo>
                  <a:cubicBezTo>
                    <a:pt x="63759" y="113421"/>
                    <a:pt x="64658" y="113160"/>
                    <a:pt x="65529" y="112841"/>
                  </a:cubicBezTo>
                  <a:cubicBezTo>
                    <a:pt x="78379" y="108054"/>
                    <a:pt x="90011" y="100193"/>
                    <a:pt x="103239" y="96509"/>
                  </a:cubicBezTo>
                  <a:lnTo>
                    <a:pt x="104602" y="95900"/>
                  </a:lnTo>
                  <a:cubicBezTo>
                    <a:pt x="94188" y="72665"/>
                    <a:pt x="93550" y="45919"/>
                    <a:pt x="100541" y="211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28" name="Google Shape;728;p19"/>
          <p:cNvGrpSpPr/>
          <p:nvPr/>
        </p:nvGrpSpPr>
        <p:grpSpPr>
          <a:xfrm>
            <a:off x="228600" y="228600"/>
            <a:ext cx="8686800" cy="4686300"/>
            <a:chOff x="228600" y="228600"/>
            <a:chExt cx="8686800" cy="4686300"/>
          </a:xfrm>
        </p:grpSpPr>
        <p:sp>
          <p:nvSpPr>
            <p:cNvPr id="729" name="Google Shape;729;p19"/>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730" name="Google Shape;730;p19"/>
            <p:cNvGrpSpPr/>
            <p:nvPr/>
          </p:nvGrpSpPr>
          <p:grpSpPr>
            <a:xfrm>
              <a:off x="333904" y="365653"/>
              <a:ext cx="1210874" cy="1218592"/>
              <a:chOff x="2083365" y="2107621"/>
              <a:chExt cx="309829" cy="311796"/>
            </a:xfrm>
          </p:grpSpPr>
          <p:sp>
            <p:nvSpPr>
              <p:cNvPr id="731" name="Google Shape;731;p19"/>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2" name="Google Shape;732;p19"/>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3" name="Google Shape;733;p19"/>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4" name="Google Shape;734;p19"/>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35" name="Google Shape;735;p19"/>
            <p:cNvGrpSpPr/>
            <p:nvPr/>
          </p:nvGrpSpPr>
          <p:grpSpPr>
            <a:xfrm>
              <a:off x="7599218" y="365653"/>
              <a:ext cx="1210878" cy="1218592"/>
              <a:chOff x="3498340" y="2107621"/>
              <a:chExt cx="309830" cy="311796"/>
            </a:xfrm>
          </p:grpSpPr>
          <p:sp>
            <p:nvSpPr>
              <p:cNvPr id="736" name="Google Shape;736;p19"/>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7" name="Google Shape;737;p19"/>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8" name="Google Shape;738;p19"/>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9" name="Google Shape;739;p19"/>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40" name="Google Shape;740;p19"/>
            <p:cNvGrpSpPr/>
            <p:nvPr/>
          </p:nvGrpSpPr>
          <p:grpSpPr>
            <a:xfrm>
              <a:off x="333904" y="3559446"/>
              <a:ext cx="1210874" cy="1218588"/>
              <a:chOff x="2083365" y="2914852"/>
              <a:chExt cx="309829" cy="311795"/>
            </a:xfrm>
          </p:grpSpPr>
          <p:sp>
            <p:nvSpPr>
              <p:cNvPr id="741" name="Google Shape;741;p19"/>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2" name="Google Shape;742;p19"/>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3" name="Google Shape;743;p19"/>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4" name="Google Shape;744;p19"/>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45" name="Google Shape;745;p19"/>
            <p:cNvGrpSpPr/>
            <p:nvPr/>
          </p:nvGrpSpPr>
          <p:grpSpPr>
            <a:xfrm>
              <a:off x="7523018" y="3559446"/>
              <a:ext cx="1210878" cy="1218588"/>
              <a:chOff x="3478843" y="2914852"/>
              <a:chExt cx="309830" cy="311795"/>
            </a:xfrm>
          </p:grpSpPr>
          <p:sp>
            <p:nvSpPr>
              <p:cNvPr id="746" name="Google Shape;746;p19"/>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7" name="Google Shape;747;p19"/>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8" name="Google Shape;748;p19"/>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9" name="Google Shape;749;p19"/>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750" name="Google Shape;750;p19"/>
          <p:cNvSpPr txBox="1"/>
          <p:nvPr>
            <p:ph type="title"/>
          </p:nvPr>
        </p:nvSpPr>
        <p:spPr>
          <a:xfrm>
            <a:off x="720000" y="933475"/>
            <a:ext cx="3239100" cy="22440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51" name="Google Shape;751;p19"/>
          <p:cNvSpPr txBox="1"/>
          <p:nvPr>
            <p:ph idx="1" type="subTitle"/>
          </p:nvPr>
        </p:nvSpPr>
        <p:spPr>
          <a:xfrm>
            <a:off x="720000" y="3177425"/>
            <a:ext cx="3239100" cy="103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52" name="Google Shape;752;p19"/>
          <p:cNvSpPr/>
          <p:nvPr>
            <p:ph idx="2" type="pic"/>
          </p:nvPr>
        </p:nvSpPr>
        <p:spPr>
          <a:xfrm>
            <a:off x="4239450" y="947025"/>
            <a:ext cx="4191300" cy="3249300"/>
          </a:xfrm>
          <a:prstGeom prst="rect">
            <a:avLst/>
          </a:prstGeom>
          <a:noFill/>
          <a:ln>
            <a:noFill/>
          </a:ln>
        </p:spPr>
      </p:sp>
      <p:grpSp>
        <p:nvGrpSpPr>
          <p:cNvPr id="753" name="Google Shape;753;p19"/>
          <p:cNvGrpSpPr/>
          <p:nvPr/>
        </p:nvGrpSpPr>
        <p:grpSpPr>
          <a:xfrm>
            <a:off x="6008712" y="187285"/>
            <a:ext cx="1984017" cy="568851"/>
            <a:chOff x="352469" y="5829530"/>
            <a:chExt cx="2852239" cy="817784"/>
          </a:xfrm>
        </p:grpSpPr>
        <p:sp>
          <p:nvSpPr>
            <p:cNvPr id="754" name="Google Shape;754;p19"/>
            <p:cNvSpPr/>
            <p:nvPr/>
          </p:nvSpPr>
          <p:spPr>
            <a:xfrm>
              <a:off x="354958" y="5832094"/>
              <a:ext cx="2847350" cy="812355"/>
            </a:xfrm>
            <a:custGeom>
              <a:rect b="b" l="l" r="r" t="t"/>
              <a:pathLst>
                <a:path extrusionOk="0" h="812355" w="2847350">
                  <a:moveTo>
                    <a:pt x="1381933" y="220145"/>
                  </a:moveTo>
                  <a:lnTo>
                    <a:pt x="1392540" y="217218"/>
                  </a:lnTo>
                  <a:cubicBezTo>
                    <a:pt x="1402598" y="172596"/>
                    <a:pt x="1414760" y="127607"/>
                    <a:pt x="1438077" y="88380"/>
                  </a:cubicBezTo>
                  <a:cubicBezTo>
                    <a:pt x="1461577" y="49060"/>
                    <a:pt x="1497879" y="15502"/>
                    <a:pt x="1542136" y="4346"/>
                  </a:cubicBezTo>
                  <a:cubicBezTo>
                    <a:pt x="1574231" y="-3700"/>
                    <a:pt x="1608247" y="323"/>
                    <a:pt x="1640159" y="9101"/>
                  </a:cubicBezTo>
                  <a:cubicBezTo>
                    <a:pt x="1693926" y="23823"/>
                    <a:pt x="1745132" y="52261"/>
                    <a:pt x="1780245" y="95420"/>
                  </a:cubicBezTo>
                  <a:cubicBezTo>
                    <a:pt x="1804294" y="124956"/>
                    <a:pt x="1820113" y="161532"/>
                    <a:pt x="1823771" y="199113"/>
                  </a:cubicBezTo>
                  <a:cubicBezTo>
                    <a:pt x="1919600" y="197468"/>
                    <a:pt x="2010857" y="273637"/>
                    <a:pt x="2026036" y="368369"/>
                  </a:cubicBezTo>
                  <a:cubicBezTo>
                    <a:pt x="2074682" y="324660"/>
                    <a:pt x="2155241" y="343223"/>
                    <a:pt x="2204619" y="386017"/>
                  </a:cubicBezTo>
                  <a:cubicBezTo>
                    <a:pt x="2254179" y="428811"/>
                    <a:pt x="2283897" y="489709"/>
                    <a:pt x="2324131" y="541099"/>
                  </a:cubicBezTo>
                  <a:cubicBezTo>
                    <a:pt x="2364547" y="592489"/>
                    <a:pt x="2425446" y="637660"/>
                    <a:pt x="2490094" y="627236"/>
                  </a:cubicBezTo>
                  <a:cubicBezTo>
                    <a:pt x="2522007" y="622115"/>
                    <a:pt x="2550262" y="603919"/>
                    <a:pt x="2580071" y="591300"/>
                  </a:cubicBezTo>
                  <a:cubicBezTo>
                    <a:pt x="2666939" y="554906"/>
                    <a:pt x="2773193" y="569080"/>
                    <a:pt x="2847350" y="627236"/>
                  </a:cubicBezTo>
                  <a:cubicBezTo>
                    <a:pt x="2764049" y="598432"/>
                    <a:pt x="2679741" y="658051"/>
                    <a:pt x="2598268" y="691701"/>
                  </a:cubicBezTo>
                  <a:cubicBezTo>
                    <a:pt x="2462754" y="747662"/>
                    <a:pt x="2282525" y="718127"/>
                    <a:pt x="2207087" y="592397"/>
                  </a:cubicBezTo>
                  <a:cubicBezTo>
                    <a:pt x="2206356" y="661434"/>
                    <a:pt x="2136039" y="718858"/>
                    <a:pt x="2067184" y="712823"/>
                  </a:cubicBezTo>
                  <a:cubicBezTo>
                    <a:pt x="2026402" y="709165"/>
                    <a:pt x="1989552" y="686031"/>
                    <a:pt x="1964771" y="653387"/>
                  </a:cubicBezTo>
                  <a:cubicBezTo>
                    <a:pt x="1946758" y="692158"/>
                    <a:pt x="1906250" y="719864"/>
                    <a:pt x="1863456" y="721876"/>
                  </a:cubicBezTo>
                  <a:cubicBezTo>
                    <a:pt x="1817919" y="724070"/>
                    <a:pt x="1772199" y="697096"/>
                    <a:pt x="1752173" y="655948"/>
                  </a:cubicBezTo>
                  <a:cubicBezTo>
                    <a:pt x="1749613" y="712275"/>
                    <a:pt x="1712854" y="764029"/>
                    <a:pt x="1662928" y="790182"/>
                  </a:cubicBezTo>
                  <a:cubicBezTo>
                    <a:pt x="1613184" y="816425"/>
                    <a:pt x="1552468" y="818436"/>
                    <a:pt x="1499159" y="801154"/>
                  </a:cubicBezTo>
                  <a:cubicBezTo>
                    <a:pt x="1423355" y="776923"/>
                    <a:pt x="1360170" y="712275"/>
                    <a:pt x="1344808" y="634094"/>
                  </a:cubicBezTo>
                  <a:cubicBezTo>
                    <a:pt x="1341516" y="616994"/>
                    <a:pt x="1340602" y="599255"/>
                    <a:pt x="1342248" y="581973"/>
                  </a:cubicBezTo>
                  <a:lnTo>
                    <a:pt x="1338956" y="581607"/>
                  </a:lnTo>
                  <a:cubicBezTo>
                    <a:pt x="1284641" y="619097"/>
                    <a:pt x="1202893" y="608765"/>
                    <a:pt x="1159642" y="558838"/>
                  </a:cubicBezTo>
                  <a:cubicBezTo>
                    <a:pt x="1179485" y="626412"/>
                    <a:pt x="1146932" y="707520"/>
                    <a:pt x="1082924" y="737055"/>
                  </a:cubicBezTo>
                  <a:cubicBezTo>
                    <a:pt x="1018825" y="766590"/>
                    <a:pt x="931682" y="734311"/>
                    <a:pt x="907633" y="668201"/>
                  </a:cubicBezTo>
                  <a:lnTo>
                    <a:pt x="891449" y="662897"/>
                  </a:lnTo>
                  <a:cubicBezTo>
                    <a:pt x="878921" y="700388"/>
                    <a:pt x="845911" y="730654"/>
                    <a:pt x="807049" y="739067"/>
                  </a:cubicBezTo>
                  <a:cubicBezTo>
                    <a:pt x="762793" y="748576"/>
                    <a:pt x="713781" y="728460"/>
                    <a:pt x="688635" y="690787"/>
                  </a:cubicBezTo>
                  <a:cubicBezTo>
                    <a:pt x="684246" y="684019"/>
                    <a:pt x="680222" y="676613"/>
                    <a:pt x="673181" y="672773"/>
                  </a:cubicBezTo>
                  <a:cubicBezTo>
                    <a:pt x="660654" y="666006"/>
                    <a:pt x="645475" y="674418"/>
                    <a:pt x="632948" y="681368"/>
                  </a:cubicBezTo>
                  <a:cubicBezTo>
                    <a:pt x="506669" y="752417"/>
                    <a:pt x="349484" y="705782"/>
                    <a:pt x="212598" y="657685"/>
                  </a:cubicBezTo>
                  <a:cubicBezTo>
                    <a:pt x="120426" y="625407"/>
                    <a:pt x="13259" y="575663"/>
                    <a:pt x="0" y="478920"/>
                  </a:cubicBezTo>
                  <a:cubicBezTo>
                    <a:pt x="132862" y="642871"/>
                    <a:pt x="400507" y="674601"/>
                    <a:pt x="567934" y="546128"/>
                  </a:cubicBezTo>
                  <a:cubicBezTo>
                    <a:pt x="586130" y="532321"/>
                    <a:pt x="603687" y="516044"/>
                    <a:pt x="612008" y="494739"/>
                  </a:cubicBezTo>
                  <a:cubicBezTo>
                    <a:pt x="621883" y="470142"/>
                    <a:pt x="618226" y="441703"/>
                    <a:pt x="628193" y="417106"/>
                  </a:cubicBezTo>
                  <a:cubicBezTo>
                    <a:pt x="641452" y="384279"/>
                    <a:pt x="677388" y="364437"/>
                    <a:pt x="712775" y="362608"/>
                  </a:cubicBezTo>
                  <a:cubicBezTo>
                    <a:pt x="748162" y="360596"/>
                    <a:pt x="782544" y="373947"/>
                    <a:pt x="813359" y="391411"/>
                  </a:cubicBezTo>
                  <a:cubicBezTo>
                    <a:pt x="804032" y="330238"/>
                    <a:pt x="839602" y="265133"/>
                    <a:pt x="895929" y="239621"/>
                  </a:cubicBezTo>
                  <a:cubicBezTo>
                    <a:pt x="952256" y="214110"/>
                    <a:pt x="1024768" y="230477"/>
                    <a:pt x="1064453" y="277843"/>
                  </a:cubicBezTo>
                  <a:cubicBezTo>
                    <a:pt x="1071403" y="286073"/>
                    <a:pt x="1076980" y="295309"/>
                    <a:pt x="1081369" y="305367"/>
                  </a:cubicBezTo>
                  <a:lnTo>
                    <a:pt x="1082833" y="304818"/>
                  </a:lnTo>
                  <a:cubicBezTo>
                    <a:pt x="1101578" y="242731"/>
                    <a:pt x="1155344" y="192621"/>
                    <a:pt x="1218530" y="178174"/>
                  </a:cubicBezTo>
                  <a:cubicBezTo>
                    <a:pt x="1275405" y="165281"/>
                    <a:pt x="1338224" y="181648"/>
                    <a:pt x="1381933" y="219871"/>
                  </a:cubicBezTo>
                  <a:close/>
                  <a:moveTo>
                    <a:pt x="895838" y="618274"/>
                  </a:moveTo>
                  <a:cubicBezTo>
                    <a:pt x="891266" y="582521"/>
                    <a:pt x="867766" y="548871"/>
                    <a:pt x="833384" y="539911"/>
                  </a:cubicBezTo>
                  <a:cubicBezTo>
                    <a:pt x="789493" y="528571"/>
                    <a:pt x="738104" y="570543"/>
                    <a:pt x="748436" y="614617"/>
                  </a:cubicBezTo>
                  <a:cubicBezTo>
                    <a:pt x="758678" y="658691"/>
                    <a:pt x="835122" y="666372"/>
                    <a:pt x="848106" y="623029"/>
                  </a:cubicBezTo>
                  <a:lnTo>
                    <a:pt x="895838" y="6182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5" name="Google Shape;755;p19"/>
            <p:cNvSpPr/>
            <p:nvPr/>
          </p:nvSpPr>
          <p:spPr>
            <a:xfrm>
              <a:off x="1102031" y="6370153"/>
              <a:ext cx="148764" cy="113852"/>
            </a:xfrm>
            <a:custGeom>
              <a:rect b="b" l="l" r="r" t="t"/>
              <a:pathLst>
                <a:path extrusionOk="0" h="113852" w="148764">
                  <a:moveTo>
                    <a:pt x="148765" y="80215"/>
                  </a:moveTo>
                  <a:lnTo>
                    <a:pt x="101033" y="84970"/>
                  </a:lnTo>
                  <a:cubicBezTo>
                    <a:pt x="88048" y="128313"/>
                    <a:pt x="11604" y="120723"/>
                    <a:pt x="1363" y="76558"/>
                  </a:cubicBezTo>
                  <a:cubicBezTo>
                    <a:pt x="-9061" y="32484"/>
                    <a:pt x="42328" y="-9396"/>
                    <a:pt x="86311" y="1851"/>
                  </a:cubicBezTo>
                  <a:cubicBezTo>
                    <a:pt x="120784" y="10812"/>
                    <a:pt x="144284" y="44462"/>
                    <a:pt x="148765" y="802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6" name="Google Shape;756;p19"/>
            <p:cNvSpPr/>
            <p:nvPr/>
          </p:nvSpPr>
          <p:spPr>
            <a:xfrm>
              <a:off x="1106046" y="6430297"/>
              <a:ext cx="92623" cy="53518"/>
            </a:xfrm>
            <a:custGeom>
              <a:rect b="b" l="l" r="r" t="t"/>
              <a:pathLst>
                <a:path extrusionOk="0" h="53518" w="92623">
                  <a:moveTo>
                    <a:pt x="56327" y="47137"/>
                  </a:moveTo>
                  <a:cubicBezTo>
                    <a:pt x="35387" y="46771"/>
                    <a:pt x="12253" y="41925"/>
                    <a:pt x="0" y="24094"/>
                  </a:cubicBezTo>
                  <a:cubicBezTo>
                    <a:pt x="12893" y="52624"/>
                    <a:pt x="56053" y="61585"/>
                    <a:pt x="80924" y="45766"/>
                  </a:cubicBezTo>
                  <a:cubicBezTo>
                    <a:pt x="82022" y="44485"/>
                    <a:pt x="83119" y="43297"/>
                    <a:pt x="84125" y="42016"/>
                  </a:cubicBezTo>
                  <a:cubicBezTo>
                    <a:pt x="96926" y="25923"/>
                    <a:pt x="96561" y="6355"/>
                    <a:pt x="74066" y="960"/>
                  </a:cubicBezTo>
                  <a:cubicBezTo>
                    <a:pt x="67940" y="-503"/>
                    <a:pt x="60350" y="-686"/>
                    <a:pt x="58064" y="3246"/>
                  </a:cubicBezTo>
                  <a:cubicBezTo>
                    <a:pt x="58522" y="2423"/>
                    <a:pt x="57973" y="6812"/>
                    <a:pt x="58339" y="9098"/>
                  </a:cubicBezTo>
                  <a:cubicBezTo>
                    <a:pt x="59345" y="15865"/>
                    <a:pt x="63825" y="22357"/>
                    <a:pt x="67483" y="27935"/>
                  </a:cubicBezTo>
                  <a:cubicBezTo>
                    <a:pt x="72695" y="36073"/>
                    <a:pt x="65837" y="47229"/>
                    <a:pt x="56510" y="4713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7" name="Google Shape;757;p19"/>
            <p:cNvSpPr/>
            <p:nvPr/>
          </p:nvSpPr>
          <p:spPr>
            <a:xfrm>
              <a:off x="1744683" y="5829530"/>
              <a:ext cx="437429" cy="423823"/>
            </a:xfrm>
            <a:custGeom>
              <a:rect b="b" l="l" r="r" t="t"/>
              <a:pathLst>
                <a:path extrusionOk="0" h="423823" w="437429">
                  <a:moveTo>
                    <a:pt x="241381" y="226274"/>
                  </a:moveTo>
                  <a:cubicBezTo>
                    <a:pt x="207823" y="202409"/>
                    <a:pt x="166401" y="226091"/>
                    <a:pt x="150582" y="259101"/>
                  </a:cubicBezTo>
                  <a:cubicBezTo>
                    <a:pt x="133391" y="294854"/>
                    <a:pt x="135860" y="340391"/>
                    <a:pt x="156617" y="374224"/>
                  </a:cubicBezTo>
                  <a:cubicBezTo>
                    <a:pt x="177373" y="408057"/>
                    <a:pt x="217241" y="425522"/>
                    <a:pt x="257109" y="423693"/>
                  </a:cubicBezTo>
                  <a:cubicBezTo>
                    <a:pt x="299537" y="421682"/>
                    <a:pt x="337302" y="399553"/>
                    <a:pt x="366380" y="369561"/>
                  </a:cubicBezTo>
                  <a:cubicBezTo>
                    <a:pt x="397378" y="337648"/>
                    <a:pt x="424627" y="295586"/>
                    <a:pt x="433863" y="251603"/>
                  </a:cubicBezTo>
                  <a:cubicBezTo>
                    <a:pt x="443098" y="207621"/>
                    <a:pt x="433771" y="164552"/>
                    <a:pt x="413106" y="126971"/>
                  </a:cubicBezTo>
                  <a:cubicBezTo>
                    <a:pt x="392440" y="89388"/>
                    <a:pt x="357876" y="57659"/>
                    <a:pt x="319288" y="36536"/>
                  </a:cubicBezTo>
                  <a:cubicBezTo>
                    <a:pt x="280701" y="15414"/>
                    <a:pt x="231140" y="-1045"/>
                    <a:pt x="184963" y="52"/>
                  </a:cubicBezTo>
                  <a:cubicBezTo>
                    <a:pt x="135220" y="1241"/>
                    <a:pt x="92151" y="27666"/>
                    <a:pt x="61976" y="66346"/>
                  </a:cubicBezTo>
                  <a:cubicBezTo>
                    <a:pt x="27595" y="110420"/>
                    <a:pt x="12141" y="165466"/>
                    <a:pt x="71" y="219142"/>
                  </a:cubicBezTo>
                  <a:cubicBezTo>
                    <a:pt x="-660" y="222525"/>
                    <a:pt x="4460" y="223897"/>
                    <a:pt x="5192" y="220605"/>
                  </a:cubicBezTo>
                  <a:cubicBezTo>
                    <a:pt x="23571" y="141235"/>
                    <a:pt x="53015" y="47783"/>
                    <a:pt x="136408" y="15048"/>
                  </a:cubicBezTo>
                  <a:cubicBezTo>
                    <a:pt x="178471" y="-1503"/>
                    <a:pt x="225288" y="5904"/>
                    <a:pt x="267076" y="19803"/>
                  </a:cubicBezTo>
                  <a:cubicBezTo>
                    <a:pt x="305664" y="32696"/>
                    <a:pt x="342240" y="52904"/>
                    <a:pt x="371409" y="81433"/>
                  </a:cubicBezTo>
                  <a:cubicBezTo>
                    <a:pt x="400579" y="109962"/>
                    <a:pt x="421610" y="146813"/>
                    <a:pt x="429108" y="187138"/>
                  </a:cubicBezTo>
                  <a:cubicBezTo>
                    <a:pt x="437337" y="231120"/>
                    <a:pt x="426273" y="273092"/>
                    <a:pt x="403870" y="311130"/>
                  </a:cubicBezTo>
                  <a:cubicBezTo>
                    <a:pt x="364917" y="377242"/>
                    <a:pt x="289845" y="443170"/>
                    <a:pt x="207823" y="411166"/>
                  </a:cubicBezTo>
                  <a:cubicBezTo>
                    <a:pt x="163475" y="393884"/>
                    <a:pt x="140706" y="346518"/>
                    <a:pt x="144547" y="300524"/>
                  </a:cubicBezTo>
                  <a:cubicBezTo>
                    <a:pt x="146467" y="277938"/>
                    <a:pt x="154513" y="254438"/>
                    <a:pt x="171064" y="238436"/>
                  </a:cubicBezTo>
                  <a:cubicBezTo>
                    <a:pt x="189169" y="220879"/>
                    <a:pt x="217699" y="215301"/>
                    <a:pt x="239736" y="229017"/>
                  </a:cubicBezTo>
                  <a:cubicBezTo>
                    <a:pt x="241381" y="230023"/>
                    <a:pt x="242753" y="227555"/>
                    <a:pt x="241290" y="226457"/>
                  </a:cubicBezTo>
                  <a:lnTo>
                    <a:pt x="241290" y="226457"/>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8" name="Google Shape;758;p19"/>
            <p:cNvSpPr/>
            <p:nvPr/>
          </p:nvSpPr>
          <p:spPr>
            <a:xfrm>
              <a:off x="1435913" y="6003666"/>
              <a:ext cx="316084" cy="135065"/>
            </a:xfrm>
            <a:custGeom>
              <a:rect b="b" l="l" r="r" t="t"/>
              <a:pathLst>
                <a:path extrusionOk="0" h="135065" w="316084">
                  <a:moveTo>
                    <a:pt x="315790" y="61192"/>
                  </a:moveTo>
                  <a:cubicBezTo>
                    <a:pt x="270985" y="10626"/>
                    <a:pt x="197376" y="-11229"/>
                    <a:pt x="132088" y="5596"/>
                  </a:cubicBezTo>
                  <a:cubicBezTo>
                    <a:pt x="72377" y="20958"/>
                    <a:pt x="14221" y="71433"/>
                    <a:pt x="48" y="132972"/>
                  </a:cubicBezTo>
                  <a:cubicBezTo>
                    <a:pt x="-409" y="135167"/>
                    <a:pt x="2517" y="135898"/>
                    <a:pt x="3340" y="133887"/>
                  </a:cubicBezTo>
                  <a:cubicBezTo>
                    <a:pt x="15227" y="104169"/>
                    <a:pt x="29949" y="77377"/>
                    <a:pt x="53449" y="55065"/>
                  </a:cubicBezTo>
                  <a:cubicBezTo>
                    <a:pt x="76949" y="32754"/>
                    <a:pt x="103375" y="18032"/>
                    <a:pt x="133368" y="10259"/>
                  </a:cubicBezTo>
                  <a:cubicBezTo>
                    <a:pt x="198016" y="-6474"/>
                    <a:pt x="267510" y="16112"/>
                    <a:pt x="313870" y="63021"/>
                  </a:cubicBezTo>
                  <a:cubicBezTo>
                    <a:pt x="315059" y="64209"/>
                    <a:pt x="316888" y="62380"/>
                    <a:pt x="315699" y="61192"/>
                  </a:cubicBezTo>
                  <a:lnTo>
                    <a:pt x="315699" y="6119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9" name="Google Shape;759;p19"/>
            <p:cNvSpPr/>
            <p:nvPr/>
          </p:nvSpPr>
          <p:spPr>
            <a:xfrm>
              <a:off x="352469" y="6057903"/>
              <a:ext cx="1096795" cy="517821"/>
            </a:xfrm>
            <a:custGeom>
              <a:rect b="b" l="l" r="r" t="t"/>
              <a:pathLst>
                <a:path extrusionOk="0" h="517821" w="1096795">
                  <a:moveTo>
                    <a:pt x="952916" y="146949"/>
                  </a:moveTo>
                  <a:cubicBezTo>
                    <a:pt x="948618" y="186268"/>
                    <a:pt x="988395" y="211780"/>
                    <a:pt x="1023782" y="212329"/>
                  </a:cubicBezTo>
                  <a:cubicBezTo>
                    <a:pt x="1068313" y="213060"/>
                    <a:pt x="1095654" y="173467"/>
                    <a:pt x="1096751" y="131952"/>
                  </a:cubicBezTo>
                  <a:cubicBezTo>
                    <a:pt x="1099586" y="24053"/>
                    <a:pt x="965443" y="-33919"/>
                    <a:pt x="880038" y="21127"/>
                  </a:cubicBezTo>
                  <a:cubicBezTo>
                    <a:pt x="832307" y="51942"/>
                    <a:pt x="805698" y="110281"/>
                    <a:pt x="813470" y="166425"/>
                  </a:cubicBezTo>
                  <a:lnTo>
                    <a:pt x="817036" y="163682"/>
                  </a:lnTo>
                  <a:cubicBezTo>
                    <a:pt x="784758" y="145577"/>
                    <a:pt x="747907" y="131130"/>
                    <a:pt x="710143" y="134970"/>
                  </a:cubicBezTo>
                  <a:cubicBezTo>
                    <a:pt x="681522" y="137896"/>
                    <a:pt x="652901" y="151795"/>
                    <a:pt x="636259" y="175844"/>
                  </a:cubicBezTo>
                  <a:cubicBezTo>
                    <a:pt x="614314" y="207665"/>
                    <a:pt x="625744" y="249910"/>
                    <a:pt x="604895" y="282188"/>
                  </a:cubicBezTo>
                  <a:cubicBezTo>
                    <a:pt x="586699" y="310443"/>
                    <a:pt x="554512" y="330743"/>
                    <a:pt x="525708" y="346928"/>
                  </a:cubicBezTo>
                  <a:cubicBezTo>
                    <a:pt x="418906" y="406730"/>
                    <a:pt x="285495" y="411759"/>
                    <a:pt x="171653" y="369514"/>
                  </a:cubicBezTo>
                  <a:cubicBezTo>
                    <a:pt x="106639" y="345374"/>
                    <a:pt x="48117" y="305323"/>
                    <a:pt x="4135" y="251465"/>
                  </a:cubicBezTo>
                  <a:cubicBezTo>
                    <a:pt x="2397" y="249362"/>
                    <a:pt x="-255" y="251739"/>
                    <a:pt x="20" y="253842"/>
                  </a:cubicBezTo>
                  <a:cubicBezTo>
                    <a:pt x="14924" y="354518"/>
                    <a:pt x="123647" y="402067"/>
                    <a:pt x="208503" y="432333"/>
                  </a:cubicBezTo>
                  <a:cubicBezTo>
                    <a:pt x="318505" y="471561"/>
                    <a:pt x="442041" y="512709"/>
                    <a:pt x="559724" y="486831"/>
                  </a:cubicBezTo>
                  <a:cubicBezTo>
                    <a:pt x="588070" y="480613"/>
                    <a:pt x="614222" y="469823"/>
                    <a:pt x="639734" y="456016"/>
                  </a:cubicBezTo>
                  <a:cubicBezTo>
                    <a:pt x="645952" y="452633"/>
                    <a:pt x="652444" y="449066"/>
                    <a:pt x="659485" y="447695"/>
                  </a:cubicBezTo>
                  <a:cubicBezTo>
                    <a:pt x="673384" y="445043"/>
                    <a:pt x="680242" y="453181"/>
                    <a:pt x="687100" y="463331"/>
                  </a:cubicBezTo>
                  <a:cubicBezTo>
                    <a:pt x="694781" y="474670"/>
                    <a:pt x="703193" y="484728"/>
                    <a:pt x="714166" y="493049"/>
                  </a:cubicBezTo>
                  <a:cubicBezTo>
                    <a:pt x="753120" y="523041"/>
                    <a:pt x="807984" y="526699"/>
                    <a:pt x="849132" y="499084"/>
                  </a:cubicBezTo>
                  <a:cubicBezTo>
                    <a:pt x="890280" y="471469"/>
                    <a:pt x="910396" y="424378"/>
                    <a:pt x="898052" y="378109"/>
                  </a:cubicBezTo>
                  <a:cubicBezTo>
                    <a:pt x="886988" y="336687"/>
                    <a:pt x="847851" y="300019"/>
                    <a:pt x="802589" y="312089"/>
                  </a:cubicBezTo>
                  <a:cubicBezTo>
                    <a:pt x="762172" y="322971"/>
                    <a:pt x="723859" y="378383"/>
                    <a:pt x="762812" y="413039"/>
                  </a:cubicBezTo>
                  <a:cubicBezTo>
                    <a:pt x="788781" y="436082"/>
                    <a:pt x="840628" y="434985"/>
                    <a:pt x="852881" y="397769"/>
                  </a:cubicBezTo>
                  <a:cubicBezTo>
                    <a:pt x="853886" y="394751"/>
                    <a:pt x="849132" y="393471"/>
                    <a:pt x="848126" y="396488"/>
                  </a:cubicBezTo>
                  <a:cubicBezTo>
                    <a:pt x="835964" y="433613"/>
                    <a:pt x="779089" y="430139"/>
                    <a:pt x="759337" y="401883"/>
                  </a:cubicBezTo>
                  <a:cubicBezTo>
                    <a:pt x="729711" y="359547"/>
                    <a:pt x="785581" y="310535"/>
                    <a:pt x="826912" y="314924"/>
                  </a:cubicBezTo>
                  <a:cubicBezTo>
                    <a:pt x="876655" y="320136"/>
                    <a:pt x="903813" y="378658"/>
                    <a:pt x="895034" y="423463"/>
                  </a:cubicBezTo>
                  <a:cubicBezTo>
                    <a:pt x="885708" y="471378"/>
                    <a:pt x="842274" y="510514"/>
                    <a:pt x="793262" y="513166"/>
                  </a:cubicBezTo>
                  <a:cubicBezTo>
                    <a:pt x="768299" y="514538"/>
                    <a:pt x="743153" y="507131"/>
                    <a:pt x="722579" y="493140"/>
                  </a:cubicBezTo>
                  <a:cubicBezTo>
                    <a:pt x="711972" y="485917"/>
                    <a:pt x="702645" y="476956"/>
                    <a:pt x="695238" y="466532"/>
                  </a:cubicBezTo>
                  <a:cubicBezTo>
                    <a:pt x="689477" y="458393"/>
                    <a:pt x="684997" y="448609"/>
                    <a:pt x="675396" y="444312"/>
                  </a:cubicBezTo>
                  <a:cubicBezTo>
                    <a:pt x="656102" y="435716"/>
                    <a:pt x="633882" y="454461"/>
                    <a:pt x="617423" y="462234"/>
                  </a:cubicBezTo>
                  <a:cubicBezTo>
                    <a:pt x="593100" y="473755"/>
                    <a:pt x="567039" y="481345"/>
                    <a:pt x="540522" y="485460"/>
                  </a:cubicBezTo>
                  <a:cubicBezTo>
                    <a:pt x="432988" y="502284"/>
                    <a:pt x="323443" y="467172"/>
                    <a:pt x="223042" y="432150"/>
                  </a:cubicBezTo>
                  <a:cubicBezTo>
                    <a:pt x="136265" y="401883"/>
                    <a:pt x="20319" y="356347"/>
                    <a:pt x="4957" y="252470"/>
                  </a:cubicBezTo>
                  <a:lnTo>
                    <a:pt x="843" y="254848"/>
                  </a:lnTo>
                  <a:cubicBezTo>
                    <a:pt x="76281" y="347203"/>
                    <a:pt x="193598" y="397860"/>
                    <a:pt x="311647" y="401700"/>
                  </a:cubicBezTo>
                  <a:cubicBezTo>
                    <a:pt x="371266" y="403621"/>
                    <a:pt x="431434" y="393745"/>
                    <a:pt x="486663" y="371068"/>
                  </a:cubicBezTo>
                  <a:cubicBezTo>
                    <a:pt x="513638" y="360004"/>
                    <a:pt x="539333" y="345922"/>
                    <a:pt x="563016" y="328915"/>
                  </a:cubicBezTo>
                  <a:cubicBezTo>
                    <a:pt x="589442" y="309895"/>
                    <a:pt x="614222" y="287583"/>
                    <a:pt x="621446" y="254482"/>
                  </a:cubicBezTo>
                  <a:cubicBezTo>
                    <a:pt x="626384" y="231896"/>
                    <a:pt x="624921" y="207665"/>
                    <a:pt x="635619" y="186542"/>
                  </a:cubicBezTo>
                  <a:cubicBezTo>
                    <a:pt x="644855" y="168254"/>
                    <a:pt x="661771" y="154904"/>
                    <a:pt x="680516" y="147223"/>
                  </a:cubicBezTo>
                  <a:cubicBezTo>
                    <a:pt x="725596" y="128661"/>
                    <a:pt x="774425" y="145211"/>
                    <a:pt x="814659" y="167797"/>
                  </a:cubicBezTo>
                  <a:cubicBezTo>
                    <a:pt x="816670" y="168986"/>
                    <a:pt x="818499" y="167066"/>
                    <a:pt x="818225" y="165054"/>
                  </a:cubicBezTo>
                  <a:cubicBezTo>
                    <a:pt x="811733" y="118419"/>
                    <a:pt x="830295" y="70230"/>
                    <a:pt x="865134" y="38684"/>
                  </a:cubicBezTo>
                  <a:cubicBezTo>
                    <a:pt x="899972" y="7137"/>
                    <a:pt x="950539" y="-2922"/>
                    <a:pt x="996076" y="10063"/>
                  </a:cubicBezTo>
                  <a:cubicBezTo>
                    <a:pt x="1041613" y="23048"/>
                    <a:pt x="1076543" y="54686"/>
                    <a:pt x="1088339" y="99126"/>
                  </a:cubicBezTo>
                  <a:cubicBezTo>
                    <a:pt x="1098854" y="138628"/>
                    <a:pt x="1087790" y="193583"/>
                    <a:pt x="1042801" y="205745"/>
                  </a:cubicBezTo>
                  <a:cubicBezTo>
                    <a:pt x="1005128" y="215894"/>
                    <a:pt x="952002" y="191206"/>
                    <a:pt x="956391" y="146857"/>
                  </a:cubicBezTo>
                  <a:cubicBezTo>
                    <a:pt x="956574" y="144571"/>
                    <a:pt x="953099" y="144663"/>
                    <a:pt x="952916" y="146857"/>
                  </a:cubicBezTo>
                  <a:lnTo>
                    <a:pt x="952916" y="146857"/>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0" name="Google Shape;760;p19"/>
            <p:cNvSpPr/>
            <p:nvPr/>
          </p:nvSpPr>
          <p:spPr>
            <a:xfrm>
              <a:off x="1261040" y="6388778"/>
              <a:ext cx="435121" cy="193813"/>
            </a:xfrm>
            <a:custGeom>
              <a:rect b="b" l="l" r="r" t="t"/>
              <a:pathLst>
                <a:path extrusionOk="0" h="193813" w="435121">
                  <a:moveTo>
                    <a:pt x="88" y="112065"/>
                  </a:moveTo>
                  <a:cubicBezTo>
                    <a:pt x="18285" y="163271"/>
                    <a:pt x="72875" y="194087"/>
                    <a:pt x="125818" y="193812"/>
                  </a:cubicBezTo>
                  <a:cubicBezTo>
                    <a:pt x="184340" y="193538"/>
                    <a:pt x="232163" y="152756"/>
                    <a:pt x="251823" y="99172"/>
                  </a:cubicBezTo>
                  <a:cubicBezTo>
                    <a:pt x="263253" y="67991"/>
                    <a:pt x="264899" y="33701"/>
                    <a:pt x="255938" y="1697"/>
                  </a:cubicBezTo>
                  <a:lnTo>
                    <a:pt x="252006" y="3983"/>
                  </a:lnTo>
                  <a:cubicBezTo>
                    <a:pt x="296903" y="54732"/>
                    <a:pt x="377919" y="64973"/>
                    <a:pt x="434063" y="27117"/>
                  </a:cubicBezTo>
                  <a:cubicBezTo>
                    <a:pt x="436532" y="25471"/>
                    <a:pt x="434246" y="21356"/>
                    <a:pt x="431685" y="23094"/>
                  </a:cubicBezTo>
                  <a:cubicBezTo>
                    <a:pt x="377187" y="59853"/>
                    <a:pt x="298823" y="49886"/>
                    <a:pt x="255297" y="691"/>
                  </a:cubicBezTo>
                  <a:cubicBezTo>
                    <a:pt x="253743" y="-1046"/>
                    <a:pt x="250817" y="782"/>
                    <a:pt x="251366" y="2977"/>
                  </a:cubicBezTo>
                  <a:cubicBezTo>
                    <a:pt x="270477" y="70734"/>
                    <a:pt x="238381" y="153579"/>
                    <a:pt x="170807" y="180736"/>
                  </a:cubicBezTo>
                  <a:cubicBezTo>
                    <a:pt x="107896" y="206065"/>
                    <a:pt x="28618" y="174427"/>
                    <a:pt x="3197" y="111242"/>
                  </a:cubicBezTo>
                  <a:cubicBezTo>
                    <a:pt x="2466" y="109413"/>
                    <a:pt x="-552" y="110145"/>
                    <a:pt x="88" y="112065"/>
                  </a:cubicBezTo>
                  <a:lnTo>
                    <a:pt x="88" y="112065"/>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1" name="Google Shape;761;p19"/>
            <p:cNvSpPr/>
            <p:nvPr/>
          </p:nvSpPr>
          <p:spPr>
            <a:xfrm>
              <a:off x="1694411" y="6263098"/>
              <a:ext cx="631353" cy="384216"/>
            </a:xfrm>
            <a:custGeom>
              <a:rect b="b" l="l" r="r" t="t"/>
              <a:pathLst>
                <a:path extrusionOk="0" h="384216" w="631353">
                  <a:moveTo>
                    <a:pt x="97892" y="275"/>
                  </a:moveTo>
                  <a:cubicBezTo>
                    <a:pt x="51898" y="23044"/>
                    <a:pt x="19802" y="67392"/>
                    <a:pt x="6544" y="116404"/>
                  </a:cubicBezTo>
                  <a:cubicBezTo>
                    <a:pt x="-6715" y="165416"/>
                    <a:pt x="326" y="220463"/>
                    <a:pt x="26295" y="265817"/>
                  </a:cubicBezTo>
                  <a:cubicBezTo>
                    <a:pt x="82256" y="363658"/>
                    <a:pt x="213472" y="414499"/>
                    <a:pt x="317988" y="365029"/>
                  </a:cubicBezTo>
                  <a:cubicBezTo>
                    <a:pt x="372121" y="339426"/>
                    <a:pt x="411806" y="285477"/>
                    <a:pt x="415280" y="225126"/>
                  </a:cubicBezTo>
                  <a:lnTo>
                    <a:pt x="410526" y="226406"/>
                  </a:lnTo>
                  <a:cubicBezTo>
                    <a:pt x="432105" y="269109"/>
                    <a:pt x="479288" y="297181"/>
                    <a:pt x="527386" y="293432"/>
                  </a:cubicBezTo>
                  <a:cubicBezTo>
                    <a:pt x="575483" y="289683"/>
                    <a:pt x="614437" y="258136"/>
                    <a:pt x="631170" y="215342"/>
                  </a:cubicBezTo>
                  <a:cubicBezTo>
                    <a:pt x="632359" y="212233"/>
                    <a:pt x="627421" y="210953"/>
                    <a:pt x="626232" y="213971"/>
                  </a:cubicBezTo>
                  <a:cubicBezTo>
                    <a:pt x="609956" y="255576"/>
                    <a:pt x="569082" y="286299"/>
                    <a:pt x="524186" y="288494"/>
                  </a:cubicBezTo>
                  <a:cubicBezTo>
                    <a:pt x="479288" y="290689"/>
                    <a:pt x="435306" y="263988"/>
                    <a:pt x="415006" y="223755"/>
                  </a:cubicBezTo>
                  <a:cubicBezTo>
                    <a:pt x="413817" y="221377"/>
                    <a:pt x="410343" y="222658"/>
                    <a:pt x="410251" y="225035"/>
                  </a:cubicBezTo>
                  <a:cubicBezTo>
                    <a:pt x="407234" y="278619"/>
                    <a:pt x="374315" y="327173"/>
                    <a:pt x="328321" y="353874"/>
                  </a:cubicBezTo>
                  <a:cubicBezTo>
                    <a:pt x="277480" y="383409"/>
                    <a:pt x="213838" y="385421"/>
                    <a:pt x="158791" y="367315"/>
                  </a:cubicBezTo>
                  <a:cubicBezTo>
                    <a:pt x="62139" y="335494"/>
                    <a:pt x="-11562" y="237013"/>
                    <a:pt x="7641" y="133321"/>
                  </a:cubicBezTo>
                  <a:cubicBezTo>
                    <a:pt x="17791" y="78640"/>
                    <a:pt x="50709" y="29902"/>
                    <a:pt x="99721" y="3019"/>
                  </a:cubicBezTo>
                  <a:cubicBezTo>
                    <a:pt x="101550" y="2013"/>
                    <a:pt x="99904" y="-731"/>
                    <a:pt x="98075" y="184"/>
                  </a:cubicBezTo>
                  <a:lnTo>
                    <a:pt x="98075" y="184"/>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2" name="Google Shape;762;p19"/>
            <p:cNvSpPr/>
            <p:nvPr/>
          </p:nvSpPr>
          <p:spPr>
            <a:xfrm>
              <a:off x="2175780" y="6028633"/>
              <a:ext cx="1028928" cy="524756"/>
            </a:xfrm>
            <a:custGeom>
              <a:rect b="b" l="l" r="r" t="t"/>
              <a:pathLst>
                <a:path extrusionOk="0" h="524756" w="1028928">
                  <a:moveTo>
                    <a:pt x="197442" y="367237"/>
                  </a:moveTo>
                  <a:cubicBezTo>
                    <a:pt x="238498" y="400704"/>
                    <a:pt x="303146" y="356539"/>
                    <a:pt x="301409" y="307710"/>
                  </a:cubicBezTo>
                  <a:cubicBezTo>
                    <a:pt x="299306" y="250377"/>
                    <a:pt x="226794" y="223128"/>
                    <a:pt x="179428" y="241781"/>
                  </a:cubicBezTo>
                  <a:cubicBezTo>
                    <a:pt x="119901" y="265190"/>
                    <a:pt x="98229" y="340719"/>
                    <a:pt x="112677" y="398326"/>
                  </a:cubicBezTo>
                  <a:cubicBezTo>
                    <a:pt x="128039" y="459866"/>
                    <a:pt x="181897" y="513175"/>
                    <a:pt x="246454" y="518662"/>
                  </a:cubicBezTo>
                  <a:cubicBezTo>
                    <a:pt x="316497" y="524605"/>
                    <a:pt x="386723" y="467181"/>
                    <a:pt x="388734" y="395858"/>
                  </a:cubicBezTo>
                  <a:lnTo>
                    <a:pt x="384345" y="397047"/>
                  </a:lnTo>
                  <a:cubicBezTo>
                    <a:pt x="427322" y="467821"/>
                    <a:pt x="503583" y="508786"/>
                    <a:pt x="584142" y="520765"/>
                  </a:cubicBezTo>
                  <a:cubicBezTo>
                    <a:pt x="625107" y="526891"/>
                    <a:pt x="667078" y="525885"/>
                    <a:pt x="707860" y="518296"/>
                  </a:cubicBezTo>
                  <a:cubicBezTo>
                    <a:pt x="755683" y="509335"/>
                    <a:pt x="798568" y="488944"/>
                    <a:pt x="842185" y="468187"/>
                  </a:cubicBezTo>
                  <a:cubicBezTo>
                    <a:pt x="898970" y="441121"/>
                    <a:pt x="962429" y="412042"/>
                    <a:pt x="1025980" y="433165"/>
                  </a:cubicBezTo>
                  <a:cubicBezTo>
                    <a:pt x="1028814" y="434080"/>
                    <a:pt x="1029912" y="430239"/>
                    <a:pt x="1027900" y="428685"/>
                  </a:cubicBezTo>
                  <a:cubicBezTo>
                    <a:pt x="978888" y="390920"/>
                    <a:pt x="917258" y="371352"/>
                    <a:pt x="855444" y="372541"/>
                  </a:cubicBezTo>
                  <a:cubicBezTo>
                    <a:pt x="824080" y="373180"/>
                    <a:pt x="792716" y="379033"/>
                    <a:pt x="763547" y="390554"/>
                  </a:cubicBezTo>
                  <a:cubicBezTo>
                    <a:pt x="730994" y="403447"/>
                    <a:pt x="700819" y="424204"/>
                    <a:pt x="665432" y="428776"/>
                  </a:cubicBezTo>
                  <a:cubicBezTo>
                    <a:pt x="594383" y="438103"/>
                    <a:pt x="534033" y="382691"/>
                    <a:pt x="495262" y="329746"/>
                  </a:cubicBezTo>
                  <a:cubicBezTo>
                    <a:pt x="456491" y="276803"/>
                    <a:pt x="426133" y="215721"/>
                    <a:pt x="372367" y="177316"/>
                  </a:cubicBezTo>
                  <a:cubicBezTo>
                    <a:pt x="324178" y="142935"/>
                    <a:pt x="251849" y="128030"/>
                    <a:pt x="203568" y="170093"/>
                  </a:cubicBezTo>
                  <a:lnTo>
                    <a:pt x="207683" y="171190"/>
                  </a:lnTo>
                  <a:cubicBezTo>
                    <a:pt x="191407" y="74538"/>
                    <a:pt x="100333" y="-1175"/>
                    <a:pt x="2400" y="14"/>
                  </a:cubicBezTo>
                  <a:cubicBezTo>
                    <a:pt x="-800" y="14"/>
                    <a:pt x="-800" y="4952"/>
                    <a:pt x="2400" y="4952"/>
                  </a:cubicBezTo>
                  <a:cubicBezTo>
                    <a:pt x="98321" y="3763"/>
                    <a:pt x="186926" y="77921"/>
                    <a:pt x="202928" y="172470"/>
                  </a:cubicBezTo>
                  <a:cubicBezTo>
                    <a:pt x="203294" y="174390"/>
                    <a:pt x="205763" y="174665"/>
                    <a:pt x="207043" y="173567"/>
                  </a:cubicBezTo>
                  <a:cubicBezTo>
                    <a:pt x="255232" y="131596"/>
                    <a:pt x="328475" y="149610"/>
                    <a:pt x="374835" y="185271"/>
                  </a:cubicBezTo>
                  <a:cubicBezTo>
                    <a:pt x="427871" y="226145"/>
                    <a:pt x="457863" y="289147"/>
                    <a:pt x="497822" y="341268"/>
                  </a:cubicBezTo>
                  <a:cubicBezTo>
                    <a:pt x="532478" y="386531"/>
                    <a:pt x="582039" y="429873"/>
                    <a:pt x="641383" y="434263"/>
                  </a:cubicBezTo>
                  <a:cubicBezTo>
                    <a:pt x="672656" y="436549"/>
                    <a:pt x="701093" y="425027"/>
                    <a:pt x="728708" y="411768"/>
                  </a:cubicBezTo>
                  <a:cubicBezTo>
                    <a:pt x="758518" y="397412"/>
                    <a:pt x="788053" y="385159"/>
                    <a:pt x="820971" y="380130"/>
                  </a:cubicBezTo>
                  <a:cubicBezTo>
                    <a:pt x="892752" y="369340"/>
                    <a:pt x="967915" y="388451"/>
                    <a:pt x="1025431" y="432708"/>
                  </a:cubicBezTo>
                  <a:lnTo>
                    <a:pt x="1027351" y="428228"/>
                  </a:lnTo>
                  <a:cubicBezTo>
                    <a:pt x="926493" y="394852"/>
                    <a:pt x="834138" y="477788"/>
                    <a:pt x="742424" y="504854"/>
                  </a:cubicBezTo>
                  <a:cubicBezTo>
                    <a:pt x="660951" y="528812"/>
                    <a:pt x="568323" y="525154"/>
                    <a:pt x="491513" y="487298"/>
                  </a:cubicBezTo>
                  <a:cubicBezTo>
                    <a:pt x="449176" y="466449"/>
                    <a:pt x="413057" y="434902"/>
                    <a:pt x="388460" y="394486"/>
                  </a:cubicBezTo>
                  <a:cubicBezTo>
                    <a:pt x="387271" y="392475"/>
                    <a:pt x="384162" y="393297"/>
                    <a:pt x="384071" y="395675"/>
                  </a:cubicBezTo>
                  <a:cubicBezTo>
                    <a:pt x="382425" y="454471"/>
                    <a:pt x="332499" y="503208"/>
                    <a:pt x="275897" y="512626"/>
                  </a:cubicBezTo>
                  <a:cubicBezTo>
                    <a:pt x="217010" y="522502"/>
                    <a:pt x="160409" y="485652"/>
                    <a:pt x="132337" y="435360"/>
                  </a:cubicBezTo>
                  <a:cubicBezTo>
                    <a:pt x="104264" y="385068"/>
                    <a:pt x="105087" y="315573"/>
                    <a:pt x="145321" y="271042"/>
                  </a:cubicBezTo>
                  <a:cubicBezTo>
                    <a:pt x="163792" y="250560"/>
                    <a:pt x="189212" y="238673"/>
                    <a:pt x="216919" y="239861"/>
                  </a:cubicBezTo>
                  <a:cubicBezTo>
                    <a:pt x="242522" y="241050"/>
                    <a:pt x="268948" y="252571"/>
                    <a:pt x="284493" y="273420"/>
                  </a:cubicBezTo>
                  <a:cubicBezTo>
                    <a:pt x="303238" y="298566"/>
                    <a:pt x="299580" y="330570"/>
                    <a:pt x="278092" y="352698"/>
                  </a:cubicBezTo>
                  <a:cubicBezTo>
                    <a:pt x="257792" y="373547"/>
                    <a:pt x="224234" y="384519"/>
                    <a:pt x="199362" y="364951"/>
                  </a:cubicBezTo>
                  <a:cubicBezTo>
                    <a:pt x="197990" y="363854"/>
                    <a:pt x="195979" y="365774"/>
                    <a:pt x="197350" y="366963"/>
                  </a:cubicBezTo>
                  <a:lnTo>
                    <a:pt x="197350" y="366963"/>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63" name="Shape 763"/>
        <p:cNvGrpSpPr/>
        <p:nvPr/>
      </p:nvGrpSpPr>
      <p:grpSpPr>
        <a:xfrm>
          <a:off x="0" y="0"/>
          <a:ext cx="0" cy="0"/>
          <a:chOff x="0" y="0"/>
          <a:chExt cx="0" cy="0"/>
        </a:xfrm>
      </p:grpSpPr>
      <p:grpSp>
        <p:nvGrpSpPr>
          <p:cNvPr id="764" name="Google Shape;764;p20"/>
          <p:cNvGrpSpPr/>
          <p:nvPr/>
        </p:nvGrpSpPr>
        <p:grpSpPr>
          <a:xfrm>
            <a:off x="-306340" y="2997796"/>
            <a:ext cx="1120932" cy="1108659"/>
            <a:chOff x="2435725" y="4245851"/>
            <a:chExt cx="667142" cy="659916"/>
          </a:xfrm>
        </p:grpSpPr>
        <p:sp>
          <p:nvSpPr>
            <p:cNvPr id="765" name="Google Shape;765;p20"/>
            <p:cNvSpPr/>
            <p:nvPr/>
          </p:nvSpPr>
          <p:spPr>
            <a:xfrm>
              <a:off x="2435725" y="4245851"/>
              <a:ext cx="667142" cy="659916"/>
            </a:xfrm>
            <a:custGeom>
              <a:rect b="b" l="l" r="r" t="t"/>
              <a:pathLst>
                <a:path extrusionOk="0" h="659916" w="667142">
                  <a:moveTo>
                    <a:pt x="439272" y="304447"/>
                  </a:moveTo>
                  <a:cubicBezTo>
                    <a:pt x="443101" y="312859"/>
                    <a:pt x="452412" y="318951"/>
                    <a:pt x="461695" y="317935"/>
                  </a:cubicBezTo>
                  <a:cubicBezTo>
                    <a:pt x="473704" y="316630"/>
                    <a:pt x="483248" y="304070"/>
                    <a:pt x="481188" y="292176"/>
                  </a:cubicBezTo>
                  <a:cubicBezTo>
                    <a:pt x="479013" y="279906"/>
                    <a:pt x="464770" y="271233"/>
                    <a:pt x="453022" y="275323"/>
                  </a:cubicBezTo>
                  <a:cubicBezTo>
                    <a:pt x="442173" y="279094"/>
                    <a:pt x="436487" y="293221"/>
                    <a:pt x="441186" y="303577"/>
                  </a:cubicBezTo>
                  <a:lnTo>
                    <a:pt x="439272" y="304447"/>
                  </a:lnTo>
                  <a:close/>
                  <a:moveTo>
                    <a:pt x="453457" y="391035"/>
                  </a:moveTo>
                  <a:lnTo>
                    <a:pt x="454820" y="393704"/>
                  </a:lnTo>
                  <a:cubicBezTo>
                    <a:pt x="443101" y="402000"/>
                    <a:pt x="448119" y="423988"/>
                    <a:pt x="462130" y="426889"/>
                  </a:cubicBezTo>
                  <a:cubicBezTo>
                    <a:pt x="476199" y="429790"/>
                    <a:pt x="489572" y="412588"/>
                    <a:pt x="483741" y="399505"/>
                  </a:cubicBezTo>
                  <a:cubicBezTo>
                    <a:pt x="478897" y="388541"/>
                    <a:pt x="463551" y="385263"/>
                    <a:pt x="453457" y="391035"/>
                  </a:cubicBezTo>
                  <a:close/>
                  <a:moveTo>
                    <a:pt x="326199" y="209330"/>
                  </a:moveTo>
                  <a:cubicBezTo>
                    <a:pt x="337396" y="205849"/>
                    <a:pt x="345402" y="192477"/>
                    <a:pt x="341196" y="181337"/>
                  </a:cubicBezTo>
                  <a:cubicBezTo>
                    <a:pt x="336236" y="168516"/>
                    <a:pt x="316047" y="164919"/>
                    <a:pt x="307634" y="175826"/>
                  </a:cubicBezTo>
                  <a:cubicBezTo>
                    <a:pt x="299512" y="186414"/>
                    <a:pt x="308621" y="204747"/>
                    <a:pt x="321703" y="204747"/>
                  </a:cubicBezTo>
                  <a:lnTo>
                    <a:pt x="326112" y="206371"/>
                  </a:lnTo>
                  <a:cubicBezTo>
                    <a:pt x="326170" y="207358"/>
                    <a:pt x="326228" y="208344"/>
                    <a:pt x="326228" y="209330"/>
                  </a:cubicBezTo>
                  <a:close/>
                  <a:moveTo>
                    <a:pt x="396543" y="221020"/>
                  </a:moveTo>
                  <a:lnTo>
                    <a:pt x="399212" y="221078"/>
                  </a:lnTo>
                  <a:cubicBezTo>
                    <a:pt x="412033" y="225052"/>
                    <a:pt x="426712" y="211970"/>
                    <a:pt x="424304" y="198771"/>
                  </a:cubicBezTo>
                  <a:cubicBezTo>
                    <a:pt x="421896" y="185573"/>
                    <a:pt x="403563" y="178582"/>
                    <a:pt x="392975" y="186762"/>
                  </a:cubicBezTo>
                  <a:cubicBezTo>
                    <a:pt x="382387" y="195000"/>
                    <a:pt x="384563" y="214493"/>
                    <a:pt x="396746" y="220150"/>
                  </a:cubicBezTo>
                  <a:lnTo>
                    <a:pt x="396572" y="221020"/>
                  </a:lnTo>
                  <a:close/>
                  <a:moveTo>
                    <a:pt x="272303" y="256816"/>
                  </a:moveTo>
                  <a:cubicBezTo>
                    <a:pt x="271316" y="255017"/>
                    <a:pt x="270330" y="253103"/>
                    <a:pt x="269402" y="251246"/>
                  </a:cubicBezTo>
                  <a:cubicBezTo>
                    <a:pt x="279120" y="245184"/>
                    <a:pt x="280918" y="228939"/>
                    <a:pt x="272129" y="221223"/>
                  </a:cubicBezTo>
                  <a:cubicBezTo>
                    <a:pt x="262788" y="213101"/>
                    <a:pt x="245615" y="217945"/>
                    <a:pt x="241961" y="229781"/>
                  </a:cubicBezTo>
                  <a:cubicBezTo>
                    <a:pt x="238480" y="241064"/>
                    <a:pt x="248574" y="254002"/>
                    <a:pt x="260177" y="254002"/>
                  </a:cubicBezTo>
                  <a:lnTo>
                    <a:pt x="272303" y="256845"/>
                  </a:lnTo>
                  <a:close/>
                  <a:moveTo>
                    <a:pt x="282774" y="472373"/>
                  </a:moveTo>
                  <a:lnTo>
                    <a:pt x="282339" y="472315"/>
                  </a:lnTo>
                  <a:cubicBezTo>
                    <a:pt x="270562" y="467355"/>
                    <a:pt x="255391" y="478320"/>
                    <a:pt x="256406" y="491083"/>
                  </a:cubicBezTo>
                  <a:cubicBezTo>
                    <a:pt x="257393" y="503789"/>
                    <a:pt x="274130" y="512201"/>
                    <a:pt x="284950" y="505442"/>
                  </a:cubicBezTo>
                  <a:cubicBezTo>
                    <a:pt x="295857" y="498625"/>
                    <a:pt x="295538" y="479915"/>
                    <a:pt x="284515" y="473418"/>
                  </a:cubicBezTo>
                  <a:lnTo>
                    <a:pt x="282717" y="473156"/>
                  </a:lnTo>
                  <a:cubicBezTo>
                    <a:pt x="282717" y="472895"/>
                    <a:pt x="282717" y="472605"/>
                    <a:pt x="282774" y="472344"/>
                  </a:cubicBezTo>
                  <a:close/>
                  <a:moveTo>
                    <a:pt x="325068" y="270914"/>
                  </a:moveTo>
                  <a:cubicBezTo>
                    <a:pt x="317381" y="271030"/>
                    <a:pt x="309897" y="273263"/>
                    <a:pt x="303834" y="278108"/>
                  </a:cubicBezTo>
                  <a:cubicBezTo>
                    <a:pt x="295654" y="280660"/>
                    <a:pt x="288112" y="285360"/>
                    <a:pt x="282339" y="291683"/>
                  </a:cubicBezTo>
                  <a:cubicBezTo>
                    <a:pt x="264180" y="311379"/>
                    <a:pt x="265863" y="345754"/>
                    <a:pt x="285443" y="364000"/>
                  </a:cubicBezTo>
                  <a:cubicBezTo>
                    <a:pt x="305081" y="382217"/>
                    <a:pt x="338963" y="381724"/>
                    <a:pt x="358398" y="363188"/>
                  </a:cubicBezTo>
                  <a:cubicBezTo>
                    <a:pt x="363242" y="358546"/>
                    <a:pt x="367071" y="353035"/>
                    <a:pt x="369740" y="346972"/>
                  </a:cubicBezTo>
                  <a:cubicBezTo>
                    <a:pt x="377862" y="328813"/>
                    <a:pt x="376180" y="306042"/>
                    <a:pt x="364113" y="290001"/>
                  </a:cubicBezTo>
                  <a:cubicBezTo>
                    <a:pt x="362749" y="288202"/>
                    <a:pt x="361270" y="286520"/>
                    <a:pt x="359645" y="284924"/>
                  </a:cubicBezTo>
                  <a:cubicBezTo>
                    <a:pt x="350479" y="276019"/>
                    <a:pt x="337483" y="270740"/>
                    <a:pt x="325097" y="270943"/>
                  </a:cubicBezTo>
                  <a:close/>
                  <a:moveTo>
                    <a:pt x="145538" y="380331"/>
                  </a:moveTo>
                  <a:cubicBezTo>
                    <a:pt x="123928" y="389991"/>
                    <a:pt x="99213" y="392544"/>
                    <a:pt x="76123" y="387467"/>
                  </a:cubicBezTo>
                  <a:cubicBezTo>
                    <a:pt x="37049" y="378794"/>
                    <a:pt x="2849" y="345116"/>
                    <a:pt x="151" y="305172"/>
                  </a:cubicBezTo>
                  <a:cubicBezTo>
                    <a:pt x="-2576" y="265170"/>
                    <a:pt x="32031" y="224675"/>
                    <a:pt x="72062" y="226822"/>
                  </a:cubicBezTo>
                  <a:cubicBezTo>
                    <a:pt x="44069" y="202484"/>
                    <a:pt x="43837" y="154621"/>
                    <a:pt x="68407" y="126861"/>
                  </a:cubicBezTo>
                  <a:cubicBezTo>
                    <a:pt x="93005" y="99042"/>
                    <a:pt x="136720" y="92428"/>
                    <a:pt x="170659" y="107425"/>
                  </a:cubicBezTo>
                  <a:cubicBezTo>
                    <a:pt x="195432" y="118390"/>
                    <a:pt x="214751" y="139305"/>
                    <a:pt x="226383" y="163904"/>
                  </a:cubicBezTo>
                  <a:cubicBezTo>
                    <a:pt x="219769" y="140552"/>
                    <a:pt x="215302" y="116650"/>
                    <a:pt x="213069" y="92515"/>
                  </a:cubicBezTo>
                  <a:cubicBezTo>
                    <a:pt x="211531" y="75720"/>
                    <a:pt x="211096" y="58199"/>
                    <a:pt x="217217" y="42477"/>
                  </a:cubicBezTo>
                  <a:cubicBezTo>
                    <a:pt x="228791" y="12454"/>
                    <a:pt x="264413" y="-5154"/>
                    <a:pt x="296002" y="1344"/>
                  </a:cubicBezTo>
                  <a:cubicBezTo>
                    <a:pt x="327534" y="7784"/>
                    <a:pt x="352654" y="35834"/>
                    <a:pt x="358427" y="67540"/>
                  </a:cubicBezTo>
                  <a:cubicBezTo>
                    <a:pt x="360980" y="39924"/>
                    <a:pt x="388943" y="20663"/>
                    <a:pt x="416385" y="16892"/>
                  </a:cubicBezTo>
                  <a:cubicBezTo>
                    <a:pt x="428017" y="15355"/>
                    <a:pt x="440229" y="15848"/>
                    <a:pt x="450875" y="20663"/>
                  </a:cubicBezTo>
                  <a:cubicBezTo>
                    <a:pt x="472544" y="30381"/>
                    <a:pt x="483190" y="55414"/>
                    <a:pt x="486294" y="78998"/>
                  </a:cubicBezTo>
                  <a:cubicBezTo>
                    <a:pt x="491544" y="119319"/>
                    <a:pt x="479680" y="161612"/>
                    <a:pt x="454472" y="193492"/>
                  </a:cubicBezTo>
                  <a:lnTo>
                    <a:pt x="457083" y="195406"/>
                  </a:lnTo>
                  <a:cubicBezTo>
                    <a:pt x="470571" y="177334"/>
                    <a:pt x="485394" y="159930"/>
                    <a:pt x="503843" y="146992"/>
                  </a:cubicBezTo>
                  <a:cubicBezTo>
                    <a:pt x="523598" y="133126"/>
                    <a:pt x="548051" y="124685"/>
                    <a:pt x="571896" y="128485"/>
                  </a:cubicBezTo>
                  <a:cubicBezTo>
                    <a:pt x="593274" y="131879"/>
                    <a:pt x="612884" y="145397"/>
                    <a:pt x="623675" y="164223"/>
                  </a:cubicBezTo>
                  <a:cubicBezTo>
                    <a:pt x="634437" y="182991"/>
                    <a:pt x="636177" y="206777"/>
                    <a:pt x="628316" y="226967"/>
                  </a:cubicBezTo>
                  <a:cubicBezTo>
                    <a:pt x="622863" y="240833"/>
                    <a:pt x="612449" y="253335"/>
                    <a:pt x="598351" y="258237"/>
                  </a:cubicBezTo>
                  <a:cubicBezTo>
                    <a:pt x="617554" y="262937"/>
                    <a:pt x="637802" y="268216"/>
                    <a:pt x="651493" y="282401"/>
                  </a:cubicBezTo>
                  <a:cubicBezTo>
                    <a:pt x="666490" y="297891"/>
                    <a:pt x="670580" y="322026"/>
                    <a:pt x="664315" y="342650"/>
                  </a:cubicBezTo>
                  <a:cubicBezTo>
                    <a:pt x="658049" y="363275"/>
                    <a:pt x="642588" y="380302"/>
                    <a:pt x="624110" y="391441"/>
                  </a:cubicBezTo>
                  <a:cubicBezTo>
                    <a:pt x="597423" y="407541"/>
                    <a:pt x="563977" y="411631"/>
                    <a:pt x="534012" y="403218"/>
                  </a:cubicBezTo>
                  <a:cubicBezTo>
                    <a:pt x="556928" y="415663"/>
                    <a:pt x="576914" y="433503"/>
                    <a:pt x="591795" y="454940"/>
                  </a:cubicBezTo>
                  <a:cubicBezTo>
                    <a:pt x="603804" y="472228"/>
                    <a:pt x="612652" y="492969"/>
                    <a:pt x="610447" y="513971"/>
                  </a:cubicBezTo>
                  <a:cubicBezTo>
                    <a:pt x="607546" y="540861"/>
                    <a:pt x="585181" y="563893"/>
                    <a:pt x="558813" y="569840"/>
                  </a:cubicBezTo>
                  <a:cubicBezTo>
                    <a:pt x="532358" y="575786"/>
                    <a:pt x="503524" y="565518"/>
                    <a:pt x="484930" y="545821"/>
                  </a:cubicBezTo>
                  <a:cubicBezTo>
                    <a:pt x="487396" y="582980"/>
                    <a:pt x="484756" y="626579"/>
                    <a:pt x="454211" y="647871"/>
                  </a:cubicBezTo>
                  <a:cubicBezTo>
                    <a:pt x="422012" y="670352"/>
                    <a:pt x="374584" y="653324"/>
                    <a:pt x="350914" y="622054"/>
                  </a:cubicBezTo>
                  <a:cubicBezTo>
                    <a:pt x="327185" y="590783"/>
                    <a:pt x="321065" y="550027"/>
                    <a:pt x="315669" y="511128"/>
                  </a:cubicBezTo>
                  <a:lnTo>
                    <a:pt x="311637" y="511128"/>
                  </a:lnTo>
                  <a:cubicBezTo>
                    <a:pt x="311579" y="546227"/>
                    <a:pt x="311028" y="582719"/>
                    <a:pt x="294929" y="613815"/>
                  </a:cubicBezTo>
                  <a:cubicBezTo>
                    <a:pt x="278655" y="645202"/>
                    <a:pt x="241061" y="668611"/>
                    <a:pt x="207731" y="656805"/>
                  </a:cubicBezTo>
                  <a:cubicBezTo>
                    <a:pt x="183713" y="648248"/>
                    <a:pt x="168106" y="623417"/>
                    <a:pt x="164887" y="598093"/>
                  </a:cubicBezTo>
                  <a:cubicBezTo>
                    <a:pt x="161667" y="572827"/>
                    <a:pt x="168977" y="547243"/>
                    <a:pt x="179448" y="524036"/>
                  </a:cubicBezTo>
                  <a:cubicBezTo>
                    <a:pt x="149484" y="542746"/>
                    <a:pt x="109917" y="558962"/>
                    <a:pt x="80619" y="539149"/>
                  </a:cubicBezTo>
                  <a:cubicBezTo>
                    <a:pt x="52626" y="520323"/>
                    <a:pt x="51872" y="476898"/>
                    <a:pt x="69857" y="448355"/>
                  </a:cubicBezTo>
                  <a:cubicBezTo>
                    <a:pt x="87871" y="419869"/>
                    <a:pt x="118851" y="402638"/>
                    <a:pt x="148555" y="386626"/>
                  </a:cubicBezTo>
                  <a:lnTo>
                    <a:pt x="145654" y="380447"/>
                  </a:lnTo>
                  <a:close/>
                  <a:moveTo>
                    <a:pt x="188267" y="299196"/>
                  </a:moveTo>
                  <a:cubicBezTo>
                    <a:pt x="186469" y="286926"/>
                    <a:pt x="171674" y="277586"/>
                    <a:pt x="160100" y="282662"/>
                  </a:cubicBezTo>
                  <a:cubicBezTo>
                    <a:pt x="147453" y="288173"/>
                    <a:pt x="145248" y="308595"/>
                    <a:pt x="156619" y="316282"/>
                  </a:cubicBezTo>
                  <a:cubicBezTo>
                    <a:pt x="168019" y="323969"/>
                    <a:pt x="186469" y="313381"/>
                    <a:pt x="185163" y="299748"/>
                  </a:cubicBezTo>
                  <a:lnTo>
                    <a:pt x="188267" y="299196"/>
                  </a:lnTo>
                  <a:close/>
                  <a:moveTo>
                    <a:pt x="219654" y="387641"/>
                  </a:moveTo>
                  <a:cubicBezTo>
                    <a:pt x="211908" y="379896"/>
                    <a:pt x="197346" y="379519"/>
                    <a:pt x="190240" y="388018"/>
                  </a:cubicBezTo>
                  <a:cubicBezTo>
                    <a:pt x="182436" y="397301"/>
                    <a:pt x="187687" y="414329"/>
                    <a:pt x="199580" y="416765"/>
                  </a:cubicBezTo>
                  <a:cubicBezTo>
                    <a:pt x="211473" y="419173"/>
                    <a:pt x="222989" y="404118"/>
                    <a:pt x="216869" y="393675"/>
                  </a:cubicBezTo>
                  <a:lnTo>
                    <a:pt x="218899" y="388047"/>
                  </a:lnTo>
                  <a:lnTo>
                    <a:pt x="219654" y="387670"/>
                  </a:lnTo>
                  <a:close/>
                  <a:moveTo>
                    <a:pt x="365737" y="460712"/>
                  </a:moveTo>
                  <a:cubicBezTo>
                    <a:pt x="377021" y="466223"/>
                    <a:pt x="392424" y="455752"/>
                    <a:pt x="391496" y="443249"/>
                  </a:cubicBezTo>
                  <a:cubicBezTo>
                    <a:pt x="390568" y="430747"/>
                    <a:pt x="373859" y="422625"/>
                    <a:pt x="363445" y="429674"/>
                  </a:cubicBezTo>
                  <a:cubicBezTo>
                    <a:pt x="353032" y="436723"/>
                    <a:pt x="354395" y="455259"/>
                    <a:pt x="365737" y="4607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6" name="Google Shape;766;p20"/>
            <p:cNvSpPr/>
            <p:nvPr/>
          </p:nvSpPr>
          <p:spPr>
            <a:xfrm>
              <a:off x="2884002" y="4634085"/>
              <a:ext cx="36835" cy="38977"/>
            </a:xfrm>
            <a:custGeom>
              <a:rect b="b" l="l" r="r" t="t"/>
              <a:pathLst>
                <a:path extrusionOk="0" h="38977" w="36835">
                  <a:moveTo>
                    <a:pt x="35435" y="11271"/>
                  </a:moveTo>
                  <a:cubicBezTo>
                    <a:pt x="41266" y="24325"/>
                    <a:pt x="27893" y="41555"/>
                    <a:pt x="13824" y="38655"/>
                  </a:cubicBezTo>
                  <a:cubicBezTo>
                    <a:pt x="-158" y="35754"/>
                    <a:pt x="-5176" y="13766"/>
                    <a:pt x="6514" y="5470"/>
                  </a:cubicBezTo>
                  <a:lnTo>
                    <a:pt x="5151" y="2801"/>
                  </a:lnTo>
                  <a:cubicBezTo>
                    <a:pt x="15246" y="-2972"/>
                    <a:pt x="30591" y="335"/>
                    <a:pt x="35435" y="1127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7" name="Google Shape;767;p20"/>
            <p:cNvSpPr/>
            <p:nvPr/>
          </p:nvSpPr>
          <p:spPr>
            <a:xfrm>
              <a:off x="2874997" y="4520150"/>
              <a:ext cx="42190" cy="43742"/>
            </a:xfrm>
            <a:custGeom>
              <a:rect b="b" l="l" r="r" t="t"/>
              <a:pathLst>
                <a:path extrusionOk="0" h="43742" w="42190">
                  <a:moveTo>
                    <a:pt x="1915" y="29278"/>
                  </a:moveTo>
                  <a:cubicBezTo>
                    <a:pt x="-2785" y="18922"/>
                    <a:pt x="2901" y="4824"/>
                    <a:pt x="13750" y="1024"/>
                  </a:cubicBezTo>
                  <a:cubicBezTo>
                    <a:pt x="25527" y="-3066"/>
                    <a:pt x="39770" y="5608"/>
                    <a:pt x="41916" y="17878"/>
                  </a:cubicBezTo>
                  <a:cubicBezTo>
                    <a:pt x="43947" y="29771"/>
                    <a:pt x="34432" y="42332"/>
                    <a:pt x="22423" y="43637"/>
                  </a:cubicBezTo>
                  <a:cubicBezTo>
                    <a:pt x="13141" y="44623"/>
                    <a:pt x="3858" y="38560"/>
                    <a:pt x="0" y="30148"/>
                  </a:cubicBezTo>
                  <a:lnTo>
                    <a:pt x="1915" y="2927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8" name="Google Shape;768;p20"/>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9" name="Google Shape;769;p20"/>
            <p:cNvSpPr/>
            <p:nvPr/>
          </p:nvSpPr>
          <p:spPr>
            <a:xfrm>
              <a:off x="2792129" y="4672938"/>
              <a:ext cx="35160" cy="35160"/>
            </a:xfrm>
            <a:custGeom>
              <a:rect b="b" l="l" r="r" t="t"/>
              <a:pathLst>
                <a:path extrusionOk="0" h="35160" w="35160">
                  <a:moveTo>
                    <a:pt x="35121" y="16192"/>
                  </a:moveTo>
                  <a:cubicBezTo>
                    <a:pt x="36049" y="28694"/>
                    <a:pt x="20617" y="39166"/>
                    <a:pt x="9362" y="33655"/>
                  </a:cubicBezTo>
                  <a:cubicBezTo>
                    <a:pt x="-1980" y="28201"/>
                    <a:pt x="-3344" y="9694"/>
                    <a:pt x="7070" y="2616"/>
                  </a:cubicBezTo>
                  <a:cubicBezTo>
                    <a:pt x="17484" y="-4433"/>
                    <a:pt x="34192" y="3660"/>
                    <a:pt x="35121" y="161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0" name="Google Shape;770;p20"/>
            <p:cNvSpPr/>
            <p:nvPr/>
          </p:nvSpPr>
          <p:spPr>
            <a:xfrm>
              <a:off x="2705390" y="4516761"/>
              <a:ext cx="105052" cy="106420"/>
            </a:xfrm>
            <a:custGeom>
              <a:rect b="b" l="l" r="r" t="t"/>
              <a:pathLst>
                <a:path extrusionOk="0" h="106420" w="105052">
                  <a:moveTo>
                    <a:pt x="34169" y="7198"/>
                  </a:moveTo>
                  <a:cubicBezTo>
                    <a:pt x="40232" y="2354"/>
                    <a:pt x="47745" y="149"/>
                    <a:pt x="55403" y="4"/>
                  </a:cubicBezTo>
                  <a:cubicBezTo>
                    <a:pt x="67790" y="-170"/>
                    <a:pt x="80785" y="5081"/>
                    <a:pt x="89952" y="13986"/>
                  </a:cubicBezTo>
                  <a:cubicBezTo>
                    <a:pt x="91576" y="15581"/>
                    <a:pt x="93055" y="17264"/>
                    <a:pt x="94419" y="19063"/>
                  </a:cubicBezTo>
                  <a:cubicBezTo>
                    <a:pt x="106486" y="35104"/>
                    <a:pt x="108168" y="57904"/>
                    <a:pt x="100046" y="76034"/>
                  </a:cubicBezTo>
                  <a:cubicBezTo>
                    <a:pt x="97378" y="82097"/>
                    <a:pt x="93549" y="87608"/>
                    <a:pt x="88704" y="92249"/>
                  </a:cubicBezTo>
                  <a:cubicBezTo>
                    <a:pt x="69269" y="110756"/>
                    <a:pt x="35388" y="111249"/>
                    <a:pt x="15749" y="93061"/>
                  </a:cubicBezTo>
                  <a:cubicBezTo>
                    <a:pt x="-3831" y="74787"/>
                    <a:pt x="-5484" y="40412"/>
                    <a:pt x="12646" y="20745"/>
                  </a:cubicBezTo>
                  <a:cubicBezTo>
                    <a:pt x="18418" y="14421"/>
                    <a:pt x="25960" y="9722"/>
                    <a:pt x="34140" y="7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1" name="Google Shape;771;p20"/>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2" name="Google Shape;772;p20"/>
            <p:cNvSpPr/>
            <p:nvPr/>
          </p:nvSpPr>
          <p:spPr>
            <a:xfrm>
              <a:off x="2692085" y="4716977"/>
              <a:ext cx="36598" cy="36737"/>
            </a:xfrm>
            <a:custGeom>
              <a:rect b="b" l="l" r="r" t="t"/>
              <a:pathLst>
                <a:path extrusionOk="0" h="36737" w="36598">
                  <a:moveTo>
                    <a:pt x="26356" y="2060"/>
                  </a:moveTo>
                  <a:lnTo>
                    <a:pt x="28154" y="2321"/>
                  </a:lnTo>
                  <a:cubicBezTo>
                    <a:pt x="39177" y="8819"/>
                    <a:pt x="39496" y="27529"/>
                    <a:pt x="28589" y="34345"/>
                  </a:cubicBezTo>
                  <a:cubicBezTo>
                    <a:pt x="17740" y="41104"/>
                    <a:pt x="1032" y="32663"/>
                    <a:pt x="46" y="19987"/>
                  </a:cubicBezTo>
                  <a:cubicBezTo>
                    <a:pt x="-941" y="7223"/>
                    <a:pt x="14231" y="-3742"/>
                    <a:pt x="25979" y="1219"/>
                  </a:cubicBezTo>
                  <a:lnTo>
                    <a:pt x="26414" y="1276"/>
                  </a:lnTo>
                  <a:cubicBezTo>
                    <a:pt x="26356" y="1538"/>
                    <a:pt x="26356" y="1828"/>
                    <a:pt x="26356" y="208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3" name="Google Shape;773;p20"/>
            <p:cNvSpPr/>
            <p:nvPr/>
          </p:nvSpPr>
          <p:spPr>
            <a:xfrm>
              <a:off x="2676998" y="4463036"/>
              <a:ext cx="36535" cy="39631"/>
            </a:xfrm>
            <a:custGeom>
              <a:rect b="b" l="l" r="r" t="t"/>
              <a:pathLst>
                <a:path extrusionOk="0" h="39631" w="36535">
                  <a:moveTo>
                    <a:pt x="28128" y="34062"/>
                  </a:moveTo>
                  <a:cubicBezTo>
                    <a:pt x="29057" y="35918"/>
                    <a:pt x="30043" y="37833"/>
                    <a:pt x="31029" y="39632"/>
                  </a:cubicBezTo>
                  <a:lnTo>
                    <a:pt x="18904" y="36789"/>
                  </a:lnTo>
                  <a:cubicBezTo>
                    <a:pt x="7330" y="36789"/>
                    <a:pt x="-2765" y="23851"/>
                    <a:pt x="687" y="12567"/>
                  </a:cubicBezTo>
                  <a:cubicBezTo>
                    <a:pt x="4342" y="732"/>
                    <a:pt x="21486" y="-4083"/>
                    <a:pt x="30855" y="4010"/>
                  </a:cubicBezTo>
                  <a:cubicBezTo>
                    <a:pt x="39645" y="11755"/>
                    <a:pt x="37846" y="27970"/>
                    <a:pt x="28128" y="340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4" name="Google Shape;774;p20"/>
            <p:cNvSpPr/>
            <p:nvPr/>
          </p:nvSpPr>
          <p:spPr>
            <a:xfrm>
              <a:off x="2622273" y="4627600"/>
              <a:ext cx="33105" cy="35278"/>
            </a:xfrm>
            <a:custGeom>
              <a:rect b="b" l="l" r="r" t="t"/>
              <a:pathLst>
                <a:path extrusionOk="0" h="35278" w="33105">
                  <a:moveTo>
                    <a:pt x="33106" y="5921"/>
                  </a:moveTo>
                  <a:lnTo>
                    <a:pt x="32352" y="6298"/>
                  </a:lnTo>
                  <a:lnTo>
                    <a:pt x="30321" y="11926"/>
                  </a:lnTo>
                  <a:cubicBezTo>
                    <a:pt x="36442" y="22398"/>
                    <a:pt x="24926" y="37453"/>
                    <a:pt x="13032" y="35016"/>
                  </a:cubicBezTo>
                  <a:cubicBezTo>
                    <a:pt x="1139" y="32608"/>
                    <a:pt x="-4111" y="15581"/>
                    <a:pt x="3692" y="6269"/>
                  </a:cubicBezTo>
                  <a:cubicBezTo>
                    <a:pt x="10828" y="-2201"/>
                    <a:pt x="25361" y="-1853"/>
                    <a:pt x="33106" y="58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5" name="Google Shape;775;p20"/>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6" name="Google Shape;776;p20"/>
            <p:cNvSpPr/>
            <p:nvPr/>
          </p:nvSpPr>
          <p:spPr>
            <a:xfrm>
              <a:off x="2640845" y="4475893"/>
              <a:ext cx="227769" cy="225448"/>
            </a:xfrm>
            <a:custGeom>
              <a:rect b="b" l="l" r="r" t="t"/>
              <a:pathLst>
                <a:path extrusionOk="0" h="225448" w="227769">
                  <a:moveTo>
                    <a:pt x="201895" y="119831"/>
                  </a:moveTo>
                  <a:cubicBezTo>
                    <a:pt x="199081" y="102775"/>
                    <a:pt x="206681" y="87459"/>
                    <a:pt x="217617" y="75043"/>
                  </a:cubicBezTo>
                  <a:cubicBezTo>
                    <a:pt x="204737" y="77074"/>
                    <a:pt x="191597" y="75478"/>
                    <a:pt x="181444" y="65848"/>
                  </a:cubicBezTo>
                  <a:cubicBezTo>
                    <a:pt x="173032" y="57871"/>
                    <a:pt x="169232" y="47051"/>
                    <a:pt x="169580" y="35593"/>
                  </a:cubicBezTo>
                  <a:cubicBezTo>
                    <a:pt x="169870" y="26223"/>
                    <a:pt x="172365" y="17144"/>
                    <a:pt x="173148" y="7861"/>
                  </a:cubicBezTo>
                  <a:cubicBezTo>
                    <a:pt x="162183" y="16186"/>
                    <a:pt x="149042" y="24772"/>
                    <a:pt x="135612" y="23380"/>
                  </a:cubicBezTo>
                  <a:cubicBezTo>
                    <a:pt x="123022" y="22075"/>
                    <a:pt x="116060" y="11371"/>
                    <a:pt x="111796" y="0"/>
                  </a:cubicBezTo>
                  <a:cubicBezTo>
                    <a:pt x="108083" y="11400"/>
                    <a:pt x="102746" y="22597"/>
                    <a:pt x="93434" y="29820"/>
                  </a:cubicBezTo>
                  <a:cubicBezTo>
                    <a:pt x="81599" y="38986"/>
                    <a:pt x="67153" y="36898"/>
                    <a:pt x="54274" y="31590"/>
                  </a:cubicBezTo>
                  <a:cubicBezTo>
                    <a:pt x="55086" y="46528"/>
                    <a:pt x="54941" y="65848"/>
                    <a:pt x="40872" y="73245"/>
                  </a:cubicBezTo>
                  <a:cubicBezTo>
                    <a:pt x="34751" y="76465"/>
                    <a:pt x="27615" y="77161"/>
                    <a:pt x="20886" y="78031"/>
                  </a:cubicBezTo>
                  <a:cubicBezTo>
                    <a:pt x="13866" y="78930"/>
                    <a:pt x="6904" y="79974"/>
                    <a:pt x="0" y="81396"/>
                  </a:cubicBezTo>
                  <a:cubicBezTo>
                    <a:pt x="6585" y="85486"/>
                    <a:pt x="13315" y="89315"/>
                    <a:pt x="19725" y="93695"/>
                  </a:cubicBezTo>
                  <a:cubicBezTo>
                    <a:pt x="28022" y="99381"/>
                    <a:pt x="37014" y="106023"/>
                    <a:pt x="41162" y="115480"/>
                  </a:cubicBezTo>
                  <a:cubicBezTo>
                    <a:pt x="45339" y="124995"/>
                    <a:pt x="45136" y="134857"/>
                    <a:pt x="39625" y="143734"/>
                  </a:cubicBezTo>
                  <a:cubicBezTo>
                    <a:pt x="36086" y="149449"/>
                    <a:pt x="31561" y="154409"/>
                    <a:pt x="27354" y="159601"/>
                  </a:cubicBezTo>
                  <a:cubicBezTo>
                    <a:pt x="34519" y="157222"/>
                    <a:pt x="41626" y="154641"/>
                    <a:pt x="48994" y="152958"/>
                  </a:cubicBezTo>
                  <a:cubicBezTo>
                    <a:pt x="58103" y="150841"/>
                    <a:pt x="67849" y="150580"/>
                    <a:pt x="75420" y="156874"/>
                  </a:cubicBezTo>
                  <a:cubicBezTo>
                    <a:pt x="85370" y="165171"/>
                    <a:pt x="88822" y="181038"/>
                    <a:pt x="89692" y="193279"/>
                  </a:cubicBezTo>
                  <a:cubicBezTo>
                    <a:pt x="90446" y="204070"/>
                    <a:pt x="88880" y="214803"/>
                    <a:pt x="87024" y="225449"/>
                  </a:cubicBezTo>
                  <a:cubicBezTo>
                    <a:pt x="87691" y="224173"/>
                    <a:pt x="88329" y="222896"/>
                    <a:pt x="88996" y="221678"/>
                  </a:cubicBezTo>
                  <a:cubicBezTo>
                    <a:pt x="97089" y="206391"/>
                    <a:pt x="105124" y="188087"/>
                    <a:pt x="119570" y="177673"/>
                  </a:cubicBezTo>
                  <a:cubicBezTo>
                    <a:pt x="131870" y="168826"/>
                    <a:pt x="143763" y="173351"/>
                    <a:pt x="153306" y="181850"/>
                  </a:cubicBezTo>
                  <a:cubicBezTo>
                    <a:pt x="153161" y="176078"/>
                    <a:pt x="153945" y="170334"/>
                    <a:pt x="156613" y="165200"/>
                  </a:cubicBezTo>
                  <a:cubicBezTo>
                    <a:pt x="163865" y="151276"/>
                    <a:pt x="181763" y="150754"/>
                    <a:pt x="195426" y="152001"/>
                  </a:cubicBezTo>
                  <a:cubicBezTo>
                    <a:pt x="206275" y="152987"/>
                    <a:pt x="217008" y="155250"/>
                    <a:pt x="227770" y="157020"/>
                  </a:cubicBezTo>
                  <a:cubicBezTo>
                    <a:pt x="215093" y="147766"/>
                    <a:pt x="204447" y="135554"/>
                    <a:pt x="201866" y="119860"/>
                  </a:cubicBezTo>
                  <a:close/>
                  <a:moveTo>
                    <a:pt x="164591" y="116960"/>
                  </a:moveTo>
                  <a:cubicBezTo>
                    <a:pt x="161922" y="123022"/>
                    <a:pt x="158093" y="128534"/>
                    <a:pt x="153248" y="133175"/>
                  </a:cubicBezTo>
                  <a:cubicBezTo>
                    <a:pt x="133813" y="151682"/>
                    <a:pt x="99932" y="152175"/>
                    <a:pt x="80294" y="133987"/>
                  </a:cubicBezTo>
                  <a:cubicBezTo>
                    <a:pt x="60713" y="115712"/>
                    <a:pt x="59060" y="81338"/>
                    <a:pt x="77190" y="61642"/>
                  </a:cubicBezTo>
                  <a:cubicBezTo>
                    <a:pt x="80033" y="58509"/>
                    <a:pt x="83340" y="55782"/>
                    <a:pt x="86936" y="53519"/>
                  </a:cubicBezTo>
                  <a:cubicBezTo>
                    <a:pt x="91462" y="49429"/>
                    <a:pt x="96973" y="46471"/>
                    <a:pt x="103413" y="44991"/>
                  </a:cubicBezTo>
                  <a:cubicBezTo>
                    <a:pt x="108460" y="42293"/>
                    <a:pt x="114146" y="40988"/>
                    <a:pt x="119918" y="40901"/>
                  </a:cubicBezTo>
                  <a:cubicBezTo>
                    <a:pt x="132305" y="40727"/>
                    <a:pt x="145300" y="45977"/>
                    <a:pt x="154467" y="54883"/>
                  </a:cubicBezTo>
                  <a:cubicBezTo>
                    <a:pt x="156091" y="56507"/>
                    <a:pt x="157571" y="58161"/>
                    <a:pt x="158934" y="59959"/>
                  </a:cubicBezTo>
                  <a:cubicBezTo>
                    <a:pt x="171001" y="76000"/>
                    <a:pt x="172684" y="98801"/>
                    <a:pt x="164561" y="11693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7" name="Google Shape;777;p20"/>
            <p:cNvSpPr/>
            <p:nvPr/>
          </p:nvSpPr>
          <p:spPr>
            <a:xfrm>
              <a:off x="2884017" y="4634159"/>
              <a:ext cx="36820" cy="38875"/>
            </a:xfrm>
            <a:custGeom>
              <a:rect b="b" l="l" r="r" t="t"/>
              <a:pathLst>
                <a:path extrusionOk="0" h="38875" w="36820">
                  <a:moveTo>
                    <a:pt x="35419" y="11197"/>
                  </a:moveTo>
                  <a:cubicBezTo>
                    <a:pt x="30807" y="754"/>
                    <a:pt x="16709" y="-2610"/>
                    <a:pt x="6643" y="2060"/>
                  </a:cubicBezTo>
                  <a:cubicBezTo>
                    <a:pt x="9602" y="4322"/>
                    <a:pt x="7891" y="9921"/>
                    <a:pt x="3917" y="9689"/>
                  </a:cubicBezTo>
                  <a:cubicBezTo>
                    <a:pt x="3482" y="9689"/>
                    <a:pt x="3047" y="9602"/>
                    <a:pt x="2582" y="9573"/>
                  </a:cubicBezTo>
                  <a:cubicBezTo>
                    <a:pt x="-3596" y="19465"/>
                    <a:pt x="1770" y="36057"/>
                    <a:pt x="13808" y="38552"/>
                  </a:cubicBezTo>
                  <a:cubicBezTo>
                    <a:pt x="27877" y="41453"/>
                    <a:pt x="41250" y="24251"/>
                    <a:pt x="35419" y="11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8" name="Google Shape;778;p20"/>
            <p:cNvSpPr/>
            <p:nvPr/>
          </p:nvSpPr>
          <p:spPr>
            <a:xfrm>
              <a:off x="2875026" y="4520150"/>
              <a:ext cx="42197" cy="43747"/>
            </a:xfrm>
            <a:custGeom>
              <a:rect b="b" l="l" r="r" t="t"/>
              <a:pathLst>
                <a:path extrusionOk="0" h="43747" w="42197">
                  <a:moveTo>
                    <a:pt x="41887" y="17878"/>
                  </a:moveTo>
                  <a:cubicBezTo>
                    <a:pt x="39712" y="5608"/>
                    <a:pt x="25469" y="-3066"/>
                    <a:pt x="13721" y="1024"/>
                  </a:cubicBezTo>
                  <a:cubicBezTo>
                    <a:pt x="6324" y="3606"/>
                    <a:pt x="1421" y="11032"/>
                    <a:pt x="493" y="18748"/>
                  </a:cubicBezTo>
                  <a:cubicBezTo>
                    <a:pt x="2640" y="20199"/>
                    <a:pt x="3626" y="23564"/>
                    <a:pt x="1363" y="25478"/>
                  </a:cubicBezTo>
                  <a:cubicBezTo>
                    <a:pt x="1189" y="25623"/>
                    <a:pt x="1015" y="25797"/>
                    <a:pt x="841" y="25942"/>
                  </a:cubicBezTo>
                  <a:cubicBezTo>
                    <a:pt x="1102" y="27073"/>
                    <a:pt x="1421" y="28205"/>
                    <a:pt x="1915" y="29278"/>
                  </a:cubicBezTo>
                  <a:lnTo>
                    <a:pt x="0" y="30148"/>
                  </a:lnTo>
                  <a:cubicBezTo>
                    <a:pt x="3829" y="38560"/>
                    <a:pt x="13141" y="44652"/>
                    <a:pt x="22423" y="43637"/>
                  </a:cubicBezTo>
                  <a:cubicBezTo>
                    <a:pt x="34432" y="42332"/>
                    <a:pt x="43976" y="29771"/>
                    <a:pt x="41916" y="1787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9" name="Google Shape;779;p20"/>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0" name="Google Shape;780;p20"/>
            <p:cNvSpPr/>
            <p:nvPr/>
          </p:nvSpPr>
          <p:spPr>
            <a:xfrm>
              <a:off x="2792129" y="4672970"/>
              <a:ext cx="35160" cy="35129"/>
            </a:xfrm>
            <a:custGeom>
              <a:rect b="b" l="l" r="r" t="t"/>
              <a:pathLst>
                <a:path extrusionOk="0" h="35129" w="35160">
                  <a:moveTo>
                    <a:pt x="10928" y="757"/>
                  </a:moveTo>
                  <a:cubicBezTo>
                    <a:pt x="10261" y="1337"/>
                    <a:pt x="9449" y="1656"/>
                    <a:pt x="8549" y="1743"/>
                  </a:cubicBezTo>
                  <a:cubicBezTo>
                    <a:pt x="8056" y="2004"/>
                    <a:pt x="7534" y="2265"/>
                    <a:pt x="7070" y="2584"/>
                  </a:cubicBezTo>
                  <a:cubicBezTo>
                    <a:pt x="-3344" y="9633"/>
                    <a:pt x="-1980" y="28169"/>
                    <a:pt x="9362" y="33623"/>
                  </a:cubicBezTo>
                  <a:cubicBezTo>
                    <a:pt x="20646" y="39134"/>
                    <a:pt x="36049" y="28662"/>
                    <a:pt x="35121" y="16160"/>
                  </a:cubicBezTo>
                  <a:cubicBezTo>
                    <a:pt x="34308" y="5108"/>
                    <a:pt x="21168" y="-2492"/>
                    <a:pt x="10928" y="75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1" name="Google Shape;781;p20"/>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2" name="Google Shape;782;p20"/>
            <p:cNvSpPr/>
            <p:nvPr/>
          </p:nvSpPr>
          <p:spPr>
            <a:xfrm>
              <a:off x="2692083" y="4717015"/>
              <a:ext cx="36549" cy="36703"/>
            </a:xfrm>
            <a:custGeom>
              <a:rect b="b" l="l" r="r" t="t"/>
              <a:pathLst>
                <a:path extrusionOk="0" h="36703" w="36549">
                  <a:moveTo>
                    <a:pt x="30651" y="7881"/>
                  </a:moveTo>
                  <a:cubicBezTo>
                    <a:pt x="26764" y="11884"/>
                    <a:pt x="20643" y="5764"/>
                    <a:pt x="24530" y="1761"/>
                  </a:cubicBezTo>
                  <a:cubicBezTo>
                    <a:pt x="24791" y="1500"/>
                    <a:pt x="24994" y="1181"/>
                    <a:pt x="25227" y="919"/>
                  </a:cubicBezTo>
                  <a:cubicBezTo>
                    <a:pt x="13565" y="-3258"/>
                    <a:pt x="-939" y="7446"/>
                    <a:pt x="48" y="19949"/>
                  </a:cubicBezTo>
                  <a:cubicBezTo>
                    <a:pt x="1034" y="32654"/>
                    <a:pt x="17771" y="41066"/>
                    <a:pt x="28591" y="34307"/>
                  </a:cubicBezTo>
                  <a:cubicBezTo>
                    <a:pt x="37874" y="28506"/>
                    <a:pt x="38947" y="14118"/>
                    <a:pt x="32275" y="5967"/>
                  </a:cubicBezTo>
                  <a:cubicBezTo>
                    <a:pt x="31724" y="6605"/>
                    <a:pt x="31231" y="7301"/>
                    <a:pt x="30651" y="791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3" name="Google Shape;783;p20"/>
            <p:cNvSpPr/>
            <p:nvPr/>
          </p:nvSpPr>
          <p:spPr>
            <a:xfrm>
              <a:off x="2676968" y="4463052"/>
              <a:ext cx="36536" cy="39470"/>
            </a:xfrm>
            <a:custGeom>
              <a:rect b="b" l="l" r="r" t="t"/>
              <a:pathLst>
                <a:path extrusionOk="0" h="39470" w="36536">
                  <a:moveTo>
                    <a:pt x="10377" y="34336"/>
                  </a:moveTo>
                  <a:cubicBezTo>
                    <a:pt x="11740" y="33147"/>
                    <a:pt x="13916" y="32828"/>
                    <a:pt x="15598" y="33698"/>
                  </a:cubicBezTo>
                  <a:cubicBezTo>
                    <a:pt x="20355" y="36135"/>
                    <a:pt x="25635" y="38310"/>
                    <a:pt x="30972" y="39470"/>
                  </a:cubicBezTo>
                  <a:cubicBezTo>
                    <a:pt x="30015" y="37701"/>
                    <a:pt x="29029" y="35844"/>
                    <a:pt x="28129" y="34046"/>
                  </a:cubicBezTo>
                  <a:cubicBezTo>
                    <a:pt x="37847" y="27983"/>
                    <a:pt x="39646" y="11739"/>
                    <a:pt x="30856" y="4023"/>
                  </a:cubicBezTo>
                  <a:cubicBezTo>
                    <a:pt x="21516" y="-4099"/>
                    <a:pt x="4343" y="745"/>
                    <a:pt x="688" y="12580"/>
                  </a:cubicBezTo>
                  <a:cubicBezTo>
                    <a:pt x="-1865" y="20905"/>
                    <a:pt x="2980" y="30130"/>
                    <a:pt x="10348" y="3436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4" name="Google Shape;784;p20"/>
            <p:cNvSpPr/>
            <p:nvPr/>
          </p:nvSpPr>
          <p:spPr>
            <a:xfrm>
              <a:off x="2622273" y="4627618"/>
              <a:ext cx="33105" cy="35284"/>
            </a:xfrm>
            <a:custGeom>
              <a:rect b="b" l="l" r="r" t="t"/>
              <a:pathLst>
                <a:path extrusionOk="0" h="35284" w="33105">
                  <a:moveTo>
                    <a:pt x="31249" y="13880"/>
                  </a:moveTo>
                  <a:cubicBezTo>
                    <a:pt x="30988" y="13213"/>
                    <a:pt x="30698" y="12546"/>
                    <a:pt x="30321" y="11908"/>
                  </a:cubicBezTo>
                  <a:lnTo>
                    <a:pt x="32352" y="6280"/>
                  </a:lnTo>
                  <a:cubicBezTo>
                    <a:pt x="32613" y="6164"/>
                    <a:pt x="32845" y="6019"/>
                    <a:pt x="33106" y="5903"/>
                  </a:cubicBezTo>
                  <a:cubicBezTo>
                    <a:pt x="25361" y="-1842"/>
                    <a:pt x="10799" y="-2219"/>
                    <a:pt x="3692" y="6280"/>
                  </a:cubicBezTo>
                  <a:cubicBezTo>
                    <a:pt x="-4111" y="15563"/>
                    <a:pt x="1139" y="32590"/>
                    <a:pt x="13032" y="35027"/>
                  </a:cubicBezTo>
                  <a:cubicBezTo>
                    <a:pt x="22634" y="36970"/>
                    <a:pt x="31945" y="27572"/>
                    <a:pt x="32003" y="18348"/>
                  </a:cubicBezTo>
                  <a:cubicBezTo>
                    <a:pt x="30988" y="17187"/>
                    <a:pt x="30582" y="15505"/>
                    <a:pt x="31249" y="1390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5" name="Google Shape;785;p20"/>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86" name="Google Shape;786;p20"/>
          <p:cNvGrpSpPr/>
          <p:nvPr/>
        </p:nvGrpSpPr>
        <p:grpSpPr>
          <a:xfrm>
            <a:off x="228600" y="228600"/>
            <a:ext cx="8686800" cy="4686300"/>
            <a:chOff x="228600" y="228600"/>
            <a:chExt cx="8686800" cy="4686300"/>
          </a:xfrm>
        </p:grpSpPr>
        <p:sp>
          <p:nvSpPr>
            <p:cNvPr id="787" name="Google Shape;787;p20"/>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788" name="Google Shape;788;p20"/>
            <p:cNvGrpSpPr/>
            <p:nvPr/>
          </p:nvGrpSpPr>
          <p:grpSpPr>
            <a:xfrm>
              <a:off x="333904" y="365653"/>
              <a:ext cx="1210874" cy="1218592"/>
              <a:chOff x="2083365" y="2107621"/>
              <a:chExt cx="309829" cy="311796"/>
            </a:xfrm>
          </p:grpSpPr>
          <p:sp>
            <p:nvSpPr>
              <p:cNvPr id="789" name="Google Shape;789;p20"/>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0" name="Google Shape;790;p20"/>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1" name="Google Shape;791;p20"/>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2" name="Google Shape;792;p20"/>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93" name="Google Shape;793;p20"/>
            <p:cNvGrpSpPr/>
            <p:nvPr/>
          </p:nvGrpSpPr>
          <p:grpSpPr>
            <a:xfrm>
              <a:off x="7599218" y="365653"/>
              <a:ext cx="1210878" cy="1218592"/>
              <a:chOff x="3498340" y="2107621"/>
              <a:chExt cx="309830" cy="311796"/>
            </a:xfrm>
          </p:grpSpPr>
          <p:sp>
            <p:nvSpPr>
              <p:cNvPr id="794" name="Google Shape;794;p20"/>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5" name="Google Shape;795;p20"/>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6" name="Google Shape;796;p20"/>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7" name="Google Shape;797;p20"/>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98" name="Google Shape;798;p20"/>
            <p:cNvGrpSpPr/>
            <p:nvPr/>
          </p:nvGrpSpPr>
          <p:grpSpPr>
            <a:xfrm>
              <a:off x="333904" y="3559446"/>
              <a:ext cx="1210874" cy="1218588"/>
              <a:chOff x="2083365" y="2914852"/>
              <a:chExt cx="309829" cy="311795"/>
            </a:xfrm>
          </p:grpSpPr>
          <p:sp>
            <p:nvSpPr>
              <p:cNvPr id="799" name="Google Shape;799;p20"/>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0" name="Google Shape;800;p20"/>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1" name="Google Shape;801;p20"/>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2" name="Google Shape;802;p20"/>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03" name="Google Shape;803;p20"/>
            <p:cNvGrpSpPr/>
            <p:nvPr/>
          </p:nvGrpSpPr>
          <p:grpSpPr>
            <a:xfrm>
              <a:off x="7523018" y="3559446"/>
              <a:ext cx="1210878" cy="1218588"/>
              <a:chOff x="3478843" y="2914852"/>
              <a:chExt cx="309830" cy="311795"/>
            </a:xfrm>
          </p:grpSpPr>
          <p:sp>
            <p:nvSpPr>
              <p:cNvPr id="804" name="Google Shape;804;p20"/>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5" name="Google Shape;805;p20"/>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6" name="Google Shape;806;p20"/>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7" name="Google Shape;807;p20"/>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808" name="Google Shape;808;p20"/>
          <p:cNvSpPr txBox="1"/>
          <p:nvPr>
            <p:ph type="title"/>
          </p:nvPr>
        </p:nvSpPr>
        <p:spPr>
          <a:xfrm>
            <a:off x="932718" y="1514213"/>
            <a:ext cx="3233100" cy="11748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09" name="Google Shape;809;p20"/>
          <p:cNvSpPr txBox="1"/>
          <p:nvPr>
            <p:ph idx="1" type="subTitle"/>
          </p:nvPr>
        </p:nvSpPr>
        <p:spPr>
          <a:xfrm>
            <a:off x="932718" y="2612888"/>
            <a:ext cx="3233100" cy="101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810" name="Shape 810"/>
        <p:cNvGrpSpPr/>
        <p:nvPr/>
      </p:nvGrpSpPr>
      <p:grpSpPr>
        <a:xfrm>
          <a:off x="0" y="0"/>
          <a:ext cx="0" cy="0"/>
          <a:chOff x="0" y="0"/>
          <a:chExt cx="0" cy="0"/>
        </a:xfrm>
      </p:grpSpPr>
      <p:grpSp>
        <p:nvGrpSpPr>
          <p:cNvPr id="811" name="Google Shape;811;p21"/>
          <p:cNvGrpSpPr/>
          <p:nvPr/>
        </p:nvGrpSpPr>
        <p:grpSpPr>
          <a:xfrm>
            <a:off x="228600" y="228600"/>
            <a:ext cx="8686800" cy="4686300"/>
            <a:chOff x="228600" y="228600"/>
            <a:chExt cx="8686800" cy="4686300"/>
          </a:xfrm>
        </p:grpSpPr>
        <p:sp>
          <p:nvSpPr>
            <p:cNvPr id="812" name="Google Shape;812;p21"/>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813" name="Google Shape;813;p21"/>
            <p:cNvGrpSpPr/>
            <p:nvPr/>
          </p:nvGrpSpPr>
          <p:grpSpPr>
            <a:xfrm>
              <a:off x="333904" y="365653"/>
              <a:ext cx="1210874" cy="1218592"/>
              <a:chOff x="2083365" y="2107621"/>
              <a:chExt cx="309829" cy="311796"/>
            </a:xfrm>
          </p:grpSpPr>
          <p:sp>
            <p:nvSpPr>
              <p:cNvPr id="814" name="Google Shape;814;p21"/>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5" name="Google Shape;815;p21"/>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6" name="Google Shape;816;p21"/>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7" name="Google Shape;817;p21"/>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18" name="Google Shape;818;p21"/>
            <p:cNvGrpSpPr/>
            <p:nvPr/>
          </p:nvGrpSpPr>
          <p:grpSpPr>
            <a:xfrm>
              <a:off x="7599218" y="365653"/>
              <a:ext cx="1210878" cy="1218592"/>
              <a:chOff x="3498340" y="2107621"/>
              <a:chExt cx="309830" cy="311796"/>
            </a:xfrm>
          </p:grpSpPr>
          <p:sp>
            <p:nvSpPr>
              <p:cNvPr id="819" name="Google Shape;819;p21"/>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0" name="Google Shape;820;p21"/>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1" name="Google Shape;821;p21"/>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2" name="Google Shape;822;p21"/>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23" name="Google Shape;823;p21"/>
            <p:cNvGrpSpPr/>
            <p:nvPr/>
          </p:nvGrpSpPr>
          <p:grpSpPr>
            <a:xfrm>
              <a:off x="333904" y="3559446"/>
              <a:ext cx="1210874" cy="1218588"/>
              <a:chOff x="2083365" y="2914852"/>
              <a:chExt cx="309829" cy="311795"/>
            </a:xfrm>
          </p:grpSpPr>
          <p:sp>
            <p:nvSpPr>
              <p:cNvPr id="824" name="Google Shape;824;p21"/>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5" name="Google Shape;825;p21"/>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6" name="Google Shape;826;p21"/>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7" name="Google Shape;827;p21"/>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28" name="Google Shape;828;p21"/>
            <p:cNvGrpSpPr/>
            <p:nvPr/>
          </p:nvGrpSpPr>
          <p:grpSpPr>
            <a:xfrm>
              <a:off x="7523018" y="3559446"/>
              <a:ext cx="1210878" cy="1218588"/>
              <a:chOff x="3478843" y="2914852"/>
              <a:chExt cx="309830" cy="311795"/>
            </a:xfrm>
          </p:grpSpPr>
          <p:sp>
            <p:nvSpPr>
              <p:cNvPr id="829" name="Google Shape;829;p21"/>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0" name="Google Shape;830;p21"/>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1" name="Google Shape;831;p21"/>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2" name="Google Shape;832;p21"/>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833" name="Google Shape;833;p21"/>
          <p:cNvSpPr txBox="1"/>
          <p:nvPr>
            <p:ph type="title"/>
          </p:nvPr>
        </p:nvSpPr>
        <p:spPr>
          <a:xfrm>
            <a:off x="4165687" y="1929750"/>
            <a:ext cx="40836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34" name="Google Shape;834;p21"/>
          <p:cNvSpPr txBox="1"/>
          <p:nvPr>
            <p:ph idx="1" type="subTitle"/>
          </p:nvPr>
        </p:nvSpPr>
        <p:spPr>
          <a:xfrm>
            <a:off x="4165887" y="2426250"/>
            <a:ext cx="4083600" cy="78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835" name="Shape 835"/>
        <p:cNvGrpSpPr/>
        <p:nvPr/>
      </p:nvGrpSpPr>
      <p:grpSpPr>
        <a:xfrm>
          <a:off x="0" y="0"/>
          <a:ext cx="0" cy="0"/>
          <a:chOff x="0" y="0"/>
          <a:chExt cx="0" cy="0"/>
        </a:xfrm>
      </p:grpSpPr>
      <p:grpSp>
        <p:nvGrpSpPr>
          <p:cNvPr id="836" name="Google Shape;836;p22"/>
          <p:cNvGrpSpPr/>
          <p:nvPr/>
        </p:nvGrpSpPr>
        <p:grpSpPr>
          <a:xfrm>
            <a:off x="228600" y="228600"/>
            <a:ext cx="8686800" cy="4686300"/>
            <a:chOff x="228600" y="228600"/>
            <a:chExt cx="8686800" cy="4686300"/>
          </a:xfrm>
        </p:grpSpPr>
        <p:sp>
          <p:nvSpPr>
            <p:cNvPr id="837" name="Google Shape;837;p22"/>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838" name="Google Shape;838;p22"/>
            <p:cNvGrpSpPr/>
            <p:nvPr/>
          </p:nvGrpSpPr>
          <p:grpSpPr>
            <a:xfrm>
              <a:off x="333904" y="365653"/>
              <a:ext cx="1210874" cy="1218592"/>
              <a:chOff x="2083365" y="2107621"/>
              <a:chExt cx="309829" cy="311796"/>
            </a:xfrm>
          </p:grpSpPr>
          <p:sp>
            <p:nvSpPr>
              <p:cNvPr id="839" name="Google Shape;839;p22"/>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0" name="Google Shape;840;p22"/>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1" name="Google Shape;841;p22"/>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2" name="Google Shape;842;p22"/>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43" name="Google Shape;843;p22"/>
            <p:cNvGrpSpPr/>
            <p:nvPr/>
          </p:nvGrpSpPr>
          <p:grpSpPr>
            <a:xfrm>
              <a:off x="7599218" y="365653"/>
              <a:ext cx="1210878" cy="1218592"/>
              <a:chOff x="3498340" y="2107621"/>
              <a:chExt cx="309830" cy="311796"/>
            </a:xfrm>
          </p:grpSpPr>
          <p:sp>
            <p:nvSpPr>
              <p:cNvPr id="844" name="Google Shape;844;p22"/>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5" name="Google Shape;845;p22"/>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6" name="Google Shape;846;p22"/>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7" name="Google Shape;847;p22"/>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48" name="Google Shape;848;p22"/>
            <p:cNvGrpSpPr/>
            <p:nvPr/>
          </p:nvGrpSpPr>
          <p:grpSpPr>
            <a:xfrm>
              <a:off x="333904" y="3559446"/>
              <a:ext cx="1210874" cy="1218588"/>
              <a:chOff x="2083365" y="2914852"/>
              <a:chExt cx="309829" cy="311795"/>
            </a:xfrm>
          </p:grpSpPr>
          <p:sp>
            <p:nvSpPr>
              <p:cNvPr id="849" name="Google Shape;849;p22"/>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0" name="Google Shape;850;p22"/>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1" name="Google Shape;851;p22"/>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2" name="Google Shape;852;p22"/>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53" name="Google Shape;853;p22"/>
            <p:cNvGrpSpPr/>
            <p:nvPr/>
          </p:nvGrpSpPr>
          <p:grpSpPr>
            <a:xfrm>
              <a:off x="7523018" y="3559446"/>
              <a:ext cx="1210878" cy="1218588"/>
              <a:chOff x="3478843" y="2914852"/>
              <a:chExt cx="309830" cy="311795"/>
            </a:xfrm>
          </p:grpSpPr>
          <p:sp>
            <p:nvSpPr>
              <p:cNvPr id="854" name="Google Shape;854;p22"/>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5" name="Google Shape;855;p22"/>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6" name="Google Shape;856;p22"/>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7" name="Google Shape;857;p22"/>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858" name="Google Shape;858;p22"/>
          <p:cNvSpPr txBox="1"/>
          <p:nvPr>
            <p:ph type="title"/>
          </p:nvPr>
        </p:nvSpPr>
        <p:spPr>
          <a:xfrm>
            <a:off x="720000" y="1940550"/>
            <a:ext cx="2578200" cy="1262400"/>
          </a:xfrm>
          <a:prstGeom prst="rect">
            <a:avLst/>
          </a:prstGeom>
        </p:spPr>
        <p:txBody>
          <a:bodyPr anchorCtr="0" anchor="ctr"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59" name="Google Shape;859;p22"/>
          <p:cNvSpPr txBox="1"/>
          <p:nvPr>
            <p:ph idx="1" type="subTitle"/>
          </p:nvPr>
        </p:nvSpPr>
        <p:spPr>
          <a:xfrm>
            <a:off x="5845800" y="1940550"/>
            <a:ext cx="2578200" cy="126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60" name="Google Shape;860;p22"/>
          <p:cNvGrpSpPr/>
          <p:nvPr/>
        </p:nvGrpSpPr>
        <p:grpSpPr>
          <a:xfrm flipH="1">
            <a:off x="6051485" y="37551"/>
            <a:ext cx="2089144" cy="621935"/>
            <a:chOff x="3061501" y="5366201"/>
            <a:chExt cx="4019131" cy="1196489"/>
          </a:xfrm>
        </p:grpSpPr>
        <p:sp>
          <p:nvSpPr>
            <p:cNvPr id="861" name="Google Shape;861;p22"/>
            <p:cNvSpPr/>
            <p:nvPr/>
          </p:nvSpPr>
          <p:spPr>
            <a:xfrm>
              <a:off x="3103425" y="5369005"/>
              <a:ext cx="3973616" cy="1191549"/>
            </a:xfrm>
            <a:custGeom>
              <a:rect b="b" l="l" r="r" t="t"/>
              <a:pathLst>
                <a:path extrusionOk="0" h="1191549" w="3973616">
                  <a:moveTo>
                    <a:pt x="1356787" y="389076"/>
                  </a:moveTo>
                  <a:cubicBezTo>
                    <a:pt x="1349289" y="368136"/>
                    <a:pt x="1344168" y="346465"/>
                    <a:pt x="1341699" y="324336"/>
                  </a:cubicBezTo>
                  <a:cubicBezTo>
                    <a:pt x="1327343" y="184981"/>
                    <a:pt x="1427104" y="42609"/>
                    <a:pt x="1562801" y="9051"/>
                  </a:cubicBezTo>
                  <a:cubicBezTo>
                    <a:pt x="1591788" y="1736"/>
                    <a:pt x="1621688" y="-916"/>
                    <a:pt x="1651315" y="273"/>
                  </a:cubicBezTo>
                  <a:cubicBezTo>
                    <a:pt x="1734709" y="3473"/>
                    <a:pt x="1818650" y="39684"/>
                    <a:pt x="1868759" y="106069"/>
                  </a:cubicBezTo>
                  <a:cubicBezTo>
                    <a:pt x="1916400" y="169345"/>
                    <a:pt x="1928378" y="260054"/>
                    <a:pt x="1891894" y="329365"/>
                  </a:cubicBezTo>
                  <a:lnTo>
                    <a:pt x="1908719" y="339332"/>
                  </a:lnTo>
                  <a:cubicBezTo>
                    <a:pt x="1917222" y="320130"/>
                    <a:pt x="1929384" y="302391"/>
                    <a:pt x="1945478" y="288766"/>
                  </a:cubicBezTo>
                  <a:cubicBezTo>
                    <a:pt x="2004547" y="238200"/>
                    <a:pt x="2095348" y="237194"/>
                    <a:pt x="2165391" y="271209"/>
                  </a:cubicBezTo>
                  <a:cubicBezTo>
                    <a:pt x="2235708" y="305042"/>
                    <a:pt x="2287463" y="368044"/>
                    <a:pt x="2327422" y="434887"/>
                  </a:cubicBezTo>
                  <a:cubicBezTo>
                    <a:pt x="2354946" y="319307"/>
                    <a:pt x="2488448" y="241491"/>
                    <a:pt x="2602565" y="274135"/>
                  </a:cubicBezTo>
                  <a:cubicBezTo>
                    <a:pt x="2716408" y="306963"/>
                    <a:pt x="2788463" y="443665"/>
                    <a:pt x="2750698" y="556045"/>
                  </a:cubicBezTo>
                  <a:cubicBezTo>
                    <a:pt x="2776484" y="463873"/>
                    <a:pt x="2908066" y="422451"/>
                    <a:pt x="2982041" y="483350"/>
                  </a:cubicBezTo>
                  <a:cubicBezTo>
                    <a:pt x="3013680" y="509411"/>
                    <a:pt x="3032608" y="547084"/>
                    <a:pt x="3054553" y="581648"/>
                  </a:cubicBezTo>
                  <a:cubicBezTo>
                    <a:pt x="3149468" y="730513"/>
                    <a:pt x="3316803" y="831005"/>
                    <a:pt x="3492643" y="844813"/>
                  </a:cubicBezTo>
                  <a:cubicBezTo>
                    <a:pt x="3668756" y="858437"/>
                    <a:pt x="3849533" y="785011"/>
                    <a:pt x="3966302" y="652423"/>
                  </a:cubicBezTo>
                  <a:lnTo>
                    <a:pt x="3973617" y="656355"/>
                  </a:lnTo>
                  <a:cubicBezTo>
                    <a:pt x="3872667" y="857065"/>
                    <a:pt x="3677077" y="1007393"/>
                    <a:pt x="3457164" y="1052656"/>
                  </a:cubicBezTo>
                  <a:cubicBezTo>
                    <a:pt x="3236244" y="1098102"/>
                    <a:pt x="2996214" y="1037111"/>
                    <a:pt x="2823942" y="891630"/>
                  </a:cubicBezTo>
                  <a:cubicBezTo>
                    <a:pt x="2805471" y="1028058"/>
                    <a:pt x="2663373" y="1134860"/>
                    <a:pt x="2527127" y="1114926"/>
                  </a:cubicBezTo>
                  <a:cubicBezTo>
                    <a:pt x="2390882" y="1094718"/>
                    <a:pt x="2285817" y="951706"/>
                    <a:pt x="2307488" y="815735"/>
                  </a:cubicBezTo>
                  <a:cubicBezTo>
                    <a:pt x="2262500" y="879194"/>
                    <a:pt x="2168866" y="902328"/>
                    <a:pt x="2099280" y="867307"/>
                  </a:cubicBezTo>
                  <a:cubicBezTo>
                    <a:pt x="2142074" y="1021017"/>
                    <a:pt x="1997873" y="1185701"/>
                    <a:pt x="1838310" y="1191370"/>
                  </a:cubicBezTo>
                  <a:cubicBezTo>
                    <a:pt x="1679021" y="1196948"/>
                    <a:pt x="1533998" y="1071949"/>
                    <a:pt x="1483614" y="920616"/>
                  </a:cubicBezTo>
                  <a:cubicBezTo>
                    <a:pt x="1419606" y="1004558"/>
                    <a:pt x="1278331" y="1012605"/>
                    <a:pt x="1205362" y="936161"/>
                  </a:cubicBezTo>
                  <a:lnTo>
                    <a:pt x="1198596" y="934698"/>
                  </a:lnTo>
                  <a:cubicBezTo>
                    <a:pt x="1158453" y="1009862"/>
                    <a:pt x="1066465" y="1053387"/>
                    <a:pt x="982797" y="1037111"/>
                  </a:cubicBezTo>
                  <a:cubicBezTo>
                    <a:pt x="899129" y="1020835"/>
                    <a:pt x="830549" y="945671"/>
                    <a:pt x="821497" y="860997"/>
                  </a:cubicBezTo>
                  <a:cubicBezTo>
                    <a:pt x="755294" y="964416"/>
                    <a:pt x="643920" y="1037842"/>
                    <a:pt x="522488" y="1057776"/>
                  </a:cubicBezTo>
                  <a:cubicBezTo>
                    <a:pt x="401330" y="1077985"/>
                    <a:pt x="272217" y="1044426"/>
                    <a:pt x="176114" y="967982"/>
                  </a:cubicBezTo>
                  <a:cubicBezTo>
                    <a:pt x="111648" y="916684"/>
                    <a:pt x="62271" y="847556"/>
                    <a:pt x="0" y="793789"/>
                  </a:cubicBezTo>
                  <a:cubicBezTo>
                    <a:pt x="215250" y="942196"/>
                    <a:pt x="536387" y="920799"/>
                    <a:pt x="725393" y="737828"/>
                  </a:cubicBezTo>
                  <a:cubicBezTo>
                    <a:pt x="761604" y="702806"/>
                    <a:pt x="793516" y="662664"/>
                    <a:pt x="835121" y="633952"/>
                  </a:cubicBezTo>
                  <a:cubicBezTo>
                    <a:pt x="915680" y="577716"/>
                    <a:pt x="1029523" y="574150"/>
                    <a:pt x="1113922" y="624717"/>
                  </a:cubicBezTo>
                  <a:cubicBezTo>
                    <a:pt x="1067196" y="556868"/>
                    <a:pt x="1079358" y="455187"/>
                    <a:pt x="1140440" y="399957"/>
                  </a:cubicBezTo>
                  <a:cubicBezTo>
                    <a:pt x="1198596" y="347928"/>
                    <a:pt x="1293693" y="343722"/>
                    <a:pt x="1356970" y="38898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2" name="Google Shape;862;p22"/>
            <p:cNvSpPr/>
            <p:nvPr/>
          </p:nvSpPr>
          <p:spPr>
            <a:xfrm>
              <a:off x="3061501" y="5724083"/>
              <a:ext cx="1411377" cy="710506"/>
            </a:xfrm>
            <a:custGeom>
              <a:rect b="b" l="l" r="r" t="t"/>
              <a:pathLst>
                <a:path extrusionOk="0" h="710506" w="1411377">
                  <a:moveTo>
                    <a:pt x="1016491" y="464040"/>
                  </a:moveTo>
                  <a:cubicBezTo>
                    <a:pt x="1010456" y="403324"/>
                    <a:pt x="1067515" y="357695"/>
                    <a:pt x="1123476" y="351386"/>
                  </a:cubicBezTo>
                  <a:cubicBezTo>
                    <a:pt x="1188033" y="344162"/>
                    <a:pt x="1237867" y="393174"/>
                    <a:pt x="1252772" y="452884"/>
                  </a:cubicBezTo>
                  <a:cubicBezTo>
                    <a:pt x="1268866" y="517258"/>
                    <a:pt x="1247286" y="584466"/>
                    <a:pt x="1198365" y="628814"/>
                  </a:cubicBezTo>
                  <a:cubicBezTo>
                    <a:pt x="1147525" y="675083"/>
                    <a:pt x="1072818" y="695108"/>
                    <a:pt x="1006524" y="674626"/>
                  </a:cubicBezTo>
                  <a:cubicBezTo>
                    <a:pt x="932184" y="651766"/>
                    <a:pt x="874851" y="583003"/>
                    <a:pt x="866073" y="505736"/>
                  </a:cubicBezTo>
                  <a:cubicBezTo>
                    <a:pt x="865798" y="503176"/>
                    <a:pt x="862598" y="501987"/>
                    <a:pt x="861043" y="504365"/>
                  </a:cubicBezTo>
                  <a:cubicBezTo>
                    <a:pt x="789994" y="614276"/>
                    <a:pt x="669202" y="690079"/>
                    <a:pt x="538626" y="703521"/>
                  </a:cubicBezTo>
                  <a:cubicBezTo>
                    <a:pt x="470960" y="710471"/>
                    <a:pt x="401832" y="701235"/>
                    <a:pt x="338189" y="677461"/>
                  </a:cubicBezTo>
                  <a:cubicBezTo>
                    <a:pt x="274547" y="653686"/>
                    <a:pt x="216300" y="612538"/>
                    <a:pt x="167014" y="562795"/>
                  </a:cubicBezTo>
                  <a:cubicBezTo>
                    <a:pt x="113979" y="509211"/>
                    <a:pt x="66612" y="449227"/>
                    <a:pt x="3793" y="406433"/>
                  </a:cubicBezTo>
                  <a:cubicBezTo>
                    <a:pt x="1507" y="404878"/>
                    <a:pt x="-1419" y="408536"/>
                    <a:pt x="776" y="410365"/>
                  </a:cubicBezTo>
                  <a:cubicBezTo>
                    <a:pt x="122117" y="512137"/>
                    <a:pt x="285886" y="553376"/>
                    <a:pt x="441974" y="534814"/>
                  </a:cubicBezTo>
                  <a:cubicBezTo>
                    <a:pt x="518966" y="525670"/>
                    <a:pt x="594404" y="502170"/>
                    <a:pt x="662070" y="464131"/>
                  </a:cubicBezTo>
                  <a:cubicBezTo>
                    <a:pt x="695811" y="445112"/>
                    <a:pt x="727541" y="422526"/>
                    <a:pt x="756253" y="396557"/>
                  </a:cubicBezTo>
                  <a:cubicBezTo>
                    <a:pt x="792189" y="364187"/>
                    <a:pt x="822273" y="325783"/>
                    <a:pt x="859672" y="295058"/>
                  </a:cubicBezTo>
                  <a:cubicBezTo>
                    <a:pt x="941968" y="227393"/>
                    <a:pt x="1062394" y="217517"/>
                    <a:pt x="1154383" y="271833"/>
                  </a:cubicBezTo>
                  <a:cubicBezTo>
                    <a:pt x="1156486" y="273113"/>
                    <a:pt x="1159320" y="270553"/>
                    <a:pt x="1157858" y="268358"/>
                  </a:cubicBezTo>
                  <a:cubicBezTo>
                    <a:pt x="1122928" y="216146"/>
                    <a:pt x="1121190" y="146103"/>
                    <a:pt x="1150176" y="90782"/>
                  </a:cubicBezTo>
                  <a:cubicBezTo>
                    <a:pt x="1179163" y="35461"/>
                    <a:pt x="1242257" y="2450"/>
                    <a:pt x="1306173" y="5285"/>
                  </a:cubicBezTo>
                  <a:cubicBezTo>
                    <a:pt x="1342841" y="6931"/>
                    <a:pt x="1378594" y="19916"/>
                    <a:pt x="1406940" y="43416"/>
                  </a:cubicBezTo>
                  <a:cubicBezTo>
                    <a:pt x="1409409" y="45519"/>
                    <a:pt x="1413067" y="41953"/>
                    <a:pt x="1410506" y="39850"/>
                  </a:cubicBezTo>
                  <a:cubicBezTo>
                    <a:pt x="1360032" y="-2122"/>
                    <a:pt x="1287062" y="-11266"/>
                    <a:pt x="1226804" y="13972"/>
                  </a:cubicBezTo>
                  <a:cubicBezTo>
                    <a:pt x="1166544" y="39209"/>
                    <a:pt x="1127774" y="100748"/>
                    <a:pt x="1124939" y="166585"/>
                  </a:cubicBezTo>
                  <a:cubicBezTo>
                    <a:pt x="1123385" y="203436"/>
                    <a:pt x="1132894" y="240194"/>
                    <a:pt x="1153468" y="270827"/>
                  </a:cubicBezTo>
                  <a:lnTo>
                    <a:pt x="1156943" y="267352"/>
                  </a:lnTo>
                  <a:cubicBezTo>
                    <a:pt x="1084431" y="224467"/>
                    <a:pt x="992077" y="219986"/>
                    <a:pt x="915267" y="254276"/>
                  </a:cubicBezTo>
                  <a:cubicBezTo>
                    <a:pt x="872108" y="273570"/>
                    <a:pt x="838183" y="305757"/>
                    <a:pt x="805905" y="339499"/>
                  </a:cubicBezTo>
                  <a:cubicBezTo>
                    <a:pt x="773627" y="373240"/>
                    <a:pt x="744092" y="403141"/>
                    <a:pt x="707516" y="429201"/>
                  </a:cubicBezTo>
                  <a:cubicBezTo>
                    <a:pt x="576025" y="523019"/>
                    <a:pt x="403935" y="553925"/>
                    <a:pt x="246567" y="521738"/>
                  </a:cubicBezTo>
                  <a:cubicBezTo>
                    <a:pt x="157961" y="503633"/>
                    <a:pt x="73745" y="465046"/>
                    <a:pt x="4342" y="406707"/>
                  </a:cubicBezTo>
                  <a:lnTo>
                    <a:pt x="1324" y="410639"/>
                  </a:lnTo>
                  <a:cubicBezTo>
                    <a:pt x="61126" y="451513"/>
                    <a:pt x="106755" y="508114"/>
                    <a:pt x="156772" y="559686"/>
                  </a:cubicBezTo>
                  <a:cubicBezTo>
                    <a:pt x="204961" y="609338"/>
                    <a:pt x="258636" y="650669"/>
                    <a:pt x="323010" y="677095"/>
                  </a:cubicBezTo>
                  <a:cubicBezTo>
                    <a:pt x="448100" y="728393"/>
                    <a:pt x="591112" y="720529"/>
                    <a:pt x="708978" y="654143"/>
                  </a:cubicBezTo>
                  <a:cubicBezTo>
                    <a:pt x="772164" y="618573"/>
                    <a:pt x="826388" y="567916"/>
                    <a:pt x="865798" y="507017"/>
                  </a:cubicBezTo>
                  <a:lnTo>
                    <a:pt x="860769" y="505645"/>
                  </a:lnTo>
                  <a:cubicBezTo>
                    <a:pt x="868907" y="577060"/>
                    <a:pt x="916547" y="641251"/>
                    <a:pt x="982018" y="670877"/>
                  </a:cubicBezTo>
                  <a:cubicBezTo>
                    <a:pt x="1049044" y="701235"/>
                    <a:pt x="1128322" y="688891"/>
                    <a:pt x="1186661" y="645274"/>
                  </a:cubicBezTo>
                  <a:cubicBezTo>
                    <a:pt x="1245000" y="601657"/>
                    <a:pt x="1271792" y="536460"/>
                    <a:pt x="1260819" y="467332"/>
                  </a:cubicBezTo>
                  <a:cubicBezTo>
                    <a:pt x="1251126" y="406067"/>
                    <a:pt x="1206046" y="347362"/>
                    <a:pt x="1139752" y="346174"/>
                  </a:cubicBezTo>
                  <a:cubicBezTo>
                    <a:pt x="1076567" y="345076"/>
                    <a:pt x="1006250" y="395094"/>
                    <a:pt x="1013657" y="463857"/>
                  </a:cubicBezTo>
                  <a:cubicBezTo>
                    <a:pt x="1013840" y="465686"/>
                    <a:pt x="1016766" y="465777"/>
                    <a:pt x="1016583" y="463857"/>
                  </a:cubicBezTo>
                  <a:lnTo>
                    <a:pt x="1016583" y="463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3" name="Google Shape;863;p22"/>
            <p:cNvSpPr/>
            <p:nvPr/>
          </p:nvSpPr>
          <p:spPr>
            <a:xfrm>
              <a:off x="4441360" y="5366201"/>
              <a:ext cx="577920" cy="591218"/>
            </a:xfrm>
            <a:custGeom>
              <a:rect b="b" l="l" r="r" t="t"/>
              <a:pathLst>
                <a:path extrusionOk="0" h="591218" w="577920">
                  <a:moveTo>
                    <a:pt x="285216" y="588476"/>
                  </a:moveTo>
                  <a:cubicBezTo>
                    <a:pt x="162413" y="581984"/>
                    <a:pt x="50032" y="491366"/>
                    <a:pt x="15560" y="373591"/>
                  </a:cubicBezTo>
                  <a:cubicBezTo>
                    <a:pt x="-18913" y="255817"/>
                    <a:pt x="37505" y="121857"/>
                    <a:pt x="139004" y="53186"/>
                  </a:cubicBezTo>
                  <a:cubicBezTo>
                    <a:pt x="250652" y="-22344"/>
                    <a:pt x="418627" y="-8353"/>
                    <a:pt x="512353" y="90585"/>
                  </a:cubicBezTo>
                  <a:cubicBezTo>
                    <a:pt x="558805" y="139688"/>
                    <a:pt x="581848" y="210280"/>
                    <a:pt x="569869" y="277214"/>
                  </a:cubicBezTo>
                  <a:cubicBezTo>
                    <a:pt x="558713" y="339850"/>
                    <a:pt x="515645" y="390599"/>
                    <a:pt x="455112" y="410534"/>
                  </a:cubicBezTo>
                  <a:cubicBezTo>
                    <a:pt x="394578" y="430467"/>
                    <a:pt x="328650" y="416660"/>
                    <a:pt x="291526" y="364539"/>
                  </a:cubicBezTo>
                  <a:cubicBezTo>
                    <a:pt x="273238" y="338844"/>
                    <a:pt x="263911" y="303914"/>
                    <a:pt x="275615" y="273465"/>
                  </a:cubicBezTo>
                  <a:cubicBezTo>
                    <a:pt x="286039" y="246399"/>
                    <a:pt x="313014" y="226007"/>
                    <a:pt x="341635" y="222258"/>
                  </a:cubicBezTo>
                  <a:cubicBezTo>
                    <a:pt x="355899" y="220338"/>
                    <a:pt x="369890" y="222990"/>
                    <a:pt x="382326" y="230214"/>
                  </a:cubicBezTo>
                  <a:cubicBezTo>
                    <a:pt x="384886" y="231677"/>
                    <a:pt x="387081" y="227836"/>
                    <a:pt x="384612" y="226282"/>
                  </a:cubicBezTo>
                  <a:cubicBezTo>
                    <a:pt x="335508" y="196472"/>
                    <a:pt x="271866" y="239084"/>
                    <a:pt x="265740" y="292119"/>
                  </a:cubicBezTo>
                  <a:cubicBezTo>
                    <a:pt x="258333" y="357315"/>
                    <a:pt x="315483" y="412453"/>
                    <a:pt x="376290" y="422421"/>
                  </a:cubicBezTo>
                  <a:cubicBezTo>
                    <a:pt x="437098" y="432387"/>
                    <a:pt x="498363" y="407516"/>
                    <a:pt x="536585" y="362253"/>
                  </a:cubicBezTo>
                  <a:cubicBezTo>
                    <a:pt x="580751" y="309950"/>
                    <a:pt x="587517" y="234512"/>
                    <a:pt x="566394" y="171143"/>
                  </a:cubicBezTo>
                  <a:cubicBezTo>
                    <a:pt x="518846" y="28223"/>
                    <a:pt x="340812" y="-29750"/>
                    <a:pt x="205847" y="14598"/>
                  </a:cubicBezTo>
                  <a:cubicBezTo>
                    <a:pt x="82403" y="55197"/>
                    <a:pt x="-6569" y="184037"/>
                    <a:pt x="381" y="313973"/>
                  </a:cubicBezTo>
                  <a:cubicBezTo>
                    <a:pt x="7330" y="443543"/>
                    <a:pt x="112121" y="560038"/>
                    <a:pt x="238491" y="585915"/>
                  </a:cubicBezTo>
                  <a:cubicBezTo>
                    <a:pt x="253853" y="589024"/>
                    <a:pt x="269488" y="590762"/>
                    <a:pt x="285216" y="591219"/>
                  </a:cubicBezTo>
                  <a:cubicBezTo>
                    <a:pt x="287136" y="591219"/>
                    <a:pt x="287136" y="588384"/>
                    <a:pt x="285216" y="588293"/>
                  </a:cubicBezTo>
                  <a:lnTo>
                    <a:pt x="285216" y="58829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4" name="Google Shape;864;p22"/>
            <p:cNvSpPr/>
            <p:nvPr/>
          </p:nvSpPr>
          <p:spPr>
            <a:xfrm>
              <a:off x="4997299" y="5614784"/>
              <a:ext cx="2074548" cy="602936"/>
            </a:xfrm>
            <a:custGeom>
              <a:rect b="b" l="l" r="r" t="t"/>
              <a:pathLst>
                <a:path extrusionOk="0" h="602936" w="2074548">
                  <a:moveTo>
                    <a:pt x="126859" y="155823"/>
                  </a:moveTo>
                  <a:cubicBezTo>
                    <a:pt x="153925" y="157927"/>
                    <a:pt x="169378" y="184536"/>
                    <a:pt x="169927" y="209682"/>
                  </a:cubicBezTo>
                  <a:cubicBezTo>
                    <a:pt x="170567" y="239674"/>
                    <a:pt x="149078" y="261528"/>
                    <a:pt x="120275" y="267015"/>
                  </a:cubicBezTo>
                  <a:cubicBezTo>
                    <a:pt x="56633" y="279085"/>
                    <a:pt x="8261" y="222301"/>
                    <a:pt x="4878" y="163413"/>
                  </a:cubicBezTo>
                  <a:cubicBezTo>
                    <a:pt x="1494" y="104526"/>
                    <a:pt x="33316" y="49388"/>
                    <a:pt x="86259" y="23144"/>
                  </a:cubicBezTo>
                  <a:cubicBezTo>
                    <a:pt x="144598" y="-5659"/>
                    <a:pt x="216653" y="559"/>
                    <a:pt x="273803" y="29088"/>
                  </a:cubicBezTo>
                  <a:cubicBezTo>
                    <a:pt x="342657" y="63561"/>
                    <a:pt x="392766" y="125465"/>
                    <a:pt x="431628" y="190388"/>
                  </a:cubicBezTo>
                  <a:cubicBezTo>
                    <a:pt x="432634" y="192034"/>
                    <a:pt x="435377" y="191851"/>
                    <a:pt x="435926" y="189839"/>
                  </a:cubicBezTo>
                  <a:cubicBezTo>
                    <a:pt x="458146" y="100137"/>
                    <a:pt x="542637" y="33568"/>
                    <a:pt x="633436" y="24516"/>
                  </a:cubicBezTo>
                  <a:cubicBezTo>
                    <a:pt x="727711" y="15098"/>
                    <a:pt x="811561" y="75173"/>
                    <a:pt x="846857" y="160762"/>
                  </a:cubicBezTo>
                  <a:cubicBezTo>
                    <a:pt x="866334" y="207944"/>
                    <a:pt x="870266" y="260888"/>
                    <a:pt x="854355" y="309717"/>
                  </a:cubicBezTo>
                  <a:lnTo>
                    <a:pt x="859202" y="311089"/>
                  </a:lnTo>
                  <a:cubicBezTo>
                    <a:pt x="882244" y="232816"/>
                    <a:pt x="980085" y="191759"/>
                    <a:pt x="1054426" y="220929"/>
                  </a:cubicBezTo>
                  <a:cubicBezTo>
                    <a:pt x="1103255" y="240131"/>
                    <a:pt x="1128401" y="288869"/>
                    <a:pt x="1154553" y="331023"/>
                  </a:cubicBezTo>
                  <a:cubicBezTo>
                    <a:pt x="1180705" y="373177"/>
                    <a:pt x="1211794" y="411033"/>
                    <a:pt x="1247639" y="444683"/>
                  </a:cubicBezTo>
                  <a:cubicBezTo>
                    <a:pt x="1318139" y="510977"/>
                    <a:pt x="1405190" y="559714"/>
                    <a:pt x="1498824" y="584586"/>
                  </a:cubicBezTo>
                  <a:cubicBezTo>
                    <a:pt x="1592459" y="609458"/>
                    <a:pt x="1695512" y="609092"/>
                    <a:pt x="1790884" y="583214"/>
                  </a:cubicBezTo>
                  <a:cubicBezTo>
                    <a:pt x="1899332" y="553862"/>
                    <a:pt x="2000190" y="493420"/>
                    <a:pt x="2073982" y="408381"/>
                  </a:cubicBezTo>
                  <a:cubicBezTo>
                    <a:pt x="2075811" y="406186"/>
                    <a:pt x="2072793" y="403078"/>
                    <a:pt x="2070873" y="405272"/>
                  </a:cubicBezTo>
                  <a:cubicBezTo>
                    <a:pt x="1930056" y="561086"/>
                    <a:pt x="1708222" y="633506"/>
                    <a:pt x="1503671" y="580379"/>
                  </a:cubicBezTo>
                  <a:cubicBezTo>
                    <a:pt x="1405190" y="554776"/>
                    <a:pt x="1313841" y="502747"/>
                    <a:pt x="1241421" y="431332"/>
                  </a:cubicBezTo>
                  <a:cubicBezTo>
                    <a:pt x="1204388" y="394848"/>
                    <a:pt x="1174487" y="353517"/>
                    <a:pt x="1147420" y="309260"/>
                  </a:cubicBezTo>
                  <a:cubicBezTo>
                    <a:pt x="1124195" y="271130"/>
                    <a:pt x="1098135" y="231993"/>
                    <a:pt x="1054609" y="215534"/>
                  </a:cubicBezTo>
                  <a:cubicBezTo>
                    <a:pt x="977799" y="186365"/>
                    <a:pt x="878038" y="229433"/>
                    <a:pt x="854447" y="309900"/>
                  </a:cubicBezTo>
                  <a:cubicBezTo>
                    <a:pt x="853533" y="313009"/>
                    <a:pt x="858287" y="314289"/>
                    <a:pt x="859293" y="311271"/>
                  </a:cubicBezTo>
                  <a:cubicBezTo>
                    <a:pt x="888645" y="221295"/>
                    <a:pt x="851155" y="117876"/>
                    <a:pt x="777088" y="60909"/>
                  </a:cubicBezTo>
                  <a:cubicBezTo>
                    <a:pt x="700828" y="2296"/>
                    <a:pt x="596312" y="8605"/>
                    <a:pt x="519594" y="63012"/>
                  </a:cubicBezTo>
                  <a:cubicBezTo>
                    <a:pt x="476708" y="93370"/>
                    <a:pt x="444156" y="137444"/>
                    <a:pt x="431537" y="188742"/>
                  </a:cubicBezTo>
                  <a:lnTo>
                    <a:pt x="435834" y="188194"/>
                  </a:lnTo>
                  <a:cubicBezTo>
                    <a:pt x="396607" y="122722"/>
                    <a:pt x="345766" y="60086"/>
                    <a:pt x="276272" y="25339"/>
                  </a:cubicBezTo>
                  <a:cubicBezTo>
                    <a:pt x="214824" y="-5385"/>
                    <a:pt x="136368" y="-10871"/>
                    <a:pt x="75286" y="23967"/>
                  </a:cubicBezTo>
                  <a:cubicBezTo>
                    <a:pt x="21520" y="54599"/>
                    <a:pt x="-7924" y="117236"/>
                    <a:pt x="1860" y="178409"/>
                  </a:cubicBezTo>
                  <a:cubicBezTo>
                    <a:pt x="11644" y="239583"/>
                    <a:pt x="68337" y="289326"/>
                    <a:pt x="130425" y="269575"/>
                  </a:cubicBezTo>
                  <a:cubicBezTo>
                    <a:pt x="159137" y="260431"/>
                    <a:pt x="176785" y="235102"/>
                    <a:pt x="173676" y="204927"/>
                  </a:cubicBezTo>
                  <a:cubicBezTo>
                    <a:pt x="171024" y="179507"/>
                    <a:pt x="154291" y="154909"/>
                    <a:pt x="126950" y="153537"/>
                  </a:cubicBezTo>
                  <a:cubicBezTo>
                    <a:pt x="125304" y="153537"/>
                    <a:pt x="125396" y="155915"/>
                    <a:pt x="126950" y="156007"/>
                  </a:cubicBezTo>
                  <a:lnTo>
                    <a:pt x="126950" y="15600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5" name="Google Shape;865;p22"/>
            <p:cNvSpPr/>
            <p:nvPr/>
          </p:nvSpPr>
          <p:spPr>
            <a:xfrm>
              <a:off x="4307128" y="6020681"/>
              <a:ext cx="2773504" cy="542009"/>
            </a:xfrm>
            <a:custGeom>
              <a:rect b="b" l="l" r="r" t="t"/>
              <a:pathLst>
                <a:path extrusionOk="0" h="542009" w="2773504">
                  <a:moveTo>
                    <a:pt x="379" y="285673"/>
                  </a:moveTo>
                  <a:cubicBezTo>
                    <a:pt x="75543" y="363123"/>
                    <a:pt x="214714" y="354619"/>
                    <a:pt x="281374" y="270312"/>
                  </a:cubicBezTo>
                  <a:lnTo>
                    <a:pt x="277717" y="269397"/>
                  </a:lnTo>
                  <a:cubicBezTo>
                    <a:pt x="317676" y="390006"/>
                    <a:pt x="416980" y="495437"/>
                    <a:pt x="540698" y="530458"/>
                  </a:cubicBezTo>
                  <a:cubicBezTo>
                    <a:pt x="601872" y="547740"/>
                    <a:pt x="667068" y="546277"/>
                    <a:pt x="726047" y="521680"/>
                  </a:cubicBezTo>
                  <a:cubicBezTo>
                    <a:pt x="781917" y="498454"/>
                    <a:pt x="830472" y="457672"/>
                    <a:pt x="863481" y="407014"/>
                  </a:cubicBezTo>
                  <a:cubicBezTo>
                    <a:pt x="900423" y="350322"/>
                    <a:pt x="915968" y="281101"/>
                    <a:pt x="898228" y="214990"/>
                  </a:cubicBezTo>
                  <a:lnTo>
                    <a:pt x="894388" y="217916"/>
                  </a:lnTo>
                  <a:cubicBezTo>
                    <a:pt x="966534" y="253121"/>
                    <a:pt x="1058705" y="230078"/>
                    <a:pt x="1105980" y="165247"/>
                  </a:cubicBezTo>
                  <a:lnTo>
                    <a:pt x="1101225" y="163235"/>
                  </a:lnTo>
                  <a:cubicBezTo>
                    <a:pt x="1085132" y="270769"/>
                    <a:pt x="1144019" y="381228"/>
                    <a:pt x="1237105" y="435178"/>
                  </a:cubicBezTo>
                  <a:cubicBezTo>
                    <a:pt x="1333483" y="491048"/>
                    <a:pt x="1452172" y="470656"/>
                    <a:pt x="1534376" y="398693"/>
                  </a:cubicBezTo>
                  <a:cubicBezTo>
                    <a:pt x="1581011" y="357911"/>
                    <a:pt x="1613929" y="302224"/>
                    <a:pt x="1622890" y="240594"/>
                  </a:cubicBezTo>
                  <a:lnTo>
                    <a:pt x="1618501" y="241782"/>
                  </a:lnTo>
                  <a:cubicBezTo>
                    <a:pt x="1757490" y="358460"/>
                    <a:pt x="1938541" y="421370"/>
                    <a:pt x="2119776" y="418261"/>
                  </a:cubicBezTo>
                  <a:cubicBezTo>
                    <a:pt x="2294426" y="415244"/>
                    <a:pt x="2463133" y="347395"/>
                    <a:pt x="2594715" y="233095"/>
                  </a:cubicBezTo>
                  <a:cubicBezTo>
                    <a:pt x="2668416" y="169087"/>
                    <a:pt x="2729497" y="90998"/>
                    <a:pt x="2773205" y="3764"/>
                  </a:cubicBezTo>
                  <a:cubicBezTo>
                    <a:pt x="2774669" y="929"/>
                    <a:pt x="2770371" y="-1631"/>
                    <a:pt x="2768908" y="1295"/>
                  </a:cubicBezTo>
                  <a:cubicBezTo>
                    <a:pt x="2692738" y="152811"/>
                    <a:pt x="2563808" y="275432"/>
                    <a:pt x="2410006" y="346390"/>
                  </a:cubicBezTo>
                  <a:cubicBezTo>
                    <a:pt x="2247974" y="421188"/>
                    <a:pt x="2062626" y="432160"/>
                    <a:pt x="1891724" y="381959"/>
                  </a:cubicBezTo>
                  <a:cubicBezTo>
                    <a:pt x="1793243" y="352973"/>
                    <a:pt x="1700980" y="304235"/>
                    <a:pt x="1622250" y="238124"/>
                  </a:cubicBezTo>
                  <a:cubicBezTo>
                    <a:pt x="1620879" y="237027"/>
                    <a:pt x="1618135" y="237119"/>
                    <a:pt x="1617861" y="239313"/>
                  </a:cubicBezTo>
                  <a:cubicBezTo>
                    <a:pt x="1602591" y="344652"/>
                    <a:pt x="1516363" y="431337"/>
                    <a:pt x="1414041" y="456118"/>
                  </a:cubicBezTo>
                  <a:cubicBezTo>
                    <a:pt x="1307148" y="481904"/>
                    <a:pt x="1200712" y="428411"/>
                    <a:pt x="1144019" y="336788"/>
                  </a:cubicBezTo>
                  <a:cubicBezTo>
                    <a:pt x="1112289" y="285582"/>
                    <a:pt x="1097293" y="224592"/>
                    <a:pt x="1106254" y="164698"/>
                  </a:cubicBezTo>
                  <a:cubicBezTo>
                    <a:pt x="1106711" y="161772"/>
                    <a:pt x="1103328" y="160217"/>
                    <a:pt x="1101499" y="162686"/>
                  </a:cubicBezTo>
                  <a:cubicBezTo>
                    <a:pt x="1056054" y="225140"/>
                    <a:pt x="966443" y="247360"/>
                    <a:pt x="897040" y="213527"/>
                  </a:cubicBezTo>
                  <a:cubicBezTo>
                    <a:pt x="895028" y="212521"/>
                    <a:pt x="892651" y="214167"/>
                    <a:pt x="893199" y="216453"/>
                  </a:cubicBezTo>
                  <a:cubicBezTo>
                    <a:pt x="925477" y="336422"/>
                    <a:pt x="845925" y="457946"/>
                    <a:pt x="739763" y="510067"/>
                  </a:cubicBezTo>
                  <a:cubicBezTo>
                    <a:pt x="623634" y="567034"/>
                    <a:pt x="488760" y="527075"/>
                    <a:pt x="396771" y="443316"/>
                  </a:cubicBezTo>
                  <a:cubicBezTo>
                    <a:pt x="344468" y="395584"/>
                    <a:pt x="305149" y="335142"/>
                    <a:pt x="281922" y="268300"/>
                  </a:cubicBezTo>
                  <a:cubicBezTo>
                    <a:pt x="281283" y="266380"/>
                    <a:pt x="279088" y="266288"/>
                    <a:pt x="277991" y="267751"/>
                  </a:cubicBezTo>
                  <a:cubicBezTo>
                    <a:pt x="213891" y="351419"/>
                    <a:pt x="76182" y="357911"/>
                    <a:pt x="2756" y="283387"/>
                  </a:cubicBezTo>
                  <a:cubicBezTo>
                    <a:pt x="1293" y="281924"/>
                    <a:pt x="-993" y="284210"/>
                    <a:pt x="470" y="285673"/>
                  </a:cubicBezTo>
                  <a:lnTo>
                    <a:pt x="470" y="28567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866" name="Shape 866"/>
        <p:cNvGrpSpPr/>
        <p:nvPr/>
      </p:nvGrpSpPr>
      <p:grpSpPr>
        <a:xfrm>
          <a:off x="0" y="0"/>
          <a:ext cx="0" cy="0"/>
          <a:chOff x="0" y="0"/>
          <a:chExt cx="0" cy="0"/>
        </a:xfrm>
      </p:grpSpPr>
      <p:grpSp>
        <p:nvGrpSpPr>
          <p:cNvPr id="867" name="Google Shape;867;p23"/>
          <p:cNvGrpSpPr/>
          <p:nvPr/>
        </p:nvGrpSpPr>
        <p:grpSpPr>
          <a:xfrm>
            <a:off x="228600" y="228600"/>
            <a:ext cx="8686800" cy="4686300"/>
            <a:chOff x="228600" y="228600"/>
            <a:chExt cx="8686800" cy="4686300"/>
          </a:xfrm>
        </p:grpSpPr>
        <p:sp>
          <p:nvSpPr>
            <p:cNvPr id="868" name="Google Shape;868;p23"/>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869" name="Google Shape;869;p23"/>
            <p:cNvGrpSpPr/>
            <p:nvPr/>
          </p:nvGrpSpPr>
          <p:grpSpPr>
            <a:xfrm>
              <a:off x="333904" y="365653"/>
              <a:ext cx="1210874" cy="1218592"/>
              <a:chOff x="2083365" y="2107621"/>
              <a:chExt cx="309829" cy="311796"/>
            </a:xfrm>
          </p:grpSpPr>
          <p:sp>
            <p:nvSpPr>
              <p:cNvPr id="870" name="Google Shape;870;p23"/>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1" name="Google Shape;871;p23"/>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2" name="Google Shape;872;p23"/>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3" name="Google Shape;873;p23"/>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74" name="Google Shape;874;p23"/>
            <p:cNvGrpSpPr/>
            <p:nvPr/>
          </p:nvGrpSpPr>
          <p:grpSpPr>
            <a:xfrm>
              <a:off x="7599218" y="365653"/>
              <a:ext cx="1210878" cy="1218592"/>
              <a:chOff x="3498340" y="2107621"/>
              <a:chExt cx="309830" cy="311796"/>
            </a:xfrm>
          </p:grpSpPr>
          <p:sp>
            <p:nvSpPr>
              <p:cNvPr id="875" name="Google Shape;875;p23"/>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6" name="Google Shape;876;p23"/>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7" name="Google Shape;877;p23"/>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8" name="Google Shape;878;p23"/>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79" name="Google Shape;879;p23"/>
            <p:cNvGrpSpPr/>
            <p:nvPr/>
          </p:nvGrpSpPr>
          <p:grpSpPr>
            <a:xfrm>
              <a:off x="333904" y="3559446"/>
              <a:ext cx="1210874" cy="1218588"/>
              <a:chOff x="2083365" y="2914852"/>
              <a:chExt cx="309829" cy="311795"/>
            </a:xfrm>
          </p:grpSpPr>
          <p:sp>
            <p:nvSpPr>
              <p:cNvPr id="880" name="Google Shape;880;p23"/>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1" name="Google Shape;881;p23"/>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2" name="Google Shape;882;p23"/>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3" name="Google Shape;883;p23"/>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84" name="Google Shape;884;p23"/>
            <p:cNvGrpSpPr/>
            <p:nvPr/>
          </p:nvGrpSpPr>
          <p:grpSpPr>
            <a:xfrm>
              <a:off x="7523018" y="3559446"/>
              <a:ext cx="1210878" cy="1218588"/>
              <a:chOff x="3478843" y="2914852"/>
              <a:chExt cx="309830" cy="311795"/>
            </a:xfrm>
          </p:grpSpPr>
          <p:sp>
            <p:nvSpPr>
              <p:cNvPr id="885" name="Google Shape;885;p23"/>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6" name="Google Shape;886;p23"/>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7" name="Google Shape;887;p23"/>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8" name="Google Shape;888;p23"/>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889" name="Google Shape;889;p2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90" name="Google Shape;890;p23"/>
          <p:cNvSpPr txBox="1"/>
          <p:nvPr>
            <p:ph idx="1" type="subTitle"/>
          </p:nvPr>
        </p:nvSpPr>
        <p:spPr>
          <a:xfrm>
            <a:off x="5810311" y="2932511"/>
            <a:ext cx="25056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91" name="Google Shape;891;p23"/>
          <p:cNvSpPr txBox="1"/>
          <p:nvPr>
            <p:ph idx="2" type="subTitle"/>
          </p:nvPr>
        </p:nvSpPr>
        <p:spPr>
          <a:xfrm>
            <a:off x="1941988" y="2932511"/>
            <a:ext cx="25056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92" name="Google Shape;892;p23"/>
          <p:cNvSpPr txBox="1"/>
          <p:nvPr>
            <p:ph idx="3" type="subTitle"/>
          </p:nvPr>
        </p:nvSpPr>
        <p:spPr>
          <a:xfrm>
            <a:off x="1941988" y="2514538"/>
            <a:ext cx="2505600" cy="489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893" name="Google Shape;893;p23"/>
          <p:cNvSpPr txBox="1"/>
          <p:nvPr>
            <p:ph idx="4" type="subTitle"/>
          </p:nvPr>
        </p:nvSpPr>
        <p:spPr>
          <a:xfrm>
            <a:off x="5810313" y="2514538"/>
            <a:ext cx="2505600" cy="489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894" name="Google Shape;894;p23"/>
          <p:cNvSpPr/>
          <p:nvPr>
            <p:ph idx="5" type="pic"/>
          </p:nvPr>
        </p:nvSpPr>
        <p:spPr>
          <a:xfrm>
            <a:off x="828088" y="2529125"/>
            <a:ext cx="961500" cy="961500"/>
          </a:xfrm>
          <a:prstGeom prst="rect">
            <a:avLst/>
          </a:prstGeom>
          <a:noFill/>
          <a:ln>
            <a:noFill/>
          </a:ln>
        </p:spPr>
      </p:sp>
      <p:sp>
        <p:nvSpPr>
          <p:cNvPr id="895" name="Google Shape;895;p23"/>
          <p:cNvSpPr/>
          <p:nvPr>
            <p:ph idx="6" type="pic"/>
          </p:nvPr>
        </p:nvSpPr>
        <p:spPr>
          <a:xfrm>
            <a:off x="4696413" y="2529125"/>
            <a:ext cx="961500" cy="961500"/>
          </a:xfrm>
          <a:prstGeom prst="rect">
            <a:avLst/>
          </a:prstGeom>
          <a:noFill/>
          <a:ln>
            <a:noFill/>
          </a:ln>
        </p:spPr>
      </p:sp>
      <p:grpSp>
        <p:nvGrpSpPr>
          <p:cNvPr id="896" name="Google Shape;896;p23"/>
          <p:cNvGrpSpPr/>
          <p:nvPr/>
        </p:nvGrpSpPr>
        <p:grpSpPr>
          <a:xfrm>
            <a:off x="5881885" y="4406206"/>
            <a:ext cx="2362438" cy="686189"/>
            <a:chOff x="7195266" y="5292104"/>
            <a:chExt cx="4631323" cy="1345205"/>
          </a:xfrm>
        </p:grpSpPr>
        <p:sp>
          <p:nvSpPr>
            <p:cNvPr id="897" name="Google Shape;897;p23"/>
            <p:cNvSpPr/>
            <p:nvPr/>
          </p:nvSpPr>
          <p:spPr>
            <a:xfrm>
              <a:off x="7198193" y="5294725"/>
              <a:ext cx="4625675" cy="1340030"/>
            </a:xfrm>
            <a:custGeom>
              <a:rect b="b" l="l" r="r" t="t"/>
              <a:pathLst>
                <a:path extrusionOk="0" h="1340030" w="4625675">
                  <a:moveTo>
                    <a:pt x="2787000" y="496683"/>
                  </a:moveTo>
                  <a:cubicBezTo>
                    <a:pt x="2841316" y="417861"/>
                    <a:pt x="2952689" y="379457"/>
                    <a:pt x="3047695" y="404877"/>
                  </a:cubicBezTo>
                  <a:cubicBezTo>
                    <a:pt x="3160625" y="435235"/>
                    <a:pt x="3244383" y="539477"/>
                    <a:pt x="3271267" y="653411"/>
                  </a:cubicBezTo>
                  <a:cubicBezTo>
                    <a:pt x="3315066" y="586568"/>
                    <a:pt x="3425617" y="615738"/>
                    <a:pt x="3474080" y="679563"/>
                  </a:cubicBezTo>
                  <a:cubicBezTo>
                    <a:pt x="3522361" y="743113"/>
                    <a:pt x="3536168" y="826872"/>
                    <a:pt x="3579236" y="894172"/>
                  </a:cubicBezTo>
                  <a:cubicBezTo>
                    <a:pt x="3662812" y="1024566"/>
                    <a:pt x="3835451" y="1065257"/>
                    <a:pt x="3990351" y="1062422"/>
                  </a:cubicBezTo>
                  <a:cubicBezTo>
                    <a:pt x="4227821" y="1057942"/>
                    <a:pt x="4471600" y="970433"/>
                    <a:pt x="4625676" y="789657"/>
                  </a:cubicBezTo>
                  <a:cubicBezTo>
                    <a:pt x="4432463" y="1126430"/>
                    <a:pt x="3962553" y="1270174"/>
                    <a:pt x="3614075" y="1098906"/>
                  </a:cubicBezTo>
                  <a:cubicBezTo>
                    <a:pt x="3552901" y="1196107"/>
                    <a:pt x="3423971" y="1235884"/>
                    <a:pt x="3311501" y="1213755"/>
                  </a:cubicBezTo>
                  <a:cubicBezTo>
                    <a:pt x="3199029" y="1191444"/>
                    <a:pt x="3102742" y="1116555"/>
                    <a:pt x="3030323" y="1027583"/>
                  </a:cubicBezTo>
                  <a:cubicBezTo>
                    <a:pt x="3021818" y="1121950"/>
                    <a:pt x="2911999" y="1186140"/>
                    <a:pt x="2820467" y="1162914"/>
                  </a:cubicBezTo>
                  <a:cubicBezTo>
                    <a:pt x="2728661" y="1139597"/>
                    <a:pt x="2664928" y="1047609"/>
                    <a:pt x="2655784" y="953243"/>
                  </a:cubicBezTo>
                  <a:cubicBezTo>
                    <a:pt x="2593147" y="1041940"/>
                    <a:pt x="2464034" y="1075589"/>
                    <a:pt x="2366102" y="1028772"/>
                  </a:cubicBezTo>
                  <a:lnTo>
                    <a:pt x="2352934" y="1028498"/>
                  </a:lnTo>
                  <a:cubicBezTo>
                    <a:pt x="2356227" y="1074401"/>
                    <a:pt x="2348728" y="1121218"/>
                    <a:pt x="2328428" y="1162640"/>
                  </a:cubicBezTo>
                  <a:cubicBezTo>
                    <a:pt x="2261403" y="1300258"/>
                    <a:pt x="2086569" y="1366186"/>
                    <a:pt x="1937614" y="1330433"/>
                  </a:cubicBezTo>
                  <a:cubicBezTo>
                    <a:pt x="1788384" y="1294863"/>
                    <a:pt x="1669329" y="1173705"/>
                    <a:pt x="1609619" y="1032796"/>
                  </a:cubicBezTo>
                  <a:cubicBezTo>
                    <a:pt x="1555760" y="1114177"/>
                    <a:pt x="1416680" y="1115366"/>
                    <a:pt x="1361633" y="1034716"/>
                  </a:cubicBezTo>
                  <a:cubicBezTo>
                    <a:pt x="1362548" y="1131642"/>
                    <a:pt x="1263518" y="1209275"/>
                    <a:pt x="1166592" y="1208634"/>
                  </a:cubicBezTo>
                  <a:cubicBezTo>
                    <a:pt x="1069666" y="1208177"/>
                    <a:pt x="981426" y="1146730"/>
                    <a:pt x="921898" y="1070286"/>
                  </a:cubicBezTo>
                  <a:cubicBezTo>
                    <a:pt x="753374" y="1222534"/>
                    <a:pt x="513619" y="1292394"/>
                    <a:pt x="289865" y="1254263"/>
                  </a:cubicBezTo>
                  <a:cubicBezTo>
                    <a:pt x="172639" y="1234055"/>
                    <a:pt x="51481" y="1177545"/>
                    <a:pt x="0" y="1070469"/>
                  </a:cubicBezTo>
                  <a:cubicBezTo>
                    <a:pt x="135514" y="1162914"/>
                    <a:pt x="323058" y="1227380"/>
                    <a:pt x="457932" y="1133745"/>
                  </a:cubicBezTo>
                  <a:cubicBezTo>
                    <a:pt x="531815" y="1082173"/>
                    <a:pt x="571134" y="994208"/>
                    <a:pt x="636331" y="931846"/>
                  </a:cubicBezTo>
                  <a:cubicBezTo>
                    <a:pt x="701253" y="869484"/>
                    <a:pt x="823418" y="844063"/>
                    <a:pt x="871881" y="920050"/>
                  </a:cubicBezTo>
                  <a:cubicBezTo>
                    <a:pt x="857068" y="835102"/>
                    <a:pt x="900318" y="743113"/>
                    <a:pt x="975208" y="700045"/>
                  </a:cubicBezTo>
                  <a:cubicBezTo>
                    <a:pt x="1020379" y="673894"/>
                    <a:pt x="1075243" y="667127"/>
                    <a:pt x="1126084" y="677917"/>
                  </a:cubicBezTo>
                  <a:cubicBezTo>
                    <a:pt x="1127273" y="578887"/>
                    <a:pt x="1171255" y="480498"/>
                    <a:pt x="1245413" y="414387"/>
                  </a:cubicBezTo>
                  <a:cubicBezTo>
                    <a:pt x="1322131" y="345898"/>
                    <a:pt x="1429390" y="312705"/>
                    <a:pt x="1531529" y="326421"/>
                  </a:cubicBezTo>
                  <a:lnTo>
                    <a:pt x="1552012" y="328067"/>
                  </a:lnTo>
                  <a:cubicBezTo>
                    <a:pt x="1556217" y="286645"/>
                    <a:pt x="1567556" y="245954"/>
                    <a:pt x="1586576" y="208738"/>
                  </a:cubicBezTo>
                  <a:cubicBezTo>
                    <a:pt x="1664483" y="56033"/>
                    <a:pt x="1852940" y="-26354"/>
                    <a:pt x="2021190" y="7570"/>
                  </a:cubicBezTo>
                  <a:cubicBezTo>
                    <a:pt x="2054108" y="14154"/>
                    <a:pt x="2086569" y="24761"/>
                    <a:pt x="2116013" y="41220"/>
                  </a:cubicBezTo>
                  <a:cubicBezTo>
                    <a:pt x="2142622" y="56033"/>
                    <a:pt x="2166854" y="75601"/>
                    <a:pt x="2188068" y="97730"/>
                  </a:cubicBezTo>
                  <a:cubicBezTo>
                    <a:pt x="2251345" y="163658"/>
                    <a:pt x="2288561" y="254001"/>
                    <a:pt x="2290390" y="345532"/>
                  </a:cubicBezTo>
                  <a:lnTo>
                    <a:pt x="2306392" y="353305"/>
                  </a:lnTo>
                  <a:cubicBezTo>
                    <a:pt x="2317456" y="343155"/>
                    <a:pt x="2329434" y="334011"/>
                    <a:pt x="2342144" y="326238"/>
                  </a:cubicBezTo>
                  <a:cubicBezTo>
                    <a:pt x="2433676" y="270460"/>
                    <a:pt x="2553920" y="276861"/>
                    <a:pt x="2650389" y="323221"/>
                  </a:cubicBezTo>
                  <a:cubicBezTo>
                    <a:pt x="2717415" y="355499"/>
                    <a:pt x="2780782" y="416398"/>
                    <a:pt x="2779137" y="490739"/>
                  </a:cubicBezTo>
                  <a:lnTo>
                    <a:pt x="2787366" y="49686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8" name="Google Shape;898;p23"/>
            <p:cNvSpPr/>
            <p:nvPr/>
          </p:nvSpPr>
          <p:spPr>
            <a:xfrm>
              <a:off x="8743881" y="5292104"/>
              <a:ext cx="746897" cy="707056"/>
            </a:xfrm>
            <a:custGeom>
              <a:rect b="b" l="l" r="r" t="t"/>
              <a:pathLst>
                <a:path extrusionOk="0" h="707056" w="746897">
                  <a:moveTo>
                    <a:pt x="281466" y="383723"/>
                  </a:moveTo>
                  <a:cubicBezTo>
                    <a:pt x="266653" y="364978"/>
                    <a:pt x="278083" y="338369"/>
                    <a:pt x="296463" y="326939"/>
                  </a:cubicBezTo>
                  <a:cubicBezTo>
                    <a:pt x="314842" y="315509"/>
                    <a:pt x="338708" y="315601"/>
                    <a:pt x="359830" y="316698"/>
                  </a:cubicBezTo>
                  <a:cubicBezTo>
                    <a:pt x="400704" y="318801"/>
                    <a:pt x="438378" y="331420"/>
                    <a:pt x="457854" y="369916"/>
                  </a:cubicBezTo>
                  <a:cubicBezTo>
                    <a:pt x="473490" y="400914"/>
                    <a:pt x="475685" y="437490"/>
                    <a:pt x="475411" y="471597"/>
                  </a:cubicBezTo>
                  <a:cubicBezTo>
                    <a:pt x="475045" y="512745"/>
                    <a:pt x="474313" y="556454"/>
                    <a:pt x="459957" y="595498"/>
                  </a:cubicBezTo>
                  <a:cubicBezTo>
                    <a:pt x="430605" y="675234"/>
                    <a:pt x="341451" y="711353"/>
                    <a:pt x="261532" y="699191"/>
                  </a:cubicBezTo>
                  <a:cubicBezTo>
                    <a:pt x="187100" y="687853"/>
                    <a:pt x="120166" y="642773"/>
                    <a:pt x="75909" y="582697"/>
                  </a:cubicBezTo>
                  <a:cubicBezTo>
                    <a:pt x="-1998" y="476901"/>
                    <a:pt x="-16811" y="325202"/>
                    <a:pt x="44911" y="208433"/>
                  </a:cubicBezTo>
                  <a:cubicBezTo>
                    <a:pt x="110382" y="84440"/>
                    <a:pt x="249005" y="9368"/>
                    <a:pt x="387171" y="5527"/>
                  </a:cubicBezTo>
                  <a:cubicBezTo>
                    <a:pt x="468004" y="3241"/>
                    <a:pt x="551123" y="24821"/>
                    <a:pt x="613759" y="77582"/>
                  </a:cubicBezTo>
                  <a:cubicBezTo>
                    <a:pt x="676396" y="130343"/>
                    <a:pt x="718824" y="205415"/>
                    <a:pt x="734734" y="285334"/>
                  </a:cubicBezTo>
                  <a:cubicBezTo>
                    <a:pt x="738849" y="305999"/>
                    <a:pt x="741044" y="326939"/>
                    <a:pt x="741501" y="348062"/>
                  </a:cubicBezTo>
                  <a:cubicBezTo>
                    <a:pt x="741501" y="351536"/>
                    <a:pt x="746988" y="351536"/>
                    <a:pt x="746896" y="348062"/>
                  </a:cubicBezTo>
                  <a:cubicBezTo>
                    <a:pt x="744793" y="261925"/>
                    <a:pt x="712698" y="177618"/>
                    <a:pt x="656370" y="112329"/>
                  </a:cubicBezTo>
                  <a:cubicBezTo>
                    <a:pt x="625921" y="77034"/>
                    <a:pt x="588705" y="47590"/>
                    <a:pt x="545820" y="29119"/>
                  </a:cubicBezTo>
                  <a:cubicBezTo>
                    <a:pt x="508420" y="13025"/>
                    <a:pt x="467821" y="4064"/>
                    <a:pt x="427222" y="1047"/>
                  </a:cubicBezTo>
                  <a:cubicBezTo>
                    <a:pt x="280095" y="-9652"/>
                    <a:pt x="125287" y="62220"/>
                    <a:pt x="48843" y="190419"/>
                  </a:cubicBezTo>
                  <a:cubicBezTo>
                    <a:pt x="-27601" y="318618"/>
                    <a:pt x="-11050" y="478912"/>
                    <a:pt x="75726" y="591566"/>
                  </a:cubicBezTo>
                  <a:cubicBezTo>
                    <a:pt x="123092" y="653014"/>
                    <a:pt x="194416" y="698186"/>
                    <a:pt x="272505" y="706049"/>
                  </a:cubicBezTo>
                  <a:cubicBezTo>
                    <a:pt x="350595" y="713913"/>
                    <a:pt x="435177" y="675508"/>
                    <a:pt x="464255" y="598699"/>
                  </a:cubicBezTo>
                  <a:cubicBezTo>
                    <a:pt x="479708" y="557917"/>
                    <a:pt x="480348" y="511556"/>
                    <a:pt x="480348" y="468397"/>
                  </a:cubicBezTo>
                  <a:cubicBezTo>
                    <a:pt x="480348" y="433558"/>
                    <a:pt x="477605" y="396068"/>
                    <a:pt x="460506" y="364978"/>
                  </a:cubicBezTo>
                  <a:cubicBezTo>
                    <a:pt x="441944" y="331054"/>
                    <a:pt x="408660" y="316606"/>
                    <a:pt x="371352" y="313315"/>
                  </a:cubicBezTo>
                  <a:cubicBezTo>
                    <a:pt x="338068" y="310388"/>
                    <a:pt x="289879" y="309657"/>
                    <a:pt x="275066" y="346873"/>
                  </a:cubicBezTo>
                  <a:cubicBezTo>
                    <a:pt x="269854" y="360040"/>
                    <a:pt x="270676" y="374214"/>
                    <a:pt x="279912" y="385278"/>
                  </a:cubicBezTo>
                  <a:cubicBezTo>
                    <a:pt x="280826" y="386375"/>
                    <a:pt x="282381" y="384821"/>
                    <a:pt x="281466" y="383723"/>
                  </a:cubicBezTo>
                  <a:lnTo>
                    <a:pt x="281466" y="383723"/>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9" name="Google Shape;899;p23"/>
            <p:cNvSpPr/>
            <p:nvPr/>
          </p:nvSpPr>
          <p:spPr>
            <a:xfrm>
              <a:off x="9424743" y="5578602"/>
              <a:ext cx="554877" cy="321049"/>
            </a:xfrm>
            <a:custGeom>
              <a:rect b="b" l="l" r="r" t="t"/>
              <a:pathLst>
                <a:path extrusionOk="0" h="321049" w="554877">
                  <a:moveTo>
                    <a:pt x="20315" y="318419"/>
                  </a:moveTo>
                  <a:cubicBezTo>
                    <a:pt x="-22205" y="221584"/>
                    <a:pt x="24978" y="103443"/>
                    <a:pt x="111206" y="47665"/>
                  </a:cubicBezTo>
                  <a:cubicBezTo>
                    <a:pt x="211150" y="-17075"/>
                    <a:pt x="350413" y="-4273"/>
                    <a:pt x="449168" y="56260"/>
                  </a:cubicBezTo>
                  <a:cubicBezTo>
                    <a:pt x="502203" y="88813"/>
                    <a:pt x="550026" y="141208"/>
                    <a:pt x="549478" y="206862"/>
                  </a:cubicBezTo>
                  <a:cubicBezTo>
                    <a:pt x="549478" y="210337"/>
                    <a:pt x="554781" y="210337"/>
                    <a:pt x="554873" y="206862"/>
                  </a:cubicBezTo>
                  <a:cubicBezTo>
                    <a:pt x="555330" y="149803"/>
                    <a:pt x="520034" y="101797"/>
                    <a:pt x="476234" y="68422"/>
                  </a:cubicBezTo>
                  <a:cubicBezTo>
                    <a:pt x="427588" y="31297"/>
                    <a:pt x="366781" y="9626"/>
                    <a:pt x="306339" y="2402"/>
                  </a:cubicBezTo>
                  <a:cubicBezTo>
                    <a:pt x="245897" y="-4822"/>
                    <a:pt x="180335" y="3865"/>
                    <a:pt x="125287" y="33675"/>
                  </a:cubicBezTo>
                  <a:cubicBezTo>
                    <a:pt x="77373" y="59644"/>
                    <a:pt x="39791" y="102255"/>
                    <a:pt x="18486" y="152272"/>
                  </a:cubicBezTo>
                  <a:cubicBezTo>
                    <a:pt x="-4283" y="205673"/>
                    <a:pt x="-7575" y="266938"/>
                    <a:pt x="17388" y="320156"/>
                  </a:cubicBezTo>
                  <a:cubicBezTo>
                    <a:pt x="18394" y="322168"/>
                    <a:pt x="21320" y="320430"/>
                    <a:pt x="20406" y="318419"/>
                  </a:cubicBezTo>
                  <a:lnTo>
                    <a:pt x="20406" y="318419"/>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0" name="Google Shape;900;p23"/>
            <p:cNvSpPr/>
            <p:nvPr/>
          </p:nvSpPr>
          <p:spPr>
            <a:xfrm>
              <a:off x="7195266" y="5965135"/>
              <a:ext cx="2358815" cy="672174"/>
            </a:xfrm>
            <a:custGeom>
              <a:rect b="b" l="l" r="r" t="t"/>
              <a:pathLst>
                <a:path extrusionOk="0" h="672174" w="2358815">
                  <a:moveTo>
                    <a:pt x="1098470" y="153354"/>
                  </a:moveTo>
                  <a:cubicBezTo>
                    <a:pt x="1053299" y="193130"/>
                    <a:pt x="1071861" y="272134"/>
                    <a:pt x="1120964" y="300298"/>
                  </a:cubicBezTo>
                  <a:cubicBezTo>
                    <a:pt x="1182412" y="335593"/>
                    <a:pt x="1260867" y="286307"/>
                    <a:pt x="1280984" y="225043"/>
                  </a:cubicBezTo>
                  <a:cubicBezTo>
                    <a:pt x="1306313" y="148141"/>
                    <a:pt x="1256661" y="64657"/>
                    <a:pt x="1190001" y="27441"/>
                  </a:cubicBezTo>
                  <a:cubicBezTo>
                    <a:pt x="1123342" y="-9775"/>
                    <a:pt x="1034645" y="-9867"/>
                    <a:pt x="969082" y="31647"/>
                  </a:cubicBezTo>
                  <a:cubicBezTo>
                    <a:pt x="897028" y="77275"/>
                    <a:pt x="857983" y="166613"/>
                    <a:pt x="871699" y="250372"/>
                  </a:cubicBezTo>
                  <a:lnTo>
                    <a:pt x="876637" y="248268"/>
                  </a:lnTo>
                  <a:cubicBezTo>
                    <a:pt x="846004" y="201543"/>
                    <a:pt x="788488" y="193130"/>
                    <a:pt x="737373" y="205291"/>
                  </a:cubicBezTo>
                  <a:cubicBezTo>
                    <a:pt x="709301" y="211967"/>
                    <a:pt x="682327" y="224403"/>
                    <a:pt x="658918" y="241228"/>
                  </a:cubicBezTo>
                  <a:cubicBezTo>
                    <a:pt x="632126" y="260521"/>
                    <a:pt x="610454" y="286399"/>
                    <a:pt x="590247" y="312276"/>
                  </a:cubicBezTo>
                  <a:cubicBezTo>
                    <a:pt x="546081" y="368878"/>
                    <a:pt x="507127" y="433069"/>
                    <a:pt x="443943" y="470651"/>
                  </a:cubicBezTo>
                  <a:cubicBezTo>
                    <a:pt x="380757" y="508232"/>
                    <a:pt x="305137" y="512987"/>
                    <a:pt x="234271" y="499180"/>
                  </a:cubicBezTo>
                  <a:cubicBezTo>
                    <a:pt x="151335" y="483086"/>
                    <a:pt x="73427" y="444773"/>
                    <a:pt x="3933" y="397590"/>
                  </a:cubicBezTo>
                  <a:cubicBezTo>
                    <a:pt x="1556" y="395944"/>
                    <a:pt x="-822" y="399053"/>
                    <a:pt x="275" y="401248"/>
                  </a:cubicBezTo>
                  <a:cubicBezTo>
                    <a:pt x="58340" y="519937"/>
                    <a:pt x="193854" y="573521"/>
                    <a:pt x="317664" y="590071"/>
                  </a:cubicBezTo>
                  <a:cubicBezTo>
                    <a:pt x="456195" y="608633"/>
                    <a:pt x="599116" y="586688"/>
                    <a:pt x="726766" y="530452"/>
                  </a:cubicBezTo>
                  <a:cubicBezTo>
                    <a:pt x="799644" y="498357"/>
                    <a:pt x="867218" y="454923"/>
                    <a:pt x="926380" y="401613"/>
                  </a:cubicBezTo>
                  <a:lnTo>
                    <a:pt x="922539" y="401613"/>
                  </a:lnTo>
                  <a:cubicBezTo>
                    <a:pt x="973289" y="465987"/>
                    <a:pt x="1043332" y="520851"/>
                    <a:pt x="1125445" y="536487"/>
                  </a:cubicBezTo>
                  <a:cubicBezTo>
                    <a:pt x="1198323" y="550295"/>
                    <a:pt x="1275132" y="526612"/>
                    <a:pt x="1324784" y="470559"/>
                  </a:cubicBezTo>
                  <a:cubicBezTo>
                    <a:pt x="1350936" y="441024"/>
                    <a:pt x="1366846" y="403899"/>
                    <a:pt x="1366938" y="364214"/>
                  </a:cubicBezTo>
                  <a:lnTo>
                    <a:pt x="1361909" y="365586"/>
                  </a:lnTo>
                  <a:cubicBezTo>
                    <a:pt x="1419516" y="447882"/>
                    <a:pt x="1558322" y="446785"/>
                    <a:pt x="1614649" y="363574"/>
                  </a:cubicBezTo>
                  <a:lnTo>
                    <a:pt x="1609985" y="363574"/>
                  </a:lnTo>
                  <a:cubicBezTo>
                    <a:pt x="1685972" y="541333"/>
                    <a:pt x="1861263" y="692667"/>
                    <a:pt x="2064442" y="669898"/>
                  </a:cubicBezTo>
                  <a:cubicBezTo>
                    <a:pt x="2153505" y="659931"/>
                    <a:pt x="2241104" y="618509"/>
                    <a:pt x="2298346" y="548283"/>
                  </a:cubicBezTo>
                  <a:cubicBezTo>
                    <a:pt x="2352478" y="481897"/>
                    <a:pt x="2370584" y="396035"/>
                    <a:pt x="2351381" y="312825"/>
                  </a:cubicBezTo>
                  <a:cubicBezTo>
                    <a:pt x="2330898" y="223671"/>
                    <a:pt x="2268445" y="142472"/>
                    <a:pt x="2177736" y="117966"/>
                  </a:cubicBezTo>
                  <a:cubicBezTo>
                    <a:pt x="2174353" y="117052"/>
                    <a:pt x="2172890" y="122264"/>
                    <a:pt x="2176274" y="123179"/>
                  </a:cubicBezTo>
                  <a:cubicBezTo>
                    <a:pt x="2256192" y="144758"/>
                    <a:pt x="2314165" y="211875"/>
                    <a:pt x="2339128" y="289051"/>
                  </a:cubicBezTo>
                  <a:cubicBezTo>
                    <a:pt x="2364091" y="366226"/>
                    <a:pt x="2355861" y="456477"/>
                    <a:pt x="2308130" y="526155"/>
                  </a:cubicBezTo>
                  <a:cubicBezTo>
                    <a:pt x="2257472" y="600130"/>
                    <a:pt x="2173164" y="646307"/>
                    <a:pt x="2085931" y="661394"/>
                  </a:cubicBezTo>
                  <a:cubicBezTo>
                    <a:pt x="1992753" y="677396"/>
                    <a:pt x="1898844" y="655542"/>
                    <a:pt x="1819017" y="605982"/>
                  </a:cubicBezTo>
                  <a:cubicBezTo>
                    <a:pt x="1726937" y="548740"/>
                    <a:pt x="1656985" y="459952"/>
                    <a:pt x="1614649" y="360831"/>
                  </a:cubicBezTo>
                  <a:cubicBezTo>
                    <a:pt x="1613826" y="358819"/>
                    <a:pt x="1610991" y="359368"/>
                    <a:pt x="1609985" y="360831"/>
                  </a:cubicBezTo>
                  <a:cubicBezTo>
                    <a:pt x="1556036" y="440475"/>
                    <a:pt x="1421802" y="441664"/>
                    <a:pt x="1366572" y="362843"/>
                  </a:cubicBezTo>
                  <a:cubicBezTo>
                    <a:pt x="1365109" y="360739"/>
                    <a:pt x="1361543" y="361380"/>
                    <a:pt x="1361543" y="364214"/>
                  </a:cubicBezTo>
                  <a:cubicBezTo>
                    <a:pt x="1361543" y="437915"/>
                    <a:pt x="1304941" y="498174"/>
                    <a:pt x="1238465" y="522771"/>
                  </a:cubicBezTo>
                  <a:cubicBezTo>
                    <a:pt x="1165678" y="549746"/>
                    <a:pt x="1086583" y="529446"/>
                    <a:pt x="1023398" y="488298"/>
                  </a:cubicBezTo>
                  <a:cubicBezTo>
                    <a:pt x="986090" y="463975"/>
                    <a:pt x="953812" y="432703"/>
                    <a:pt x="926380" y="397864"/>
                  </a:cubicBezTo>
                  <a:cubicBezTo>
                    <a:pt x="925465" y="396676"/>
                    <a:pt x="923545" y="396950"/>
                    <a:pt x="922539" y="397864"/>
                  </a:cubicBezTo>
                  <a:cubicBezTo>
                    <a:pt x="819944" y="490219"/>
                    <a:pt x="691745" y="552124"/>
                    <a:pt x="556231" y="577818"/>
                  </a:cubicBezTo>
                  <a:cubicBezTo>
                    <a:pt x="425929" y="602507"/>
                    <a:pt x="280905" y="596746"/>
                    <a:pt x="159107" y="540236"/>
                  </a:cubicBezTo>
                  <a:cubicBezTo>
                    <a:pt x="94276" y="510153"/>
                    <a:pt x="36668" y="463609"/>
                    <a:pt x="4847" y="398504"/>
                  </a:cubicBezTo>
                  <a:lnTo>
                    <a:pt x="1190" y="402162"/>
                  </a:lnTo>
                  <a:cubicBezTo>
                    <a:pt x="111467" y="477051"/>
                    <a:pt x="260879" y="541699"/>
                    <a:pt x="395296" y="498357"/>
                  </a:cubicBezTo>
                  <a:cubicBezTo>
                    <a:pt x="460859" y="477143"/>
                    <a:pt x="507859" y="429868"/>
                    <a:pt x="548641" y="376376"/>
                  </a:cubicBezTo>
                  <a:cubicBezTo>
                    <a:pt x="589880" y="322426"/>
                    <a:pt x="627737" y="260339"/>
                    <a:pt x="690007" y="228517"/>
                  </a:cubicBezTo>
                  <a:cubicBezTo>
                    <a:pt x="747249" y="199257"/>
                    <a:pt x="831739" y="189655"/>
                    <a:pt x="871973" y="250920"/>
                  </a:cubicBezTo>
                  <a:cubicBezTo>
                    <a:pt x="873711" y="253572"/>
                    <a:pt x="877368" y="251835"/>
                    <a:pt x="876911" y="248817"/>
                  </a:cubicBezTo>
                  <a:cubicBezTo>
                    <a:pt x="865389" y="178774"/>
                    <a:pt x="892090" y="104891"/>
                    <a:pt x="944393" y="57067"/>
                  </a:cubicBezTo>
                  <a:cubicBezTo>
                    <a:pt x="996697" y="9244"/>
                    <a:pt x="1076159" y="-6301"/>
                    <a:pt x="1145196" y="14273"/>
                  </a:cubicBezTo>
                  <a:cubicBezTo>
                    <a:pt x="1214233" y="34847"/>
                    <a:pt x="1276504" y="96935"/>
                    <a:pt x="1281990" y="173105"/>
                  </a:cubicBezTo>
                  <a:cubicBezTo>
                    <a:pt x="1284550" y="209589"/>
                    <a:pt x="1272572" y="244794"/>
                    <a:pt x="1246694" y="270763"/>
                  </a:cubicBezTo>
                  <a:cubicBezTo>
                    <a:pt x="1223286" y="294171"/>
                    <a:pt x="1190093" y="309350"/>
                    <a:pt x="1156534" y="306241"/>
                  </a:cubicBezTo>
                  <a:cubicBezTo>
                    <a:pt x="1089052" y="299841"/>
                    <a:pt x="1047447" y="204103"/>
                    <a:pt x="1101030" y="155914"/>
                  </a:cubicBezTo>
                  <a:cubicBezTo>
                    <a:pt x="1102859" y="154268"/>
                    <a:pt x="1100207" y="151708"/>
                    <a:pt x="1098379" y="153262"/>
                  </a:cubicBezTo>
                  <a:lnTo>
                    <a:pt x="1098379" y="15326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1" name="Google Shape;901;p23"/>
            <p:cNvSpPr/>
            <p:nvPr/>
          </p:nvSpPr>
          <p:spPr>
            <a:xfrm>
              <a:off x="8321807" y="5614865"/>
              <a:ext cx="409214" cy="370190"/>
            </a:xfrm>
            <a:custGeom>
              <a:rect b="b" l="l" r="r" t="t"/>
              <a:pathLst>
                <a:path extrusionOk="0" h="370190" w="409214">
                  <a:moveTo>
                    <a:pt x="3476" y="368841"/>
                  </a:moveTo>
                  <a:cubicBezTo>
                    <a:pt x="5122" y="289014"/>
                    <a:pt x="27891" y="212296"/>
                    <a:pt x="75805" y="147740"/>
                  </a:cubicBezTo>
                  <a:cubicBezTo>
                    <a:pt x="123720" y="83183"/>
                    <a:pt x="194769" y="36640"/>
                    <a:pt x="273224" y="16706"/>
                  </a:cubicBezTo>
                  <a:cubicBezTo>
                    <a:pt x="295535" y="11037"/>
                    <a:pt x="318487" y="7471"/>
                    <a:pt x="341438" y="6099"/>
                  </a:cubicBezTo>
                  <a:cubicBezTo>
                    <a:pt x="364390" y="4727"/>
                    <a:pt x="385330" y="6830"/>
                    <a:pt x="407458" y="7928"/>
                  </a:cubicBezTo>
                  <a:cubicBezTo>
                    <a:pt x="409470" y="8019"/>
                    <a:pt x="409927" y="4819"/>
                    <a:pt x="407916" y="4361"/>
                  </a:cubicBezTo>
                  <a:cubicBezTo>
                    <a:pt x="369328" y="-3685"/>
                    <a:pt x="326351" y="430"/>
                    <a:pt x="288037" y="8385"/>
                  </a:cubicBezTo>
                  <a:cubicBezTo>
                    <a:pt x="247712" y="16706"/>
                    <a:pt x="208667" y="31885"/>
                    <a:pt x="173280" y="53099"/>
                  </a:cubicBezTo>
                  <a:cubicBezTo>
                    <a:pt x="104700" y="94247"/>
                    <a:pt x="52122" y="158529"/>
                    <a:pt x="23593" y="233144"/>
                  </a:cubicBezTo>
                  <a:cubicBezTo>
                    <a:pt x="7317" y="275938"/>
                    <a:pt x="-2010" y="322847"/>
                    <a:pt x="367" y="368750"/>
                  </a:cubicBezTo>
                  <a:cubicBezTo>
                    <a:pt x="459" y="370670"/>
                    <a:pt x="3293" y="370670"/>
                    <a:pt x="3293" y="368750"/>
                  </a:cubicBezTo>
                  <a:lnTo>
                    <a:pt x="3293" y="368750"/>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2" name="Google Shape;902;p23"/>
            <p:cNvSpPr/>
            <p:nvPr/>
          </p:nvSpPr>
          <p:spPr>
            <a:xfrm>
              <a:off x="9561970" y="5689586"/>
              <a:ext cx="2264619" cy="827029"/>
            </a:xfrm>
            <a:custGeom>
              <a:rect b="b" l="l" r="r" t="t"/>
              <a:pathLst>
                <a:path extrusionOk="0" h="827029" w="2264619">
                  <a:moveTo>
                    <a:pt x="1227" y="635740"/>
                  </a:moveTo>
                  <a:cubicBezTo>
                    <a:pt x="101263" y="682832"/>
                    <a:pt x="229462" y="649273"/>
                    <a:pt x="294018" y="559662"/>
                  </a:cubicBezTo>
                  <a:lnTo>
                    <a:pt x="289538" y="558473"/>
                  </a:lnTo>
                  <a:cubicBezTo>
                    <a:pt x="297585" y="636563"/>
                    <a:pt x="340561" y="713647"/>
                    <a:pt x="410421" y="752326"/>
                  </a:cubicBezTo>
                  <a:cubicBezTo>
                    <a:pt x="475344" y="788262"/>
                    <a:pt x="555171" y="780032"/>
                    <a:pt x="612687" y="733398"/>
                  </a:cubicBezTo>
                  <a:cubicBezTo>
                    <a:pt x="643776" y="708161"/>
                    <a:pt x="665082" y="672773"/>
                    <a:pt x="669013" y="632723"/>
                  </a:cubicBezTo>
                  <a:lnTo>
                    <a:pt x="664533" y="634552"/>
                  </a:lnTo>
                  <a:cubicBezTo>
                    <a:pt x="725066" y="708252"/>
                    <a:pt x="800962" y="772626"/>
                    <a:pt x="891579" y="805636"/>
                  </a:cubicBezTo>
                  <a:cubicBezTo>
                    <a:pt x="974057" y="835720"/>
                    <a:pt x="1066504" y="835079"/>
                    <a:pt x="1146422" y="797315"/>
                  </a:cubicBezTo>
                  <a:cubicBezTo>
                    <a:pt x="1189490" y="776923"/>
                    <a:pt x="1226797" y="745651"/>
                    <a:pt x="1252584" y="705418"/>
                  </a:cubicBezTo>
                  <a:lnTo>
                    <a:pt x="1248926" y="706332"/>
                  </a:lnTo>
                  <a:cubicBezTo>
                    <a:pt x="1385264" y="772900"/>
                    <a:pt x="1540437" y="792286"/>
                    <a:pt x="1689941" y="770523"/>
                  </a:cubicBezTo>
                  <a:cubicBezTo>
                    <a:pt x="1839172" y="748852"/>
                    <a:pt x="1983190" y="686764"/>
                    <a:pt x="2099501" y="590294"/>
                  </a:cubicBezTo>
                  <a:cubicBezTo>
                    <a:pt x="2165338" y="535705"/>
                    <a:pt x="2221573" y="470051"/>
                    <a:pt x="2264276" y="395984"/>
                  </a:cubicBezTo>
                  <a:cubicBezTo>
                    <a:pt x="2265739" y="393516"/>
                    <a:pt x="2262173" y="390498"/>
                    <a:pt x="2260161" y="392784"/>
                  </a:cubicBezTo>
                  <a:cubicBezTo>
                    <a:pt x="2107457" y="570818"/>
                    <a:pt x="1871084" y="656954"/>
                    <a:pt x="1640838" y="664361"/>
                  </a:cubicBezTo>
                  <a:cubicBezTo>
                    <a:pt x="1535134" y="667744"/>
                    <a:pt x="1423302" y="653662"/>
                    <a:pt x="1329850" y="601084"/>
                  </a:cubicBezTo>
                  <a:cubicBezTo>
                    <a:pt x="1283947" y="575207"/>
                    <a:pt x="1243805" y="539454"/>
                    <a:pt x="1215825" y="494557"/>
                  </a:cubicBezTo>
                  <a:cubicBezTo>
                    <a:pt x="1183912" y="443350"/>
                    <a:pt x="1168550" y="384280"/>
                    <a:pt x="1141576" y="330696"/>
                  </a:cubicBezTo>
                  <a:cubicBezTo>
                    <a:pt x="1128499" y="304636"/>
                    <a:pt x="1112772" y="278941"/>
                    <a:pt x="1090461" y="259739"/>
                  </a:cubicBezTo>
                  <a:cubicBezTo>
                    <a:pt x="1071715" y="243554"/>
                    <a:pt x="1049495" y="231301"/>
                    <a:pt x="1025812" y="224169"/>
                  </a:cubicBezTo>
                  <a:cubicBezTo>
                    <a:pt x="982287" y="211093"/>
                    <a:pt x="932361" y="216945"/>
                    <a:pt x="905295" y="257087"/>
                  </a:cubicBezTo>
                  <a:lnTo>
                    <a:pt x="910140" y="257727"/>
                  </a:lnTo>
                  <a:cubicBezTo>
                    <a:pt x="886366" y="159246"/>
                    <a:pt x="821719" y="66709"/>
                    <a:pt x="728358" y="23366"/>
                  </a:cubicBezTo>
                  <a:cubicBezTo>
                    <a:pt x="642678" y="-16410"/>
                    <a:pt x="538986" y="-4889"/>
                    <a:pt x="464645" y="53999"/>
                  </a:cubicBezTo>
                  <a:cubicBezTo>
                    <a:pt x="429258" y="81979"/>
                    <a:pt x="402009" y="121116"/>
                    <a:pt x="392042" y="165556"/>
                  </a:cubicBezTo>
                  <a:cubicBezTo>
                    <a:pt x="382075" y="209995"/>
                    <a:pt x="389116" y="259922"/>
                    <a:pt x="413987" y="298784"/>
                  </a:cubicBezTo>
                  <a:cubicBezTo>
                    <a:pt x="437305" y="335177"/>
                    <a:pt x="475618" y="358768"/>
                    <a:pt x="519326" y="358037"/>
                  </a:cubicBezTo>
                  <a:cubicBezTo>
                    <a:pt x="559103" y="357305"/>
                    <a:pt x="600891" y="338194"/>
                    <a:pt x="622104" y="303539"/>
                  </a:cubicBezTo>
                  <a:cubicBezTo>
                    <a:pt x="646153" y="264220"/>
                    <a:pt x="633626" y="218134"/>
                    <a:pt x="598696" y="190153"/>
                  </a:cubicBezTo>
                  <a:cubicBezTo>
                    <a:pt x="566967" y="164824"/>
                    <a:pt x="519418" y="155863"/>
                    <a:pt x="487871" y="186221"/>
                  </a:cubicBezTo>
                  <a:cubicBezTo>
                    <a:pt x="485494" y="188507"/>
                    <a:pt x="489151" y="192073"/>
                    <a:pt x="491437" y="189787"/>
                  </a:cubicBezTo>
                  <a:cubicBezTo>
                    <a:pt x="520881" y="161532"/>
                    <a:pt x="565412" y="170310"/>
                    <a:pt x="595039" y="193811"/>
                  </a:cubicBezTo>
                  <a:cubicBezTo>
                    <a:pt x="626585" y="218865"/>
                    <a:pt x="639844" y="259648"/>
                    <a:pt x="620185" y="296406"/>
                  </a:cubicBezTo>
                  <a:cubicBezTo>
                    <a:pt x="600525" y="333165"/>
                    <a:pt x="559926" y="351727"/>
                    <a:pt x="520698" y="352825"/>
                  </a:cubicBezTo>
                  <a:cubicBezTo>
                    <a:pt x="476624" y="354013"/>
                    <a:pt x="438493" y="329690"/>
                    <a:pt x="416182" y="292383"/>
                  </a:cubicBezTo>
                  <a:cubicBezTo>
                    <a:pt x="368908" y="213379"/>
                    <a:pt x="398169" y="114075"/>
                    <a:pt x="467206" y="58845"/>
                  </a:cubicBezTo>
                  <a:cubicBezTo>
                    <a:pt x="536243" y="3615"/>
                    <a:pt x="631706" y="-9918"/>
                    <a:pt x="712722" y="22543"/>
                  </a:cubicBezTo>
                  <a:cubicBezTo>
                    <a:pt x="811661" y="62228"/>
                    <a:pt x="880331" y="157783"/>
                    <a:pt x="904929" y="259373"/>
                  </a:cubicBezTo>
                  <a:cubicBezTo>
                    <a:pt x="905477" y="261750"/>
                    <a:pt x="908587" y="261842"/>
                    <a:pt x="909775" y="260013"/>
                  </a:cubicBezTo>
                  <a:cubicBezTo>
                    <a:pt x="938030" y="218225"/>
                    <a:pt x="991980" y="216945"/>
                    <a:pt x="1035231" y="233313"/>
                  </a:cubicBezTo>
                  <a:cubicBezTo>
                    <a:pt x="1088540" y="253429"/>
                    <a:pt x="1120088" y="296955"/>
                    <a:pt x="1143404" y="347155"/>
                  </a:cubicBezTo>
                  <a:cubicBezTo>
                    <a:pt x="1168367" y="401014"/>
                    <a:pt x="1184552" y="459444"/>
                    <a:pt x="1218477" y="508822"/>
                  </a:cubicBezTo>
                  <a:cubicBezTo>
                    <a:pt x="1246366" y="549329"/>
                    <a:pt x="1284313" y="581882"/>
                    <a:pt x="1327016" y="606022"/>
                  </a:cubicBezTo>
                  <a:cubicBezTo>
                    <a:pt x="1416993" y="656680"/>
                    <a:pt x="1524435" y="672225"/>
                    <a:pt x="1626482" y="670304"/>
                  </a:cubicBezTo>
                  <a:cubicBezTo>
                    <a:pt x="1738770" y="668293"/>
                    <a:pt x="1851241" y="647902"/>
                    <a:pt x="1956214" y="607759"/>
                  </a:cubicBezTo>
                  <a:cubicBezTo>
                    <a:pt x="2073715" y="562862"/>
                    <a:pt x="2181523" y="492454"/>
                    <a:pt x="2263727" y="396716"/>
                  </a:cubicBezTo>
                  <a:lnTo>
                    <a:pt x="2259613" y="393516"/>
                  </a:lnTo>
                  <a:cubicBezTo>
                    <a:pt x="2184358" y="523818"/>
                    <a:pt x="2067314" y="625956"/>
                    <a:pt x="1932349" y="690970"/>
                  </a:cubicBezTo>
                  <a:cubicBezTo>
                    <a:pt x="1797383" y="755984"/>
                    <a:pt x="1644130" y="784970"/>
                    <a:pt x="1494808" y="770157"/>
                  </a:cubicBezTo>
                  <a:cubicBezTo>
                    <a:pt x="1410501" y="761836"/>
                    <a:pt x="1327747" y="739067"/>
                    <a:pt x="1251487" y="701851"/>
                  </a:cubicBezTo>
                  <a:cubicBezTo>
                    <a:pt x="1250115" y="701211"/>
                    <a:pt x="1248652" y="701485"/>
                    <a:pt x="1247829" y="702766"/>
                  </a:cubicBezTo>
                  <a:cubicBezTo>
                    <a:pt x="1201103" y="775735"/>
                    <a:pt x="1116887" y="815511"/>
                    <a:pt x="1032031" y="821363"/>
                  </a:cubicBezTo>
                  <a:cubicBezTo>
                    <a:pt x="941871" y="827490"/>
                    <a:pt x="854911" y="793474"/>
                    <a:pt x="782948" y="741079"/>
                  </a:cubicBezTo>
                  <a:cubicBezTo>
                    <a:pt x="739879" y="709806"/>
                    <a:pt x="701933" y="671950"/>
                    <a:pt x="668191" y="630894"/>
                  </a:cubicBezTo>
                  <a:cubicBezTo>
                    <a:pt x="666545" y="628882"/>
                    <a:pt x="663893" y="630711"/>
                    <a:pt x="663710" y="632723"/>
                  </a:cubicBezTo>
                  <a:cubicBezTo>
                    <a:pt x="656669" y="703406"/>
                    <a:pt x="593758" y="754886"/>
                    <a:pt x="526825" y="767322"/>
                  </a:cubicBezTo>
                  <a:cubicBezTo>
                    <a:pt x="451112" y="781404"/>
                    <a:pt x="379514" y="739524"/>
                    <a:pt x="337726" y="677894"/>
                  </a:cubicBezTo>
                  <a:cubicBezTo>
                    <a:pt x="313678" y="642415"/>
                    <a:pt x="298682" y="601084"/>
                    <a:pt x="294201" y="558473"/>
                  </a:cubicBezTo>
                  <a:cubicBezTo>
                    <a:pt x="293927" y="556096"/>
                    <a:pt x="291184" y="555273"/>
                    <a:pt x="289720" y="557285"/>
                  </a:cubicBezTo>
                  <a:cubicBezTo>
                    <a:pt x="226719" y="644976"/>
                    <a:pt x="100989" y="677711"/>
                    <a:pt x="3148" y="632266"/>
                  </a:cubicBezTo>
                  <a:cubicBezTo>
                    <a:pt x="770" y="631168"/>
                    <a:pt x="-1333" y="634734"/>
                    <a:pt x="1045" y="635832"/>
                  </a:cubicBezTo>
                  <a:lnTo>
                    <a:pt x="1045" y="63583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903" name="Shape 903"/>
        <p:cNvGrpSpPr/>
        <p:nvPr/>
      </p:nvGrpSpPr>
      <p:grpSpPr>
        <a:xfrm>
          <a:off x="0" y="0"/>
          <a:ext cx="0" cy="0"/>
          <a:chOff x="0" y="0"/>
          <a:chExt cx="0" cy="0"/>
        </a:xfrm>
      </p:grpSpPr>
      <p:grpSp>
        <p:nvGrpSpPr>
          <p:cNvPr id="904" name="Google Shape;904;p24"/>
          <p:cNvGrpSpPr/>
          <p:nvPr/>
        </p:nvGrpSpPr>
        <p:grpSpPr>
          <a:xfrm>
            <a:off x="228600" y="228600"/>
            <a:ext cx="8686800" cy="4686300"/>
            <a:chOff x="228600" y="228600"/>
            <a:chExt cx="8686800" cy="4686300"/>
          </a:xfrm>
        </p:grpSpPr>
        <p:sp>
          <p:nvSpPr>
            <p:cNvPr id="905" name="Google Shape;905;p24"/>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906" name="Google Shape;906;p24"/>
            <p:cNvGrpSpPr/>
            <p:nvPr/>
          </p:nvGrpSpPr>
          <p:grpSpPr>
            <a:xfrm>
              <a:off x="333904" y="365653"/>
              <a:ext cx="1210874" cy="1218592"/>
              <a:chOff x="2083365" y="2107621"/>
              <a:chExt cx="309829" cy="311796"/>
            </a:xfrm>
          </p:grpSpPr>
          <p:sp>
            <p:nvSpPr>
              <p:cNvPr id="907" name="Google Shape;907;p24"/>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8" name="Google Shape;908;p24"/>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9" name="Google Shape;909;p24"/>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0" name="Google Shape;910;p24"/>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11" name="Google Shape;911;p24"/>
            <p:cNvGrpSpPr/>
            <p:nvPr/>
          </p:nvGrpSpPr>
          <p:grpSpPr>
            <a:xfrm>
              <a:off x="7599218" y="365653"/>
              <a:ext cx="1210878" cy="1218592"/>
              <a:chOff x="3498340" y="2107621"/>
              <a:chExt cx="309830" cy="311796"/>
            </a:xfrm>
          </p:grpSpPr>
          <p:sp>
            <p:nvSpPr>
              <p:cNvPr id="912" name="Google Shape;912;p24"/>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3" name="Google Shape;913;p24"/>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4" name="Google Shape;914;p24"/>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5" name="Google Shape;915;p24"/>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16" name="Google Shape;916;p24"/>
            <p:cNvGrpSpPr/>
            <p:nvPr/>
          </p:nvGrpSpPr>
          <p:grpSpPr>
            <a:xfrm>
              <a:off x="333904" y="3559446"/>
              <a:ext cx="1210874" cy="1218588"/>
              <a:chOff x="2083365" y="2914852"/>
              <a:chExt cx="309829" cy="311795"/>
            </a:xfrm>
          </p:grpSpPr>
          <p:sp>
            <p:nvSpPr>
              <p:cNvPr id="917" name="Google Shape;917;p24"/>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8" name="Google Shape;918;p24"/>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9" name="Google Shape;919;p24"/>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0" name="Google Shape;920;p24"/>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21" name="Google Shape;921;p24"/>
            <p:cNvGrpSpPr/>
            <p:nvPr/>
          </p:nvGrpSpPr>
          <p:grpSpPr>
            <a:xfrm>
              <a:off x="7523018" y="3559446"/>
              <a:ext cx="1210878" cy="1218588"/>
              <a:chOff x="3478843" y="2914852"/>
              <a:chExt cx="309830" cy="311795"/>
            </a:xfrm>
          </p:grpSpPr>
          <p:sp>
            <p:nvSpPr>
              <p:cNvPr id="922" name="Google Shape;922;p24"/>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3" name="Google Shape;923;p24"/>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4" name="Google Shape;924;p24"/>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5" name="Google Shape;925;p24"/>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926" name="Google Shape;926;p24"/>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927" name="Google Shape;927;p24"/>
          <p:cNvSpPr txBox="1"/>
          <p:nvPr>
            <p:ph idx="1" type="subTitle"/>
          </p:nvPr>
        </p:nvSpPr>
        <p:spPr>
          <a:xfrm>
            <a:off x="1872750" y="3108900"/>
            <a:ext cx="5398500" cy="13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28" name="Google Shape;928;p24"/>
          <p:cNvSpPr txBox="1"/>
          <p:nvPr>
            <p:ph idx="2" type="subTitle"/>
          </p:nvPr>
        </p:nvSpPr>
        <p:spPr>
          <a:xfrm>
            <a:off x="1872750" y="1406325"/>
            <a:ext cx="5398500" cy="13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29" name="Shape 929"/>
        <p:cNvGrpSpPr/>
        <p:nvPr/>
      </p:nvGrpSpPr>
      <p:grpSpPr>
        <a:xfrm>
          <a:off x="0" y="0"/>
          <a:ext cx="0" cy="0"/>
          <a:chOff x="0" y="0"/>
          <a:chExt cx="0" cy="0"/>
        </a:xfrm>
      </p:grpSpPr>
      <p:pic>
        <p:nvPicPr>
          <p:cNvPr id="930" name="Google Shape;930;p25"/>
          <p:cNvPicPr preferRelativeResize="0"/>
          <p:nvPr/>
        </p:nvPicPr>
        <p:blipFill>
          <a:blip r:embed="rId2">
            <a:alphaModFix/>
          </a:blip>
          <a:stretch>
            <a:fillRect/>
          </a:stretch>
        </p:blipFill>
        <p:spPr>
          <a:xfrm flipH="1" rot="-3">
            <a:off x="-1120661" y="-2404098"/>
            <a:ext cx="2769876" cy="5887186"/>
          </a:xfrm>
          <a:prstGeom prst="rect">
            <a:avLst/>
          </a:prstGeom>
          <a:noFill/>
          <a:ln>
            <a:noFill/>
          </a:ln>
        </p:spPr>
      </p:pic>
      <p:grpSp>
        <p:nvGrpSpPr>
          <p:cNvPr id="931" name="Google Shape;931;p25"/>
          <p:cNvGrpSpPr/>
          <p:nvPr/>
        </p:nvGrpSpPr>
        <p:grpSpPr>
          <a:xfrm>
            <a:off x="228600" y="228600"/>
            <a:ext cx="8686800" cy="4686300"/>
            <a:chOff x="228600" y="228600"/>
            <a:chExt cx="8686800" cy="4686300"/>
          </a:xfrm>
        </p:grpSpPr>
        <p:sp>
          <p:nvSpPr>
            <p:cNvPr id="932" name="Google Shape;932;p25"/>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933" name="Google Shape;933;p25"/>
            <p:cNvGrpSpPr/>
            <p:nvPr/>
          </p:nvGrpSpPr>
          <p:grpSpPr>
            <a:xfrm>
              <a:off x="333904" y="365653"/>
              <a:ext cx="1210874" cy="1218592"/>
              <a:chOff x="2083365" y="2107621"/>
              <a:chExt cx="309829" cy="311796"/>
            </a:xfrm>
          </p:grpSpPr>
          <p:sp>
            <p:nvSpPr>
              <p:cNvPr id="934" name="Google Shape;934;p25"/>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5" name="Google Shape;935;p25"/>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6" name="Google Shape;936;p25"/>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7" name="Google Shape;937;p25"/>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38" name="Google Shape;938;p25"/>
            <p:cNvGrpSpPr/>
            <p:nvPr/>
          </p:nvGrpSpPr>
          <p:grpSpPr>
            <a:xfrm>
              <a:off x="7599218" y="365653"/>
              <a:ext cx="1210878" cy="1218592"/>
              <a:chOff x="3498340" y="2107621"/>
              <a:chExt cx="309830" cy="311796"/>
            </a:xfrm>
          </p:grpSpPr>
          <p:sp>
            <p:nvSpPr>
              <p:cNvPr id="939" name="Google Shape;939;p25"/>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0" name="Google Shape;940;p25"/>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1" name="Google Shape;941;p25"/>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2" name="Google Shape;942;p25"/>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43" name="Google Shape;943;p25"/>
            <p:cNvGrpSpPr/>
            <p:nvPr/>
          </p:nvGrpSpPr>
          <p:grpSpPr>
            <a:xfrm>
              <a:off x="333904" y="3559446"/>
              <a:ext cx="1210874" cy="1218588"/>
              <a:chOff x="2083365" y="2914852"/>
              <a:chExt cx="309829" cy="311795"/>
            </a:xfrm>
          </p:grpSpPr>
          <p:sp>
            <p:nvSpPr>
              <p:cNvPr id="944" name="Google Shape;944;p25"/>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5" name="Google Shape;945;p25"/>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6" name="Google Shape;946;p25"/>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7" name="Google Shape;947;p25"/>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48" name="Google Shape;948;p25"/>
            <p:cNvGrpSpPr/>
            <p:nvPr/>
          </p:nvGrpSpPr>
          <p:grpSpPr>
            <a:xfrm>
              <a:off x="7523018" y="3559446"/>
              <a:ext cx="1210878" cy="1218588"/>
              <a:chOff x="3478843" y="2914852"/>
              <a:chExt cx="309830" cy="311795"/>
            </a:xfrm>
          </p:grpSpPr>
          <p:sp>
            <p:nvSpPr>
              <p:cNvPr id="949" name="Google Shape;949;p25"/>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0" name="Google Shape;950;p25"/>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1" name="Google Shape;951;p25"/>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2" name="Google Shape;952;p25"/>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953" name="Google Shape;953;p2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954" name="Google Shape;954;p25"/>
          <p:cNvSpPr txBox="1"/>
          <p:nvPr>
            <p:ph idx="1" type="subTitle"/>
          </p:nvPr>
        </p:nvSpPr>
        <p:spPr>
          <a:xfrm>
            <a:off x="937625" y="2571749"/>
            <a:ext cx="2175300" cy="105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55" name="Google Shape;955;p25"/>
          <p:cNvSpPr txBox="1"/>
          <p:nvPr>
            <p:ph idx="2" type="subTitle"/>
          </p:nvPr>
        </p:nvSpPr>
        <p:spPr>
          <a:xfrm>
            <a:off x="3484350" y="2571749"/>
            <a:ext cx="2175300" cy="105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56" name="Google Shape;956;p25"/>
          <p:cNvSpPr txBox="1"/>
          <p:nvPr>
            <p:ph idx="3" type="subTitle"/>
          </p:nvPr>
        </p:nvSpPr>
        <p:spPr>
          <a:xfrm>
            <a:off x="6031075" y="2571749"/>
            <a:ext cx="2175300" cy="105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57" name="Google Shape;957;p25"/>
          <p:cNvSpPr txBox="1"/>
          <p:nvPr>
            <p:ph idx="4" type="subTitle"/>
          </p:nvPr>
        </p:nvSpPr>
        <p:spPr>
          <a:xfrm>
            <a:off x="937625" y="2143576"/>
            <a:ext cx="21753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958" name="Google Shape;958;p25"/>
          <p:cNvSpPr txBox="1"/>
          <p:nvPr>
            <p:ph idx="5" type="subTitle"/>
          </p:nvPr>
        </p:nvSpPr>
        <p:spPr>
          <a:xfrm>
            <a:off x="3484350" y="2143576"/>
            <a:ext cx="21753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959" name="Google Shape;959;p25"/>
          <p:cNvSpPr txBox="1"/>
          <p:nvPr>
            <p:ph idx="6" type="subTitle"/>
          </p:nvPr>
        </p:nvSpPr>
        <p:spPr>
          <a:xfrm>
            <a:off x="6031075" y="2143576"/>
            <a:ext cx="21753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pic>
        <p:nvPicPr>
          <p:cNvPr id="960" name="Google Shape;960;p25"/>
          <p:cNvPicPr preferRelativeResize="0"/>
          <p:nvPr/>
        </p:nvPicPr>
        <p:blipFill rotWithShape="1">
          <a:blip r:embed="rId2">
            <a:alphaModFix/>
          </a:blip>
          <a:srcRect b="0" l="0" r="0" t="80736"/>
          <a:stretch/>
        </p:blipFill>
        <p:spPr>
          <a:xfrm flipH="1" rot="-3">
            <a:off x="-1120651" y="2349017"/>
            <a:ext cx="2769876" cy="1134072"/>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61" name="Shape 961"/>
        <p:cNvGrpSpPr/>
        <p:nvPr/>
      </p:nvGrpSpPr>
      <p:grpSpPr>
        <a:xfrm>
          <a:off x="0" y="0"/>
          <a:ext cx="0" cy="0"/>
          <a:chOff x="0" y="0"/>
          <a:chExt cx="0" cy="0"/>
        </a:xfrm>
      </p:grpSpPr>
      <p:grpSp>
        <p:nvGrpSpPr>
          <p:cNvPr id="962" name="Google Shape;962;p26"/>
          <p:cNvGrpSpPr/>
          <p:nvPr/>
        </p:nvGrpSpPr>
        <p:grpSpPr>
          <a:xfrm>
            <a:off x="8291832" y="1213246"/>
            <a:ext cx="1247131" cy="1247672"/>
            <a:chOff x="4021503" y="1921113"/>
            <a:chExt cx="805692" cy="806042"/>
          </a:xfrm>
        </p:grpSpPr>
        <p:sp>
          <p:nvSpPr>
            <p:cNvPr id="963" name="Google Shape;963;p26"/>
            <p:cNvSpPr/>
            <p:nvPr/>
          </p:nvSpPr>
          <p:spPr>
            <a:xfrm>
              <a:off x="4635425" y="2198798"/>
              <a:ext cx="191770" cy="244983"/>
            </a:xfrm>
            <a:custGeom>
              <a:rect b="b" l="l" r="r" t="t"/>
              <a:pathLst>
                <a:path extrusionOk="0" h="244983" w="191770">
                  <a:moveTo>
                    <a:pt x="65703" y="238974"/>
                  </a:moveTo>
                  <a:lnTo>
                    <a:pt x="65616" y="239148"/>
                  </a:lnTo>
                  <a:cubicBezTo>
                    <a:pt x="64920" y="238771"/>
                    <a:pt x="64165" y="238452"/>
                    <a:pt x="63440" y="238133"/>
                  </a:cubicBezTo>
                  <a:cubicBezTo>
                    <a:pt x="53665" y="230968"/>
                    <a:pt x="50097" y="217247"/>
                    <a:pt x="49893" y="204774"/>
                  </a:cubicBezTo>
                  <a:cubicBezTo>
                    <a:pt x="49720" y="191198"/>
                    <a:pt x="52417" y="177419"/>
                    <a:pt x="49574" y="164134"/>
                  </a:cubicBezTo>
                  <a:cubicBezTo>
                    <a:pt x="44788" y="141740"/>
                    <a:pt x="22626" y="124886"/>
                    <a:pt x="0" y="124886"/>
                  </a:cubicBezTo>
                  <a:lnTo>
                    <a:pt x="0" y="123494"/>
                  </a:lnTo>
                  <a:cubicBezTo>
                    <a:pt x="16534" y="123320"/>
                    <a:pt x="33939" y="120970"/>
                    <a:pt x="44527" y="108729"/>
                  </a:cubicBezTo>
                  <a:cubicBezTo>
                    <a:pt x="56304" y="95095"/>
                    <a:pt x="54622" y="74790"/>
                    <a:pt x="52707" y="56892"/>
                  </a:cubicBezTo>
                  <a:cubicBezTo>
                    <a:pt x="50880" y="39864"/>
                    <a:pt x="50300" y="20313"/>
                    <a:pt x="61468" y="7694"/>
                  </a:cubicBezTo>
                  <a:lnTo>
                    <a:pt x="63179" y="9145"/>
                  </a:lnTo>
                  <a:cubicBezTo>
                    <a:pt x="89895" y="-8347"/>
                    <a:pt x="130187" y="152"/>
                    <a:pt x="147563" y="26985"/>
                  </a:cubicBezTo>
                  <a:cubicBezTo>
                    <a:pt x="159746" y="45869"/>
                    <a:pt x="160558" y="69626"/>
                    <a:pt x="165896" y="91440"/>
                  </a:cubicBezTo>
                  <a:cubicBezTo>
                    <a:pt x="169261" y="104987"/>
                    <a:pt x="177847" y="120477"/>
                    <a:pt x="191771" y="120013"/>
                  </a:cubicBezTo>
                  <a:cubicBezTo>
                    <a:pt x="178602" y="129469"/>
                    <a:pt x="168536" y="143132"/>
                    <a:pt x="163430" y="158506"/>
                  </a:cubicBezTo>
                  <a:cubicBezTo>
                    <a:pt x="158122" y="174460"/>
                    <a:pt x="158122" y="191981"/>
                    <a:pt x="151566" y="207500"/>
                  </a:cubicBezTo>
                  <a:cubicBezTo>
                    <a:pt x="138310" y="239003"/>
                    <a:pt x="96190" y="254319"/>
                    <a:pt x="65703" y="23897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4" name="Google Shape;964;p26"/>
            <p:cNvSpPr/>
            <p:nvPr/>
          </p:nvSpPr>
          <p:spPr>
            <a:xfrm>
              <a:off x="4552933" y="2012202"/>
              <a:ext cx="191518" cy="194494"/>
            </a:xfrm>
            <a:custGeom>
              <a:rect b="b" l="l" r="r" t="t"/>
              <a:pathLst>
                <a:path extrusionOk="0" h="194494" w="191518">
                  <a:moveTo>
                    <a:pt x="36427" y="143353"/>
                  </a:moveTo>
                  <a:cubicBezTo>
                    <a:pt x="37965" y="140713"/>
                    <a:pt x="39183" y="137870"/>
                    <a:pt x="40053" y="134941"/>
                  </a:cubicBezTo>
                  <a:cubicBezTo>
                    <a:pt x="43911" y="122235"/>
                    <a:pt x="41649" y="107760"/>
                    <a:pt x="33962" y="96882"/>
                  </a:cubicBezTo>
                  <a:cubicBezTo>
                    <a:pt x="27174" y="87252"/>
                    <a:pt x="16789" y="80696"/>
                    <a:pt x="9653" y="71239"/>
                  </a:cubicBezTo>
                  <a:cubicBezTo>
                    <a:pt x="2575" y="61870"/>
                    <a:pt x="-819" y="49774"/>
                    <a:pt x="168" y="38112"/>
                  </a:cubicBezTo>
                  <a:lnTo>
                    <a:pt x="1038" y="38112"/>
                  </a:lnTo>
                  <a:cubicBezTo>
                    <a:pt x="15136" y="5101"/>
                    <a:pt x="60156" y="-10186"/>
                    <a:pt x="91455" y="7335"/>
                  </a:cubicBezTo>
                  <a:cubicBezTo>
                    <a:pt x="104161" y="14413"/>
                    <a:pt x="114023" y="25581"/>
                    <a:pt x="125858" y="34109"/>
                  </a:cubicBezTo>
                  <a:cubicBezTo>
                    <a:pt x="137694" y="42638"/>
                    <a:pt x="153213" y="48439"/>
                    <a:pt x="166673" y="42899"/>
                  </a:cubicBezTo>
                  <a:cubicBezTo>
                    <a:pt x="154025" y="56445"/>
                    <a:pt x="160117" y="78694"/>
                    <a:pt x="169747" y="94504"/>
                  </a:cubicBezTo>
                  <a:cubicBezTo>
                    <a:pt x="179378" y="110371"/>
                    <a:pt x="192374" y="126209"/>
                    <a:pt x="191475" y="144774"/>
                  </a:cubicBezTo>
                  <a:cubicBezTo>
                    <a:pt x="190343" y="168126"/>
                    <a:pt x="167746" y="184341"/>
                    <a:pt x="145642" y="192260"/>
                  </a:cubicBezTo>
                  <a:lnTo>
                    <a:pt x="145729" y="192492"/>
                  </a:lnTo>
                  <a:cubicBezTo>
                    <a:pt x="132472" y="198816"/>
                    <a:pt x="117011" y="189127"/>
                    <a:pt x="107671" y="177843"/>
                  </a:cubicBezTo>
                  <a:cubicBezTo>
                    <a:pt x="98359" y="166501"/>
                    <a:pt x="91136" y="152519"/>
                    <a:pt x="78112" y="145731"/>
                  </a:cubicBezTo>
                  <a:cubicBezTo>
                    <a:pt x="64246" y="138480"/>
                    <a:pt x="47015" y="141438"/>
                    <a:pt x="32976" y="148661"/>
                  </a:cubicBezTo>
                  <a:cubicBezTo>
                    <a:pt x="34223" y="146979"/>
                    <a:pt x="35383" y="145209"/>
                    <a:pt x="36427" y="14341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5" name="Google Shape;965;p26"/>
            <p:cNvSpPr/>
            <p:nvPr/>
          </p:nvSpPr>
          <p:spPr>
            <a:xfrm>
              <a:off x="4532621" y="2436931"/>
              <a:ext cx="206840" cy="202644"/>
            </a:xfrm>
            <a:custGeom>
              <a:rect b="b" l="l" r="r" t="t"/>
              <a:pathLst>
                <a:path extrusionOk="0" h="202644" w="206840">
                  <a:moveTo>
                    <a:pt x="44875" y="37420"/>
                  </a:moveTo>
                  <a:lnTo>
                    <a:pt x="44817" y="37362"/>
                  </a:lnTo>
                  <a:cubicBezTo>
                    <a:pt x="43889" y="35419"/>
                    <a:pt x="42873" y="33504"/>
                    <a:pt x="41655" y="31648"/>
                  </a:cubicBezTo>
                  <a:cubicBezTo>
                    <a:pt x="48820" y="38725"/>
                    <a:pt x="57377" y="44353"/>
                    <a:pt x="66979" y="47370"/>
                  </a:cubicBezTo>
                  <a:cubicBezTo>
                    <a:pt x="80206" y="51518"/>
                    <a:pt x="95378" y="50213"/>
                    <a:pt x="106720" y="42351"/>
                  </a:cubicBezTo>
                  <a:cubicBezTo>
                    <a:pt x="117191" y="35128"/>
                    <a:pt x="123573" y="23351"/>
                    <a:pt x="133059" y="14939"/>
                  </a:cubicBezTo>
                  <a:cubicBezTo>
                    <a:pt x="142893" y="6324"/>
                    <a:pt x="156004" y="1537"/>
                    <a:pt x="169028" y="1915"/>
                  </a:cubicBezTo>
                  <a:cubicBezTo>
                    <a:pt x="168042" y="1363"/>
                    <a:pt x="167085" y="754"/>
                    <a:pt x="166186" y="0"/>
                  </a:cubicBezTo>
                  <a:cubicBezTo>
                    <a:pt x="166940" y="319"/>
                    <a:pt x="167665" y="638"/>
                    <a:pt x="168361" y="1015"/>
                  </a:cubicBezTo>
                  <a:cubicBezTo>
                    <a:pt x="191771" y="12473"/>
                    <a:pt x="208073" y="37971"/>
                    <a:pt x="206768" y="64020"/>
                  </a:cubicBezTo>
                  <a:cubicBezTo>
                    <a:pt x="205985" y="80410"/>
                    <a:pt x="198820" y="95668"/>
                    <a:pt x="193772" y="111303"/>
                  </a:cubicBezTo>
                  <a:cubicBezTo>
                    <a:pt x="188783" y="126880"/>
                    <a:pt x="185998" y="144633"/>
                    <a:pt x="193482" y="159195"/>
                  </a:cubicBezTo>
                  <a:cubicBezTo>
                    <a:pt x="172597" y="153277"/>
                    <a:pt x="150667" y="163488"/>
                    <a:pt x="132276" y="175062"/>
                  </a:cubicBezTo>
                  <a:cubicBezTo>
                    <a:pt x="113885" y="186637"/>
                    <a:pt x="95465" y="200328"/>
                    <a:pt x="73825" y="202388"/>
                  </a:cubicBezTo>
                  <a:cubicBezTo>
                    <a:pt x="49893" y="204621"/>
                    <a:pt x="27557" y="191974"/>
                    <a:pt x="9166" y="175759"/>
                  </a:cubicBezTo>
                  <a:cubicBezTo>
                    <a:pt x="6004" y="173003"/>
                    <a:pt x="2930" y="170073"/>
                    <a:pt x="0" y="167143"/>
                  </a:cubicBezTo>
                  <a:lnTo>
                    <a:pt x="145" y="166969"/>
                  </a:lnTo>
                  <a:cubicBezTo>
                    <a:pt x="1218" y="167723"/>
                    <a:pt x="2233" y="168594"/>
                    <a:pt x="3220" y="169522"/>
                  </a:cubicBezTo>
                  <a:cubicBezTo>
                    <a:pt x="-2611" y="158963"/>
                    <a:pt x="2088" y="145416"/>
                    <a:pt x="9747" y="136105"/>
                  </a:cubicBezTo>
                  <a:cubicBezTo>
                    <a:pt x="17434" y="126793"/>
                    <a:pt x="27818" y="120005"/>
                    <a:pt x="35767" y="110984"/>
                  </a:cubicBezTo>
                  <a:cubicBezTo>
                    <a:pt x="53084" y="91288"/>
                    <a:pt x="56188" y="60859"/>
                    <a:pt x="44846" y="3739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6" name="Google Shape;966;p26"/>
            <p:cNvSpPr/>
            <p:nvPr/>
          </p:nvSpPr>
          <p:spPr>
            <a:xfrm>
              <a:off x="4527922" y="2322321"/>
              <a:ext cx="173814" cy="164317"/>
            </a:xfrm>
            <a:custGeom>
              <a:rect b="b" l="l" r="r" t="t"/>
              <a:pathLst>
                <a:path extrusionOk="0" h="164317" w="173814">
                  <a:moveTo>
                    <a:pt x="46384" y="146258"/>
                  </a:moveTo>
                  <a:cubicBezTo>
                    <a:pt x="43773" y="143705"/>
                    <a:pt x="41365" y="140949"/>
                    <a:pt x="39161" y="138077"/>
                  </a:cubicBezTo>
                  <a:lnTo>
                    <a:pt x="40234" y="137207"/>
                  </a:lnTo>
                  <a:cubicBezTo>
                    <a:pt x="41307" y="137671"/>
                    <a:pt x="42293" y="138280"/>
                    <a:pt x="43221" y="139035"/>
                  </a:cubicBezTo>
                  <a:cubicBezTo>
                    <a:pt x="38696" y="134422"/>
                    <a:pt x="38986" y="126793"/>
                    <a:pt x="41278" y="120731"/>
                  </a:cubicBezTo>
                  <a:cubicBezTo>
                    <a:pt x="43569" y="114668"/>
                    <a:pt x="47457" y="109273"/>
                    <a:pt x="49458" y="103152"/>
                  </a:cubicBezTo>
                  <a:cubicBezTo>
                    <a:pt x="54680" y="86675"/>
                    <a:pt x="44440" y="68488"/>
                    <a:pt x="29965" y="58973"/>
                  </a:cubicBezTo>
                  <a:cubicBezTo>
                    <a:pt x="20944" y="53026"/>
                    <a:pt x="10646" y="49749"/>
                    <a:pt x="0" y="47486"/>
                  </a:cubicBezTo>
                  <a:lnTo>
                    <a:pt x="58" y="47341"/>
                  </a:lnTo>
                  <a:cubicBezTo>
                    <a:pt x="15838" y="51025"/>
                    <a:pt x="31937" y="53578"/>
                    <a:pt x="48095" y="55028"/>
                  </a:cubicBezTo>
                  <a:cubicBezTo>
                    <a:pt x="52881" y="55434"/>
                    <a:pt x="57958" y="55724"/>
                    <a:pt x="62338" y="53723"/>
                  </a:cubicBezTo>
                  <a:cubicBezTo>
                    <a:pt x="73187" y="48849"/>
                    <a:pt x="73941" y="34142"/>
                    <a:pt x="78263" y="23003"/>
                  </a:cubicBezTo>
                  <a:cubicBezTo>
                    <a:pt x="82266" y="12589"/>
                    <a:pt x="90823" y="4061"/>
                    <a:pt x="101208" y="0"/>
                  </a:cubicBezTo>
                  <a:cubicBezTo>
                    <a:pt x="103297" y="58"/>
                    <a:pt x="105385" y="58"/>
                    <a:pt x="107532" y="0"/>
                  </a:cubicBezTo>
                  <a:lnTo>
                    <a:pt x="107532" y="1392"/>
                  </a:lnTo>
                  <a:cubicBezTo>
                    <a:pt x="130158" y="1392"/>
                    <a:pt x="152291" y="18246"/>
                    <a:pt x="157106" y="40640"/>
                  </a:cubicBezTo>
                  <a:cubicBezTo>
                    <a:pt x="159949" y="53897"/>
                    <a:pt x="157251" y="67675"/>
                    <a:pt x="157425" y="81280"/>
                  </a:cubicBezTo>
                  <a:cubicBezTo>
                    <a:pt x="157600" y="93753"/>
                    <a:pt x="161196" y="107474"/>
                    <a:pt x="170972" y="114639"/>
                  </a:cubicBezTo>
                  <a:cubicBezTo>
                    <a:pt x="171842" y="115393"/>
                    <a:pt x="172829" y="116002"/>
                    <a:pt x="173815" y="116554"/>
                  </a:cubicBezTo>
                  <a:cubicBezTo>
                    <a:pt x="160790" y="116176"/>
                    <a:pt x="147650" y="120963"/>
                    <a:pt x="137845" y="129578"/>
                  </a:cubicBezTo>
                  <a:cubicBezTo>
                    <a:pt x="128360" y="137990"/>
                    <a:pt x="121978" y="149768"/>
                    <a:pt x="111506" y="156990"/>
                  </a:cubicBezTo>
                  <a:cubicBezTo>
                    <a:pt x="100164" y="164852"/>
                    <a:pt x="84964" y="166157"/>
                    <a:pt x="71765" y="162009"/>
                  </a:cubicBezTo>
                  <a:cubicBezTo>
                    <a:pt x="62164" y="158992"/>
                    <a:pt x="53606" y="153364"/>
                    <a:pt x="46441" y="14628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7" name="Google Shape;967;p26"/>
            <p:cNvSpPr/>
            <p:nvPr/>
          </p:nvSpPr>
          <p:spPr>
            <a:xfrm>
              <a:off x="4540134" y="2153694"/>
              <a:ext cx="158557" cy="168641"/>
            </a:xfrm>
            <a:custGeom>
              <a:rect b="b" l="l" r="r" t="t"/>
              <a:pathLst>
                <a:path extrusionOk="0" h="168641" w="158557">
                  <a:moveTo>
                    <a:pt x="158557" y="50943"/>
                  </a:moveTo>
                  <a:cubicBezTo>
                    <a:pt x="157919" y="51552"/>
                    <a:pt x="157339" y="52161"/>
                    <a:pt x="156730" y="52799"/>
                  </a:cubicBezTo>
                  <a:cubicBezTo>
                    <a:pt x="145561" y="65417"/>
                    <a:pt x="146171" y="84969"/>
                    <a:pt x="147969" y="101996"/>
                  </a:cubicBezTo>
                  <a:cubicBezTo>
                    <a:pt x="149884" y="119923"/>
                    <a:pt x="151566" y="140200"/>
                    <a:pt x="139789" y="153833"/>
                  </a:cubicBezTo>
                  <a:cubicBezTo>
                    <a:pt x="129172" y="166075"/>
                    <a:pt x="111767" y="168395"/>
                    <a:pt x="95262" y="168598"/>
                  </a:cubicBezTo>
                  <a:cubicBezTo>
                    <a:pt x="93115" y="168656"/>
                    <a:pt x="91027" y="168656"/>
                    <a:pt x="88938" y="168598"/>
                  </a:cubicBezTo>
                  <a:cubicBezTo>
                    <a:pt x="89344" y="168424"/>
                    <a:pt x="89779" y="168221"/>
                    <a:pt x="90243" y="168076"/>
                  </a:cubicBezTo>
                  <a:cubicBezTo>
                    <a:pt x="81396" y="165843"/>
                    <a:pt x="73680" y="159316"/>
                    <a:pt x="69996" y="150962"/>
                  </a:cubicBezTo>
                  <a:cubicBezTo>
                    <a:pt x="65529" y="140780"/>
                    <a:pt x="66602" y="128074"/>
                    <a:pt x="59466" y="119546"/>
                  </a:cubicBezTo>
                  <a:cubicBezTo>
                    <a:pt x="52533" y="111221"/>
                    <a:pt x="40350" y="109915"/>
                    <a:pt x="29501" y="110438"/>
                  </a:cubicBezTo>
                  <a:cubicBezTo>
                    <a:pt x="19493" y="110960"/>
                    <a:pt x="9630" y="112439"/>
                    <a:pt x="0" y="114963"/>
                  </a:cubicBezTo>
                  <a:cubicBezTo>
                    <a:pt x="4641" y="113338"/>
                    <a:pt x="9253" y="111656"/>
                    <a:pt x="13692" y="109480"/>
                  </a:cubicBezTo>
                  <a:cubicBezTo>
                    <a:pt x="27326" y="102780"/>
                    <a:pt x="39944" y="89900"/>
                    <a:pt x="38957" y="74700"/>
                  </a:cubicBezTo>
                  <a:cubicBezTo>
                    <a:pt x="38348" y="65156"/>
                    <a:pt x="32547" y="56831"/>
                    <a:pt x="28631" y="48071"/>
                  </a:cubicBezTo>
                  <a:cubicBezTo>
                    <a:pt x="24715" y="39281"/>
                    <a:pt x="23148" y="27881"/>
                    <a:pt x="29878" y="21035"/>
                  </a:cubicBezTo>
                  <a:lnTo>
                    <a:pt x="29559" y="20339"/>
                  </a:lnTo>
                  <a:cubicBezTo>
                    <a:pt x="35941" y="17351"/>
                    <a:pt x="41510" y="12739"/>
                    <a:pt x="45804" y="7112"/>
                  </a:cubicBezTo>
                  <a:cubicBezTo>
                    <a:pt x="59872" y="-111"/>
                    <a:pt x="77074" y="-3070"/>
                    <a:pt x="90940" y="4182"/>
                  </a:cubicBezTo>
                  <a:cubicBezTo>
                    <a:pt x="103964" y="10970"/>
                    <a:pt x="111187" y="24952"/>
                    <a:pt x="120499" y="36294"/>
                  </a:cubicBezTo>
                  <a:cubicBezTo>
                    <a:pt x="129868" y="47607"/>
                    <a:pt x="145300" y="57295"/>
                    <a:pt x="158557" y="5094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8" name="Google Shape;968;p26"/>
            <p:cNvSpPr/>
            <p:nvPr/>
          </p:nvSpPr>
          <p:spPr>
            <a:xfrm>
              <a:off x="4506978" y="2264031"/>
              <a:ext cx="123399" cy="113611"/>
            </a:xfrm>
            <a:custGeom>
              <a:rect b="b" l="l" r="r" t="t"/>
              <a:pathLst>
                <a:path extrusionOk="0" h="113611" w="123399">
                  <a:moveTo>
                    <a:pt x="123400" y="57768"/>
                  </a:moveTo>
                  <a:cubicBezTo>
                    <a:pt x="122935" y="57913"/>
                    <a:pt x="122529" y="58087"/>
                    <a:pt x="122094" y="58290"/>
                  </a:cubicBezTo>
                  <a:cubicBezTo>
                    <a:pt x="111709" y="62351"/>
                    <a:pt x="103152" y="70850"/>
                    <a:pt x="99149" y="81293"/>
                  </a:cubicBezTo>
                  <a:cubicBezTo>
                    <a:pt x="94827" y="92403"/>
                    <a:pt x="94073" y="107110"/>
                    <a:pt x="83224" y="112012"/>
                  </a:cubicBezTo>
                  <a:cubicBezTo>
                    <a:pt x="78844" y="114014"/>
                    <a:pt x="73767" y="113724"/>
                    <a:pt x="68981" y="113318"/>
                  </a:cubicBezTo>
                  <a:cubicBezTo>
                    <a:pt x="52824" y="111867"/>
                    <a:pt x="36724" y="109315"/>
                    <a:pt x="20944" y="105631"/>
                  </a:cubicBezTo>
                  <a:cubicBezTo>
                    <a:pt x="14301" y="104151"/>
                    <a:pt x="7687" y="102382"/>
                    <a:pt x="1160" y="100467"/>
                  </a:cubicBezTo>
                  <a:lnTo>
                    <a:pt x="0" y="99858"/>
                  </a:lnTo>
                  <a:cubicBezTo>
                    <a:pt x="5367" y="89676"/>
                    <a:pt x="8993" y="78537"/>
                    <a:pt x="10414" y="67079"/>
                  </a:cubicBezTo>
                  <a:cubicBezTo>
                    <a:pt x="12561" y="49761"/>
                    <a:pt x="9660" y="32067"/>
                    <a:pt x="2814" y="16083"/>
                  </a:cubicBezTo>
                  <a:lnTo>
                    <a:pt x="4264" y="15474"/>
                  </a:lnTo>
                  <a:cubicBezTo>
                    <a:pt x="5947" y="14633"/>
                    <a:pt x="7658" y="13792"/>
                    <a:pt x="9369" y="13009"/>
                  </a:cubicBezTo>
                  <a:cubicBezTo>
                    <a:pt x="9544" y="12951"/>
                    <a:pt x="9689" y="12864"/>
                    <a:pt x="9892" y="12776"/>
                  </a:cubicBezTo>
                  <a:cubicBezTo>
                    <a:pt x="17434" y="9557"/>
                    <a:pt x="25353" y="7294"/>
                    <a:pt x="33127" y="4625"/>
                  </a:cubicBezTo>
                  <a:cubicBezTo>
                    <a:pt x="42758" y="2102"/>
                    <a:pt x="52620" y="622"/>
                    <a:pt x="62628" y="100"/>
                  </a:cubicBezTo>
                  <a:cubicBezTo>
                    <a:pt x="73477" y="-422"/>
                    <a:pt x="85660" y="883"/>
                    <a:pt x="92593" y="9209"/>
                  </a:cubicBezTo>
                  <a:cubicBezTo>
                    <a:pt x="99700" y="17737"/>
                    <a:pt x="98656" y="30442"/>
                    <a:pt x="103123" y="40624"/>
                  </a:cubicBezTo>
                  <a:cubicBezTo>
                    <a:pt x="106807" y="49007"/>
                    <a:pt x="114523" y="55505"/>
                    <a:pt x="123370" y="5773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9" name="Google Shape;969;p26"/>
            <p:cNvSpPr/>
            <p:nvPr/>
          </p:nvSpPr>
          <p:spPr>
            <a:xfrm>
              <a:off x="4426308" y="2046253"/>
              <a:ext cx="168525" cy="147794"/>
            </a:xfrm>
            <a:custGeom>
              <a:rect b="b" l="l" r="r" t="t"/>
              <a:pathLst>
                <a:path extrusionOk="0" h="147794" w="168525">
                  <a:moveTo>
                    <a:pt x="55724" y="132421"/>
                  </a:moveTo>
                  <a:cubicBezTo>
                    <a:pt x="57203" y="121659"/>
                    <a:pt x="55550" y="110491"/>
                    <a:pt x="47805" y="103297"/>
                  </a:cubicBezTo>
                  <a:cubicBezTo>
                    <a:pt x="40495" y="96451"/>
                    <a:pt x="29878" y="95001"/>
                    <a:pt x="20305" y="92129"/>
                  </a:cubicBezTo>
                  <a:cubicBezTo>
                    <a:pt x="11516" y="89431"/>
                    <a:pt x="2147" y="83891"/>
                    <a:pt x="0" y="75246"/>
                  </a:cubicBezTo>
                  <a:cubicBezTo>
                    <a:pt x="1711" y="61700"/>
                    <a:pt x="3684" y="48008"/>
                    <a:pt x="9224" y="35535"/>
                  </a:cubicBezTo>
                  <a:cubicBezTo>
                    <a:pt x="14765" y="23061"/>
                    <a:pt x="24453" y="11835"/>
                    <a:pt x="37333" y="7455"/>
                  </a:cubicBezTo>
                  <a:cubicBezTo>
                    <a:pt x="52127" y="2437"/>
                    <a:pt x="68197" y="7078"/>
                    <a:pt x="83600" y="9689"/>
                  </a:cubicBezTo>
                  <a:cubicBezTo>
                    <a:pt x="99004" y="12241"/>
                    <a:pt x="117105" y="11864"/>
                    <a:pt x="127316" y="0"/>
                  </a:cubicBezTo>
                  <a:cubicBezTo>
                    <a:pt x="127316" y="87"/>
                    <a:pt x="127257" y="145"/>
                    <a:pt x="127257" y="232"/>
                  </a:cubicBezTo>
                  <a:cubicBezTo>
                    <a:pt x="127083" y="1479"/>
                    <a:pt x="126880" y="2756"/>
                    <a:pt x="126793" y="4003"/>
                  </a:cubicBezTo>
                  <a:cubicBezTo>
                    <a:pt x="125807" y="15693"/>
                    <a:pt x="129201" y="27789"/>
                    <a:pt x="136279" y="37130"/>
                  </a:cubicBezTo>
                  <a:cubicBezTo>
                    <a:pt x="143415" y="46587"/>
                    <a:pt x="153771" y="53142"/>
                    <a:pt x="160587" y="62773"/>
                  </a:cubicBezTo>
                  <a:cubicBezTo>
                    <a:pt x="168275" y="73651"/>
                    <a:pt x="170537" y="88126"/>
                    <a:pt x="166679" y="100831"/>
                  </a:cubicBezTo>
                  <a:cubicBezTo>
                    <a:pt x="165809" y="103761"/>
                    <a:pt x="164591" y="106604"/>
                    <a:pt x="163053" y="109244"/>
                  </a:cubicBezTo>
                  <a:cubicBezTo>
                    <a:pt x="162038" y="111071"/>
                    <a:pt x="160877" y="112841"/>
                    <a:pt x="159601" y="114494"/>
                  </a:cubicBezTo>
                  <a:cubicBezTo>
                    <a:pt x="155308" y="120121"/>
                    <a:pt x="149739" y="124734"/>
                    <a:pt x="143357" y="127722"/>
                  </a:cubicBezTo>
                  <a:lnTo>
                    <a:pt x="143676" y="128418"/>
                  </a:lnTo>
                  <a:cubicBezTo>
                    <a:pt x="135583" y="134480"/>
                    <a:pt x="124096" y="132189"/>
                    <a:pt x="114813" y="128186"/>
                  </a:cubicBezTo>
                  <a:cubicBezTo>
                    <a:pt x="105560" y="124183"/>
                    <a:pt x="96393" y="118642"/>
                    <a:pt x="86327" y="118787"/>
                  </a:cubicBezTo>
                  <a:cubicBezTo>
                    <a:pt x="70489" y="119077"/>
                    <a:pt x="58509" y="133349"/>
                    <a:pt x="52040" y="147795"/>
                  </a:cubicBezTo>
                  <a:lnTo>
                    <a:pt x="51663" y="147650"/>
                  </a:lnTo>
                  <a:cubicBezTo>
                    <a:pt x="52359" y="145793"/>
                    <a:pt x="53026" y="143879"/>
                    <a:pt x="53606" y="141964"/>
                  </a:cubicBezTo>
                  <a:cubicBezTo>
                    <a:pt x="54593" y="138890"/>
                    <a:pt x="55318" y="135641"/>
                    <a:pt x="55695" y="1323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0" name="Google Shape;970;p26"/>
            <p:cNvSpPr/>
            <p:nvPr/>
          </p:nvSpPr>
          <p:spPr>
            <a:xfrm>
              <a:off x="4465323" y="2165067"/>
              <a:ext cx="113794" cy="115018"/>
            </a:xfrm>
            <a:custGeom>
              <a:rect b="b" l="l" r="r" t="t"/>
              <a:pathLst>
                <a:path extrusionOk="0" h="115018" w="113794">
                  <a:moveTo>
                    <a:pt x="37391" y="101211"/>
                  </a:moveTo>
                  <a:cubicBezTo>
                    <a:pt x="33562" y="94974"/>
                    <a:pt x="29095" y="89115"/>
                    <a:pt x="24077" y="83748"/>
                  </a:cubicBezTo>
                  <a:cubicBezTo>
                    <a:pt x="20305" y="79745"/>
                    <a:pt x="16215" y="76061"/>
                    <a:pt x="11835" y="72725"/>
                  </a:cubicBezTo>
                  <a:cubicBezTo>
                    <a:pt x="8122" y="69883"/>
                    <a:pt x="4148" y="67272"/>
                    <a:pt x="0" y="65038"/>
                  </a:cubicBezTo>
                  <a:lnTo>
                    <a:pt x="1479" y="62341"/>
                  </a:lnTo>
                  <a:cubicBezTo>
                    <a:pt x="3017" y="50651"/>
                    <a:pt x="8499" y="39947"/>
                    <a:pt x="12647" y="28866"/>
                  </a:cubicBezTo>
                  <a:lnTo>
                    <a:pt x="13024" y="29011"/>
                  </a:lnTo>
                  <a:cubicBezTo>
                    <a:pt x="19493" y="14594"/>
                    <a:pt x="31502" y="293"/>
                    <a:pt x="47312" y="3"/>
                  </a:cubicBezTo>
                  <a:cubicBezTo>
                    <a:pt x="57378" y="-142"/>
                    <a:pt x="66544" y="5398"/>
                    <a:pt x="75798" y="9401"/>
                  </a:cubicBezTo>
                  <a:cubicBezTo>
                    <a:pt x="85051" y="13404"/>
                    <a:pt x="96567" y="15696"/>
                    <a:pt x="104661" y="9633"/>
                  </a:cubicBezTo>
                  <a:cubicBezTo>
                    <a:pt x="97902" y="16479"/>
                    <a:pt x="99497" y="27879"/>
                    <a:pt x="103413" y="36669"/>
                  </a:cubicBezTo>
                  <a:cubicBezTo>
                    <a:pt x="107329" y="45429"/>
                    <a:pt x="113131" y="53754"/>
                    <a:pt x="113740" y="63298"/>
                  </a:cubicBezTo>
                  <a:cubicBezTo>
                    <a:pt x="114726" y="78469"/>
                    <a:pt x="102108" y="91378"/>
                    <a:pt x="88474" y="98078"/>
                  </a:cubicBezTo>
                  <a:cubicBezTo>
                    <a:pt x="84065" y="100254"/>
                    <a:pt x="79453" y="101936"/>
                    <a:pt x="74782" y="103561"/>
                  </a:cubicBezTo>
                  <a:cubicBezTo>
                    <a:pt x="66834" y="105620"/>
                    <a:pt x="59060" y="108347"/>
                    <a:pt x="51547" y="111712"/>
                  </a:cubicBezTo>
                  <a:cubicBezTo>
                    <a:pt x="51373" y="111799"/>
                    <a:pt x="51228" y="111886"/>
                    <a:pt x="51025" y="111944"/>
                  </a:cubicBezTo>
                  <a:cubicBezTo>
                    <a:pt x="49313" y="112698"/>
                    <a:pt x="47573" y="113540"/>
                    <a:pt x="45920" y="114410"/>
                  </a:cubicBezTo>
                  <a:lnTo>
                    <a:pt x="44469" y="115019"/>
                  </a:lnTo>
                  <a:cubicBezTo>
                    <a:pt x="42409" y="110233"/>
                    <a:pt x="40060" y="105620"/>
                    <a:pt x="37362" y="10118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1" name="Google Shape;971;p26"/>
            <p:cNvSpPr/>
            <p:nvPr/>
          </p:nvSpPr>
          <p:spPr>
            <a:xfrm>
              <a:off x="4428251" y="2410534"/>
              <a:ext cx="155996" cy="195919"/>
            </a:xfrm>
            <a:custGeom>
              <a:rect b="b" l="l" r="r" t="t"/>
              <a:pathLst>
                <a:path extrusionOk="0" h="195919" w="155996">
                  <a:moveTo>
                    <a:pt x="2466" y="124473"/>
                  </a:moveTo>
                  <a:lnTo>
                    <a:pt x="1160" y="124560"/>
                  </a:lnTo>
                  <a:cubicBezTo>
                    <a:pt x="1016" y="121862"/>
                    <a:pt x="609" y="119193"/>
                    <a:pt x="0" y="116554"/>
                  </a:cubicBezTo>
                  <a:cubicBezTo>
                    <a:pt x="5163" y="96770"/>
                    <a:pt x="40524" y="100135"/>
                    <a:pt x="49575" y="81077"/>
                  </a:cubicBezTo>
                  <a:cubicBezTo>
                    <a:pt x="52214" y="75478"/>
                    <a:pt x="51953" y="69010"/>
                    <a:pt x="51257" y="62889"/>
                  </a:cubicBezTo>
                  <a:cubicBezTo>
                    <a:pt x="48879" y="41394"/>
                    <a:pt x="42178" y="20625"/>
                    <a:pt x="35535" y="0"/>
                  </a:cubicBezTo>
                  <a:cubicBezTo>
                    <a:pt x="41598" y="15693"/>
                    <a:pt x="48879" y="30864"/>
                    <a:pt x="57262" y="45426"/>
                  </a:cubicBezTo>
                  <a:cubicBezTo>
                    <a:pt x="65355" y="59524"/>
                    <a:pt x="78756" y="74840"/>
                    <a:pt x="94537" y="71156"/>
                  </a:cubicBezTo>
                  <a:cubicBezTo>
                    <a:pt x="103703" y="69010"/>
                    <a:pt x="110085" y="61004"/>
                    <a:pt x="117308" y="54970"/>
                  </a:cubicBezTo>
                  <a:cubicBezTo>
                    <a:pt x="123603" y="49719"/>
                    <a:pt x="132885" y="45890"/>
                    <a:pt x="139934" y="48965"/>
                  </a:cubicBezTo>
                  <a:lnTo>
                    <a:pt x="138861" y="49835"/>
                  </a:lnTo>
                  <a:cubicBezTo>
                    <a:pt x="141036" y="52707"/>
                    <a:pt x="143473" y="55463"/>
                    <a:pt x="146084" y="58016"/>
                  </a:cubicBezTo>
                  <a:cubicBezTo>
                    <a:pt x="147302" y="59872"/>
                    <a:pt x="148317" y="61787"/>
                    <a:pt x="149246" y="63730"/>
                  </a:cubicBezTo>
                  <a:lnTo>
                    <a:pt x="149304" y="63788"/>
                  </a:lnTo>
                  <a:cubicBezTo>
                    <a:pt x="160646" y="87256"/>
                    <a:pt x="157542" y="117685"/>
                    <a:pt x="140224" y="137381"/>
                  </a:cubicBezTo>
                  <a:cubicBezTo>
                    <a:pt x="132276" y="146403"/>
                    <a:pt x="121891" y="153219"/>
                    <a:pt x="114204" y="162502"/>
                  </a:cubicBezTo>
                  <a:cubicBezTo>
                    <a:pt x="106575" y="171814"/>
                    <a:pt x="101876" y="185360"/>
                    <a:pt x="107677" y="195919"/>
                  </a:cubicBezTo>
                  <a:cubicBezTo>
                    <a:pt x="106691" y="194991"/>
                    <a:pt x="105676" y="194092"/>
                    <a:pt x="104602" y="193366"/>
                  </a:cubicBezTo>
                  <a:cubicBezTo>
                    <a:pt x="81831" y="176136"/>
                    <a:pt x="43483" y="190582"/>
                    <a:pt x="20538" y="172191"/>
                  </a:cubicBezTo>
                  <a:cubicBezTo>
                    <a:pt x="6817" y="161197"/>
                    <a:pt x="3539" y="142458"/>
                    <a:pt x="2466" y="12444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2" name="Google Shape;972;p26"/>
            <p:cNvSpPr/>
            <p:nvPr/>
          </p:nvSpPr>
          <p:spPr>
            <a:xfrm>
              <a:off x="4459406" y="2363860"/>
              <a:ext cx="119327" cy="118385"/>
            </a:xfrm>
            <a:custGeom>
              <a:rect b="b" l="l" r="r" t="t"/>
              <a:pathLst>
                <a:path extrusionOk="0" h="118385" w="119327">
                  <a:moveTo>
                    <a:pt x="68487" y="5918"/>
                  </a:moveTo>
                  <a:cubicBezTo>
                    <a:pt x="79133" y="8209"/>
                    <a:pt x="89431" y="11458"/>
                    <a:pt x="98452" y="17405"/>
                  </a:cubicBezTo>
                  <a:cubicBezTo>
                    <a:pt x="112927" y="26890"/>
                    <a:pt x="123167" y="45107"/>
                    <a:pt x="117946" y="61584"/>
                  </a:cubicBezTo>
                  <a:cubicBezTo>
                    <a:pt x="115944" y="67733"/>
                    <a:pt x="112028" y="73129"/>
                    <a:pt x="109766" y="79162"/>
                  </a:cubicBezTo>
                  <a:cubicBezTo>
                    <a:pt x="107474" y="85225"/>
                    <a:pt x="107213" y="92854"/>
                    <a:pt x="111709" y="97466"/>
                  </a:cubicBezTo>
                  <a:cubicBezTo>
                    <a:pt x="110781" y="96712"/>
                    <a:pt x="109795" y="96103"/>
                    <a:pt x="108721" y="95639"/>
                  </a:cubicBezTo>
                  <a:cubicBezTo>
                    <a:pt x="101701" y="92564"/>
                    <a:pt x="92390" y="96393"/>
                    <a:pt x="86095" y="101644"/>
                  </a:cubicBezTo>
                  <a:cubicBezTo>
                    <a:pt x="78872" y="107706"/>
                    <a:pt x="72520" y="115712"/>
                    <a:pt x="63324" y="117830"/>
                  </a:cubicBezTo>
                  <a:cubicBezTo>
                    <a:pt x="47544" y="121514"/>
                    <a:pt x="34142" y="106198"/>
                    <a:pt x="26049" y="92100"/>
                  </a:cubicBezTo>
                  <a:cubicBezTo>
                    <a:pt x="17666" y="77538"/>
                    <a:pt x="10356" y="62367"/>
                    <a:pt x="4322" y="46674"/>
                  </a:cubicBezTo>
                  <a:lnTo>
                    <a:pt x="0" y="45803"/>
                  </a:lnTo>
                  <a:cubicBezTo>
                    <a:pt x="20189" y="36318"/>
                    <a:pt x="37188" y="19841"/>
                    <a:pt x="47573" y="0"/>
                  </a:cubicBezTo>
                  <a:lnTo>
                    <a:pt x="48733" y="609"/>
                  </a:lnTo>
                  <a:cubicBezTo>
                    <a:pt x="55260" y="2524"/>
                    <a:pt x="61845" y="4293"/>
                    <a:pt x="68517" y="5773"/>
                  </a:cubicBezTo>
                  <a:lnTo>
                    <a:pt x="68458" y="591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3" name="Google Shape;973;p26"/>
            <p:cNvSpPr/>
            <p:nvPr/>
          </p:nvSpPr>
          <p:spPr>
            <a:xfrm>
              <a:off x="4316099" y="1921113"/>
              <a:ext cx="246026" cy="200966"/>
            </a:xfrm>
            <a:custGeom>
              <a:rect b="b" l="l" r="r" t="t"/>
              <a:pathLst>
                <a:path extrusionOk="0" h="200966" w="246026">
                  <a:moveTo>
                    <a:pt x="240366" y="77132"/>
                  </a:moveTo>
                  <a:cubicBezTo>
                    <a:pt x="248431" y="92216"/>
                    <a:pt x="248227" y="112318"/>
                    <a:pt x="237495" y="125401"/>
                  </a:cubicBezTo>
                  <a:cubicBezTo>
                    <a:pt x="237495" y="125314"/>
                    <a:pt x="237553" y="125256"/>
                    <a:pt x="237553" y="125169"/>
                  </a:cubicBezTo>
                  <a:cubicBezTo>
                    <a:pt x="227371" y="137033"/>
                    <a:pt x="209241" y="137410"/>
                    <a:pt x="193838" y="134858"/>
                  </a:cubicBezTo>
                  <a:cubicBezTo>
                    <a:pt x="178435" y="132247"/>
                    <a:pt x="162364" y="127606"/>
                    <a:pt x="147570" y="132624"/>
                  </a:cubicBezTo>
                  <a:cubicBezTo>
                    <a:pt x="134691" y="137004"/>
                    <a:pt x="125002" y="148201"/>
                    <a:pt x="119462" y="160704"/>
                  </a:cubicBezTo>
                  <a:cubicBezTo>
                    <a:pt x="113921" y="173177"/>
                    <a:pt x="111978" y="186869"/>
                    <a:pt x="110237" y="200415"/>
                  </a:cubicBezTo>
                  <a:cubicBezTo>
                    <a:pt x="110005" y="199661"/>
                    <a:pt x="109918" y="198936"/>
                    <a:pt x="109831" y="198124"/>
                  </a:cubicBezTo>
                  <a:cubicBezTo>
                    <a:pt x="109512" y="199139"/>
                    <a:pt x="109077" y="200067"/>
                    <a:pt x="108613" y="200966"/>
                  </a:cubicBezTo>
                  <a:lnTo>
                    <a:pt x="107626" y="200502"/>
                  </a:lnTo>
                  <a:cubicBezTo>
                    <a:pt x="108613" y="188087"/>
                    <a:pt x="109541" y="175469"/>
                    <a:pt x="107075" y="163256"/>
                  </a:cubicBezTo>
                  <a:cubicBezTo>
                    <a:pt x="104668" y="151015"/>
                    <a:pt x="98431" y="139006"/>
                    <a:pt x="87843" y="132392"/>
                  </a:cubicBezTo>
                  <a:cubicBezTo>
                    <a:pt x="74528" y="124096"/>
                    <a:pt x="57675" y="125778"/>
                    <a:pt x="42040" y="125981"/>
                  </a:cubicBezTo>
                  <a:cubicBezTo>
                    <a:pt x="26955" y="126126"/>
                    <a:pt x="9754" y="123370"/>
                    <a:pt x="1139" y="111274"/>
                  </a:cubicBezTo>
                  <a:lnTo>
                    <a:pt x="1690" y="110897"/>
                  </a:lnTo>
                  <a:cubicBezTo>
                    <a:pt x="-5533" y="82411"/>
                    <a:pt x="11088" y="49836"/>
                    <a:pt x="38414" y="38987"/>
                  </a:cubicBezTo>
                  <a:cubicBezTo>
                    <a:pt x="54368" y="32605"/>
                    <a:pt x="72208" y="33272"/>
                    <a:pt x="89061" y="29878"/>
                  </a:cubicBezTo>
                  <a:cubicBezTo>
                    <a:pt x="105915" y="26484"/>
                    <a:pt x="123726" y="16767"/>
                    <a:pt x="127555" y="0"/>
                  </a:cubicBezTo>
                  <a:cubicBezTo>
                    <a:pt x="130166" y="14620"/>
                    <a:pt x="142958" y="25411"/>
                    <a:pt x="156592" y="31328"/>
                  </a:cubicBezTo>
                  <a:cubicBezTo>
                    <a:pt x="170167" y="37188"/>
                    <a:pt x="185135" y="39480"/>
                    <a:pt x="199030" y="44440"/>
                  </a:cubicBezTo>
                  <a:cubicBezTo>
                    <a:pt x="215971" y="50532"/>
                    <a:pt x="231925" y="61294"/>
                    <a:pt x="240366" y="7716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4" name="Google Shape;974;p26"/>
            <p:cNvSpPr/>
            <p:nvPr/>
          </p:nvSpPr>
          <p:spPr>
            <a:xfrm>
              <a:off x="4272512" y="2534978"/>
              <a:ext cx="274980" cy="192177"/>
            </a:xfrm>
            <a:custGeom>
              <a:rect b="b" l="l" r="r" t="t"/>
              <a:pathLst>
                <a:path extrusionOk="0" h="192177" w="274980">
                  <a:moveTo>
                    <a:pt x="3216" y="66341"/>
                  </a:moveTo>
                  <a:cubicBezTo>
                    <a:pt x="3767" y="64629"/>
                    <a:pt x="4377" y="62889"/>
                    <a:pt x="5131" y="61265"/>
                  </a:cubicBezTo>
                  <a:cubicBezTo>
                    <a:pt x="19548" y="48878"/>
                    <a:pt x="41333" y="48849"/>
                    <a:pt x="60420" y="51808"/>
                  </a:cubicBezTo>
                  <a:cubicBezTo>
                    <a:pt x="80435" y="54941"/>
                    <a:pt x="101234" y="60365"/>
                    <a:pt x="120553" y="54274"/>
                  </a:cubicBezTo>
                  <a:cubicBezTo>
                    <a:pt x="142889" y="47196"/>
                    <a:pt x="158350" y="23380"/>
                    <a:pt x="156900" y="87"/>
                  </a:cubicBezTo>
                  <a:lnTo>
                    <a:pt x="158205" y="0"/>
                  </a:lnTo>
                  <a:cubicBezTo>
                    <a:pt x="159279" y="18014"/>
                    <a:pt x="162527" y="36782"/>
                    <a:pt x="176277" y="47747"/>
                  </a:cubicBezTo>
                  <a:cubicBezTo>
                    <a:pt x="199222" y="66138"/>
                    <a:pt x="237571" y="51692"/>
                    <a:pt x="260342" y="68923"/>
                  </a:cubicBezTo>
                  <a:lnTo>
                    <a:pt x="260197" y="69097"/>
                  </a:lnTo>
                  <a:cubicBezTo>
                    <a:pt x="263126" y="72027"/>
                    <a:pt x="266201" y="74956"/>
                    <a:pt x="269363" y="77712"/>
                  </a:cubicBezTo>
                  <a:cubicBezTo>
                    <a:pt x="282156" y="102804"/>
                    <a:pt x="272438" y="138484"/>
                    <a:pt x="246940" y="151653"/>
                  </a:cubicBezTo>
                  <a:cubicBezTo>
                    <a:pt x="229913" y="160442"/>
                    <a:pt x="209752" y="159601"/>
                    <a:pt x="190752" y="162299"/>
                  </a:cubicBezTo>
                  <a:cubicBezTo>
                    <a:pt x="171752" y="165055"/>
                    <a:pt x="150953" y="173873"/>
                    <a:pt x="145238" y="192177"/>
                  </a:cubicBezTo>
                  <a:cubicBezTo>
                    <a:pt x="133926" y="173699"/>
                    <a:pt x="114664" y="160355"/>
                    <a:pt x="93401" y="156149"/>
                  </a:cubicBezTo>
                  <a:cubicBezTo>
                    <a:pt x="79072" y="153365"/>
                    <a:pt x="64075" y="154554"/>
                    <a:pt x="49890" y="151044"/>
                  </a:cubicBezTo>
                  <a:cubicBezTo>
                    <a:pt x="31238" y="146345"/>
                    <a:pt x="14935" y="133088"/>
                    <a:pt x="6523" y="115770"/>
                  </a:cubicBezTo>
                  <a:cubicBezTo>
                    <a:pt x="-845" y="100541"/>
                    <a:pt x="-2005" y="82440"/>
                    <a:pt x="3216" y="66399"/>
                  </a:cubicBezTo>
                  <a:cubicBezTo>
                    <a:pt x="3216" y="66341"/>
                    <a:pt x="3274" y="66312"/>
                    <a:pt x="3274" y="663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5" name="Google Shape;975;p26"/>
            <p:cNvSpPr/>
            <p:nvPr/>
          </p:nvSpPr>
          <p:spPr>
            <a:xfrm>
              <a:off x="4320642" y="2218082"/>
              <a:ext cx="197491" cy="200390"/>
            </a:xfrm>
            <a:custGeom>
              <a:rect b="b" l="l" r="r" t="t"/>
              <a:pathLst>
                <a:path extrusionOk="0" h="200390" w="197491">
                  <a:moveTo>
                    <a:pt x="6980" y="60467"/>
                  </a:moveTo>
                  <a:cubicBezTo>
                    <a:pt x="10896" y="49066"/>
                    <a:pt x="16524" y="38218"/>
                    <a:pt x="23515" y="28442"/>
                  </a:cubicBezTo>
                  <a:lnTo>
                    <a:pt x="24037" y="28761"/>
                  </a:lnTo>
                  <a:cubicBezTo>
                    <a:pt x="33436" y="19594"/>
                    <a:pt x="44662" y="12517"/>
                    <a:pt x="56845" y="7672"/>
                  </a:cubicBezTo>
                  <a:cubicBezTo>
                    <a:pt x="70682" y="2132"/>
                    <a:pt x="85708" y="-479"/>
                    <a:pt x="100560" y="72"/>
                  </a:cubicBezTo>
                  <a:cubicBezTo>
                    <a:pt x="114338" y="536"/>
                    <a:pt x="127972" y="3698"/>
                    <a:pt x="140387" y="9703"/>
                  </a:cubicBezTo>
                  <a:cubicBezTo>
                    <a:pt x="141867" y="10399"/>
                    <a:pt x="143317" y="11153"/>
                    <a:pt x="144710" y="11994"/>
                  </a:cubicBezTo>
                  <a:cubicBezTo>
                    <a:pt x="148858" y="14228"/>
                    <a:pt x="152803" y="16839"/>
                    <a:pt x="156545" y="19682"/>
                  </a:cubicBezTo>
                  <a:cubicBezTo>
                    <a:pt x="160925" y="23046"/>
                    <a:pt x="165015" y="26701"/>
                    <a:pt x="168786" y="30705"/>
                  </a:cubicBezTo>
                  <a:cubicBezTo>
                    <a:pt x="173805" y="36071"/>
                    <a:pt x="178272" y="41931"/>
                    <a:pt x="182101" y="48167"/>
                  </a:cubicBezTo>
                  <a:cubicBezTo>
                    <a:pt x="184799" y="52576"/>
                    <a:pt x="187177" y="57189"/>
                    <a:pt x="189208" y="62004"/>
                  </a:cubicBezTo>
                  <a:cubicBezTo>
                    <a:pt x="196054" y="78016"/>
                    <a:pt x="198925" y="95711"/>
                    <a:pt x="196808" y="113000"/>
                  </a:cubicBezTo>
                  <a:cubicBezTo>
                    <a:pt x="195357" y="124458"/>
                    <a:pt x="191731" y="135568"/>
                    <a:pt x="186394" y="145779"/>
                  </a:cubicBezTo>
                  <a:cubicBezTo>
                    <a:pt x="176009" y="165620"/>
                    <a:pt x="159040" y="182067"/>
                    <a:pt x="138821" y="191582"/>
                  </a:cubicBezTo>
                  <a:cubicBezTo>
                    <a:pt x="131743" y="194889"/>
                    <a:pt x="124288" y="197355"/>
                    <a:pt x="116572" y="198805"/>
                  </a:cubicBezTo>
                  <a:cubicBezTo>
                    <a:pt x="99486" y="202054"/>
                    <a:pt x="81705" y="200197"/>
                    <a:pt x="65373" y="194280"/>
                  </a:cubicBezTo>
                  <a:cubicBezTo>
                    <a:pt x="42428" y="185897"/>
                    <a:pt x="22326" y="169507"/>
                    <a:pt x="11071" y="147838"/>
                  </a:cubicBezTo>
                  <a:cubicBezTo>
                    <a:pt x="10229" y="146214"/>
                    <a:pt x="9446" y="144589"/>
                    <a:pt x="8692" y="142907"/>
                  </a:cubicBezTo>
                  <a:cubicBezTo>
                    <a:pt x="-2795" y="117264"/>
                    <a:pt x="-2418" y="87328"/>
                    <a:pt x="7009" y="6046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6" name="Google Shape;976;p26"/>
            <p:cNvSpPr/>
            <p:nvPr/>
          </p:nvSpPr>
          <p:spPr>
            <a:xfrm>
              <a:off x="4364562" y="2119208"/>
              <a:ext cx="117957" cy="110926"/>
            </a:xfrm>
            <a:custGeom>
              <a:rect b="b" l="l" r="r" t="t"/>
              <a:pathLst>
                <a:path extrusionOk="0" h="110926" w="117957">
                  <a:moveTo>
                    <a:pt x="56611" y="98975"/>
                  </a:moveTo>
                  <a:cubicBezTo>
                    <a:pt x="41759" y="98424"/>
                    <a:pt x="26733" y="101034"/>
                    <a:pt x="12897" y="106575"/>
                  </a:cubicBezTo>
                  <a:lnTo>
                    <a:pt x="12287" y="105182"/>
                  </a:lnTo>
                  <a:cubicBezTo>
                    <a:pt x="11736" y="92071"/>
                    <a:pt x="5673" y="79859"/>
                    <a:pt x="2222" y="67211"/>
                  </a:cubicBezTo>
                  <a:cubicBezTo>
                    <a:pt x="-1230" y="54564"/>
                    <a:pt x="-1491" y="39480"/>
                    <a:pt x="7530" y="29936"/>
                  </a:cubicBezTo>
                  <a:cubicBezTo>
                    <a:pt x="21454" y="15316"/>
                    <a:pt x="51361" y="19638"/>
                    <a:pt x="60121" y="2843"/>
                  </a:cubicBezTo>
                  <a:cubicBezTo>
                    <a:pt x="60585" y="1973"/>
                    <a:pt x="60992" y="1015"/>
                    <a:pt x="61340" y="0"/>
                  </a:cubicBezTo>
                  <a:cubicBezTo>
                    <a:pt x="61427" y="783"/>
                    <a:pt x="61514" y="1537"/>
                    <a:pt x="61746" y="2292"/>
                  </a:cubicBezTo>
                  <a:cubicBezTo>
                    <a:pt x="63892" y="10936"/>
                    <a:pt x="73233" y="16476"/>
                    <a:pt x="82051" y="19174"/>
                  </a:cubicBezTo>
                  <a:cubicBezTo>
                    <a:pt x="91653" y="22046"/>
                    <a:pt x="102241" y="23496"/>
                    <a:pt x="109551" y="30342"/>
                  </a:cubicBezTo>
                  <a:cubicBezTo>
                    <a:pt x="117267" y="37565"/>
                    <a:pt x="118949" y="48733"/>
                    <a:pt x="117470" y="59466"/>
                  </a:cubicBezTo>
                  <a:cubicBezTo>
                    <a:pt x="117093" y="62715"/>
                    <a:pt x="116339" y="65993"/>
                    <a:pt x="115381" y="69068"/>
                  </a:cubicBezTo>
                  <a:cubicBezTo>
                    <a:pt x="114772" y="70982"/>
                    <a:pt x="114134" y="72897"/>
                    <a:pt x="113438" y="74753"/>
                  </a:cubicBezTo>
                  <a:cubicBezTo>
                    <a:pt x="109290" y="85834"/>
                    <a:pt x="103807" y="96538"/>
                    <a:pt x="102270" y="108228"/>
                  </a:cubicBezTo>
                  <a:lnTo>
                    <a:pt x="100790" y="110926"/>
                  </a:lnTo>
                  <a:cubicBezTo>
                    <a:pt x="99398" y="110085"/>
                    <a:pt x="97948" y="109331"/>
                    <a:pt x="96468" y="108634"/>
                  </a:cubicBezTo>
                  <a:cubicBezTo>
                    <a:pt x="84053" y="102630"/>
                    <a:pt x="70419" y="99468"/>
                    <a:pt x="56640" y="990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7" name="Google Shape;977;p26"/>
            <p:cNvSpPr/>
            <p:nvPr/>
          </p:nvSpPr>
          <p:spPr>
            <a:xfrm>
              <a:off x="4371610" y="2409664"/>
              <a:ext cx="108375" cy="118671"/>
            </a:xfrm>
            <a:custGeom>
              <a:rect b="b" l="l" r="r" t="t"/>
              <a:pathLst>
                <a:path extrusionOk="0" h="118671" w="108375">
                  <a:moveTo>
                    <a:pt x="56640" y="117424"/>
                  </a:moveTo>
                  <a:cubicBezTo>
                    <a:pt x="56496" y="117801"/>
                    <a:pt x="56409" y="118265"/>
                    <a:pt x="56321" y="118671"/>
                  </a:cubicBezTo>
                  <a:cubicBezTo>
                    <a:pt x="54407" y="108721"/>
                    <a:pt x="43703" y="103210"/>
                    <a:pt x="33927" y="100570"/>
                  </a:cubicBezTo>
                  <a:cubicBezTo>
                    <a:pt x="24152" y="97872"/>
                    <a:pt x="13274" y="96103"/>
                    <a:pt x="6515" y="88503"/>
                  </a:cubicBezTo>
                  <a:cubicBezTo>
                    <a:pt x="-969" y="80091"/>
                    <a:pt x="-650" y="67414"/>
                    <a:pt x="887" y="56217"/>
                  </a:cubicBezTo>
                  <a:cubicBezTo>
                    <a:pt x="3208" y="39190"/>
                    <a:pt x="7211" y="22394"/>
                    <a:pt x="12955" y="6179"/>
                  </a:cubicBezTo>
                  <a:cubicBezTo>
                    <a:pt x="13245" y="5569"/>
                    <a:pt x="13506" y="4931"/>
                    <a:pt x="13796" y="4322"/>
                  </a:cubicBezTo>
                  <a:lnTo>
                    <a:pt x="14405" y="2698"/>
                  </a:lnTo>
                  <a:cubicBezTo>
                    <a:pt x="30737" y="8615"/>
                    <a:pt x="48518" y="10472"/>
                    <a:pt x="65604" y="7223"/>
                  </a:cubicBezTo>
                  <a:cubicBezTo>
                    <a:pt x="73320" y="5773"/>
                    <a:pt x="80775" y="3307"/>
                    <a:pt x="87853" y="0"/>
                  </a:cubicBezTo>
                  <a:lnTo>
                    <a:pt x="92175" y="870"/>
                  </a:lnTo>
                  <a:cubicBezTo>
                    <a:pt x="98818" y="21495"/>
                    <a:pt x="105519" y="42235"/>
                    <a:pt x="107897" y="63759"/>
                  </a:cubicBezTo>
                  <a:cubicBezTo>
                    <a:pt x="108594" y="69909"/>
                    <a:pt x="108884" y="76378"/>
                    <a:pt x="106215" y="81947"/>
                  </a:cubicBezTo>
                  <a:cubicBezTo>
                    <a:pt x="97194" y="100976"/>
                    <a:pt x="61804" y="97640"/>
                    <a:pt x="56640" y="11742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8" name="Google Shape;978;p26"/>
            <p:cNvSpPr/>
            <p:nvPr/>
          </p:nvSpPr>
          <p:spPr>
            <a:xfrm>
              <a:off x="4247058" y="2415813"/>
              <a:ext cx="182447" cy="182343"/>
            </a:xfrm>
            <a:custGeom>
              <a:rect b="b" l="l" r="r" t="t"/>
              <a:pathLst>
                <a:path extrusionOk="0" h="182343" w="182447">
                  <a:moveTo>
                    <a:pt x="30585" y="180429"/>
                  </a:moveTo>
                  <a:cubicBezTo>
                    <a:pt x="29830" y="181038"/>
                    <a:pt x="29192" y="181676"/>
                    <a:pt x="28496" y="182343"/>
                  </a:cubicBezTo>
                  <a:cubicBezTo>
                    <a:pt x="32035" y="172742"/>
                    <a:pt x="28322" y="161951"/>
                    <a:pt x="22810" y="153394"/>
                  </a:cubicBezTo>
                  <a:cubicBezTo>
                    <a:pt x="17328" y="144778"/>
                    <a:pt x="10047" y="137323"/>
                    <a:pt x="5319" y="128302"/>
                  </a:cubicBezTo>
                  <a:cubicBezTo>
                    <a:pt x="-3703" y="111042"/>
                    <a:pt x="-744" y="89199"/>
                    <a:pt x="10395" y="73419"/>
                  </a:cubicBezTo>
                  <a:cubicBezTo>
                    <a:pt x="14253" y="67820"/>
                    <a:pt x="19184" y="63005"/>
                    <a:pt x="24957" y="59408"/>
                  </a:cubicBezTo>
                  <a:cubicBezTo>
                    <a:pt x="27132" y="58016"/>
                    <a:pt x="29482" y="56797"/>
                    <a:pt x="31948" y="55811"/>
                  </a:cubicBezTo>
                  <a:lnTo>
                    <a:pt x="31426" y="54825"/>
                  </a:lnTo>
                  <a:cubicBezTo>
                    <a:pt x="52776" y="42903"/>
                    <a:pt x="79956" y="71823"/>
                    <a:pt x="102118" y="61468"/>
                  </a:cubicBezTo>
                  <a:cubicBezTo>
                    <a:pt x="111661" y="57000"/>
                    <a:pt x="116680" y="46616"/>
                    <a:pt x="120973" y="37043"/>
                  </a:cubicBezTo>
                  <a:cubicBezTo>
                    <a:pt x="126455" y="24657"/>
                    <a:pt x="131967" y="12386"/>
                    <a:pt x="137508" y="0"/>
                  </a:cubicBezTo>
                  <a:cubicBezTo>
                    <a:pt x="131793" y="16186"/>
                    <a:pt x="127790" y="33011"/>
                    <a:pt x="125440" y="50039"/>
                  </a:cubicBezTo>
                  <a:cubicBezTo>
                    <a:pt x="123903" y="61265"/>
                    <a:pt x="123584" y="73912"/>
                    <a:pt x="131068" y="82324"/>
                  </a:cubicBezTo>
                  <a:cubicBezTo>
                    <a:pt x="137827" y="89924"/>
                    <a:pt x="148704" y="91694"/>
                    <a:pt x="158480" y="94392"/>
                  </a:cubicBezTo>
                  <a:cubicBezTo>
                    <a:pt x="168256" y="97031"/>
                    <a:pt x="178960" y="102543"/>
                    <a:pt x="180874" y="112492"/>
                  </a:cubicBezTo>
                  <a:cubicBezTo>
                    <a:pt x="180961" y="112086"/>
                    <a:pt x="181048" y="111622"/>
                    <a:pt x="181193" y="111245"/>
                  </a:cubicBezTo>
                  <a:cubicBezTo>
                    <a:pt x="181803" y="113885"/>
                    <a:pt x="182209" y="116554"/>
                    <a:pt x="182354" y="119251"/>
                  </a:cubicBezTo>
                  <a:cubicBezTo>
                    <a:pt x="183804" y="142516"/>
                    <a:pt x="168343" y="166360"/>
                    <a:pt x="146007" y="173438"/>
                  </a:cubicBezTo>
                  <a:cubicBezTo>
                    <a:pt x="126688" y="179530"/>
                    <a:pt x="105889" y="174076"/>
                    <a:pt x="85873" y="170972"/>
                  </a:cubicBezTo>
                  <a:cubicBezTo>
                    <a:pt x="66786" y="167984"/>
                    <a:pt x="45001" y="168042"/>
                    <a:pt x="30585" y="18042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9" name="Google Shape;979;p26"/>
            <p:cNvSpPr/>
            <p:nvPr/>
          </p:nvSpPr>
          <p:spPr>
            <a:xfrm>
              <a:off x="4261972" y="2030995"/>
              <a:ext cx="162776" cy="193395"/>
            </a:xfrm>
            <a:custGeom>
              <a:rect b="b" l="l" r="r" t="t"/>
              <a:pathLst>
                <a:path extrusionOk="0" h="193395" w="162776">
                  <a:moveTo>
                    <a:pt x="54048" y="1450"/>
                  </a:moveTo>
                  <a:cubicBezTo>
                    <a:pt x="54135" y="986"/>
                    <a:pt x="54222" y="464"/>
                    <a:pt x="54338" y="0"/>
                  </a:cubicBezTo>
                  <a:cubicBezTo>
                    <a:pt x="54628" y="464"/>
                    <a:pt x="54947" y="928"/>
                    <a:pt x="55266" y="1363"/>
                  </a:cubicBezTo>
                  <a:cubicBezTo>
                    <a:pt x="63882" y="13460"/>
                    <a:pt x="81083" y="16215"/>
                    <a:pt x="96167" y="16070"/>
                  </a:cubicBezTo>
                  <a:cubicBezTo>
                    <a:pt x="111803" y="15896"/>
                    <a:pt x="128656" y="14214"/>
                    <a:pt x="141971" y="22481"/>
                  </a:cubicBezTo>
                  <a:cubicBezTo>
                    <a:pt x="152530" y="29095"/>
                    <a:pt x="158766" y="41104"/>
                    <a:pt x="161203" y="53345"/>
                  </a:cubicBezTo>
                  <a:cubicBezTo>
                    <a:pt x="163669" y="65529"/>
                    <a:pt x="162740" y="78147"/>
                    <a:pt x="161754" y="90592"/>
                  </a:cubicBezTo>
                  <a:lnTo>
                    <a:pt x="162740" y="91056"/>
                  </a:lnTo>
                  <a:cubicBezTo>
                    <a:pt x="153980" y="107851"/>
                    <a:pt x="124073" y="103529"/>
                    <a:pt x="110149" y="118149"/>
                  </a:cubicBezTo>
                  <a:cubicBezTo>
                    <a:pt x="101128" y="127693"/>
                    <a:pt x="101389" y="142777"/>
                    <a:pt x="104841" y="155424"/>
                  </a:cubicBezTo>
                  <a:cubicBezTo>
                    <a:pt x="108293" y="168071"/>
                    <a:pt x="114326" y="180284"/>
                    <a:pt x="114906" y="193395"/>
                  </a:cubicBezTo>
                  <a:cubicBezTo>
                    <a:pt x="111919" y="179907"/>
                    <a:pt x="108815" y="166070"/>
                    <a:pt x="101128" y="154583"/>
                  </a:cubicBezTo>
                  <a:cubicBezTo>
                    <a:pt x="93441" y="143096"/>
                    <a:pt x="80039" y="134393"/>
                    <a:pt x="66347" y="136250"/>
                  </a:cubicBezTo>
                  <a:cubicBezTo>
                    <a:pt x="51931" y="138309"/>
                    <a:pt x="37078" y="151044"/>
                    <a:pt x="24750" y="145706"/>
                  </a:cubicBezTo>
                  <a:lnTo>
                    <a:pt x="24924" y="145329"/>
                  </a:lnTo>
                  <a:cubicBezTo>
                    <a:pt x="16599" y="134393"/>
                    <a:pt x="8158" y="123254"/>
                    <a:pt x="3458" y="110375"/>
                  </a:cubicBezTo>
                  <a:cubicBezTo>
                    <a:pt x="-1241" y="97437"/>
                    <a:pt x="-1705" y="82266"/>
                    <a:pt x="5547" y="70634"/>
                  </a:cubicBezTo>
                  <a:cubicBezTo>
                    <a:pt x="10797" y="62222"/>
                    <a:pt x="19384" y="56565"/>
                    <a:pt x="26664" y="49865"/>
                  </a:cubicBezTo>
                  <a:cubicBezTo>
                    <a:pt x="40530" y="37159"/>
                    <a:pt x="50248" y="19899"/>
                    <a:pt x="54019" y="145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0" name="Google Shape;980;p26"/>
            <p:cNvSpPr/>
            <p:nvPr/>
          </p:nvSpPr>
          <p:spPr>
            <a:xfrm>
              <a:off x="4263903" y="2360959"/>
              <a:ext cx="122083" cy="118624"/>
            </a:xfrm>
            <a:custGeom>
              <a:rect b="b" l="l" r="r" t="t"/>
              <a:pathLst>
                <a:path extrusionOk="0" h="118624" w="122083">
                  <a:moveTo>
                    <a:pt x="120633" y="54883"/>
                  </a:moveTo>
                  <a:cubicBezTo>
                    <a:pt x="115093" y="67269"/>
                    <a:pt x="109610" y="79540"/>
                    <a:pt x="104099" y="91926"/>
                  </a:cubicBezTo>
                  <a:cubicBezTo>
                    <a:pt x="99806" y="101527"/>
                    <a:pt x="94787" y="111883"/>
                    <a:pt x="85244" y="116351"/>
                  </a:cubicBezTo>
                  <a:cubicBezTo>
                    <a:pt x="63082" y="126677"/>
                    <a:pt x="35902" y="97785"/>
                    <a:pt x="14552" y="109708"/>
                  </a:cubicBezTo>
                  <a:lnTo>
                    <a:pt x="14494" y="109708"/>
                  </a:lnTo>
                  <a:cubicBezTo>
                    <a:pt x="21252" y="88822"/>
                    <a:pt x="-5000" y="68110"/>
                    <a:pt x="860" y="46964"/>
                  </a:cubicBezTo>
                  <a:cubicBezTo>
                    <a:pt x="3413" y="37884"/>
                    <a:pt x="11274" y="31474"/>
                    <a:pt x="19019" y="26107"/>
                  </a:cubicBezTo>
                  <a:cubicBezTo>
                    <a:pt x="33204" y="16244"/>
                    <a:pt x="48288" y="7687"/>
                    <a:pt x="64039" y="609"/>
                  </a:cubicBezTo>
                  <a:lnTo>
                    <a:pt x="65402" y="0"/>
                  </a:lnTo>
                  <a:cubicBezTo>
                    <a:pt x="66157" y="1683"/>
                    <a:pt x="66940" y="3307"/>
                    <a:pt x="67781" y="4931"/>
                  </a:cubicBezTo>
                  <a:cubicBezTo>
                    <a:pt x="79036" y="26629"/>
                    <a:pt x="99139" y="42990"/>
                    <a:pt x="122084" y="51373"/>
                  </a:cubicBezTo>
                  <a:lnTo>
                    <a:pt x="121475" y="52997"/>
                  </a:lnTo>
                  <a:cubicBezTo>
                    <a:pt x="121184" y="53607"/>
                    <a:pt x="120923" y="54245"/>
                    <a:pt x="120633" y="5485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1" name="Google Shape;981;p26"/>
            <p:cNvSpPr/>
            <p:nvPr/>
          </p:nvSpPr>
          <p:spPr>
            <a:xfrm>
              <a:off x="4265932" y="2166937"/>
              <a:ext cx="111526" cy="111611"/>
            </a:xfrm>
            <a:custGeom>
              <a:rect b="b" l="l" r="r" t="t"/>
              <a:pathLst>
                <a:path extrusionOk="0" h="111611" w="111526">
                  <a:moveTo>
                    <a:pt x="78197" y="79587"/>
                  </a:moveTo>
                  <a:cubicBezTo>
                    <a:pt x="71206" y="89363"/>
                    <a:pt x="65578" y="100211"/>
                    <a:pt x="61662" y="111612"/>
                  </a:cubicBezTo>
                  <a:cubicBezTo>
                    <a:pt x="57253" y="109552"/>
                    <a:pt x="52670" y="107899"/>
                    <a:pt x="48116" y="106303"/>
                  </a:cubicBezTo>
                  <a:cubicBezTo>
                    <a:pt x="48058" y="106245"/>
                    <a:pt x="48029" y="106245"/>
                    <a:pt x="47971" y="106245"/>
                  </a:cubicBezTo>
                  <a:cubicBezTo>
                    <a:pt x="42372" y="103837"/>
                    <a:pt x="36745" y="101720"/>
                    <a:pt x="30943" y="100298"/>
                  </a:cubicBezTo>
                  <a:cubicBezTo>
                    <a:pt x="28855" y="99457"/>
                    <a:pt x="26766" y="98529"/>
                    <a:pt x="24706" y="97543"/>
                  </a:cubicBezTo>
                  <a:cubicBezTo>
                    <a:pt x="12755" y="91712"/>
                    <a:pt x="1616" y="81530"/>
                    <a:pt x="166" y="68361"/>
                  </a:cubicBezTo>
                  <a:cubicBezTo>
                    <a:pt x="-2068" y="48055"/>
                    <a:pt x="19021" y="30651"/>
                    <a:pt x="18180" y="10635"/>
                  </a:cubicBezTo>
                  <a:cubicBezTo>
                    <a:pt x="18180" y="9794"/>
                    <a:pt x="18092" y="9011"/>
                    <a:pt x="18005" y="8170"/>
                  </a:cubicBezTo>
                  <a:cubicBezTo>
                    <a:pt x="18876" y="8779"/>
                    <a:pt x="19833" y="9301"/>
                    <a:pt x="20761" y="9707"/>
                  </a:cubicBezTo>
                  <a:cubicBezTo>
                    <a:pt x="33090" y="15073"/>
                    <a:pt x="47942" y="2310"/>
                    <a:pt x="62358" y="250"/>
                  </a:cubicBezTo>
                  <a:cubicBezTo>
                    <a:pt x="76050" y="-1606"/>
                    <a:pt x="89452" y="7096"/>
                    <a:pt x="97139" y="18583"/>
                  </a:cubicBezTo>
                  <a:cubicBezTo>
                    <a:pt x="104826" y="30070"/>
                    <a:pt x="107930" y="43907"/>
                    <a:pt x="110918" y="57396"/>
                  </a:cubicBezTo>
                  <a:lnTo>
                    <a:pt x="111527" y="58788"/>
                  </a:lnTo>
                  <a:cubicBezTo>
                    <a:pt x="99343" y="63633"/>
                    <a:pt x="88117" y="70710"/>
                    <a:pt x="78719" y="79877"/>
                  </a:cubicBezTo>
                  <a:lnTo>
                    <a:pt x="78197" y="7955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2" name="Google Shape;982;p26"/>
            <p:cNvSpPr/>
            <p:nvPr/>
          </p:nvSpPr>
          <p:spPr>
            <a:xfrm>
              <a:off x="4217973" y="2265146"/>
              <a:ext cx="111332" cy="116566"/>
            </a:xfrm>
            <a:custGeom>
              <a:rect b="b" l="l" r="r" t="t"/>
              <a:pathLst>
                <a:path extrusionOk="0" h="116566" w="111332">
                  <a:moveTo>
                    <a:pt x="1016" y="56275"/>
                  </a:moveTo>
                  <a:cubicBezTo>
                    <a:pt x="696" y="56101"/>
                    <a:pt x="319" y="55898"/>
                    <a:pt x="0" y="55753"/>
                  </a:cubicBezTo>
                  <a:cubicBezTo>
                    <a:pt x="9225" y="55115"/>
                    <a:pt x="16012" y="46877"/>
                    <a:pt x="19871" y="38493"/>
                  </a:cubicBezTo>
                  <a:cubicBezTo>
                    <a:pt x="23700" y="30168"/>
                    <a:pt x="25875" y="20857"/>
                    <a:pt x="31590" y="13634"/>
                  </a:cubicBezTo>
                  <a:cubicBezTo>
                    <a:pt x="40147" y="2756"/>
                    <a:pt x="55289" y="-1160"/>
                    <a:pt x="69010" y="290"/>
                  </a:cubicBezTo>
                  <a:cubicBezTo>
                    <a:pt x="72375" y="609"/>
                    <a:pt x="75653" y="1276"/>
                    <a:pt x="78931" y="2118"/>
                  </a:cubicBezTo>
                  <a:cubicBezTo>
                    <a:pt x="84529" y="4293"/>
                    <a:pt x="90243" y="6121"/>
                    <a:pt x="95958" y="8064"/>
                  </a:cubicBezTo>
                  <a:cubicBezTo>
                    <a:pt x="96016" y="8064"/>
                    <a:pt x="96045" y="8064"/>
                    <a:pt x="96103" y="8122"/>
                  </a:cubicBezTo>
                  <a:cubicBezTo>
                    <a:pt x="100657" y="9718"/>
                    <a:pt x="105212" y="11371"/>
                    <a:pt x="109650" y="13431"/>
                  </a:cubicBezTo>
                  <a:cubicBezTo>
                    <a:pt x="100193" y="40292"/>
                    <a:pt x="99816" y="70199"/>
                    <a:pt x="111332" y="95871"/>
                  </a:cubicBezTo>
                  <a:lnTo>
                    <a:pt x="109969" y="96480"/>
                  </a:lnTo>
                  <a:cubicBezTo>
                    <a:pt x="96741" y="100164"/>
                    <a:pt x="85109" y="108025"/>
                    <a:pt x="72259" y="112812"/>
                  </a:cubicBezTo>
                  <a:cubicBezTo>
                    <a:pt x="59466" y="117598"/>
                    <a:pt x="43715" y="118874"/>
                    <a:pt x="33127" y="110201"/>
                  </a:cubicBezTo>
                  <a:cubicBezTo>
                    <a:pt x="17956" y="97815"/>
                    <a:pt x="19290" y="70924"/>
                    <a:pt x="5309" y="59147"/>
                  </a:cubicBezTo>
                  <a:cubicBezTo>
                    <a:pt x="4061" y="58074"/>
                    <a:pt x="2611" y="57088"/>
                    <a:pt x="1016" y="563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3" name="Google Shape;983;p26"/>
            <p:cNvSpPr/>
            <p:nvPr/>
          </p:nvSpPr>
          <p:spPr>
            <a:xfrm>
              <a:off x="4130311" y="2323393"/>
              <a:ext cx="197601" cy="169522"/>
            </a:xfrm>
            <a:custGeom>
              <a:rect b="b" l="l" r="r" t="t"/>
              <a:pathLst>
                <a:path extrusionOk="0" h="169522" w="197601">
                  <a:moveTo>
                    <a:pt x="141588" y="151712"/>
                  </a:moveTo>
                  <a:cubicBezTo>
                    <a:pt x="131492" y="157659"/>
                    <a:pt x="121108" y="163431"/>
                    <a:pt x="109882" y="166738"/>
                  </a:cubicBezTo>
                  <a:cubicBezTo>
                    <a:pt x="97408" y="170451"/>
                    <a:pt x="83485" y="170915"/>
                    <a:pt x="71765" y="165259"/>
                  </a:cubicBezTo>
                  <a:cubicBezTo>
                    <a:pt x="57581" y="158384"/>
                    <a:pt x="48907" y="143996"/>
                    <a:pt x="39190" y="131523"/>
                  </a:cubicBezTo>
                  <a:cubicBezTo>
                    <a:pt x="29472" y="119107"/>
                    <a:pt x="15693" y="107127"/>
                    <a:pt x="0" y="108810"/>
                  </a:cubicBezTo>
                  <a:cubicBezTo>
                    <a:pt x="9950" y="95118"/>
                    <a:pt x="15635" y="78322"/>
                    <a:pt x="16099" y="61382"/>
                  </a:cubicBezTo>
                  <a:cubicBezTo>
                    <a:pt x="16390" y="50040"/>
                    <a:pt x="14417" y="38205"/>
                    <a:pt x="18333" y="27559"/>
                  </a:cubicBezTo>
                  <a:cubicBezTo>
                    <a:pt x="23206" y="14244"/>
                    <a:pt x="36492" y="5455"/>
                    <a:pt x="50270" y="2148"/>
                  </a:cubicBezTo>
                  <a:cubicBezTo>
                    <a:pt x="63991" y="-1217"/>
                    <a:pt x="78437" y="59"/>
                    <a:pt x="92535" y="1364"/>
                  </a:cubicBezTo>
                  <a:lnTo>
                    <a:pt x="92941" y="900"/>
                  </a:lnTo>
                  <a:cubicBezTo>
                    <a:pt x="106952" y="12678"/>
                    <a:pt x="105589" y="39568"/>
                    <a:pt x="120760" y="51954"/>
                  </a:cubicBezTo>
                  <a:cubicBezTo>
                    <a:pt x="131377" y="60599"/>
                    <a:pt x="147099" y="59351"/>
                    <a:pt x="159891" y="54565"/>
                  </a:cubicBezTo>
                  <a:cubicBezTo>
                    <a:pt x="172742" y="49779"/>
                    <a:pt x="184374" y="41918"/>
                    <a:pt x="197601" y="38234"/>
                  </a:cubicBezTo>
                  <a:cubicBezTo>
                    <a:pt x="181879" y="45311"/>
                    <a:pt x="166795" y="53869"/>
                    <a:pt x="152581" y="63731"/>
                  </a:cubicBezTo>
                  <a:cubicBezTo>
                    <a:pt x="144865" y="69098"/>
                    <a:pt x="137004" y="75509"/>
                    <a:pt x="134422" y="84588"/>
                  </a:cubicBezTo>
                  <a:cubicBezTo>
                    <a:pt x="128563" y="105706"/>
                    <a:pt x="154815" y="126417"/>
                    <a:pt x="148056" y="147332"/>
                  </a:cubicBezTo>
                  <a:lnTo>
                    <a:pt x="148114" y="147332"/>
                  </a:lnTo>
                  <a:lnTo>
                    <a:pt x="148636" y="148318"/>
                  </a:lnTo>
                  <a:cubicBezTo>
                    <a:pt x="146171" y="149305"/>
                    <a:pt x="143850" y="150494"/>
                    <a:pt x="141645" y="151915"/>
                  </a:cubicBezTo>
                  <a:lnTo>
                    <a:pt x="141558" y="151770"/>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4" name="Google Shape;984;p26"/>
            <p:cNvSpPr/>
            <p:nvPr/>
          </p:nvSpPr>
          <p:spPr>
            <a:xfrm>
              <a:off x="4117720" y="1995683"/>
              <a:ext cx="198357" cy="186255"/>
            </a:xfrm>
            <a:custGeom>
              <a:rect b="b" l="l" r="r" t="t"/>
              <a:pathLst>
                <a:path extrusionOk="0" h="186255" w="198357">
                  <a:moveTo>
                    <a:pt x="198299" y="36763"/>
                  </a:moveTo>
                  <a:cubicBezTo>
                    <a:pt x="194528" y="55183"/>
                    <a:pt x="184811" y="72471"/>
                    <a:pt x="170945" y="85177"/>
                  </a:cubicBezTo>
                  <a:cubicBezTo>
                    <a:pt x="163635" y="91878"/>
                    <a:pt x="155078" y="97505"/>
                    <a:pt x="149827" y="105946"/>
                  </a:cubicBezTo>
                  <a:cubicBezTo>
                    <a:pt x="142575" y="117579"/>
                    <a:pt x="143039" y="132750"/>
                    <a:pt x="147739" y="145687"/>
                  </a:cubicBezTo>
                  <a:cubicBezTo>
                    <a:pt x="152438" y="158567"/>
                    <a:pt x="160850" y="169706"/>
                    <a:pt x="169204" y="180642"/>
                  </a:cubicBezTo>
                  <a:lnTo>
                    <a:pt x="169031" y="181019"/>
                  </a:lnTo>
                  <a:cubicBezTo>
                    <a:pt x="168102" y="180613"/>
                    <a:pt x="167174" y="180090"/>
                    <a:pt x="166275" y="179481"/>
                  </a:cubicBezTo>
                  <a:cubicBezTo>
                    <a:pt x="166362" y="180323"/>
                    <a:pt x="166449" y="181106"/>
                    <a:pt x="166449" y="181947"/>
                  </a:cubicBezTo>
                  <a:lnTo>
                    <a:pt x="165985" y="181947"/>
                  </a:lnTo>
                  <a:cubicBezTo>
                    <a:pt x="157050" y="167153"/>
                    <a:pt x="141502" y="156536"/>
                    <a:pt x="124475" y="153606"/>
                  </a:cubicBezTo>
                  <a:cubicBezTo>
                    <a:pt x="107476" y="150618"/>
                    <a:pt x="89288" y="155376"/>
                    <a:pt x="75886" y="166225"/>
                  </a:cubicBezTo>
                  <a:cubicBezTo>
                    <a:pt x="69185" y="171678"/>
                    <a:pt x="63587" y="178553"/>
                    <a:pt x="55929" y="182411"/>
                  </a:cubicBezTo>
                  <a:cubicBezTo>
                    <a:pt x="47371" y="186704"/>
                    <a:pt x="37451" y="186646"/>
                    <a:pt x="27762" y="185805"/>
                  </a:cubicBezTo>
                  <a:cubicBezTo>
                    <a:pt x="8530" y="181193"/>
                    <a:pt x="-1594" y="158480"/>
                    <a:pt x="205" y="138754"/>
                  </a:cubicBezTo>
                  <a:cubicBezTo>
                    <a:pt x="2061" y="118971"/>
                    <a:pt x="12620" y="101247"/>
                    <a:pt x="21671" y="83494"/>
                  </a:cubicBezTo>
                  <a:cubicBezTo>
                    <a:pt x="30692" y="65770"/>
                    <a:pt x="38553" y="45900"/>
                    <a:pt x="34521" y="26436"/>
                  </a:cubicBezTo>
                  <a:cubicBezTo>
                    <a:pt x="44471" y="37430"/>
                    <a:pt x="62572" y="35921"/>
                    <a:pt x="75857" y="29221"/>
                  </a:cubicBezTo>
                  <a:cubicBezTo>
                    <a:pt x="89085" y="22462"/>
                    <a:pt x="99963" y="11671"/>
                    <a:pt x="113422" y="5405"/>
                  </a:cubicBezTo>
                  <a:cubicBezTo>
                    <a:pt x="143823" y="-8896"/>
                    <a:pt x="184346" y="6420"/>
                    <a:pt x="198358" y="367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5" name="Google Shape;985;p26"/>
            <p:cNvSpPr/>
            <p:nvPr/>
          </p:nvSpPr>
          <p:spPr>
            <a:xfrm>
              <a:off x="4139536" y="2148395"/>
              <a:ext cx="157367" cy="173027"/>
            </a:xfrm>
            <a:custGeom>
              <a:rect b="b" l="l" r="r" t="t"/>
              <a:pathLst>
                <a:path extrusionOk="0" h="173027" w="157367">
                  <a:moveTo>
                    <a:pt x="5917" y="33064"/>
                  </a:moveTo>
                  <a:cubicBezTo>
                    <a:pt x="15606" y="33906"/>
                    <a:pt x="25498" y="33935"/>
                    <a:pt x="34084" y="29670"/>
                  </a:cubicBezTo>
                  <a:cubicBezTo>
                    <a:pt x="41771" y="25812"/>
                    <a:pt x="47341" y="18909"/>
                    <a:pt x="54042" y="13484"/>
                  </a:cubicBezTo>
                  <a:cubicBezTo>
                    <a:pt x="67443" y="2635"/>
                    <a:pt x="85631" y="-2093"/>
                    <a:pt x="102630" y="866"/>
                  </a:cubicBezTo>
                  <a:cubicBezTo>
                    <a:pt x="119657" y="3795"/>
                    <a:pt x="135206" y="14412"/>
                    <a:pt x="144140" y="29206"/>
                  </a:cubicBezTo>
                  <a:lnTo>
                    <a:pt x="144604" y="29206"/>
                  </a:lnTo>
                  <a:cubicBezTo>
                    <a:pt x="145445" y="49222"/>
                    <a:pt x="124357" y="66626"/>
                    <a:pt x="126590" y="86932"/>
                  </a:cubicBezTo>
                  <a:cubicBezTo>
                    <a:pt x="128041" y="100102"/>
                    <a:pt x="139151" y="110283"/>
                    <a:pt x="151131" y="116114"/>
                  </a:cubicBezTo>
                  <a:cubicBezTo>
                    <a:pt x="153190" y="117100"/>
                    <a:pt x="155279" y="118028"/>
                    <a:pt x="157368" y="118870"/>
                  </a:cubicBezTo>
                  <a:cubicBezTo>
                    <a:pt x="154119" y="118028"/>
                    <a:pt x="150812" y="117390"/>
                    <a:pt x="147447" y="117042"/>
                  </a:cubicBezTo>
                  <a:cubicBezTo>
                    <a:pt x="133726" y="115592"/>
                    <a:pt x="118584" y="119508"/>
                    <a:pt x="110027" y="130386"/>
                  </a:cubicBezTo>
                  <a:cubicBezTo>
                    <a:pt x="104312" y="137609"/>
                    <a:pt x="102107" y="146920"/>
                    <a:pt x="98308" y="155245"/>
                  </a:cubicBezTo>
                  <a:cubicBezTo>
                    <a:pt x="94449" y="163629"/>
                    <a:pt x="87662" y="171867"/>
                    <a:pt x="78437" y="172505"/>
                  </a:cubicBezTo>
                  <a:cubicBezTo>
                    <a:pt x="78756" y="172650"/>
                    <a:pt x="79133" y="172824"/>
                    <a:pt x="79453" y="173027"/>
                  </a:cubicBezTo>
                  <a:cubicBezTo>
                    <a:pt x="63962" y="170939"/>
                    <a:pt x="48501" y="166239"/>
                    <a:pt x="35621" y="157334"/>
                  </a:cubicBezTo>
                  <a:cubicBezTo>
                    <a:pt x="22539" y="148255"/>
                    <a:pt x="12299" y="134476"/>
                    <a:pt x="9689" y="118841"/>
                  </a:cubicBezTo>
                  <a:cubicBezTo>
                    <a:pt x="7165" y="103902"/>
                    <a:pt x="11545" y="88817"/>
                    <a:pt x="13083" y="73791"/>
                  </a:cubicBezTo>
                  <a:cubicBezTo>
                    <a:pt x="14446" y="60100"/>
                    <a:pt x="12560" y="44697"/>
                    <a:pt x="3162" y="35240"/>
                  </a:cubicBezTo>
                  <a:cubicBezTo>
                    <a:pt x="3162" y="35182"/>
                    <a:pt x="3104" y="35182"/>
                    <a:pt x="3104" y="35182"/>
                  </a:cubicBezTo>
                  <a:cubicBezTo>
                    <a:pt x="2118" y="34167"/>
                    <a:pt x="1102" y="33267"/>
                    <a:pt x="0" y="32426"/>
                  </a:cubicBezTo>
                  <a:cubicBezTo>
                    <a:pt x="1943" y="32658"/>
                    <a:pt x="3916" y="32832"/>
                    <a:pt x="5917" y="3303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6" name="Google Shape;986;p26"/>
            <p:cNvSpPr/>
            <p:nvPr/>
          </p:nvSpPr>
          <p:spPr>
            <a:xfrm>
              <a:off x="4097792" y="2432044"/>
              <a:ext cx="179849" cy="217464"/>
            </a:xfrm>
            <a:custGeom>
              <a:rect b="b" l="l" r="r" t="t"/>
              <a:pathLst>
                <a:path extrusionOk="0" h="217464" w="179849">
                  <a:moveTo>
                    <a:pt x="26108" y="7933"/>
                  </a:moveTo>
                  <a:lnTo>
                    <a:pt x="25470" y="7237"/>
                  </a:lnTo>
                  <a:cubicBezTo>
                    <a:pt x="27936" y="5322"/>
                    <a:pt x="30256" y="3146"/>
                    <a:pt x="32258" y="710"/>
                  </a:cubicBezTo>
                  <a:lnTo>
                    <a:pt x="32548" y="159"/>
                  </a:lnTo>
                  <a:cubicBezTo>
                    <a:pt x="48241" y="-1524"/>
                    <a:pt x="62020" y="10456"/>
                    <a:pt x="71738" y="22872"/>
                  </a:cubicBezTo>
                  <a:cubicBezTo>
                    <a:pt x="81455" y="35345"/>
                    <a:pt x="90128" y="49733"/>
                    <a:pt x="104313" y="56608"/>
                  </a:cubicBezTo>
                  <a:cubicBezTo>
                    <a:pt x="116033" y="62293"/>
                    <a:pt x="129956" y="61829"/>
                    <a:pt x="142430" y="58087"/>
                  </a:cubicBezTo>
                  <a:cubicBezTo>
                    <a:pt x="153656" y="54780"/>
                    <a:pt x="164011" y="49008"/>
                    <a:pt x="174135" y="43061"/>
                  </a:cubicBezTo>
                  <a:lnTo>
                    <a:pt x="174222" y="43206"/>
                  </a:lnTo>
                  <a:cubicBezTo>
                    <a:pt x="168450" y="46803"/>
                    <a:pt x="163518" y="51619"/>
                    <a:pt x="159660" y="57217"/>
                  </a:cubicBezTo>
                  <a:cubicBezTo>
                    <a:pt x="148550" y="72997"/>
                    <a:pt x="145562" y="94811"/>
                    <a:pt x="154584" y="112100"/>
                  </a:cubicBezTo>
                  <a:cubicBezTo>
                    <a:pt x="159341" y="121121"/>
                    <a:pt x="166593" y="128576"/>
                    <a:pt x="172076" y="137192"/>
                  </a:cubicBezTo>
                  <a:cubicBezTo>
                    <a:pt x="177558" y="145749"/>
                    <a:pt x="181300" y="156540"/>
                    <a:pt x="177761" y="166142"/>
                  </a:cubicBezTo>
                  <a:cubicBezTo>
                    <a:pt x="178458" y="165503"/>
                    <a:pt x="179125" y="164836"/>
                    <a:pt x="179850" y="164227"/>
                  </a:cubicBezTo>
                  <a:cubicBezTo>
                    <a:pt x="179096" y="165851"/>
                    <a:pt x="178487" y="167592"/>
                    <a:pt x="177935" y="169303"/>
                  </a:cubicBezTo>
                  <a:cubicBezTo>
                    <a:pt x="177935" y="169303"/>
                    <a:pt x="177877" y="169361"/>
                    <a:pt x="177877" y="169390"/>
                  </a:cubicBezTo>
                  <a:cubicBezTo>
                    <a:pt x="164853" y="194018"/>
                    <a:pt x="142865" y="216963"/>
                    <a:pt x="115220" y="217456"/>
                  </a:cubicBezTo>
                  <a:cubicBezTo>
                    <a:pt x="75944" y="218153"/>
                    <a:pt x="48908" y="174728"/>
                    <a:pt x="10270" y="167795"/>
                  </a:cubicBezTo>
                  <a:cubicBezTo>
                    <a:pt x="17493" y="152450"/>
                    <a:pt x="19146" y="134610"/>
                    <a:pt x="14911" y="118192"/>
                  </a:cubicBezTo>
                  <a:cubicBezTo>
                    <a:pt x="11691" y="105660"/>
                    <a:pt x="5280" y="94173"/>
                    <a:pt x="2061" y="81700"/>
                  </a:cubicBezTo>
                  <a:cubicBezTo>
                    <a:pt x="-4640" y="55274"/>
                    <a:pt x="5426" y="25511"/>
                    <a:pt x="26079" y="79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7" name="Google Shape;987;p26"/>
            <p:cNvSpPr/>
            <p:nvPr/>
          </p:nvSpPr>
          <p:spPr>
            <a:xfrm>
              <a:off x="4021503" y="2180731"/>
              <a:ext cx="201778" cy="267547"/>
            </a:xfrm>
            <a:custGeom>
              <a:rect b="b" l="l" r="r" t="t"/>
              <a:pathLst>
                <a:path extrusionOk="0" h="267547" w="201778">
                  <a:moveTo>
                    <a:pt x="201779" y="143534"/>
                  </a:moveTo>
                  <a:lnTo>
                    <a:pt x="201373" y="143998"/>
                  </a:lnTo>
                  <a:cubicBezTo>
                    <a:pt x="187275" y="142692"/>
                    <a:pt x="172829" y="141445"/>
                    <a:pt x="159108" y="144781"/>
                  </a:cubicBezTo>
                  <a:cubicBezTo>
                    <a:pt x="145329" y="148088"/>
                    <a:pt x="132073" y="156877"/>
                    <a:pt x="127170" y="170192"/>
                  </a:cubicBezTo>
                  <a:cubicBezTo>
                    <a:pt x="123254" y="180838"/>
                    <a:pt x="125227" y="192673"/>
                    <a:pt x="124937" y="204015"/>
                  </a:cubicBezTo>
                  <a:cubicBezTo>
                    <a:pt x="124473" y="220956"/>
                    <a:pt x="118787" y="237751"/>
                    <a:pt x="108838" y="251443"/>
                  </a:cubicBezTo>
                  <a:lnTo>
                    <a:pt x="108548" y="251994"/>
                  </a:lnTo>
                  <a:cubicBezTo>
                    <a:pt x="106546" y="254402"/>
                    <a:pt x="104225" y="256606"/>
                    <a:pt x="101760" y="258521"/>
                  </a:cubicBezTo>
                  <a:cubicBezTo>
                    <a:pt x="93231" y="265048"/>
                    <a:pt x="82295" y="268384"/>
                    <a:pt x="71592" y="267368"/>
                  </a:cubicBezTo>
                  <a:cubicBezTo>
                    <a:pt x="57755" y="266063"/>
                    <a:pt x="44817" y="257593"/>
                    <a:pt x="38087" y="245438"/>
                  </a:cubicBezTo>
                  <a:cubicBezTo>
                    <a:pt x="28776" y="228498"/>
                    <a:pt x="31851" y="207873"/>
                    <a:pt x="30487" y="188612"/>
                  </a:cubicBezTo>
                  <a:cubicBezTo>
                    <a:pt x="29182" y="169351"/>
                    <a:pt x="19232" y="146957"/>
                    <a:pt x="0" y="145013"/>
                  </a:cubicBezTo>
                  <a:cubicBezTo>
                    <a:pt x="21553" y="136369"/>
                    <a:pt x="33562" y="113366"/>
                    <a:pt x="40350" y="91174"/>
                  </a:cubicBezTo>
                  <a:cubicBezTo>
                    <a:pt x="47109" y="68983"/>
                    <a:pt x="50735" y="45226"/>
                    <a:pt x="63527" y="25878"/>
                  </a:cubicBezTo>
                  <a:cubicBezTo>
                    <a:pt x="75943" y="7110"/>
                    <a:pt x="100889" y="-6089"/>
                    <a:pt x="121137" y="2875"/>
                  </a:cubicBezTo>
                  <a:cubicBezTo>
                    <a:pt x="121137" y="2875"/>
                    <a:pt x="121195" y="2875"/>
                    <a:pt x="121195" y="2933"/>
                  </a:cubicBezTo>
                  <a:cubicBezTo>
                    <a:pt x="130593" y="12389"/>
                    <a:pt x="132450" y="27792"/>
                    <a:pt x="131116" y="41484"/>
                  </a:cubicBezTo>
                  <a:cubicBezTo>
                    <a:pt x="129578" y="56510"/>
                    <a:pt x="125198" y="71594"/>
                    <a:pt x="127722" y="86533"/>
                  </a:cubicBezTo>
                  <a:cubicBezTo>
                    <a:pt x="130332" y="102168"/>
                    <a:pt x="140572" y="115947"/>
                    <a:pt x="153655" y="125027"/>
                  </a:cubicBezTo>
                  <a:cubicBezTo>
                    <a:pt x="166534" y="133903"/>
                    <a:pt x="181995" y="138631"/>
                    <a:pt x="197486" y="140720"/>
                  </a:cubicBezTo>
                  <a:cubicBezTo>
                    <a:pt x="199081" y="141503"/>
                    <a:pt x="200502" y="142489"/>
                    <a:pt x="201779" y="1435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8" name="Google Shape;988;p26"/>
            <p:cNvSpPr/>
            <p:nvPr/>
          </p:nvSpPr>
          <p:spPr>
            <a:xfrm>
              <a:off x="4507065" y="2264060"/>
              <a:ext cx="97118" cy="107661"/>
            </a:xfrm>
            <a:custGeom>
              <a:rect b="b" l="l" r="r" t="t"/>
              <a:pathLst>
                <a:path extrusionOk="0" h="107661" w="97118">
                  <a:moveTo>
                    <a:pt x="8819" y="99191"/>
                  </a:moveTo>
                  <a:cubicBezTo>
                    <a:pt x="6411" y="97944"/>
                    <a:pt x="6875" y="93766"/>
                    <a:pt x="9602" y="93244"/>
                  </a:cubicBezTo>
                  <a:cubicBezTo>
                    <a:pt x="20683" y="91069"/>
                    <a:pt x="32576" y="89937"/>
                    <a:pt x="43048" y="85412"/>
                  </a:cubicBezTo>
                  <a:cubicBezTo>
                    <a:pt x="34113" y="81380"/>
                    <a:pt x="24541" y="78769"/>
                    <a:pt x="15693" y="74447"/>
                  </a:cubicBezTo>
                  <a:cubicBezTo>
                    <a:pt x="13634" y="73461"/>
                    <a:pt x="13489" y="69777"/>
                    <a:pt x="15693" y="68820"/>
                  </a:cubicBezTo>
                  <a:cubicBezTo>
                    <a:pt x="26600" y="64149"/>
                    <a:pt x="39073" y="63511"/>
                    <a:pt x="49865" y="58667"/>
                  </a:cubicBezTo>
                  <a:cubicBezTo>
                    <a:pt x="41336" y="53010"/>
                    <a:pt x="30110" y="51821"/>
                    <a:pt x="21205" y="46948"/>
                  </a:cubicBezTo>
                  <a:cubicBezTo>
                    <a:pt x="18739" y="45584"/>
                    <a:pt x="19319" y="41726"/>
                    <a:pt x="21988" y="41001"/>
                  </a:cubicBezTo>
                  <a:cubicBezTo>
                    <a:pt x="30226" y="38767"/>
                    <a:pt x="38725" y="38216"/>
                    <a:pt x="47196" y="37491"/>
                  </a:cubicBezTo>
                  <a:cubicBezTo>
                    <a:pt x="38290" y="30442"/>
                    <a:pt x="25933" y="28035"/>
                    <a:pt x="15722" y="23596"/>
                  </a:cubicBezTo>
                  <a:cubicBezTo>
                    <a:pt x="12822" y="22349"/>
                    <a:pt x="14301" y="18578"/>
                    <a:pt x="16506" y="17650"/>
                  </a:cubicBezTo>
                  <a:cubicBezTo>
                    <a:pt x="26397" y="13531"/>
                    <a:pt x="36347" y="9412"/>
                    <a:pt x="46703" y="6569"/>
                  </a:cubicBezTo>
                  <a:cubicBezTo>
                    <a:pt x="63904" y="1870"/>
                    <a:pt x="83398" y="622"/>
                    <a:pt x="95639" y="15880"/>
                  </a:cubicBezTo>
                  <a:cubicBezTo>
                    <a:pt x="96161" y="16519"/>
                    <a:pt x="96625" y="17186"/>
                    <a:pt x="97118" y="17882"/>
                  </a:cubicBezTo>
                  <a:cubicBezTo>
                    <a:pt x="96074" y="14749"/>
                    <a:pt x="94740" y="11790"/>
                    <a:pt x="92593" y="9208"/>
                  </a:cubicBezTo>
                  <a:cubicBezTo>
                    <a:pt x="85660" y="883"/>
                    <a:pt x="73477" y="-422"/>
                    <a:pt x="62628" y="100"/>
                  </a:cubicBezTo>
                  <a:cubicBezTo>
                    <a:pt x="52620" y="622"/>
                    <a:pt x="42758" y="2102"/>
                    <a:pt x="33127" y="4625"/>
                  </a:cubicBezTo>
                  <a:cubicBezTo>
                    <a:pt x="25353" y="7265"/>
                    <a:pt x="17434" y="9557"/>
                    <a:pt x="9892" y="12776"/>
                  </a:cubicBezTo>
                  <a:cubicBezTo>
                    <a:pt x="9718" y="12864"/>
                    <a:pt x="9573" y="12951"/>
                    <a:pt x="9369" y="13009"/>
                  </a:cubicBezTo>
                  <a:cubicBezTo>
                    <a:pt x="7658" y="13792"/>
                    <a:pt x="5918" y="14633"/>
                    <a:pt x="4264" y="15474"/>
                  </a:cubicBezTo>
                  <a:lnTo>
                    <a:pt x="2814" y="16083"/>
                  </a:lnTo>
                  <a:cubicBezTo>
                    <a:pt x="9659" y="32096"/>
                    <a:pt x="12532" y="49791"/>
                    <a:pt x="10414" y="67079"/>
                  </a:cubicBezTo>
                  <a:cubicBezTo>
                    <a:pt x="8963" y="78537"/>
                    <a:pt x="5337" y="89647"/>
                    <a:pt x="0" y="99858"/>
                  </a:cubicBezTo>
                  <a:lnTo>
                    <a:pt x="1160" y="100467"/>
                  </a:lnTo>
                  <a:cubicBezTo>
                    <a:pt x="7687" y="102382"/>
                    <a:pt x="14272" y="104151"/>
                    <a:pt x="20944" y="105631"/>
                  </a:cubicBezTo>
                  <a:cubicBezTo>
                    <a:pt x="24077" y="106356"/>
                    <a:pt x="27209" y="107023"/>
                    <a:pt x="30371" y="107661"/>
                  </a:cubicBezTo>
                  <a:cubicBezTo>
                    <a:pt x="22800" y="105573"/>
                    <a:pt x="15519" y="102730"/>
                    <a:pt x="8906" y="9924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9" name="Google Shape;989;p26"/>
            <p:cNvSpPr/>
            <p:nvPr/>
          </p:nvSpPr>
          <p:spPr>
            <a:xfrm>
              <a:off x="4465294" y="2165125"/>
              <a:ext cx="113823" cy="115047"/>
            </a:xfrm>
            <a:custGeom>
              <a:rect b="b" l="l" r="r" t="t"/>
              <a:pathLst>
                <a:path extrusionOk="0" h="115047" w="113823">
                  <a:moveTo>
                    <a:pt x="113798" y="63269"/>
                  </a:moveTo>
                  <a:cubicBezTo>
                    <a:pt x="113334" y="55930"/>
                    <a:pt x="109795" y="49316"/>
                    <a:pt x="106401" y="42673"/>
                  </a:cubicBezTo>
                  <a:cubicBezTo>
                    <a:pt x="106923" y="44327"/>
                    <a:pt x="107445" y="46009"/>
                    <a:pt x="107880" y="47721"/>
                  </a:cubicBezTo>
                  <a:cubicBezTo>
                    <a:pt x="110404" y="57467"/>
                    <a:pt x="109244" y="68548"/>
                    <a:pt x="104167" y="77338"/>
                  </a:cubicBezTo>
                  <a:cubicBezTo>
                    <a:pt x="94682" y="93727"/>
                    <a:pt x="74173" y="98020"/>
                    <a:pt x="57232" y="102255"/>
                  </a:cubicBezTo>
                  <a:cubicBezTo>
                    <a:pt x="54709" y="102894"/>
                    <a:pt x="51779" y="99877"/>
                    <a:pt x="53549" y="97469"/>
                  </a:cubicBezTo>
                  <a:cubicBezTo>
                    <a:pt x="56304" y="93727"/>
                    <a:pt x="58770" y="89782"/>
                    <a:pt x="61091" y="85750"/>
                  </a:cubicBezTo>
                  <a:cubicBezTo>
                    <a:pt x="54535" y="87113"/>
                    <a:pt x="47950" y="88506"/>
                    <a:pt x="41220" y="88622"/>
                  </a:cubicBezTo>
                  <a:cubicBezTo>
                    <a:pt x="38639" y="88680"/>
                    <a:pt x="37333" y="85866"/>
                    <a:pt x="38406" y="83719"/>
                  </a:cubicBezTo>
                  <a:cubicBezTo>
                    <a:pt x="41365" y="77918"/>
                    <a:pt x="44759" y="72377"/>
                    <a:pt x="48182" y="66837"/>
                  </a:cubicBezTo>
                  <a:cubicBezTo>
                    <a:pt x="41598" y="68664"/>
                    <a:pt x="35274" y="71362"/>
                    <a:pt x="29124" y="74437"/>
                  </a:cubicBezTo>
                  <a:cubicBezTo>
                    <a:pt x="26455" y="75742"/>
                    <a:pt x="23845" y="73596"/>
                    <a:pt x="24338" y="70753"/>
                  </a:cubicBezTo>
                  <a:cubicBezTo>
                    <a:pt x="25295" y="65270"/>
                    <a:pt x="26774" y="59904"/>
                    <a:pt x="28138" y="54538"/>
                  </a:cubicBezTo>
                  <a:cubicBezTo>
                    <a:pt x="23206" y="57641"/>
                    <a:pt x="18826" y="61557"/>
                    <a:pt x="14649" y="65677"/>
                  </a:cubicBezTo>
                  <a:cubicBezTo>
                    <a:pt x="12213" y="68084"/>
                    <a:pt x="8587" y="65590"/>
                    <a:pt x="9196" y="62515"/>
                  </a:cubicBezTo>
                  <a:cubicBezTo>
                    <a:pt x="12967" y="43776"/>
                    <a:pt x="18855" y="19699"/>
                    <a:pt x="38349" y="11374"/>
                  </a:cubicBezTo>
                  <a:cubicBezTo>
                    <a:pt x="48704" y="6965"/>
                    <a:pt x="59756" y="8212"/>
                    <a:pt x="69851" y="12505"/>
                  </a:cubicBezTo>
                  <a:cubicBezTo>
                    <a:pt x="74695" y="14565"/>
                    <a:pt x="79714" y="17175"/>
                    <a:pt x="84993" y="17785"/>
                  </a:cubicBezTo>
                  <a:cubicBezTo>
                    <a:pt x="90070" y="18365"/>
                    <a:pt x="94102" y="16160"/>
                    <a:pt x="97409" y="12824"/>
                  </a:cubicBezTo>
                  <a:cubicBezTo>
                    <a:pt x="90476" y="14304"/>
                    <a:pt x="82557" y="12331"/>
                    <a:pt x="75798" y="9401"/>
                  </a:cubicBezTo>
                  <a:cubicBezTo>
                    <a:pt x="66544" y="5398"/>
                    <a:pt x="57378" y="-142"/>
                    <a:pt x="47312" y="3"/>
                  </a:cubicBezTo>
                  <a:cubicBezTo>
                    <a:pt x="35099" y="206"/>
                    <a:pt x="25208" y="8763"/>
                    <a:pt x="18333" y="19293"/>
                  </a:cubicBezTo>
                  <a:cubicBezTo>
                    <a:pt x="16621" y="25791"/>
                    <a:pt x="13431" y="31969"/>
                    <a:pt x="9283" y="37394"/>
                  </a:cubicBezTo>
                  <a:cubicBezTo>
                    <a:pt x="5947" y="45545"/>
                    <a:pt x="2640" y="53667"/>
                    <a:pt x="1479" y="62341"/>
                  </a:cubicBezTo>
                  <a:lnTo>
                    <a:pt x="0" y="65038"/>
                  </a:lnTo>
                  <a:cubicBezTo>
                    <a:pt x="4148" y="67272"/>
                    <a:pt x="8093" y="69883"/>
                    <a:pt x="11835" y="72725"/>
                  </a:cubicBezTo>
                  <a:cubicBezTo>
                    <a:pt x="16216" y="76090"/>
                    <a:pt x="20305" y="79745"/>
                    <a:pt x="24077" y="83748"/>
                  </a:cubicBezTo>
                  <a:cubicBezTo>
                    <a:pt x="29095" y="89115"/>
                    <a:pt x="33562" y="94975"/>
                    <a:pt x="37391" y="101211"/>
                  </a:cubicBezTo>
                  <a:cubicBezTo>
                    <a:pt x="40089" y="105620"/>
                    <a:pt x="42468" y="110233"/>
                    <a:pt x="44498" y="115048"/>
                  </a:cubicBezTo>
                  <a:lnTo>
                    <a:pt x="45949" y="114439"/>
                  </a:lnTo>
                  <a:cubicBezTo>
                    <a:pt x="47631" y="113569"/>
                    <a:pt x="49342" y="112727"/>
                    <a:pt x="51054" y="111973"/>
                  </a:cubicBezTo>
                  <a:cubicBezTo>
                    <a:pt x="51228" y="111915"/>
                    <a:pt x="51373" y="111828"/>
                    <a:pt x="51576" y="111741"/>
                  </a:cubicBezTo>
                  <a:cubicBezTo>
                    <a:pt x="59060" y="108376"/>
                    <a:pt x="66834" y="105649"/>
                    <a:pt x="74811" y="103590"/>
                  </a:cubicBezTo>
                  <a:cubicBezTo>
                    <a:pt x="79453" y="101965"/>
                    <a:pt x="84065" y="100283"/>
                    <a:pt x="88503" y="98107"/>
                  </a:cubicBezTo>
                  <a:cubicBezTo>
                    <a:pt x="102137" y="91407"/>
                    <a:pt x="114755" y="78527"/>
                    <a:pt x="113769" y="6332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0" name="Google Shape;990;p26"/>
            <p:cNvSpPr/>
            <p:nvPr/>
          </p:nvSpPr>
          <p:spPr>
            <a:xfrm>
              <a:off x="4459463" y="2363889"/>
              <a:ext cx="111825" cy="118322"/>
            </a:xfrm>
            <a:custGeom>
              <a:rect b="b" l="l" r="r" t="t"/>
              <a:pathLst>
                <a:path extrusionOk="0" h="118322" w="111825">
                  <a:moveTo>
                    <a:pt x="37710" y="103732"/>
                  </a:moveTo>
                  <a:cubicBezTo>
                    <a:pt x="25672" y="88039"/>
                    <a:pt x="19523" y="68284"/>
                    <a:pt x="13692" y="49661"/>
                  </a:cubicBezTo>
                  <a:cubicBezTo>
                    <a:pt x="12705" y="46529"/>
                    <a:pt x="16883" y="44237"/>
                    <a:pt x="19145" y="46500"/>
                  </a:cubicBezTo>
                  <a:cubicBezTo>
                    <a:pt x="25121" y="52562"/>
                    <a:pt x="30661" y="59669"/>
                    <a:pt x="37826" y="64426"/>
                  </a:cubicBezTo>
                  <a:cubicBezTo>
                    <a:pt x="35187" y="55376"/>
                    <a:pt x="31938" y="46529"/>
                    <a:pt x="27790" y="38087"/>
                  </a:cubicBezTo>
                  <a:cubicBezTo>
                    <a:pt x="26397" y="35274"/>
                    <a:pt x="29298" y="31909"/>
                    <a:pt x="32257" y="33620"/>
                  </a:cubicBezTo>
                  <a:cubicBezTo>
                    <a:pt x="40205" y="38232"/>
                    <a:pt x="47689" y="44266"/>
                    <a:pt x="56450" y="47109"/>
                  </a:cubicBezTo>
                  <a:cubicBezTo>
                    <a:pt x="54158" y="39451"/>
                    <a:pt x="49894" y="32547"/>
                    <a:pt x="44788" y="26368"/>
                  </a:cubicBezTo>
                  <a:cubicBezTo>
                    <a:pt x="42932" y="24106"/>
                    <a:pt x="44585" y="19725"/>
                    <a:pt x="47950" y="20915"/>
                  </a:cubicBezTo>
                  <a:cubicBezTo>
                    <a:pt x="53607" y="22916"/>
                    <a:pt x="58712" y="25933"/>
                    <a:pt x="63846" y="28979"/>
                  </a:cubicBezTo>
                  <a:cubicBezTo>
                    <a:pt x="61004" y="23525"/>
                    <a:pt x="57378" y="18507"/>
                    <a:pt x="53897" y="13344"/>
                  </a:cubicBezTo>
                  <a:cubicBezTo>
                    <a:pt x="52359" y="11052"/>
                    <a:pt x="54941" y="7600"/>
                    <a:pt x="57581" y="8557"/>
                  </a:cubicBezTo>
                  <a:cubicBezTo>
                    <a:pt x="66979" y="12009"/>
                    <a:pt x="76929" y="13257"/>
                    <a:pt x="86617" y="15722"/>
                  </a:cubicBezTo>
                  <a:cubicBezTo>
                    <a:pt x="96161" y="18159"/>
                    <a:pt x="105734" y="23090"/>
                    <a:pt x="111825" y="30603"/>
                  </a:cubicBezTo>
                  <a:cubicBezTo>
                    <a:pt x="108228" y="25411"/>
                    <a:pt x="103645" y="20828"/>
                    <a:pt x="98424" y="17405"/>
                  </a:cubicBezTo>
                  <a:cubicBezTo>
                    <a:pt x="89402" y="11458"/>
                    <a:pt x="79104" y="8180"/>
                    <a:pt x="68459" y="5918"/>
                  </a:cubicBezTo>
                  <a:lnTo>
                    <a:pt x="68517" y="5773"/>
                  </a:lnTo>
                  <a:cubicBezTo>
                    <a:pt x="61874" y="4293"/>
                    <a:pt x="55260" y="2524"/>
                    <a:pt x="48733" y="609"/>
                  </a:cubicBezTo>
                  <a:lnTo>
                    <a:pt x="47573" y="0"/>
                  </a:lnTo>
                  <a:cubicBezTo>
                    <a:pt x="37188" y="19812"/>
                    <a:pt x="20219" y="36289"/>
                    <a:pt x="0" y="45803"/>
                  </a:cubicBezTo>
                  <a:lnTo>
                    <a:pt x="4322" y="46674"/>
                  </a:lnTo>
                  <a:cubicBezTo>
                    <a:pt x="10385" y="62367"/>
                    <a:pt x="17666" y="77538"/>
                    <a:pt x="26049" y="92100"/>
                  </a:cubicBezTo>
                  <a:cubicBezTo>
                    <a:pt x="33098" y="104370"/>
                    <a:pt x="44150" y="117511"/>
                    <a:pt x="57291" y="118323"/>
                  </a:cubicBezTo>
                  <a:cubicBezTo>
                    <a:pt x="49198" y="116234"/>
                    <a:pt x="42729" y="110230"/>
                    <a:pt x="37739" y="10373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1" name="Google Shape;991;p26"/>
            <p:cNvSpPr/>
            <p:nvPr/>
          </p:nvSpPr>
          <p:spPr>
            <a:xfrm>
              <a:off x="4364562" y="2134176"/>
              <a:ext cx="110044" cy="95899"/>
            </a:xfrm>
            <a:custGeom>
              <a:rect b="b" l="l" r="r" t="t"/>
              <a:pathLst>
                <a:path extrusionOk="0" h="95899" w="110044">
                  <a:moveTo>
                    <a:pt x="96874" y="80613"/>
                  </a:moveTo>
                  <a:cubicBezTo>
                    <a:pt x="95047" y="81831"/>
                    <a:pt x="92697" y="80555"/>
                    <a:pt x="92088" y="78669"/>
                  </a:cubicBezTo>
                  <a:cubicBezTo>
                    <a:pt x="89013" y="69213"/>
                    <a:pt x="87505" y="58277"/>
                    <a:pt x="81587" y="50068"/>
                  </a:cubicBezTo>
                  <a:cubicBezTo>
                    <a:pt x="76308" y="57581"/>
                    <a:pt x="72827" y="66254"/>
                    <a:pt x="67808" y="73941"/>
                  </a:cubicBezTo>
                  <a:cubicBezTo>
                    <a:pt x="66561" y="75827"/>
                    <a:pt x="63312" y="76262"/>
                    <a:pt x="62181" y="73941"/>
                  </a:cubicBezTo>
                  <a:cubicBezTo>
                    <a:pt x="57975" y="65210"/>
                    <a:pt x="56147" y="55753"/>
                    <a:pt x="53653" y="46471"/>
                  </a:cubicBezTo>
                  <a:cubicBezTo>
                    <a:pt x="50172" y="56565"/>
                    <a:pt x="47793" y="67037"/>
                    <a:pt x="44747" y="77277"/>
                  </a:cubicBezTo>
                  <a:cubicBezTo>
                    <a:pt x="44022" y="79714"/>
                    <a:pt x="39961" y="80787"/>
                    <a:pt x="38801" y="78060"/>
                  </a:cubicBezTo>
                  <a:cubicBezTo>
                    <a:pt x="34624" y="68313"/>
                    <a:pt x="33318" y="57407"/>
                    <a:pt x="28938" y="47805"/>
                  </a:cubicBezTo>
                  <a:cubicBezTo>
                    <a:pt x="26443" y="58074"/>
                    <a:pt x="25312" y="68633"/>
                    <a:pt x="24268" y="79162"/>
                  </a:cubicBezTo>
                  <a:cubicBezTo>
                    <a:pt x="24007" y="81773"/>
                    <a:pt x="20816" y="83717"/>
                    <a:pt x="18698" y="81454"/>
                  </a:cubicBezTo>
                  <a:cubicBezTo>
                    <a:pt x="4803" y="66544"/>
                    <a:pt x="-3493" y="45310"/>
                    <a:pt x="6863" y="26078"/>
                  </a:cubicBezTo>
                  <a:cubicBezTo>
                    <a:pt x="11591" y="17318"/>
                    <a:pt x="19568" y="10588"/>
                    <a:pt x="28445" y="6324"/>
                  </a:cubicBezTo>
                  <a:cubicBezTo>
                    <a:pt x="33260" y="4003"/>
                    <a:pt x="38192" y="2060"/>
                    <a:pt x="43123" y="0"/>
                  </a:cubicBezTo>
                  <a:cubicBezTo>
                    <a:pt x="31027" y="4061"/>
                    <a:pt x="16174" y="5831"/>
                    <a:pt x="7530" y="14939"/>
                  </a:cubicBezTo>
                  <a:cubicBezTo>
                    <a:pt x="-1491" y="24483"/>
                    <a:pt x="-1230" y="39567"/>
                    <a:pt x="2222" y="52214"/>
                  </a:cubicBezTo>
                  <a:cubicBezTo>
                    <a:pt x="5673" y="64862"/>
                    <a:pt x="11707" y="77074"/>
                    <a:pt x="12287" y="90185"/>
                  </a:cubicBezTo>
                  <a:lnTo>
                    <a:pt x="12897" y="91578"/>
                  </a:lnTo>
                  <a:cubicBezTo>
                    <a:pt x="26733" y="86037"/>
                    <a:pt x="41759" y="83427"/>
                    <a:pt x="56611" y="83978"/>
                  </a:cubicBezTo>
                  <a:cubicBezTo>
                    <a:pt x="70390" y="84442"/>
                    <a:pt x="84024" y="87604"/>
                    <a:pt x="96439" y="93608"/>
                  </a:cubicBezTo>
                  <a:cubicBezTo>
                    <a:pt x="97919" y="94305"/>
                    <a:pt x="99369" y="95059"/>
                    <a:pt x="100761" y="95900"/>
                  </a:cubicBezTo>
                  <a:lnTo>
                    <a:pt x="102241" y="93202"/>
                  </a:lnTo>
                  <a:cubicBezTo>
                    <a:pt x="103372" y="84529"/>
                    <a:pt x="106708" y="76407"/>
                    <a:pt x="110044" y="68255"/>
                  </a:cubicBezTo>
                  <a:cubicBezTo>
                    <a:pt x="106302" y="73100"/>
                    <a:pt x="101806" y="77335"/>
                    <a:pt x="96874" y="8058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2" name="Google Shape;992;p26"/>
            <p:cNvSpPr/>
            <p:nvPr/>
          </p:nvSpPr>
          <p:spPr>
            <a:xfrm>
              <a:off x="4371582" y="2409664"/>
              <a:ext cx="108396" cy="118671"/>
            </a:xfrm>
            <a:custGeom>
              <a:rect b="b" l="l" r="r" t="t"/>
              <a:pathLst>
                <a:path extrusionOk="0" h="118671" w="108396">
                  <a:moveTo>
                    <a:pt x="107897" y="63759"/>
                  </a:moveTo>
                  <a:cubicBezTo>
                    <a:pt x="105519" y="42264"/>
                    <a:pt x="98818" y="21495"/>
                    <a:pt x="92175" y="870"/>
                  </a:cubicBezTo>
                  <a:lnTo>
                    <a:pt x="87853" y="0"/>
                  </a:lnTo>
                  <a:cubicBezTo>
                    <a:pt x="80775" y="3307"/>
                    <a:pt x="73320" y="5773"/>
                    <a:pt x="65604" y="7223"/>
                  </a:cubicBezTo>
                  <a:cubicBezTo>
                    <a:pt x="48518" y="10472"/>
                    <a:pt x="30737" y="8615"/>
                    <a:pt x="14405" y="2698"/>
                  </a:cubicBezTo>
                  <a:lnTo>
                    <a:pt x="13796" y="4322"/>
                  </a:lnTo>
                  <a:cubicBezTo>
                    <a:pt x="13535" y="4902"/>
                    <a:pt x="13274" y="5511"/>
                    <a:pt x="12984" y="6121"/>
                  </a:cubicBezTo>
                  <a:cubicBezTo>
                    <a:pt x="13187" y="6672"/>
                    <a:pt x="13216" y="7310"/>
                    <a:pt x="12984" y="8006"/>
                  </a:cubicBezTo>
                  <a:cubicBezTo>
                    <a:pt x="10895" y="14591"/>
                    <a:pt x="8864" y="21205"/>
                    <a:pt x="6515" y="27674"/>
                  </a:cubicBezTo>
                  <a:cubicBezTo>
                    <a:pt x="4136" y="37072"/>
                    <a:pt x="2222" y="46616"/>
                    <a:pt x="887" y="56217"/>
                  </a:cubicBezTo>
                  <a:cubicBezTo>
                    <a:pt x="-650" y="67443"/>
                    <a:pt x="-969" y="80091"/>
                    <a:pt x="6515" y="88503"/>
                  </a:cubicBezTo>
                  <a:cubicBezTo>
                    <a:pt x="13274" y="96103"/>
                    <a:pt x="24152" y="97872"/>
                    <a:pt x="33927" y="100570"/>
                  </a:cubicBezTo>
                  <a:cubicBezTo>
                    <a:pt x="43703" y="103210"/>
                    <a:pt x="54407" y="108721"/>
                    <a:pt x="56321" y="118671"/>
                  </a:cubicBezTo>
                  <a:cubicBezTo>
                    <a:pt x="56408" y="118265"/>
                    <a:pt x="56495" y="117801"/>
                    <a:pt x="56641" y="117424"/>
                  </a:cubicBezTo>
                  <a:cubicBezTo>
                    <a:pt x="56902" y="116437"/>
                    <a:pt x="57279" y="115567"/>
                    <a:pt x="57685" y="114697"/>
                  </a:cubicBezTo>
                  <a:cubicBezTo>
                    <a:pt x="56641" y="114581"/>
                    <a:pt x="55654" y="114088"/>
                    <a:pt x="55103" y="113247"/>
                  </a:cubicBezTo>
                  <a:cubicBezTo>
                    <a:pt x="54291" y="112957"/>
                    <a:pt x="53624" y="112289"/>
                    <a:pt x="53450" y="111100"/>
                  </a:cubicBezTo>
                  <a:cubicBezTo>
                    <a:pt x="51999" y="101237"/>
                    <a:pt x="37611" y="98946"/>
                    <a:pt x="30011" y="95755"/>
                  </a:cubicBezTo>
                  <a:cubicBezTo>
                    <a:pt x="20410" y="91723"/>
                    <a:pt x="11736" y="84906"/>
                    <a:pt x="7153" y="75333"/>
                  </a:cubicBezTo>
                  <a:cubicBezTo>
                    <a:pt x="-2333" y="55492"/>
                    <a:pt x="6254" y="31996"/>
                    <a:pt x="18031" y="15113"/>
                  </a:cubicBezTo>
                  <a:cubicBezTo>
                    <a:pt x="19423" y="13112"/>
                    <a:pt x="23543" y="12850"/>
                    <a:pt x="23978" y="15896"/>
                  </a:cubicBezTo>
                  <a:cubicBezTo>
                    <a:pt x="24993" y="22916"/>
                    <a:pt x="26037" y="29936"/>
                    <a:pt x="28706" y="36434"/>
                  </a:cubicBezTo>
                  <a:cubicBezTo>
                    <a:pt x="31404" y="29269"/>
                    <a:pt x="33898" y="22017"/>
                    <a:pt x="37263" y="15142"/>
                  </a:cubicBezTo>
                  <a:cubicBezTo>
                    <a:pt x="38249" y="13112"/>
                    <a:pt x="41934" y="12937"/>
                    <a:pt x="42891" y="15142"/>
                  </a:cubicBezTo>
                  <a:cubicBezTo>
                    <a:pt x="46546" y="23728"/>
                    <a:pt x="49592" y="33011"/>
                    <a:pt x="54755" y="40901"/>
                  </a:cubicBezTo>
                  <a:cubicBezTo>
                    <a:pt x="58120" y="33446"/>
                    <a:pt x="59193" y="25092"/>
                    <a:pt x="61688" y="17289"/>
                  </a:cubicBezTo>
                  <a:cubicBezTo>
                    <a:pt x="62703" y="14156"/>
                    <a:pt x="66938" y="14243"/>
                    <a:pt x="67953" y="17289"/>
                  </a:cubicBezTo>
                  <a:cubicBezTo>
                    <a:pt x="70071" y="23612"/>
                    <a:pt x="72247" y="29907"/>
                    <a:pt x="74886" y="36028"/>
                  </a:cubicBezTo>
                  <a:cubicBezTo>
                    <a:pt x="78599" y="28979"/>
                    <a:pt x="80543" y="20915"/>
                    <a:pt x="84024" y="13750"/>
                  </a:cubicBezTo>
                  <a:cubicBezTo>
                    <a:pt x="85126" y="11487"/>
                    <a:pt x="88462" y="11777"/>
                    <a:pt x="89651" y="13750"/>
                  </a:cubicBezTo>
                  <a:cubicBezTo>
                    <a:pt x="94583" y="22046"/>
                    <a:pt x="98499" y="31067"/>
                    <a:pt x="101516" y="40234"/>
                  </a:cubicBezTo>
                  <a:cubicBezTo>
                    <a:pt x="106650" y="55724"/>
                    <a:pt x="110827" y="76320"/>
                    <a:pt x="97048" y="88648"/>
                  </a:cubicBezTo>
                  <a:cubicBezTo>
                    <a:pt x="91102" y="93985"/>
                    <a:pt x="83618" y="97002"/>
                    <a:pt x="76453" y="100309"/>
                  </a:cubicBezTo>
                  <a:cubicBezTo>
                    <a:pt x="73436" y="101702"/>
                    <a:pt x="69868" y="103239"/>
                    <a:pt x="66880" y="105328"/>
                  </a:cubicBezTo>
                  <a:cubicBezTo>
                    <a:pt x="79586" y="97843"/>
                    <a:pt x="99717" y="95697"/>
                    <a:pt x="106244" y="81976"/>
                  </a:cubicBezTo>
                  <a:cubicBezTo>
                    <a:pt x="108883" y="76378"/>
                    <a:pt x="108623" y="69909"/>
                    <a:pt x="107926" y="6378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3" name="Google Shape;993;p26"/>
            <p:cNvSpPr/>
            <p:nvPr/>
          </p:nvSpPr>
          <p:spPr>
            <a:xfrm>
              <a:off x="4263877" y="2360988"/>
              <a:ext cx="122081" cy="65789"/>
            </a:xfrm>
            <a:custGeom>
              <a:rect b="b" l="l" r="r" t="t"/>
              <a:pathLst>
                <a:path extrusionOk="0" h="65789" w="122081">
                  <a:moveTo>
                    <a:pt x="67778" y="4931"/>
                  </a:moveTo>
                  <a:cubicBezTo>
                    <a:pt x="66937" y="3307"/>
                    <a:pt x="66154" y="1682"/>
                    <a:pt x="65400" y="0"/>
                  </a:cubicBezTo>
                  <a:lnTo>
                    <a:pt x="64036" y="609"/>
                  </a:lnTo>
                  <a:cubicBezTo>
                    <a:pt x="48314" y="7687"/>
                    <a:pt x="33230" y="16244"/>
                    <a:pt x="19016" y="26107"/>
                  </a:cubicBezTo>
                  <a:cubicBezTo>
                    <a:pt x="11300" y="31474"/>
                    <a:pt x="3439" y="37884"/>
                    <a:pt x="857" y="46964"/>
                  </a:cubicBezTo>
                  <a:cubicBezTo>
                    <a:pt x="-593" y="52214"/>
                    <a:pt x="-71" y="57436"/>
                    <a:pt x="1438" y="62657"/>
                  </a:cubicBezTo>
                  <a:cubicBezTo>
                    <a:pt x="1205" y="61671"/>
                    <a:pt x="973" y="60684"/>
                    <a:pt x="770" y="59698"/>
                  </a:cubicBezTo>
                  <a:cubicBezTo>
                    <a:pt x="219" y="56797"/>
                    <a:pt x="-303" y="53897"/>
                    <a:pt x="625" y="51025"/>
                  </a:cubicBezTo>
                  <a:cubicBezTo>
                    <a:pt x="1988" y="46761"/>
                    <a:pt x="4889" y="43019"/>
                    <a:pt x="7877" y="39741"/>
                  </a:cubicBezTo>
                  <a:cubicBezTo>
                    <a:pt x="15680" y="31183"/>
                    <a:pt x="25775" y="24425"/>
                    <a:pt x="35841" y="18913"/>
                  </a:cubicBezTo>
                  <a:cubicBezTo>
                    <a:pt x="44427" y="14185"/>
                    <a:pt x="54000" y="9515"/>
                    <a:pt x="63920" y="8557"/>
                  </a:cubicBezTo>
                  <a:cubicBezTo>
                    <a:pt x="67024" y="8267"/>
                    <a:pt x="67808" y="12183"/>
                    <a:pt x="66212" y="14127"/>
                  </a:cubicBezTo>
                  <a:cubicBezTo>
                    <a:pt x="61339" y="20044"/>
                    <a:pt x="57161" y="26484"/>
                    <a:pt x="52694" y="32721"/>
                  </a:cubicBezTo>
                  <a:cubicBezTo>
                    <a:pt x="58844" y="30893"/>
                    <a:pt x="64762" y="28370"/>
                    <a:pt x="70534" y="25527"/>
                  </a:cubicBezTo>
                  <a:cubicBezTo>
                    <a:pt x="72884" y="24367"/>
                    <a:pt x="76336" y="26310"/>
                    <a:pt x="75320" y="29211"/>
                  </a:cubicBezTo>
                  <a:cubicBezTo>
                    <a:pt x="72942" y="35970"/>
                    <a:pt x="69345" y="42206"/>
                    <a:pt x="66444" y="48733"/>
                  </a:cubicBezTo>
                  <a:cubicBezTo>
                    <a:pt x="74653" y="46819"/>
                    <a:pt x="82340" y="43483"/>
                    <a:pt x="89766" y="39277"/>
                  </a:cubicBezTo>
                  <a:cubicBezTo>
                    <a:pt x="92464" y="37768"/>
                    <a:pt x="94930" y="40263"/>
                    <a:pt x="94553" y="42961"/>
                  </a:cubicBezTo>
                  <a:cubicBezTo>
                    <a:pt x="93450" y="50735"/>
                    <a:pt x="92203" y="58451"/>
                    <a:pt x="89592" y="65790"/>
                  </a:cubicBezTo>
                  <a:cubicBezTo>
                    <a:pt x="98411" y="60887"/>
                    <a:pt x="106359" y="54129"/>
                    <a:pt x="116657" y="52707"/>
                  </a:cubicBezTo>
                  <a:cubicBezTo>
                    <a:pt x="118339" y="52475"/>
                    <a:pt x="120137" y="53316"/>
                    <a:pt x="120660" y="54825"/>
                  </a:cubicBezTo>
                  <a:cubicBezTo>
                    <a:pt x="120921" y="54245"/>
                    <a:pt x="121182" y="53606"/>
                    <a:pt x="121472" y="53026"/>
                  </a:cubicBezTo>
                  <a:lnTo>
                    <a:pt x="122081" y="51402"/>
                  </a:lnTo>
                  <a:cubicBezTo>
                    <a:pt x="99136" y="43019"/>
                    <a:pt x="79034" y="26629"/>
                    <a:pt x="67778" y="496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4" name="Google Shape;994;p26"/>
            <p:cNvSpPr/>
            <p:nvPr/>
          </p:nvSpPr>
          <p:spPr>
            <a:xfrm>
              <a:off x="4265873" y="2166995"/>
              <a:ext cx="111527" cy="111205"/>
            </a:xfrm>
            <a:custGeom>
              <a:rect b="b" l="l" r="r" t="t"/>
              <a:pathLst>
                <a:path extrusionOk="0" h="111205" w="111527">
                  <a:moveTo>
                    <a:pt x="110976" y="57396"/>
                  </a:moveTo>
                  <a:cubicBezTo>
                    <a:pt x="107988" y="43907"/>
                    <a:pt x="104884" y="30070"/>
                    <a:pt x="97197" y="18583"/>
                  </a:cubicBezTo>
                  <a:cubicBezTo>
                    <a:pt x="89510" y="7096"/>
                    <a:pt x="76108" y="-1606"/>
                    <a:pt x="62417" y="250"/>
                  </a:cubicBezTo>
                  <a:cubicBezTo>
                    <a:pt x="58907" y="743"/>
                    <a:pt x="55397" y="1875"/>
                    <a:pt x="51887" y="3209"/>
                  </a:cubicBezTo>
                  <a:cubicBezTo>
                    <a:pt x="59110" y="1382"/>
                    <a:pt x="65926" y="1150"/>
                    <a:pt x="73295" y="4456"/>
                  </a:cubicBezTo>
                  <a:cubicBezTo>
                    <a:pt x="92121" y="12898"/>
                    <a:pt x="99518" y="35553"/>
                    <a:pt x="100910" y="54611"/>
                  </a:cubicBezTo>
                  <a:cubicBezTo>
                    <a:pt x="101084" y="57019"/>
                    <a:pt x="97980" y="58759"/>
                    <a:pt x="96008" y="57425"/>
                  </a:cubicBezTo>
                  <a:cubicBezTo>
                    <a:pt x="90003" y="53364"/>
                    <a:pt x="84289" y="48839"/>
                    <a:pt x="78342" y="44690"/>
                  </a:cubicBezTo>
                  <a:cubicBezTo>
                    <a:pt x="79589" y="50666"/>
                    <a:pt x="82055" y="56410"/>
                    <a:pt x="84289" y="62008"/>
                  </a:cubicBezTo>
                  <a:cubicBezTo>
                    <a:pt x="85362" y="64648"/>
                    <a:pt x="81736" y="67172"/>
                    <a:pt x="79502" y="65692"/>
                  </a:cubicBezTo>
                  <a:cubicBezTo>
                    <a:pt x="73121" y="61399"/>
                    <a:pt x="66942" y="56526"/>
                    <a:pt x="59980" y="53219"/>
                  </a:cubicBezTo>
                  <a:cubicBezTo>
                    <a:pt x="62649" y="62124"/>
                    <a:pt x="66072" y="70768"/>
                    <a:pt x="70220" y="79123"/>
                  </a:cubicBezTo>
                  <a:cubicBezTo>
                    <a:pt x="71757" y="82198"/>
                    <a:pt x="68740" y="84866"/>
                    <a:pt x="65753" y="83590"/>
                  </a:cubicBezTo>
                  <a:cubicBezTo>
                    <a:pt x="58211" y="80312"/>
                    <a:pt x="50843" y="76367"/>
                    <a:pt x="42923" y="74133"/>
                  </a:cubicBezTo>
                  <a:cubicBezTo>
                    <a:pt x="46027" y="83503"/>
                    <a:pt x="53279" y="90987"/>
                    <a:pt x="57834" y="99747"/>
                  </a:cubicBezTo>
                  <a:cubicBezTo>
                    <a:pt x="59081" y="102184"/>
                    <a:pt x="56992" y="105375"/>
                    <a:pt x="54149" y="104534"/>
                  </a:cubicBezTo>
                  <a:cubicBezTo>
                    <a:pt x="37064" y="99399"/>
                    <a:pt x="15018" y="92901"/>
                    <a:pt x="6518" y="75468"/>
                  </a:cubicBezTo>
                  <a:cubicBezTo>
                    <a:pt x="1993" y="66156"/>
                    <a:pt x="2429" y="55365"/>
                    <a:pt x="5503" y="45677"/>
                  </a:cubicBezTo>
                  <a:cubicBezTo>
                    <a:pt x="1964" y="53016"/>
                    <a:pt x="-704" y="60471"/>
                    <a:pt x="166" y="68361"/>
                  </a:cubicBezTo>
                  <a:cubicBezTo>
                    <a:pt x="1616" y="81530"/>
                    <a:pt x="12726" y="91712"/>
                    <a:pt x="24706" y="97543"/>
                  </a:cubicBezTo>
                  <a:cubicBezTo>
                    <a:pt x="26766" y="98529"/>
                    <a:pt x="28855" y="99457"/>
                    <a:pt x="30943" y="100298"/>
                  </a:cubicBezTo>
                  <a:cubicBezTo>
                    <a:pt x="36774" y="101749"/>
                    <a:pt x="42401" y="103837"/>
                    <a:pt x="47971" y="106245"/>
                  </a:cubicBezTo>
                  <a:cubicBezTo>
                    <a:pt x="48029" y="106245"/>
                    <a:pt x="48058" y="106245"/>
                    <a:pt x="48116" y="106303"/>
                  </a:cubicBezTo>
                  <a:cubicBezTo>
                    <a:pt x="52351" y="107782"/>
                    <a:pt x="56586" y="109349"/>
                    <a:pt x="60705" y="111205"/>
                  </a:cubicBezTo>
                  <a:cubicBezTo>
                    <a:pt x="64592" y="93685"/>
                    <a:pt x="73469" y="78020"/>
                    <a:pt x="89800" y="69028"/>
                  </a:cubicBezTo>
                  <a:cubicBezTo>
                    <a:pt x="90786" y="68477"/>
                    <a:pt x="91744" y="68506"/>
                    <a:pt x="92527" y="68854"/>
                  </a:cubicBezTo>
                  <a:cubicBezTo>
                    <a:pt x="98474" y="64880"/>
                    <a:pt x="104826" y="61486"/>
                    <a:pt x="111527" y="58846"/>
                  </a:cubicBezTo>
                  <a:lnTo>
                    <a:pt x="110918" y="57454"/>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5" name="Google Shape;995;p26"/>
            <p:cNvSpPr/>
            <p:nvPr/>
          </p:nvSpPr>
          <p:spPr>
            <a:xfrm>
              <a:off x="4224703" y="2265146"/>
              <a:ext cx="104602" cy="113710"/>
            </a:xfrm>
            <a:custGeom>
              <a:rect b="b" l="l" r="r" t="t"/>
              <a:pathLst>
                <a:path extrusionOk="0" h="113710" w="104602">
                  <a:moveTo>
                    <a:pt x="100541" y="21060"/>
                  </a:moveTo>
                  <a:cubicBezTo>
                    <a:pt x="100918" y="18333"/>
                    <a:pt x="101382" y="15664"/>
                    <a:pt x="101963" y="13025"/>
                  </a:cubicBezTo>
                  <a:cubicBezTo>
                    <a:pt x="97843" y="11168"/>
                    <a:pt x="93608" y="9602"/>
                    <a:pt x="89373" y="8122"/>
                  </a:cubicBezTo>
                  <a:cubicBezTo>
                    <a:pt x="89315" y="8064"/>
                    <a:pt x="89286" y="8064"/>
                    <a:pt x="89228" y="8064"/>
                  </a:cubicBezTo>
                  <a:cubicBezTo>
                    <a:pt x="83513" y="6121"/>
                    <a:pt x="77770" y="4293"/>
                    <a:pt x="72201" y="2118"/>
                  </a:cubicBezTo>
                  <a:cubicBezTo>
                    <a:pt x="68952" y="1276"/>
                    <a:pt x="65645" y="638"/>
                    <a:pt x="62280" y="290"/>
                  </a:cubicBezTo>
                  <a:cubicBezTo>
                    <a:pt x="48559" y="-1160"/>
                    <a:pt x="33417" y="2756"/>
                    <a:pt x="24860" y="13634"/>
                  </a:cubicBezTo>
                  <a:cubicBezTo>
                    <a:pt x="19145" y="20857"/>
                    <a:pt x="16940" y="30168"/>
                    <a:pt x="13141" y="38493"/>
                  </a:cubicBezTo>
                  <a:cubicBezTo>
                    <a:pt x="10298" y="44672"/>
                    <a:pt x="5831" y="50764"/>
                    <a:pt x="0" y="53810"/>
                  </a:cubicBezTo>
                  <a:cubicBezTo>
                    <a:pt x="667" y="53781"/>
                    <a:pt x="1392" y="53897"/>
                    <a:pt x="2059" y="54332"/>
                  </a:cubicBezTo>
                  <a:cubicBezTo>
                    <a:pt x="9863" y="48153"/>
                    <a:pt x="13373" y="39190"/>
                    <a:pt x="17230" y="30342"/>
                  </a:cubicBezTo>
                  <a:cubicBezTo>
                    <a:pt x="20973" y="21785"/>
                    <a:pt x="25614" y="13779"/>
                    <a:pt x="33533" y="8470"/>
                  </a:cubicBezTo>
                  <a:cubicBezTo>
                    <a:pt x="53345" y="-4786"/>
                    <a:pt x="77509" y="4873"/>
                    <a:pt x="93057" y="20132"/>
                  </a:cubicBezTo>
                  <a:cubicBezTo>
                    <a:pt x="94797" y="21843"/>
                    <a:pt x="93986" y="24947"/>
                    <a:pt x="91607" y="25585"/>
                  </a:cubicBezTo>
                  <a:cubicBezTo>
                    <a:pt x="84007" y="27645"/>
                    <a:pt x="76059" y="28080"/>
                    <a:pt x="68400" y="29675"/>
                  </a:cubicBezTo>
                  <a:cubicBezTo>
                    <a:pt x="74985" y="35100"/>
                    <a:pt x="83194" y="38290"/>
                    <a:pt x="91027" y="41655"/>
                  </a:cubicBezTo>
                  <a:cubicBezTo>
                    <a:pt x="93666" y="42787"/>
                    <a:pt x="92767" y="46993"/>
                    <a:pt x="90243" y="47602"/>
                  </a:cubicBezTo>
                  <a:cubicBezTo>
                    <a:pt x="81048" y="49836"/>
                    <a:pt x="71533" y="51083"/>
                    <a:pt x="62483" y="53984"/>
                  </a:cubicBezTo>
                  <a:cubicBezTo>
                    <a:pt x="70808" y="60743"/>
                    <a:pt x="81889" y="63614"/>
                    <a:pt x="91027" y="69155"/>
                  </a:cubicBezTo>
                  <a:cubicBezTo>
                    <a:pt x="93231" y="70489"/>
                    <a:pt x="92999" y="73390"/>
                    <a:pt x="91027" y="74782"/>
                  </a:cubicBezTo>
                  <a:cubicBezTo>
                    <a:pt x="84239" y="79540"/>
                    <a:pt x="76958" y="83543"/>
                    <a:pt x="69300" y="86618"/>
                  </a:cubicBezTo>
                  <a:cubicBezTo>
                    <a:pt x="77248" y="87923"/>
                    <a:pt x="85399" y="87952"/>
                    <a:pt x="93492" y="87952"/>
                  </a:cubicBezTo>
                  <a:cubicBezTo>
                    <a:pt x="96828" y="87952"/>
                    <a:pt x="97785" y="92303"/>
                    <a:pt x="95146" y="94015"/>
                  </a:cubicBezTo>
                  <a:cubicBezTo>
                    <a:pt x="85718" y="100164"/>
                    <a:pt x="74608" y="109041"/>
                    <a:pt x="62860" y="113711"/>
                  </a:cubicBezTo>
                  <a:cubicBezTo>
                    <a:pt x="63759" y="113421"/>
                    <a:pt x="64658" y="113160"/>
                    <a:pt x="65529" y="112841"/>
                  </a:cubicBezTo>
                  <a:cubicBezTo>
                    <a:pt x="78379" y="108054"/>
                    <a:pt x="90011" y="100193"/>
                    <a:pt x="103239" y="96509"/>
                  </a:cubicBezTo>
                  <a:lnTo>
                    <a:pt x="104602" y="95900"/>
                  </a:lnTo>
                  <a:cubicBezTo>
                    <a:pt x="94188" y="72665"/>
                    <a:pt x="93550" y="45919"/>
                    <a:pt x="100541" y="211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96" name="Google Shape;996;p26"/>
          <p:cNvGrpSpPr/>
          <p:nvPr/>
        </p:nvGrpSpPr>
        <p:grpSpPr>
          <a:xfrm>
            <a:off x="228600" y="228600"/>
            <a:ext cx="8686800" cy="4686300"/>
            <a:chOff x="228600" y="228600"/>
            <a:chExt cx="8686800" cy="4686300"/>
          </a:xfrm>
        </p:grpSpPr>
        <p:sp>
          <p:nvSpPr>
            <p:cNvPr id="997" name="Google Shape;997;p26"/>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998" name="Google Shape;998;p26"/>
            <p:cNvGrpSpPr/>
            <p:nvPr/>
          </p:nvGrpSpPr>
          <p:grpSpPr>
            <a:xfrm>
              <a:off x="333904" y="365653"/>
              <a:ext cx="1210874" cy="1218592"/>
              <a:chOff x="2083365" y="2107621"/>
              <a:chExt cx="309829" cy="311796"/>
            </a:xfrm>
          </p:grpSpPr>
          <p:sp>
            <p:nvSpPr>
              <p:cNvPr id="999" name="Google Shape;999;p26"/>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0" name="Google Shape;1000;p26"/>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1" name="Google Shape;1001;p26"/>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2" name="Google Shape;1002;p26"/>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03" name="Google Shape;1003;p26"/>
            <p:cNvGrpSpPr/>
            <p:nvPr/>
          </p:nvGrpSpPr>
          <p:grpSpPr>
            <a:xfrm>
              <a:off x="7599218" y="365653"/>
              <a:ext cx="1210878" cy="1218592"/>
              <a:chOff x="3498340" y="2107621"/>
              <a:chExt cx="309830" cy="311796"/>
            </a:xfrm>
          </p:grpSpPr>
          <p:sp>
            <p:nvSpPr>
              <p:cNvPr id="1004" name="Google Shape;1004;p26"/>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5" name="Google Shape;1005;p26"/>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6" name="Google Shape;1006;p26"/>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7" name="Google Shape;1007;p26"/>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08" name="Google Shape;1008;p26"/>
            <p:cNvGrpSpPr/>
            <p:nvPr/>
          </p:nvGrpSpPr>
          <p:grpSpPr>
            <a:xfrm>
              <a:off x="333904" y="3559446"/>
              <a:ext cx="1210874" cy="1218588"/>
              <a:chOff x="2083365" y="2914852"/>
              <a:chExt cx="309829" cy="311795"/>
            </a:xfrm>
          </p:grpSpPr>
          <p:sp>
            <p:nvSpPr>
              <p:cNvPr id="1009" name="Google Shape;1009;p26"/>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0" name="Google Shape;1010;p26"/>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1" name="Google Shape;1011;p26"/>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2" name="Google Shape;1012;p26"/>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3" name="Google Shape;1013;p26"/>
            <p:cNvGrpSpPr/>
            <p:nvPr/>
          </p:nvGrpSpPr>
          <p:grpSpPr>
            <a:xfrm>
              <a:off x="7523018" y="3559446"/>
              <a:ext cx="1210878" cy="1218588"/>
              <a:chOff x="3478843" y="2914852"/>
              <a:chExt cx="309830" cy="311795"/>
            </a:xfrm>
          </p:grpSpPr>
          <p:sp>
            <p:nvSpPr>
              <p:cNvPr id="1014" name="Google Shape;1014;p26"/>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5" name="Google Shape;1015;p26"/>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6" name="Google Shape;1016;p26"/>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7" name="Google Shape;1017;p26"/>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018" name="Google Shape;1018;p2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019" name="Google Shape;1019;p26"/>
          <p:cNvSpPr txBox="1"/>
          <p:nvPr>
            <p:ph idx="1" type="subTitle"/>
          </p:nvPr>
        </p:nvSpPr>
        <p:spPr>
          <a:xfrm>
            <a:off x="2072209" y="2111400"/>
            <a:ext cx="21993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0" name="Google Shape;1020;p26"/>
          <p:cNvSpPr txBox="1"/>
          <p:nvPr>
            <p:ph idx="2" type="subTitle"/>
          </p:nvPr>
        </p:nvSpPr>
        <p:spPr>
          <a:xfrm>
            <a:off x="4872483" y="2111400"/>
            <a:ext cx="21993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1" name="Google Shape;1021;p26"/>
          <p:cNvSpPr txBox="1"/>
          <p:nvPr>
            <p:ph idx="3" type="subTitle"/>
          </p:nvPr>
        </p:nvSpPr>
        <p:spPr>
          <a:xfrm>
            <a:off x="2072209" y="3456350"/>
            <a:ext cx="21993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2" name="Google Shape;1022;p26"/>
          <p:cNvSpPr txBox="1"/>
          <p:nvPr>
            <p:ph idx="4" type="subTitle"/>
          </p:nvPr>
        </p:nvSpPr>
        <p:spPr>
          <a:xfrm>
            <a:off x="4872483" y="3456350"/>
            <a:ext cx="21993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3" name="Google Shape;1023;p26"/>
          <p:cNvSpPr txBox="1"/>
          <p:nvPr>
            <p:ph idx="5" type="subTitle"/>
          </p:nvPr>
        </p:nvSpPr>
        <p:spPr>
          <a:xfrm>
            <a:off x="2072234" y="1803375"/>
            <a:ext cx="21993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24" name="Google Shape;1024;p26"/>
          <p:cNvSpPr txBox="1"/>
          <p:nvPr>
            <p:ph idx="6" type="subTitle"/>
          </p:nvPr>
        </p:nvSpPr>
        <p:spPr>
          <a:xfrm>
            <a:off x="2072234" y="3148325"/>
            <a:ext cx="21993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25" name="Google Shape;1025;p26"/>
          <p:cNvSpPr txBox="1"/>
          <p:nvPr>
            <p:ph idx="7" type="subTitle"/>
          </p:nvPr>
        </p:nvSpPr>
        <p:spPr>
          <a:xfrm>
            <a:off x="4872491" y="1803375"/>
            <a:ext cx="2199300" cy="3945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26" name="Google Shape;1026;p26"/>
          <p:cNvSpPr txBox="1"/>
          <p:nvPr>
            <p:ph idx="8" type="subTitle"/>
          </p:nvPr>
        </p:nvSpPr>
        <p:spPr>
          <a:xfrm>
            <a:off x="4872491" y="3148325"/>
            <a:ext cx="2199300" cy="3945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grpSp>
        <p:nvGrpSpPr>
          <p:cNvPr id="1027" name="Google Shape;1027;p26"/>
          <p:cNvGrpSpPr/>
          <p:nvPr/>
        </p:nvGrpSpPr>
        <p:grpSpPr>
          <a:xfrm>
            <a:off x="-395806" y="2684096"/>
            <a:ext cx="4132433" cy="2356118"/>
            <a:chOff x="-395806" y="2684096"/>
            <a:chExt cx="4132433" cy="2356118"/>
          </a:xfrm>
        </p:grpSpPr>
        <p:grpSp>
          <p:nvGrpSpPr>
            <p:cNvPr id="1028" name="Google Shape;1028;p26"/>
            <p:cNvGrpSpPr/>
            <p:nvPr/>
          </p:nvGrpSpPr>
          <p:grpSpPr>
            <a:xfrm>
              <a:off x="-395806" y="2684096"/>
              <a:ext cx="1247131" cy="1247672"/>
              <a:chOff x="4021503" y="1921113"/>
              <a:chExt cx="805692" cy="806042"/>
            </a:xfrm>
          </p:grpSpPr>
          <p:sp>
            <p:nvSpPr>
              <p:cNvPr id="1029" name="Google Shape;1029;p26"/>
              <p:cNvSpPr/>
              <p:nvPr/>
            </p:nvSpPr>
            <p:spPr>
              <a:xfrm>
                <a:off x="4635425" y="2198798"/>
                <a:ext cx="191770" cy="244983"/>
              </a:xfrm>
              <a:custGeom>
                <a:rect b="b" l="l" r="r" t="t"/>
                <a:pathLst>
                  <a:path extrusionOk="0" h="244983" w="191770">
                    <a:moveTo>
                      <a:pt x="65703" y="238974"/>
                    </a:moveTo>
                    <a:lnTo>
                      <a:pt x="65616" y="239148"/>
                    </a:lnTo>
                    <a:cubicBezTo>
                      <a:pt x="64920" y="238771"/>
                      <a:pt x="64165" y="238452"/>
                      <a:pt x="63440" y="238133"/>
                    </a:cubicBezTo>
                    <a:cubicBezTo>
                      <a:pt x="53665" y="230968"/>
                      <a:pt x="50097" y="217247"/>
                      <a:pt x="49893" y="204774"/>
                    </a:cubicBezTo>
                    <a:cubicBezTo>
                      <a:pt x="49720" y="191198"/>
                      <a:pt x="52417" y="177419"/>
                      <a:pt x="49574" y="164134"/>
                    </a:cubicBezTo>
                    <a:cubicBezTo>
                      <a:pt x="44788" y="141740"/>
                      <a:pt x="22626" y="124886"/>
                      <a:pt x="0" y="124886"/>
                    </a:cubicBezTo>
                    <a:lnTo>
                      <a:pt x="0" y="123494"/>
                    </a:lnTo>
                    <a:cubicBezTo>
                      <a:pt x="16534" y="123320"/>
                      <a:pt x="33939" y="120970"/>
                      <a:pt x="44527" y="108729"/>
                    </a:cubicBezTo>
                    <a:cubicBezTo>
                      <a:pt x="56304" y="95095"/>
                      <a:pt x="54622" y="74790"/>
                      <a:pt x="52707" y="56892"/>
                    </a:cubicBezTo>
                    <a:cubicBezTo>
                      <a:pt x="50880" y="39864"/>
                      <a:pt x="50300" y="20313"/>
                      <a:pt x="61468" y="7694"/>
                    </a:cubicBezTo>
                    <a:lnTo>
                      <a:pt x="63179" y="9145"/>
                    </a:lnTo>
                    <a:cubicBezTo>
                      <a:pt x="89895" y="-8347"/>
                      <a:pt x="130187" y="152"/>
                      <a:pt x="147563" y="26985"/>
                    </a:cubicBezTo>
                    <a:cubicBezTo>
                      <a:pt x="159746" y="45869"/>
                      <a:pt x="160558" y="69626"/>
                      <a:pt x="165896" y="91440"/>
                    </a:cubicBezTo>
                    <a:cubicBezTo>
                      <a:pt x="169261" y="104987"/>
                      <a:pt x="177847" y="120477"/>
                      <a:pt x="191771" y="120013"/>
                    </a:cubicBezTo>
                    <a:cubicBezTo>
                      <a:pt x="178602" y="129469"/>
                      <a:pt x="168536" y="143132"/>
                      <a:pt x="163430" y="158506"/>
                    </a:cubicBezTo>
                    <a:cubicBezTo>
                      <a:pt x="158122" y="174460"/>
                      <a:pt x="158122" y="191981"/>
                      <a:pt x="151566" y="207500"/>
                    </a:cubicBezTo>
                    <a:cubicBezTo>
                      <a:pt x="138310" y="239003"/>
                      <a:pt x="96190" y="254319"/>
                      <a:pt x="65703" y="23897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0" name="Google Shape;1030;p26"/>
              <p:cNvSpPr/>
              <p:nvPr/>
            </p:nvSpPr>
            <p:spPr>
              <a:xfrm>
                <a:off x="4552933" y="2012202"/>
                <a:ext cx="191518" cy="194494"/>
              </a:xfrm>
              <a:custGeom>
                <a:rect b="b" l="l" r="r" t="t"/>
                <a:pathLst>
                  <a:path extrusionOk="0" h="194494" w="191518">
                    <a:moveTo>
                      <a:pt x="36427" y="143353"/>
                    </a:moveTo>
                    <a:cubicBezTo>
                      <a:pt x="37965" y="140713"/>
                      <a:pt x="39183" y="137870"/>
                      <a:pt x="40053" y="134941"/>
                    </a:cubicBezTo>
                    <a:cubicBezTo>
                      <a:pt x="43911" y="122235"/>
                      <a:pt x="41649" y="107760"/>
                      <a:pt x="33962" y="96882"/>
                    </a:cubicBezTo>
                    <a:cubicBezTo>
                      <a:pt x="27174" y="87252"/>
                      <a:pt x="16789" y="80696"/>
                      <a:pt x="9653" y="71239"/>
                    </a:cubicBezTo>
                    <a:cubicBezTo>
                      <a:pt x="2575" y="61870"/>
                      <a:pt x="-819" y="49774"/>
                      <a:pt x="168" y="38112"/>
                    </a:cubicBezTo>
                    <a:lnTo>
                      <a:pt x="1038" y="38112"/>
                    </a:lnTo>
                    <a:cubicBezTo>
                      <a:pt x="15136" y="5101"/>
                      <a:pt x="60156" y="-10186"/>
                      <a:pt x="91455" y="7335"/>
                    </a:cubicBezTo>
                    <a:cubicBezTo>
                      <a:pt x="104161" y="14413"/>
                      <a:pt x="114023" y="25581"/>
                      <a:pt x="125858" y="34109"/>
                    </a:cubicBezTo>
                    <a:cubicBezTo>
                      <a:pt x="137694" y="42638"/>
                      <a:pt x="153213" y="48439"/>
                      <a:pt x="166673" y="42899"/>
                    </a:cubicBezTo>
                    <a:cubicBezTo>
                      <a:pt x="154025" y="56445"/>
                      <a:pt x="160117" y="78694"/>
                      <a:pt x="169747" y="94504"/>
                    </a:cubicBezTo>
                    <a:cubicBezTo>
                      <a:pt x="179378" y="110371"/>
                      <a:pt x="192374" y="126209"/>
                      <a:pt x="191475" y="144774"/>
                    </a:cubicBezTo>
                    <a:cubicBezTo>
                      <a:pt x="190343" y="168126"/>
                      <a:pt x="167746" y="184341"/>
                      <a:pt x="145642" y="192260"/>
                    </a:cubicBezTo>
                    <a:lnTo>
                      <a:pt x="145729" y="192492"/>
                    </a:lnTo>
                    <a:cubicBezTo>
                      <a:pt x="132472" y="198816"/>
                      <a:pt x="117011" y="189127"/>
                      <a:pt x="107671" y="177843"/>
                    </a:cubicBezTo>
                    <a:cubicBezTo>
                      <a:pt x="98359" y="166501"/>
                      <a:pt x="91136" y="152519"/>
                      <a:pt x="78112" y="145731"/>
                    </a:cubicBezTo>
                    <a:cubicBezTo>
                      <a:pt x="64246" y="138480"/>
                      <a:pt x="47015" y="141438"/>
                      <a:pt x="32976" y="148661"/>
                    </a:cubicBezTo>
                    <a:cubicBezTo>
                      <a:pt x="34223" y="146979"/>
                      <a:pt x="35383" y="145209"/>
                      <a:pt x="36427" y="14341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1" name="Google Shape;1031;p26"/>
              <p:cNvSpPr/>
              <p:nvPr/>
            </p:nvSpPr>
            <p:spPr>
              <a:xfrm>
                <a:off x="4532621" y="2436931"/>
                <a:ext cx="206840" cy="202644"/>
              </a:xfrm>
              <a:custGeom>
                <a:rect b="b" l="l" r="r" t="t"/>
                <a:pathLst>
                  <a:path extrusionOk="0" h="202644" w="206840">
                    <a:moveTo>
                      <a:pt x="44875" y="37420"/>
                    </a:moveTo>
                    <a:lnTo>
                      <a:pt x="44817" y="37362"/>
                    </a:lnTo>
                    <a:cubicBezTo>
                      <a:pt x="43889" y="35419"/>
                      <a:pt x="42873" y="33504"/>
                      <a:pt x="41655" y="31648"/>
                    </a:cubicBezTo>
                    <a:cubicBezTo>
                      <a:pt x="48820" y="38725"/>
                      <a:pt x="57377" y="44353"/>
                      <a:pt x="66979" y="47370"/>
                    </a:cubicBezTo>
                    <a:cubicBezTo>
                      <a:pt x="80206" y="51518"/>
                      <a:pt x="95378" y="50213"/>
                      <a:pt x="106720" y="42351"/>
                    </a:cubicBezTo>
                    <a:cubicBezTo>
                      <a:pt x="117191" y="35128"/>
                      <a:pt x="123573" y="23351"/>
                      <a:pt x="133059" y="14939"/>
                    </a:cubicBezTo>
                    <a:cubicBezTo>
                      <a:pt x="142893" y="6324"/>
                      <a:pt x="156004" y="1537"/>
                      <a:pt x="169028" y="1915"/>
                    </a:cubicBezTo>
                    <a:cubicBezTo>
                      <a:pt x="168042" y="1363"/>
                      <a:pt x="167085" y="754"/>
                      <a:pt x="166186" y="0"/>
                    </a:cubicBezTo>
                    <a:cubicBezTo>
                      <a:pt x="166940" y="319"/>
                      <a:pt x="167665" y="638"/>
                      <a:pt x="168361" y="1015"/>
                    </a:cubicBezTo>
                    <a:cubicBezTo>
                      <a:pt x="191771" y="12473"/>
                      <a:pt x="208073" y="37971"/>
                      <a:pt x="206768" y="64020"/>
                    </a:cubicBezTo>
                    <a:cubicBezTo>
                      <a:pt x="205985" y="80410"/>
                      <a:pt x="198820" y="95668"/>
                      <a:pt x="193772" y="111303"/>
                    </a:cubicBezTo>
                    <a:cubicBezTo>
                      <a:pt x="188783" y="126880"/>
                      <a:pt x="185998" y="144633"/>
                      <a:pt x="193482" y="159195"/>
                    </a:cubicBezTo>
                    <a:cubicBezTo>
                      <a:pt x="172597" y="153277"/>
                      <a:pt x="150667" y="163488"/>
                      <a:pt x="132276" y="175062"/>
                    </a:cubicBezTo>
                    <a:cubicBezTo>
                      <a:pt x="113885" y="186637"/>
                      <a:pt x="95465" y="200328"/>
                      <a:pt x="73825" y="202388"/>
                    </a:cubicBezTo>
                    <a:cubicBezTo>
                      <a:pt x="49893" y="204621"/>
                      <a:pt x="27557" y="191974"/>
                      <a:pt x="9166" y="175759"/>
                    </a:cubicBezTo>
                    <a:cubicBezTo>
                      <a:pt x="6004" y="173003"/>
                      <a:pt x="2930" y="170073"/>
                      <a:pt x="0" y="167143"/>
                    </a:cubicBezTo>
                    <a:lnTo>
                      <a:pt x="145" y="166969"/>
                    </a:lnTo>
                    <a:cubicBezTo>
                      <a:pt x="1218" y="167723"/>
                      <a:pt x="2233" y="168594"/>
                      <a:pt x="3220" y="169522"/>
                    </a:cubicBezTo>
                    <a:cubicBezTo>
                      <a:pt x="-2611" y="158963"/>
                      <a:pt x="2088" y="145416"/>
                      <a:pt x="9747" y="136105"/>
                    </a:cubicBezTo>
                    <a:cubicBezTo>
                      <a:pt x="17434" y="126793"/>
                      <a:pt x="27818" y="120005"/>
                      <a:pt x="35767" y="110984"/>
                    </a:cubicBezTo>
                    <a:cubicBezTo>
                      <a:pt x="53084" y="91288"/>
                      <a:pt x="56188" y="60859"/>
                      <a:pt x="44846" y="3739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2" name="Google Shape;1032;p26"/>
              <p:cNvSpPr/>
              <p:nvPr/>
            </p:nvSpPr>
            <p:spPr>
              <a:xfrm>
                <a:off x="4527922" y="2322321"/>
                <a:ext cx="173814" cy="164317"/>
              </a:xfrm>
              <a:custGeom>
                <a:rect b="b" l="l" r="r" t="t"/>
                <a:pathLst>
                  <a:path extrusionOk="0" h="164317" w="173814">
                    <a:moveTo>
                      <a:pt x="46384" y="146258"/>
                    </a:moveTo>
                    <a:cubicBezTo>
                      <a:pt x="43773" y="143705"/>
                      <a:pt x="41365" y="140949"/>
                      <a:pt x="39161" y="138077"/>
                    </a:cubicBezTo>
                    <a:lnTo>
                      <a:pt x="40234" y="137207"/>
                    </a:lnTo>
                    <a:cubicBezTo>
                      <a:pt x="41307" y="137671"/>
                      <a:pt x="42293" y="138280"/>
                      <a:pt x="43221" y="139035"/>
                    </a:cubicBezTo>
                    <a:cubicBezTo>
                      <a:pt x="38696" y="134422"/>
                      <a:pt x="38986" y="126793"/>
                      <a:pt x="41278" y="120731"/>
                    </a:cubicBezTo>
                    <a:cubicBezTo>
                      <a:pt x="43569" y="114668"/>
                      <a:pt x="47457" y="109273"/>
                      <a:pt x="49458" y="103152"/>
                    </a:cubicBezTo>
                    <a:cubicBezTo>
                      <a:pt x="54680" y="86675"/>
                      <a:pt x="44440" y="68488"/>
                      <a:pt x="29965" y="58973"/>
                    </a:cubicBezTo>
                    <a:cubicBezTo>
                      <a:pt x="20944" y="53026"/>
                      <a:pt x="10646" y="49749"/>
                      <a:pt x="0" y="47486"/>
                    </a:cubicBezTo>
                    <a:lnTo>
                      <a:pt x="58" y="47341"/>
                    </a:lnTo>
                    <a:cubicBezTo>
                      <a:pt x="15838" y="51025"/>
                      <a:pt x="31937" y="53578"/>
                      <a:pt x="48095" y="55028"/>
                    </a:cubicBezTo>
                    <a:cubicBezTo>
                      <a:pt x="52881" y="55434"/>
                      <a:pt x="57958" y="55724"/>
                      <a:pt x="62338" y="53723"/>
                    </a:cubicBezTo>
                    <a:cubicBezTo>
                      <a:pt x="73187" y="48849"/>
                      <a:pt x="73941" y="34142"/>
                      <a:pt x="78263" y="23003"/>
                    </a:cubicBezTo>
                    <a:cubicBezTo>
                      <a:pt x="82266" y="12589"/>
                      <a:pt x="90823" y="4061"/>
                      <a:pt x="101208" y="0"/>
                    </a:cubicBezTo>
                    <a:cubicBezTo>
                      <a:pt x="103297" y="58"/>
                      <a:pt x="105385" y="58"/>
                      <a:pt x="107532" y="0"/>
                    </a:cubicBezTo>
                    <a:lnTo>
                      <a:pt x="107532" y="1392"/>
                    </a:lnTo>
                    <a:cubicBezTo>
                      <a:pt x="130158" y="1392"/>
                      <a:pt x="152291" y="18246"/>
                      <a:pt x="157106" y="40640"/>
                    </a:cubicBezTo>
                    <a:cubicBezTo>
                      <a:pt x="159949" y="53897"/>
                      <a:pt x="157251" y="67675"/>
                      <a:pt x="157425" y="81280"/>
                    </a:cubicBezTo>
                    <a:cubicBezTo>
                      <a:pt x="157600" y="93753"/>
                      <a:pt x="161196" y="107474"/>
                      <a:pt x="170972" y="114639"/>
                    </a:cubicBezTo>
                    <a:cubicBezTo>
                      <a:pt x="171842" y="115393"/>
                      <a:pt x="172829" y="116002"/>
                      <a:pt x="173815" y="116554"/>
                    </a:cubicBezTo>
                    <a:cubicBezTo>
                      <a:pt x="160790" y="116176"/>
                      <a:pt x="147650" y="120963"/>
                      <a:pt x="137845" y="129578"/>
                    </a:cubicBezTo>
                    <a:cubicBezTo>
                      <a:pt x="128360" y="137990"/>
                      <a:pt x="121978" y="149768"/>
                      <a:pt x="111506" y="156990"/>
                    </a:cubicBezTo>
                    <a:cubicBezTo>
                      <a:pt x="100164" y="164852"/>
                      <a:pt x="84964" y="166157"/>
                      <a:pt x="71765" y="162009"/>
                    </a:cubicBezTo>
                    <a:cubicBezTo>
                      <a:pt x="62164" y="158992"/>
                      <a:pt x="53606" y="153364"/>
                      <a:pt x="46441" y="14628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3" name="Google Shape;1033;p26"/>
              <p:cNvSpPr/>
              <p:nvPr/>
            </p:nvSpPr>
            <p:spPr>
              <a:xfrm>
                <a:off x="4540134" y="2153694"/>
                <a:ext cx="158557" cy="168641"/>
              </a:xfrm>
              <a:custGeom>
                <a:rect b="b" l="l" r="r" t="t"/>
                <a:pathLst>
                  <a:path extrusionOk="0" h="168641" w="158557">
                    <a:moveTo>
                      <a:pt x="158557" y="50943"/>
                    </a:moveTo>
                    <a:cubicBezTo>
                      <a:pt x="157919" y="51552"/>
                      <a:pt x="157339" y="52161"/>
                      <a:pt x="156730" y="52799"/>
                    </a:cubicBezTo>
                    <a:cubicBezTo>
                      <a:pt x="145561" y="65417"/>
                      <a:pt x="146171" y="84969"/>
                      <a:pt x="147969" y="101996"/>
                    </a:cubicBezTo>
                    <a:cubicBezTo>
                      <a:pt x="149884" y="119923"/>
                      <a:pt x="151566" y="140200"/>
                      <a:pt x="139789" y="153833"/>
                    </a:cubicBezTo>
                    <a:cubicBezTo>
                      <a:pt x="129172" y="166075"/>
                      <a:pt x="111767" y="168395"/>
                      <a:pt x="95262" y="168598"/>
                    </a:cubicBezTo>
                    <a:cubicBezTo>
                      <a:pt x="93115" y="168656"/>
                      <a:pt x="91027" y="168656"/>
                      <a:pt x="88938" y="168598"/>
                    </a:cubicBezTo>
                    <a:cubicBezTo>
                      <a:pt x="89344" y="168424"/>
                      <a:pt x="89779" y="168221"/>
                      <a:pt x="90243" y="168076"/>
                    </a:cubicBezTo>
                    <a:cubicBezTo>
                      <a:pt x="81396" y="165843"/>
                      <a:pt x="73680" y="159316"/>
                      <a:pt x="69996" y="150962"/>
                    </a:cubicBezTo>
                    <a:cubicBezTo>
                      <a:pt x="65529" y="140780"/>
                      <a:pt x="66602" y="128074"/>
                      <a:pt x="59466" y="119546"/>
                    </a:cubicBezTo>
                    <a:cubicBezTo>
                      <a:pt x="52533" y="111221"/>
                      <a:pt x="40350" y="109915"/>
                      <a:pt x="29501" y="110438"/>
                    </a:cubicBezTo>
                    <a:cubicBezTo>
                      <a:pt x="19493" y="110960"/>
                      <a:pt x="9630" y="112439"/>
                      <a:pt x="0" y="114963"/>
                    </a:cubicBezTo>
                    <a:cubicBezTo>
                      <a:pt x="4641" y="113338"/>
                      <a:pt x="9253" y="111656"/>
                      <a:pt x="13692" y="109480"/>
                    </a:cubicBezTo>
                    <a:cubicBezTo>
                      <a:pt x="27326" y="102780"/>
                      <a:pt x="39944" y="89900"/>
                      <a:pt x="38957" y="74700"/>
                    </a:cubicBezTo>
                    <a:cubicBezTo>
                      <a:pt x="38348" y="65156"/>
                      <a:pt x="32547" y="56831"/>
                      <a:pt x="28631" y="48071"/>
                    </a:cubicBezTo>
                    <a:cubicBezTo>
                      <a:pt x="24715" y="39281"/>
                      <a:pt x="23148" y="27881"/>
                      <a:pt x="29878" y="21035"/>
                    </a:cubicBezTo>
                    <a:lnTo>
                      <a:pt x="29559" y="20339"/>
                    </a:lnTo>
                    <a:cubicBezTo>
                      <a:pt x="35941" y="17351"/>
                      <a:pt x="41510" y="12739"/>
                      <a:pt x="45804" y="7112"/>
                    </a:cubicBezTo>
                    <a:cubicBezTo>
                      <a:pt x="59872" y="-111"/>
                      <a:pt x="77074" y="-3070"/>
                      <a:pt x="90940" y="4182"/>
                    </a:cubicBezTo>
                    <a:cubicBezTo>
                      <a:pt x="103964" y="10970"/>
                      <a:pt x="111187" y="24952"/>
                      <a:pt x="120499" y="36294"/>
                    </a:cubicBezTo>
                    <a:cubicBezTo>
                      <a:pt x="129868" y="47607"/>
                      <a:pt x="145300" y="57295"/>
                      <a:pt x="158557" y="5094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4" name="Google Shape;1034;p26"/>
              <p:cNvSpPr/>
              <p:nvPr/>
            </p:nvSpPr>
            <p:spPr>
              <a:xfrm>
                <a:off x="4506978" y="2264031"/>
                <a:ext cx="123399" cy="113611"/>
              </a:xfrm>
              <a:custGeom>
                <a:rect b="b" l="l" r="r" t="t"/>
                <a:pathLst>
                  <a:path extrusionOk="0" h="113611" w="123399">
                    <a:moveTo>
                      <a:pt x="123400" y="57768"/>
                    </a:moveTo>
                    <a:cubicBezTo>
                      <a:pt x="122935" y="57913"/>
                      <a:pt x="122529" y="58087"/>
                      <a:pt x="122094" y="58290"/>
                    </a:cubicBezTo>
                    <a:cubicBezTo>
                      <a:pt x="111709" y="62351"/>
                      <a:pt x="103152" y="70850"/>
                      <a:pt x="99149" y="81293"/>
                    </a:cubicBezTo>
                    <a:cubicBezTo>
                      <a:pt x="94827" y="92403"/>
                      <a:pt x="94073" y="107110"/>
                      <a:pt x="83224" y="112012"/>
                    </a:cubicBezTo>
                    <a:cubicBezTo>
                      <a:pt x="78844" y="114014"/>
                      <a:pt x="73767" y="113724"/>
                      <a:pt x="68981" y="113318"/>
                    </a:cubicBezTo>
                    <a:cubicBezTo>
                      <a:pt x="52824" y="111867"/>
                      <a:pt x="36724" y="109315"/>
                      <a:pt x="20944" y="105631"/>
                    </a:cubicBezTo>
                    <a:cubicBezTo>
                      <a:pt x="14301" y="104151"/>
                      <a:pt x="7687" y="102382"/>
                      <a:pt x="1160" y="100467"/>
                    </a:cubicBezTo>
                    <a:lnTo>
                      <a:pt x="0" y="99858"/>
                    </a:lnTo>
                    <a:cubicBezTo>
                      <a:pt x="5367" y="89676"/>
                      <a:pt x="8993" y="78537"/>
                      <a:pt x="10414" y="67079"/>
                    </a:cubicBezTo>
                    <a:cubicBezTo>
                      <a:pt x="12561" y="49761"/>
                      <a:pt x="9660" y="32067"/>
                      <a:pt x="2814" y="16083"/>
                    </a:cubicBezTo>
                    <a:lnTo>
                      <a:pt x="4264" y="15474"/>
                    </a:lnTo>
                    <a:cubicBezTo>
                      <a:pt x="5947" y="14633"/>
                      <a:pt x="7658" y="13792"/>
                      <a:pt x="9369" y="13009"/>
                    </a:cubicBezTo>
                    <a:cubicBezTo>
                      <a:pt x="9544" y="12951"/>
                      <a:pt x="9689" y="12864"/>
                      <a:pt x="9892" y="12776"/>
                    </a:cubicBezTo>
                    <a:cubicBezTo>
                      <a:pt x="17434" y="9557"/>
                      <a:pt x="25353" y="7294"/>
                      <a:pt x="33127" y="4625"/>
                    </a:cubicBezTo>
                    <a:cubicBezTo>
                      <a:pt x="42758" y="2102"/>
                      <a:pt x="52620" y="622"/>
                      <a:pt x="62628" y="100"/>
                    </a:cubicBezTo>
                    <a:cubicBezTo>
                      <a:pt x="73477" y="-422"/>
                      <a:pt x="85660" y="883"/>
                      <a:pt x="92593" y="9209"/>
                    </a:cubicBezTo>
                    <a:cubicBezTo>
                      <a:pt x="99700" y="17737"/>
                      <a:pt x="98656" y="30442"/>
                      <a:pt x="103123" y="40624"/>
                    </a:cubicBezTo>
                    <a:cubicBezTo>
                      <a:pt x="106807" y="49007"/>
                      <a:pt x="114523" y="55505"/>
                      <a:pt x="123370" y="5773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5" name="Google Shape;1035;p26"/>
              <p:cNvSpPr/>
              <p:nvPr/>
            </p:nvSpPr>
            <p:spPr>
              <a:xfrm>
                <a:off x="4426308" y="2046253"/>
                <a:ext cx="168525" cy="147794"/>
              </a:xfrm>
              <a:custGeom>
                <a:rect b="b" l="l" r="r" t="t"/>
                <a:pathLst>
                  <a:path extrusionOk="0" h="147794" w="168525">
                    <a:moveTo>
                      <a:pt x="55724" y="132421"/>
                    </a:moveTo>
                    <a:cubicBezTo>
                      <a:pt x="57203" y="121659"/>
                      <a:pt x="55550" y="110491"/>
                      <a:pt x="47805" y="103297"/>
                    </a:cubicBezTo>
                    <a:cubicBezTo>
                      <a:pt x="40495" y="96451"/>
                      <a:pt x="29878" y="95001"/>
                      <a:pt x="20305" y="92129"/>
                    </a:cubicBezTo>
                    <a:cubicBezTo>
                      <a:pt x="11516" y="89431"/>
                      <a:pt x="2147" y="83891"/>
                      <a:pt x="0" y="75246"/>
                    </a:cubicBezTo>
                    <a:cubicBezTo>
                      <a:pt x="1711" y="61700"/>
                      <a:pt x="3684" y="48008"/>
                      <a:pt x="9224" y="35535"/>
                    </a:cubicBezTo>
                    <a:cubicBezTo>
                      <a:pt x="14765" y="23061"/>
                      <a:pt x="24453" y="11835"/>
                      <a:pt x="37333" y="7455"/>
                    </a:cubicBezTo>
                    <a:cubicBezTo>
                      <a:pt x="52127" y="2437"/>
                      <a:pt x="68197" y="7078"/>
                      <a:pt x="83600" y="9689"/>
                    </a:cubicBezTo>
                    <a:cubicBezTo>
                      <a:pt x="99004" y="12241"/>
                      <a:pt x="117105" y="11864"/>
                      <a:pt x="127316" y="0"/>
                    </a:cubicBezTo>
                    <a:cubicBezTo>
                      <a:pt x="127316" y="87"/>
                      <a:pt x="127257" y="145"/>
                      <a:pt x="127257" y="232"/>
                    </a:cubicBezTo>
                    <a:cubicBezTo>
                      <a:pt x="127083" y="1479"/>
                      <a:pt x="126880" y="2756"/>
                      <a:pt x="126793" y="4003"/>
                    </a:cubicBezTo>
                    <a:cubicBezTo>
                      <a:pt x="125807" y="15693"/>
                      <a:pt x="129201" y="27789"/>
                      <a:pt x="136279" y="37130"/>
                    </a:cubicBezTo>
                    <a:cubicBezTo>
                      <a:pt x="143415" y="46587"/>
                      <a:pt x="153771" y="53142"/>
                      <a:pt x="160587" y="62773"/>
                    </a:cubicBezTo>
                    <a:cubicBezTo>
                      <a:pt x="168275" y="73651"/>
                      <a:pt x="170537" y="88126"/>
                      <a:pt x="166679" y="100831"/>
                    </a:cubicBezTo>
                    <a:cubicBezTo>
                      <a:pt x="165809" y="103761"/>
                      <a:pt x="164591" y="106604"/>
                      <a:pt x="163053" y="109244"/>
                    </a:cubicBezTo>
                    <a:cubicBezTo>
                      <a:pt x="162038" y="111071"/>
                      <a:pt x="160877" y="112841"/>
                      <a:pt x="159601" y="114494"/>
                    </a:cubicBezTo>
                    <a:cubicBezTo>
                      <a:pt x="155308" y="120121"/>
                      <a:pt x="149739" y="124734"/>
                      <a:pt x="143357" y="127722"/>
                    </a:cubicBezTo>
                    <a:lnTo>
                      <a:pt x="143676" y="128418"/>
                    </a:lnTo>
                    <a:cubicBezTo>
                      <a:pt x="135583" y="134480"/>
                      <a:pt x="124096" y="132189"/>
                      <a:pt x="114813" y="128186"/>
                    </a:cubicBezTo>
                    <a:cubicBezTo>
                      <a:pt x="105560" y="124183"/>
                      <a:pt x="96393" y="118642"/>
                      <a:pt x="86327" y="118787"/>
                    </a:cubicBezTo>
                    <a:cubicBezTo>
                      <a:pt x="70489" y="119077"/>
                      <a:pt x="58509" y="133349"/>
                      <a:pt x="52040" y="147795"/>
                    </a:cubicBezTo>
                    <a:lnTo>
                      <a:pt x="51663" y="147650"/>
                    </a:lnTo>
                    <a:cubicBezTo>
                      <a:pt x="52359" y="145793"/>
                      <a:pt x="53026" y="143879"/>
                      <a:pt x="53606" y="141964"/>
                    </a:cubicBezTo>
                    <a:cubicBezTo>
                      <a:pt x="54593" y="138890"/>
                      <a:pt x="55318" y="135641"/>
                      <a:pt x="55695" y="1323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6" name="Google Shape;1036;p26"/>
              <p:cNvSpPr/>
              <p:nvPr/>
            </p:nvSpPr>
            <p:spPr>
              <a:xfrm>
                <a:off x="4465323" y="2165067"/>
                <a:ext cx="113794" cy="115018"/>
              </a:xfrm>
              <a:custGeom>
                <a:rect b="b" l="l" r="r" t="t"/>
                <a:pathLst>
                  <a:path extrusionOk="0" h="115018" w="113794">
                    <a:moveTo>
                      <a:pt x="37391" y="101211"/>
                    </a:moveTo>
                    <a:cubicBezTo>
                      <a:pt x="33562" y="94974"/>
                      <a:pt x="29095" y="89115"/>
                      <a:pt x="24077" y="83748"/>
                    </a:cubicBezTo>
                    <a:cubicBezTo>
                      <a:pt x="20305" y="79745"/>
                      <a:pt x="16215" y="76061"/>
                      <a:pt x="11835" y="72725"/>
                    </a:cubicBezTo>
                    <a:cubicBezTo>
                      <a:pt x="8122" y="69883"/>
                      <a:pt x="4148" y="67272"/>
                      <a:pt x="0" y="65038"/>
                    </a:cubicBezTo>
                    <a:lnTo>
                      <a:pt x="1479" y="62341"/>
                    </a:lnTo>
                    <a:cubicBezTo>
                      <a:pt x="3017" y="50651"/>
                      <a:pt x="8499" y="39947"/>
                      <a:pt x="12647" y="28866"/>
                    </a:cubicBezTo>
                    <a:lnTo>
                      <a:pt x="13024" y="29011"/>
                    </a:lnTo>
                    <a:cubicBezTo>
                      <a:pt x="19493" y="14594"/>
                      <a:pt x="31502" y="293"/>
                      <a:pt x="47312" y="3"/>
                    </a:cubicBezTo>
                    <a:cubicBezTo>
                      <a:pt x="57378" y="-142"/>
                      <a:pt x="66544" y="5398"/>
                      <a:pt x="75798" y="9401"/>
                    </a:cubicBezTo>
                    <a:cubicBezTo>
                      <a:pt x="85051" y="13404"/>
                      <a:pt x="96567" y="15696"/>
                      <a:pt x="104661" y="9633"/>
                    </a:cubicBezTo>
                    <a:cubicBezTo>
                      <a:pt x="97902" y="16479"/>
                      <a:pt x="99497" y="27879"/>
                      <a:pt x="103413" y="36669"/>
                    </a:cubicBezTo>
                    <a:cubicBezTo>
                      <a:pt x="107329" y="45429"/>
                      <a:pt x="113131" y="53754"/>
                      <a:pt x="113740" y="63298"/>
                    </a:cubicBezTo>
                    <a:cubicBezTo>
                      <a:pt x="114726" y="78469"/>
                      <a:pt x="102108" y="91378"/>
                      <a:pt x="88474" y="98078"/>
                    </a:cubicBezTo>
                    <a:cubicBezTo>
                      <a:pt x="84065" y="100254"/>
                      <a:pt x="79453" y="101936"/>
                      <a:pt x="74782" y="103561"/>
                    </a:cubicBezTo>
                    <a:cubicBezTo>
                      <a:pt x="66834" y="105620"/>
                      <a:pt x="59060" y="108347"/>
                      <a:pt x="51547" y="111712"/>
                    </a:cubicBezTo>
                    <a:cubicBezTo>
                      <a:pt x="51373" y="111799"/>
                      <a:pt x="51228" y="111886"/>
                      <a:pt x="51025" y="111944"/>
                    </a:cubicBezTo>
                    <a:cubicBezTo>
                      <a:pt x="49313" y="112698"/>
                      <a:pt x="47573" y="113540"/>
                      <a:pt x="45920" y="114410"/>
                    </a:cubicBezTo>
                    <a:lnTo>
                      <a:pt x="44469" y="115019"/>
                    </a:lnTo>
                    <a:cubicBezTo>
                      <a:pt x="42409" y="110233"/>
                      <a:pt x="40060" y="105620"/>
                      <a:pt x="37362" y="10118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7" name="Google Shape;1037;p26"/>
              <p:cNvSpPr/>
              <p:nvPr/>
            </p:nvSpPr>
            <p:spPr>
              <a:xfrm>
                <a:off x="4428251" y="2410534"/>
                <a:ext cx="155996" cy="195919"/>
              </a:xfrm>
              <a:custGeom>
                <a:rect b="b" l="l" r="r" t="t"/>
                <a:pathLst>
                  <a:path extrusionOk="0" h="195919" w="155996">
                    <a:moveTo>
                      <a:pt x="2466" y="124473"/>
                    </a:moveTo>
                    <a:lnTo>
                      <a:pt x="1160" y="124560"/>
                    </a:lnTo>
                    <a:cubicBezTo>
                      <a:pt x="1016" y="121862"/>
                      <a:pt x="609" y="119193"/>
                      <a:pt x="0" y="116554"/>
                    </a:cubicBezTo>
                    <a:cubicBezTo>
                      <a:pt x="5163" y="96770"/>
                      <a:pt x="40524" y="100135"/>
                      <a:pt x="49575" y="81077"/>
                    </a:cubicBezTo>
                    <a:cubicBezTo>
                      <a:pt x="52214" y="75478"/>
                      <a:pt x="51953" y="69010"/>
                      <a:pt x="51257" y="62889"/>
                    </a:cubicBezTo>
                    <a:cubicBezTo>
                      <a:pt x="48879" y="41394"/>
                      <a:pt x="42178" y="20625"/>
                      <a:pt x="35535" y="0"/>
                    </a:cubicBezTo>
                    <a:cubicBezTo>
                      <a:pt x="41598" y="15693"/>
                      <a:pt x="48879" y="30864"/>
                      <a:pt x="57262" y="45426"/>
                    </a:cubicBezTo>
                    <a:cubicBezTo>
                      <a:pt x="65355" y="59524"/>
                      <a:pt x="78756" y="74840"/>
                      <a:pt x="94537" y="71156"/>
                    </a:cubicBezTo>
                    <a:cubicBezTo>
                      <a:pt x="103703" y="69010"/>
                      <a:pt x="110085" y="61004"/>
                      <a:pt x="117308" y="54970"/>
                    </a:cubicBezTo>
                    <a:cubicBezTo>
                      <a:pt x="123603" y="49719"/>
                      <a:pt x="132885" y="45890"/>
                      <a:pt x="139934" y="48965"/>
                    </a:cubicBezTo>
                    <a:lnTo>
                      <a:pt x="138861" y="49835"/>
                    </a:lnTo>
                    <a:cubicBezTo>
                      <a:pt x="141036" y="52707"/>
                      <a:pt x="143473" y="55463"/>
                      <a:pt x="146084" y="58016"/>
                    </a:cubicBezTo>
                    <a:cubicBezTo>
                      <a:pt x="147302" y="59872"/>
                      <a:pt x="148317" y="61787"/>
                      <a:pt x="149246" y="63730"/>
                    </a:cubicBezTo>
                    <a:lnTo>
                      <a:pt x="149304" y="63788"/>
                    </a:lnTo>
                    <a:cubicBezTo>
                      <a:pt x="160646" y="87256"/>
                      <a:pt x="157542" y="117685"/>
                      <a:pt x="140224" y="137381"/>
                    </a:cubicBezTo>
                    <a:cubicBezTo>
                      <a:pt x="132276" y="146403"/>
                      <a:pt x="121891" y="153219"/>
                      <a:pt x="114204" y="162502"/>
                    </a:cubicBezTo>
                    <a:cubicBezTo>
                      <a:pt x="106575" y="171814"/>
                      <a:pt x="101876" y="185360"/>
                      <a:pt x="107677" y="195919"/>
                    </a:cubicBezTo>
                    <a:cubicBezTo>
                      <a:pt x="106691" y="194991"/>
                      <a:pt x="105676" y="194092"/>
                      <a:pt x="104602" y="193366"/>
                    </a:cubicBezTo>
                    <a:cubicBezTo>
                      <a:pt x="81831" y="176136"/>
                      <a:pt x="43483" y="190582"/>
                      <a:pt x="20538" y="172191"/>
                    </a:cubicBezTo>
                    <a:cubicBezTo>
                      <a:pt x="6817" y="161197"/>
                      <a:pt x="3539" y="142458"/>
                      <a:pt x="2466" y="12444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8" name="Google Shape;1038;p26"/>
              <p:cNvSpPr/>
              <p:nvPr/>
            </p:nvSpPr>
            <p:spPr>
              <a:xfrm>
                <a:off x="4459406" y="2363860"/>
                <a:ext cx="119327" cy="118385"/>
              </a:xfrm>
              <a:custGeom>
                <a:rect b="b" l="l" r="r" t="t"/>
                <a:pathLst>
                  <a:path extrusionOk="0" h="118385" w="119327">
                    <a:moveTo>
                      <a:pt x="68487" y="5918"/>
                    </a:moveTo>
                    <a:cubicBezTo>
                      <a:pt x="79133" y="8209"/>
                      <a:pt x="89431" y="11458"/>
                      <a:pt x="98452" y="17405"/>
                    </a:cubicBezTo>
                    <a:cubicBezTo>
                      <a:pt x="112927" y="26890"/>
                      <a:pt x="123167" y="45107"/>
                      <a:pt x="117946" y="61584"/>
                    </a:cubicBezTo>
                    <a:cubicBezTo>
                      <a:pt x="115944" y="67733"/>
                      <a:pt x="112028" y="73129"/>
                      <a:pt x="109766" y="79162"/>
                    </a:cubicBezTo>
                    <a:cubicBezTo>
                      <a:pt x="107474" y="85225"/>
                      <a:pt x="107213" y="92854"/>
                      <a:pt x="111709" y="97466"/>
                    </a:cubicBezTo>
                    <a:cubicBezTo>
                      <a:pt x="110781" y="96712"/>
                      <a:pt x="109795" y="96103"/>
                      <a:pt x="108721" y="95639"/>
                    </a:cubicBezTo>
                    <a:cubicBezTo>
                      <a:pt x="101701" y="92564"/>
                      <a:pt x="92390" y="96393"/>
                      <a:pt x="86095" y="101644"/>
                    </a:cubicBezTo>
                    <a:cubicBezTo>
                      <a:pt x="78872" y="107706"/>
                      <a:pt x="72520" y="115712"/>
                      <a:pt x="63324" y="117830"/>
                    </a:cubicBezTo>
                    <a:cubicBezTo>
                      <a:pt x="47544" y="121514"/>
                      <a:pt x="34142" y="106198"/>
                      <a:pt x="26049" y="92100"/>
                    </a:cubicBezTo>
                    <a:cubicBezTo>
                      <a:pt x="17666" y="77538"/>
                      <a:pt x="10356" y="62367"/>
                      <a:pt x="4322" y="46674"/>
                    </a:cubicBezTo>
                    <a:lnTo>
                      <a:pt x="0" y="45803"/>
                    </a:lnTo>
                    <a:cubicBezTo>
                      <a:pt x="20189" y="36318"/>
                      <a:pt x="37188" y="19841"/>
                      <a:pt x="47573" y="0"/>
                    </a:cubicBezTo>
                    <a:lnTo>
                      <a:pt x="48733" y="609"/>
                    </a:lnTo>
                    <a:cubicBezTo>
                      <a:pt x="55260" y="2524"/>
                      <a:pt x="61845" y="4293"/>
                      <a:pt x="68517" y="5773"/>
                    </a:cubicBezTo>
                    <a:lnTo>
                      <a:pt x="68458" y="591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9" name="Google Shape;1039;p26"/>
              <p:cNvSpPr/>
              <p:nvPr/>
            </p:nvSpPr>
            <p:spPr>
              <a:xfrm>
                <a:off x="4316099" y="1921113"/>
                <a:ext cx="246026" cy="200966"/>
              </a:xfrm>
              <a:custGeom>
                <a:rect b="b" l="l" r="r" t="t"/>
                <a:pathLst>
                  <a:path extrusionOk="0" h="200966" w="246026">
                    <a:moveTo>
                      <a:pt x="240366" y="77132"/>
                    </a:moveTo>
                    <a:cubicBezTo>
                      <a:pt x="248431" y="92216"/>
                      <a:pt x="248227" y="112318"/>
                      <a:pt x="237495" y="125401"/>
                    </a:cubicBezTo>
                    <a:cubicBezTo>
                      <a:pt x="237495" y="125314"/>
                      <a:pt x="237553" y="125256"/>
                      <a:pt x="237553" y="125169"/>
                    </a:cubicBezTo>
                    <a:cubicBezTo>
                      <a:pt x="227371" y="137033"/>
                      <a:pt x="209241" y="137410"/>
                      <a:pt x="193838" y="134858"/>
                    </a:cubicBezTo>
                    <a:cubicBezTo>
                      <a:pt x="178435" y="132247"/>
                      <a:pt x="162364" y="127606"/>
                      <a:pt x="147570" y="132624"/>
                    </a:cubicBezTo>
                    <a:cubicBezTo>
                      <a:pt x="134691" y="137004"/>
                      <a:pt x="125002" y="148201"/>
                      <a:pt x="119462" y="160704"/>
                    </a:cubicBezTo>
                    <a:cubicBezTo>
                      <a:pt x="113921" y="173177"/>
                      <a:pt x="111978" y="186869"/>
                      <a:pt x="110237" y="200415"/>
                    </a:cubicBezTo>
                    <a:cubicBezTo>
                      <a:pt x="110005" y="199661"/>
                      <a:pt x="109918" y="198936"/>
                      <a:pt x="109831" y="198124"/>
                    </a:cubicBezTo>
                    <a:cubicBezTo>
                      <a:pt x="109512" y="199139"/>
                      <a:pt x="109077" y="200067"/>
                      <a:pt x="108613" y="200966"/>
                    </a:cubicBezTo>
                    <a:lnTo>
                      <a:pt x="107626" y="200502"/>
                    </a:lnTo>
                    <a:cubicBezTo>
                      <a:pt x="108613" y="188087"/>
                      <a:pt x="109541" y="175469"/>
                      <a:pt x="107075" y="163256"/>
                    </a:cubicBezTo>
                    <a:cubicBezTo>
                      <a:pt x="104668" y="151015"/>
                      <a:pt x="98431" y="139006"/>
                      <a:pt x="87843" y="132392"/>
                    </a:cubicBezTo>
                    <a:cubicBezTo>
                      <a:pt x="74528" y="124096"/>
                      <a:pt x="57675" y="125778"/>
                      <a:pt x="42040" y="125981"/>
                    </a:cubicBezTo>
                    <a:cubicBezTo>
                      <a:pt x="26955" y="126126"/>
                      <a:pt x="9754" y="123370"/>
                      <a:pt x="1139" y="111274"/>
                    </a:cubicBezTo>
                    <a:lnTo>
                      <a:pt x="1690" y="110897"/>
                    </a:lnTo>
                    <a:cubicBezTo>
                      <a:pt x="-5533" y="82411"/>
                      <a:pt x="11088" y="49836"/>
                      <a:pt x="38414" y="38987"/>
                    </a:cubicBezTo>
                    <a:cubicBezTo>
                      <a:pt x="54368" y="32605"/>
                      <a:pt x="72208" y="33272"/>
                      <a:pt x="89061" y="29878"/>
                    </a:cubicBezTo>
                    <a:cubicBezTo>
                      <a:pt x="105915" y="26484"/>
                      <a:pt x="123726" y="16767"/>
                      <a:pt x="127555" y="0"/>
                    </a:cubicBezTo>
                    <a:cubicBezTo>
                      <a:pt x="130166" y="14620"/>
                      <a:pt x="142958" y="25411"/>
                      <a:pt x="156592" y="31328"/>
                    </a:cubicBezTo>
                    <a:cubicBezTo>
                      <a:pt x="170167" y="37188"/>
                      <a:pt x="185135" y="39480"/>
                      <a:pt x="199030" y="44440"/>
                    </a:cubicBezTo>
                    <a:cubicBezTo>
                      <a:pt x="215971" y="50532"/>
                      <a:pt x="231925" y="61294"/>
                      <a:pt x="240366" y="7716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0" name="Google Shape;1040;p26"/>
              <p:cNvSpPr/>
              <p:nvPr/>
            </p:nvSpPr>
            <p:spPr>
              <a:xfrm>
                <a:off x="4272512" y="2534978"/>
                <a:ext cx="274980" cy="192177"/>
              </a:xfrm>
              <a:custGeom>
                <a:rect b="b" l="l" r="r" t="t"/>
                <a:pathLst>
                  <a:path extrusionOk="0" h="192177" w="274980">
                    <a:moveTo>
                      <a:pt x="3216" y="66341"/>
                    </a:moveTo>
                    <a:cubicBezTo>
                      <a:pt x="3767" y="64629"/>
                      <a:pt x="4377" y="62889"/>
                      <a:pt x="5131" y="61265"/>
                    </a:cubicBezTo>
                    <a:cubicBezTo>
                      <a:pt x="19548" y="48878"/>
                      <a:pt x="41333" y="48849"/>
                      <a:pt x="60420" y="51808"/>
                    </a:cubicBezTo>
                    <a:cubicBezTo>
                      <a:pt x="80435" y="54941"/>
                      <a:pt x="101234" y="60365"/>
                      <a:pt x="120553" y="54274"/>
                    </a:cubicBezTo>
                    <a:cubicBezTo>
                      <a:pt x="142889" y="47196"/>
                      <a:pt x="158350" y="23380"/>
                      <a:pt x="156900" y="87"/>
                    </a:cubicBezTo>
                    <a:lnTo>
                      <a:pt x="158205" y="0"/>
                    </a:lnTo>
                    <a:cubicBezTo>
                      <a:pt x="159279" y="18014"/>
                      <a:pt x="162527" y="36782"/>
                      <a:pt x="176277" y="47747"/>
                    </a:cubicBezTo>
                    <a:cubicBezTo>
                      <a:pt x="199222" y="66138"/>
                      <a:pt x="237571" y="51692"/>
                      <a:pt x="260342" y="68923"/>
                    </a:cubicBezTo>
                    <a:lnTo>
                      <a:pt x="260197" y="69097"/>
                    </a:lnTo>
                    <a:cubicBezTo>
                      <a:pt x="263126" y="72027"/>
                      <a:pt x="266201" y="74956"/>
                      <a:pt x="269363" y="77712"/>
                    </a:cubicBezTo>
                    <a:cubicBezTo>
                      <a:pt x="282156" y="102804"/>
                      <a:pt x="272438" y="138484"/>
                      <a:pt x="246940" y="151653"/>
                    </a:cubicBezTo>
                    <a:cubicBezTo>
                      <a:pt x="229913" y="160442"/>
                      <a:pt x="209752" y="159601"/>
                      <a:pt x="190752" y="162299"/>
                    </a:cubicBezTo>
                    <a:cubicBezTo>
                      <a:pt x="171752" y="165055"/>
                      <a:pt x="150953" y="173873"/>
                      <a:pt x="145238" y="192177"/>
                    </a:cubicBezTo>
                    <a:cubicBezTo>
                      <a:pt x="133926" y="173699"/>
                      <a:pt x="114664" y="160355"/>
                      <a:pt x="93401" y="156149"/>
                    </a:cubicBezTo>
                    <a:cubicBezTo>
                      <a:pt x="79072" y="153365"/>
                      <a:pt x="64075" y="154554"/>
                      <a:pt x="49890" y="151044"/>
                    </a:cubicBezTo>
                    <a:cubicBezTo>
                      <a:pt x="31238" y="146345"/>
                      <a:pt x="14935" y="133088"/>
                      <a:pt x="6523" y="115770"/>
                    </a:cubicBezTo>
                    <a:cubicBezTo>
                      <a:pt x="-845" y="100541"/>
                      <a:pt x="-2005" y="82440"/>
                      <a:pt x="3216" y="66399"/>
                    </a:cubicBezTo>
                    <a:cubicBezTo>
                      <a:pt x="3216" y="66341"/>
                      <a:pt x="3274" y="66312"/>
                      <a:pt x="3274" y="663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1" name="Google Shape;1041;p26"/>
              <p:cNvSpPr/>
              <p:nvPr/>
            </p:nvSpPr>
            <p:spPr>
              <a:xfrm>
                <a:off x="4320642" y="2218082"/>
                <a:ext cx="197491" cy="200390"/>
              </a:xfrm>
              <a:custGeom>
                <a:rect b="b" l="l" r="r" t="t"/>
                <a:pathLst>
                  <a:path extrusionOk="0" h="200390" w="197491">
                    <a:moveTo>
                      <a:pt x="6980" y="60467"/>
                    </a:moveTo>
                    <a:cubicBezTo>
                      <a:pt x="10896" y="49066"/>
                      <a:pt x="16524" y="38218"/>
                      <a:pt x="23515" y="28442"/>
                    </a:cubicBezTo>
                    <a:lnTo>
                      <a:pt x="24037" y="28761"/>
                    </a:lnTo>
                    <a:cubicBezTo>
                      <a:pt x="33436" y="19594"/>
                      <a:pt x="44662" y="12517"/>
                      <a:pt x="56845" y="7672"/>
                    </a:cubicBezTo>
                    <a:cubicBezTo>
                      <a:pt x="70682" y="2132"/>
                      <a:pt x="85708" y="-479"/>
                      <a:pt x="100560" y="72"/>
                    </a:cubicBezTo>
                    <a:cubicBezTo>
                      <a:pt x="114338" y="536"/>
                      <a:pt x="127972" y="3698"/>
                      <a:pt x="140387" y="9703"/>
                    </a:cubicBezTo>
                    <a:cubicBezTo>
                      <a:pt x="141867" y="10399"/>
                      <a:pt x="143317" y="11153"/>
                      <a:pt x="144710" y="11994"/>
                    </a:cubicBezTo>
                    <a:cubicBezTo>
                      <a:pt x="148858" y="14228"/>
                      <a:pt x="152803" y="16839"/>
                      <a:pt x="156545" y="19682"/>
                    </a:cubicBezTo>
                    <a:cubicBezTo>
                      <a:pt x="160925" y="23046"/>
                      <a:pt x="165015" y="26701"/>
                      <a:pt x="168786" y="30705"/>
                    </a:cubicBezTo>
                    <a:cubicBezTo>
                      <a:pt x="173805" y="36071"/>
                      <a:pt x="178272" y="41931"/>
                      <a:pt x="182101" y="48167"/>
                    </a:cubicBezTo>
                    <a:cubicBezTo>
                      <a:pt x="184799" y="52576"/>
                      <a:pt x="187177" y="57189"/>
                      <a:pt x="189208" y="62004"/>
                    </a:cubicBezTo>
                    <a:cubicBezTo>
                      <a:pt x="196054" y="78016"/>
                      <a:pt x="198925" y="95711"/>
                      <a:pt x="196808" y="113000"/>
                    </a:cubicBezTo>
                    <a:cubicBezTo>
                      <a:pt x="195357" y="124458"/>
                      <a:pt x="191731" y="135568"/>
                      <a:pt x="186394" y="145779"/>
                    </a:cubicBezTo>
                    <a:cubicBezTo>
                      <a:pt x="176009" y="165620"/>
                      <a:pt x="159040" y="182067"/>
                      <a:pt x="138821" y="191582"/>
                    </a:cubicBezTo>
                    <a:cubicBezTo>
                      <a:pt x="131743" y="194889"/>
                      <a:pt x="124288" y="197355"/>
                      <a:pt x="116572" y="198805"/>
                    </a:cubicBezTo>
                    <a:cubicBezTo>
                      <a:pt x="99486" y="202054"/>
                      <a:pt x="81705" y="200197"/>
                      <a:pt x="65373" y="194280"/>
                    </a:cubicBezTo>
                    <a:cubicBezTo>
                      <a:pt x="42428" y="185897"/>
                      <a:pt x="22326" y="169507"/>
                      <a:pt x="11071" y="147838"/>
                    </a:cubicBezTo>
                    <a:cubicBezTo>
                      <a:pt x="10229" y="146214"/>
                      <a:pt x="9446" y="144589"/>
                      <a:pt x="8692" y="142907"/>
                    </a:cubicBezTo>
                    <a:cubicBezTo>
                      <a:pt x="-2795" y="117264"/>
                      <a:pt x="-2418" y="87328"/>
                      <a:pt x="7009" y="6046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2" name="Google Shape;1042;p26"/>
              <p:cNvSpPr/>
              <p:nvPr/>
            </p:nvSpPr>
            <p:spPr>
              <a:xfrm>
                <a:off x="4364562" y="2119208"/>
                <a:ext cx="117957" cy="110926"/>
              </a:xfrm>
              <a:custGeom>
                <a:rect b="b" l="l" r="r" t="t"/>
                <a:pathLst>
                  <a:path extrusionOk="0" h="110926" w="117957">
                    <a:moveTo>
                      <a:pt x="56611" y="98975"/>
                    </a:moveTo>
                    <a:cubicBezTo>
                      <a:pt x="41759" y="98424"/>
                      <a:pt x="26733" y="101034"/>
                      <a:pt x="12897" y="106575"/>
                    </a:cubicBezTo>
                    <a:lnTo>
                      <a:pt x="12287" y="105182"/>
                    </a:lnTo>
                    <a:cubicBezTo>
                      <a:pt x="11736" y="92071"/>
                      <a:pt x="5673" y="79859"/>
                      <a:pt x="2222" y="67211"/>
                    </a:cubicBezTo>
                    <a:cubicBezTo>
                      <a:pt x="-1230" y="54564"/>
                      <a:pt x="-1491" y="39480"/>
                      <a:pt x="7530" y="29936"/>
                    </a:cubicBezTo>
                    <a:cubicBezTo>
                      <a:pt x="21454" y="15316"/>
                      <a:pt x="51361" y="19638"/>
                      <a:pt x="60121" y="2843"/>
                    </a:cubicBezTo>
                    <a:cubicBezTo>
                      <a:pt x="60585" y="1973"/>
                      <a:pt x="60992" y="1015"/>
                      <a:pt x="61340" y="0"/>
                    </a:cubicBezTo>
                    <a:cubicBezTo>
                      <a:pt x="61427" y="783"/>
                      <a:pt x="61514" y="1537"/>
                      <a:pt x="61746" y="2292"/>
                    </a:cubicBezTo>
                    <a:cubicBezTo>
                      <a:pt x="63892" y="10936"/>
                      <a:pt x="73233" y="16476"/>
                      <a:pt x="82051" y="19174"/>
                    </a:cubicBezTo>
                    <a:cubicBezTo>
                      <a:pt x="91653" y="22046"/>
                      <a:pt x="102241" y="23496"/>
                      <a:pt x="109551" y="30342"/>
                    </a:cubicBezTo>
                    <a:cubicBezTo>
                      <a:pt x="117267" y="37565"/>
                      <a:pt x="118949" y="48733"/>
                      <a:pt x="117470" y="59466"/>
                    </a:cubicBezTo>
                    <a:cubicBezTo>
                      <a:pt x="117093" y="62715"/>
                      <a:pt x="116339" y="65993"/>
                      <a:pt x="115381" y="69068"/>
                    </a:cubicBezTo>
                    <a:cubicBezTo>
                      <a:pt x="114772" y="70982"/>
                      <a:pt x="114134" y="72897"/>
                      <a:pt x="113438" y="74753"/>
                    </a:cubicBezTo>
                    <a:cubicBezTo>
                      <a:pt x="109290" y="85834"/>
                      <a:pt x="103807" y="96538"/>
                      <a:pt x="102270" y="108228"/>
                    </a:cubicBezTo>
                    <a:lnTo>
                      <a:pt x="100790" y="110926"/>
                    </a:lnTo>
                    <a:cubicBezTo>
                      <a:pt x="99398" y="110085"/>
                      <a:pt x="97948" y="109331"/>
                      <a:pt x="96468" y="108634"/>
                    </a:cubicBezTo>
                    <a:cubicBezTo>
                      <a:pt x="84053" y="102630"/>
                      <a:pt x="70419" y="99468"/>
                      <a:pt x="56640" y="990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3" name="Google Shape;1043;p26"/>
              <p:cNvSpPr/>
              <p:nvPr/>
            </p:nvSpPr>
            <p:spPr>
              <a:xfrm>
                <a:off x="4371610" y="2409664"/>
                <a:ext cx="108375" cy="118671"/>
              </a:xfrm>
              <a:custGeom>
                <a:rect b="b" l="l" r="r" t="t"/>
                <a:pathLst>
                  <a:path extrusionOk="0" h="118671" w="108375">
                    <a:moveTo>
                      <a:pt x="56640" y="117424"/>
                    </a:moveTo>
                    <a:cubicBezTo>
                      <a:pt x="56496" y="117801"/>
                      <a:pt x="56409" y="118265"/>
                      <a:pt x="56321" y="118671"/>
                    </a:cubicBezTo>
                    <a:cubicBezTo>
                      <a:pt x="54407" y="108721"/>
                      <a:pt x="43703" y="103210"/>
                      <a:pt x="33927" y="100570"/>
                    </a:cubicBezTo>
                    <a:cubicBezTo>
                      <a:pt x="24152" y="97872"/>
                      <a:pt x="13274" y="96103"/>
                      <a:pt x="6515" y="88503"/>
                    </a:cubicBezTo>
                    <a:cubicBezTo>
                      <a:pt x="-969" y="80091"/>
                      <a:pt x="-650" y="67414"/>
                      <a:pt x="887" y="56217"/>
                    </a:cubicBezTo>
                    <a:cubicBezTo>
                      <a:pt x="3208" y="39190"/>
                      <a:pt x="7211" y="22394"/>
                      <a:pt x="12955" y="6179"/>
                    </a:cubicBezTo>
                    <a:cubicBezTo>
                      <a:pt x="13245" y="5569"/>
                      <a:pt x="13506" y="4931"/>
                      <a:pt x="13796" y="4322"/>
                    </a:cubicBezTo>
                    <a:lnTo>
                      <a:pt x="14405" y="2698"/>
                    </a:lnTo>
                    <a:cubicBezTo>
                      <a:pt x="30737" y="8615"/>
                      <a:pt x="48518" y="10472"/>
                      <a:pt x="65604" y="7223"/>
                    </a:cubicBezTo>
                    <a:cubicBezTo>
                      <a:pt x="73320" y="5773"/>
                      <a:pt x="80775" y="3307"/>
                      <a:pt x="87853" y="0"/>
                    </a:cubicBezTo>
                    <a:lnTo>
                      <a:pt x="92175" y="870"/>
                    </a:lnTo>
                    <a:cubicBezTo>
                      <a:pt x="98818" y="21495"/>
                      <a:pt x="105519" y="42235"/>
                      <a:pt x="107897" y="63759"/>
                    </a:cubicBezTo>
                    <a:cubicBezTo>
                      <a:pt x="108594" y="69909"/>
                      <a:pt x="108884" y="76378"/>
                      <a:pt x="106215" y="81947"/>
                    </a:cubicBezTo>
                    <a:cubicBezTo>
                      <a:pt x="97194" y="100976"/>
                      <a:pt x="61804" y="97640"/>
                      <a:pt x="56640" y="11742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4" name="Google Shape;1044;p26"/>
              <p:cNvSpPr/>
              <p:nvPr/>
            </p:nvSpPr>
            <p:spPr>
              <a:xfrm>
                <a:off x="4247058" y="2415813"/>
                <a:ext cx="182447" cy="182343"/>
              </a:xfrm>
              <a:custGeom>
                <a:rect b="b" l="l" r="r" t="t"/>
                <a:pathLst>
                  <a:path extrusionOk="0" h="182343" w="182447">
                    <a:moveTo>
                      <a:pt x="30585" y="180429"/>
                    </a:moveTo>
                    <a:cubicBezTo>
                      <a:pt x="29830" y="181038"/>
                      <a:pt x="29192" y="181676"/>
                      <a:pt x="28496" y="182343"/>
                    </a:cubicBezTo>
                    <a:cubicBezTo>
                      <a:pt x="32035" y="172742"/>
                      <a:pt x="28322" y="161951"/>
                      <a:pt x="22810" y="153394"/>
                    </a:cubicBezTo>
                    <a:cubicBezTo>
                      <a:pt x="17328" y="144778"/>
                      <a:pt x="10047" y="137323"/>
                      <a:pt x="5319" y="128302"/>
                    </a:cubicBezTo>
                    <a:cubicBezTo>
                      <a:pt x="-3703" y="111042"/>
                      <a:pt x="-744" y="89199"/>
                      <a:pt x="10395" y="73419"/>
                    </a:cubicBezTo>
                    <a:cubicBezTo>
                      <a:pt x="14253" y="67820"/>
                      <a:pt x="19184" y="63005"/>
                      <a:pt x="24957" y="59408"/>
                    </a:cubicBezTo>
                    <a:cubicBezTo>
                      <a:pt x="27132" y="58016"/>
                      <a:pt x="29482" y="56797"/>
                      <a:pt x="31948" y="55811"/>
                    </a:cubicBezTo>
                    <a:lnTo>
                      <a:pt x="31426" y="54825"/>
                    </a:lnTo>
                    <a:cubicBezTo>
                      <a:pt x="52776" y="42903"/>
                      <a:pt x="79956" y="71823"/>
                      <a:pt x="102118" y="61468"/>
                    </a:cubicBezTo>
                    <a:cubicBezTo>
                      <a:pt x="111661" y="57000"/>
                      <a:pt x="116680" y="46616"/>
                      <a:pt x="120973" y="37043"/>
                    </a:cubicBezTo>
                    <a:cubicBezTo>
                      <a:pt x="126455" y="24657"/>
                      <a:pt x="131967" y="12386"/>
                      <a:pt x="137508" y="0"/>
                    </a:cubicBezTo>
                    <a:cubicBezTo>
                      <a:pt x="131793" y="16186"/>
                      <a:pt x="127790" y="33011"/>
                      <a:pt x="125440" y="50039"/>
                    </a:cubicBezTo>
                    <a:cubicBezTo>
                      <a:pt x="123903" y="61265"/>
                      <a:pt x="123584" y="73912"/>
                      <a:pt x="131068" y="82324"/>
                    </a:cubicBezTo>
                    <a:cubicBezTo>
                      <a:pt x="137827" y="89924"/>
                      <a:pt x="148704" y="91694"/>
                      <a:pt x="158480" y="94392"/>
                    </a:cubicBezTo>
                    <a:cubicBezTo>
                      <a:pt x="168256" y="97031"/>
                      <a:pt x="178960" y="102543"/>
                      <a:pt x="180874" y="112492"/>
                    </a:cubicBezTo>
                    <a:cubicBezTo>
                      <a:pt x="180961" y="112086"/>
                      <a:pt x="181048" y="111622"/>
                      <a:pt x="181193" y="111245"/>
                    </a:cubicBezTo>
                    <a:cubicBezTo>
                      <a:pt x="181803" y="113885"/>
                      <a:pt x="182209" y="116554"/>
                      <a:pt x="182354" y="119251"/>
                    </a:cubicBezTo>
                    <a:cubicBezTo>
                      <a:pt x="183804" y="142516"/>
                      <a:pt x="168343" y="166360"/>
                      <a:pt x="146007" y="173438"/>
                    </a:cubicBezTo>
                    <a:cubicBezTo>
                      <a:pt x="126688" y="179530"/>
                      <a:pt x="105889" y="174076"/>
                      <a:pt x="85873" y="170972"/>
                    </a:cubicBezTo>
                    <a:cubicBezTo>
                      <a:pt x="66786" y="167984"/>
                      <a:pt x="45001" y="168042"/>
                      <a:pt x="30585" y="18042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5" name="Google Shape;1045;p26"/>
              <p:cNvSpPr/>
              <p:nvPr/>
            </p:nvSpPr>
            <p:spPr>
              <a:xfrm>
                <a:off x="4261972" y="2030995"/>
                <a:ext cx="162776" cy="193395"/>
              </a:xfrm>
              <a:custGeom>
                <a:rect b="b" l="l" r="r" t="t"/>
                <a:pathLst>
                  <a:path extrusionOk="0" h="193395" w="162776">
                    <a:moveTo>
                      <a:pt x="54048" y="1450"/>
                    </a:moveTo>
                    <a:cubicBezTo>
                      <a:pt x="54135" y="986"/>
                      <a:pt x="54222" y="464"/>
                      <a:pt x="54338" y="0"/>
                    </a:cubicBezTo>
                    <a:cubicBezTo>
                      <a:pt x="54628" y="464"/>
                      <a:pt x="54947" y="928"/>
                      <a:pt x="55266" y="1363"/>
                    </a:cubicBezTo>
                    <a:cubicBezTo>
                      <a:pt x="63882" y="13460"/>
                      <a:pt x="81083" y="16215"/>
                      <a:pt x="96167" y="16070"/>
                    </a:cubicBezTo>
                    <a:cubicBezTo>
                      <a:pt x="111803" y="15896"/>
                      <a:pt x="128656" y="14214"/>
                      <a:pt x="141971" y="22481"/>
                    </a:cubicBezTo>
                    <a:cubicBezTo>
                      <a:pt x="152530" y="29095"/>
                      <a:pt x="158766" y="41104"/>
                      <a:pt x="161203" y="53345"/>
                    </a:cubicBezTo>
                    <a:cubicBezTo>
                      <a:pt x="163669" y="65529"/>
                      <a:pt x="162740" y="78147"/>
                      <a:pt x="161754" y="90592"/>
                    </a:cubicBezTo>
                    <a:lnTo>
                      <a:pt x="162740" y="91056"/>
                    </a:lnTo>
                    <a:cubicBezTo>
                      <a:pt x="153980" y="107851"/>
                      <a:pt x="124073" y="103529"/>
                      <a:pt x="110149" y="118149"/>
                    </a:cubicBezTo>
                    <a:cubicBezTo>
                      <a:pt x="101128" y="127693"/>
                      <a:pt x="101389" y="142777"/>
                      <a:pt x="104841" y="155424"/>
                    </a:cubicBezTo>
                    <a:cubicBezTo>
                      <a:pt x="108293" y="168071"/>
                      <a:pt x="114326" y="180284"/>
                      <a:pt x="114906" y="193395"/>
                    </a:cubicBezTo>
                    <a:cubicBezTo>
                      <a:pt x="111919" y="179907"/>
                      <a:pt x="108815" y="166070"/>
                      <a:pt x="101128" y="154583"/>
                    </a:cubicBezTo>
                    <a:cubicBezTo>
                      <a:pt x="93441" y="143096"/>
                      <a:pt x="80039" y="134393"/>
                      <a:pt x="66347" y="136250"/>
                    </a:cubicBezTo>
                    <a:cubicBezTo>
                      <a:pt x="51931" y="138309"/>
                      <a:pt x="37078" y="151044"/>
                      <a:pt x="24750" y="145706"/>
                    </a:cubicBezTo>
                    <a:lnTo>
                      <a:pt x="24924" y="145329"/>
                    </a:lnTo>
                    <a:cubicBezTo>
                      <a:pt x="16599" y="134393"/>
                      <a:pt x="8158" y="123254"/>
                      <a:pt x="3458" y="110375"/>
                    </a:cubicBezTo>
                    <a:cubicBezTo>
                      <a:pt x="-1241" y="97437"/>
                      <a:pt x="-1705" y="82266"/>
                      <a:pt x="5547" y="70634"/>
                    </a:cubicBezTo>
                    <a:cubicBezTo>
                      <a:pt x="10797" y="62222"/>
                      <a:pt x="19384" y="56565"/>
                      <a:pt x="26664" y="49865"/>
                    </a:cubicBezTo>
                    <a:cubicBezTo>
                      <a:pt x="40530" y="37159"/>
                      <a:pt x="50248" y="19899"/>
                      <a:pt x="54019" y="145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6" name="Google Shape;1046;p26"/>
              <p:cNvSpPr/>
              <p:nvPr/>
            </p:nvSpPr>
            <p:spPr>
              <a:xfrm>
                <a:off x="4263903" y="2360959"/>
                <a:ext cx="122083" cy="118624"/>
              </a:xfrm>
              <a:custGeom>
                <a:rect b="b" l="l" r="r" t="t"/>
                <a:pathLst>
                  <a:path extrusionOk="0" h="118624" w="122083">
                    <a:moveTo>
                      <a:pt x="120633" y="54883"/>
                    </a:moveTo>
                    <a:cubicBezTo>
                      <a:pt x="115093" y="67269"/>
                      <a:pt x="109610" y="79540"/>
                      <a:pt x="104099" y="91926"/>
                    </a:cubicBezTo>
                    <a:cubicBezTo>
                      <a:pt x="99806" y="101527"/>
                      <a:pt x="94787" y="111883"/>
                      <a:pt x="85244" y="116351"/>
                    </a:cubicBezTo>
                    <a:cubicBezTo>
                      <a:pt x="63082" y="126677"/>
                      <a:pt x="35902" y="97785"/>
                      <a:pt x="14552" y="109708"/>
                    </a:cubicBezTo>
                    <a:lnTo>
                      <a:pt x="14494" y="109708"/>
                    </a:lnTo>
                    <a:cubicBezTo>
                      <a:pt x="21252" y="88822"/>
                      <a:pt x="-5000" y="68110"/>
                      <a:pt x="860" y="46964"/>
                    </a:cubicBezTo>
                    <a:cubicBezTo>
                      <a:pt x="3413" y="37884"/>
                      <a:pt x="11274" y="31474"/>
                      <a:pt x="19019" y="26107"/>
                    </a:cubicBezTo>
                    <a:cubicBezTo>
                      <a:pt x="33204" y="16244"/>
                      <a:pt x="48288" y="7687"/>
                      <a:pt x="64039" y="609"/>
                    </a:cubicBezTo>
                    <a:lnTo>
                      <a:pt x="65402" y="0"/>
                    </a:lnTo>
                    <a:cubicBezTo>
                      <a:pt x="66157" y="1683"/>
                      <a:pt x="66940" y="3307"/>
                      <a:pt x="67781" y="4931"/>
                    </a:cubicBezTo>
                    <a:cubicBezTo>
                      <a:pt x="79036" y="26629"/>
                      <a:pt x="99139" y="42990"/>
                      <a:pt x="122084" y="51373"/>
                    </a:cubicBezTo>
                    <a:lnTo>
                      <a:pt x="121475" y="52997"/>
                    </a:lnTo>
                    <a:cubicBezTo>
                      <a:pt x="121184" y="53607"/>
                      <a:pt x="120923" y="54245"/>
                      <a:pt x="120633" y="5485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7" name="Google Shape;1047;p26"/>
              <p:cNvSpPr/>
              <p:nvPr/>
            </p:nvSpPr>
            <p:spPr>
              <a:xfrm>
                <a:off x="4265932" y="2166937"/>
                <a:ext cx="111526" cy="111611"/>
              </a:xfrm>
              <a:custGeom>
                <a:rect b="b" l="l" r="r" t="t"/>
                <a:pathLst>
                  <a:path extrusionOk="0" h="111611" w="111526">
                    <a:moveTo>
                      <a:pt x="78197" y="79587"/>
                    </a:moveTo>
                    <a:cubicBezTo>
                      <a:pt x="71206" y="89363"/>
                      <a:pt x="65578" y="100211"/>
                      <a:pt x="61662" y="111612"/>
                    </a:cubicBezTo>
                    <a:cubicBezTo>
                      <a:pt x="57253" y="109552"/>
                      <a:pt x="52670" y="107899"/>
                      <a:pt x="48116" y="106303"/>
                    </a:cubicBezTo>
                    <a:cubicBezTo>
                      <a:pt x="48058" y="106245"/>
                      <a:pt x="48029" y="106245"/>
                      <a:pt x="47971" y="106245"/>
                    </a:cubicBezTo>
                    <a:cubicBezTo>
                      <a:pt x="42372" y="103837"/>
                      <a:pt x="36745" y="101720"/>
                      <a:pt x="30943" y="100298"/>
                    </a:cubicBezTo>
                    <a:cubicBezTo>
                      <a:pt x="28855" y="99457"/>
                      <a:pt x="26766" y="98529"/>
                      <a:pt x="24706" y="97543"/>
                    </a:cubicBezTo>
                    <a:cubicBezTo>
                      <a:pt x="12755" y="91712"/>
                      <a:pt x="1616" y="81530"/>
                      <a:pt x="166" y="68361"/>
                    </a:cubicBezTo>
                    <a:cubicBezTo>
                      <a:pt x="-2068" y="48055"/>
                      <a:pt x="19021" y="30651"/>
                      <a:pt x="18180" y="10635"/>
                    </a:cubicBezTo>
                    <a:cubicBezTo>
                      <a:pt x="18180" y="9794"/>
                      <a:pt x="18092" y="9011"/>
                      <a:pt x="18005" y="8170"/>
                    </a:cubicBezTo>
                    <a:cubicBezTo>
                      <a:pt x="18876" y="8779"/>
                      <a:pt x="19833" y="9301"/>
                      <a:pt x="20761" y="9707"/>
                    </a:cubicBezTo>
                    <a:cubicBezTo>
                      <a:pt x="33090" y="15073"/>
                      <a:pt x="47942" y="2310"/>
                      <a:pt x="62358" y="250"/>
                    </a:cubicBezTo>
                    <a:cubicBezTo>
                      <a:pt x="76050" y="-1606"/>
                      <a:pt x="89452" y="7096"/>
                      <a:pt x="97139" y="18583"/>
                    </a:cubicBezTo>
                    <a:cubicBezTo>
                      <a:pt x="104826" y="30070"/>
                      <a:pt x="107930" y="43907"/>
                      <a:pt x="110918" y="57396"/>
                    </a:cubicBezTo>
                    <a:lnTo>
                      <a:pt x="111527" y="58788"/>
                    </a:lnTo>
                    <a:cubicBezTo>
                      <a:pt x="99343" y="63633"/>
                      <a:pt x="88117" y="70710"/>
                      <a:pt x="78719" y="79877"/>
                    </a:cubicBezTo>
                    <a:lnTo>
                      <a:pt x="78197" y="7955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8" name="Google Shape;1048;p26"/>
              <p:cNvSpPr/>
              <p:nvPr/>
            </p:nvSpPr>
            <p:spPr>
              <a:xfrm>
                <a:off x="4217973" y="2265146"/>
                <a:ext cx="111332" cy="116566"/>
              </a:xfrm>
              <a:custGeom>
                <a:rect b="b" l="l" r="r" t="t"/>
                <a:pathLst>
                  <a:path extrusionOk="0" h="116566" w="111332">
                    <a:moveTo>
                      <a:pt x="1016" y="56275"/>
                    </a:moveTo>
                    <a:cubicBezTo>
                      <a:pt x="696" y="56101"/>
                      <a:pt x="319" y="55898"/>
                      <a:pt x="0" y="55753"/>
                    </a:cubicBezTo>
                    <a:cubicBezTo>
                      <a:pt x="9225" y="55115"/>
                      <a:pt x="16012" y="46877"/>
                      <a:pt x="19871" y="38493"/>
                    </a:cubicBezTo>
                    <a:cubicBezTo>
                      <a:pt x="23700" y="30168"/>
                      <a:pt x="25875" y="20857"/>
                      <a:pt x="31590" y="13634"/>
                    </a:cubicBezTo>
                    <a:cubicBezTo>
                      <a:pt x="40147" y="2756"/>
                      <a:pt x="55289" y="-1160"/>
                      <a:pt x="69010" y="290"/>
                    </a:cubicBezTo>
                    <a:cubicBezTo>
                      <a:pt x="72375" y="609"/>
                      <a:pt x="75653" y="1276"/>
                      <a:pt x="78931" y="2118"/>
                    </a:cubicBezTo>
                    <a:cubicBezTo>
                      <a:pt x="84529" y="4293"/>
                      <a:pt x="90243" y="6121"/>
                      <a:pt x="95958" y="8064"/>
                    </a:cubicBezTo>
                    <a:cubicBezTo>
                      <a:pt x="96016" y="8064"/>
                      <a:pt x="96045" y="8064"/>
                      <a:pt x="96103" y="8122"/>
                    </a:cubicBezTo>
                    <a:cubicBezTo>
                      <a:pt x="100657" y="9718"/>
                      <a:pt x="105212" y="11371"/>
                      <a:pt x="109650" y="13431"/>
                    </a:cubicBezTo>
                    <a:cubicBezTo>
                      <a:pt x="100193" y="40292"/>
                      <a:pt x="99816" y="70199"/>
                      <a:pt x="111332" y="95871"/>
                    </a:cubicBezTo>
                    <a:lnTo>
                      <a:pt x="109969" y="96480"/>
                    </a:lnTo>
                    <a:cubicBezTo>
                      <a:pt x="96741" y="100164"/>
                      <a:pt x="85109" y="108025"/>
                      <a:pt x="72259" y="112812"/>
                    </a:cubicBezTo>
                    <a:cubicBezTo>
                      <a:pt x="59466" y="117598"/>
                      <a:pt x="43715" y="118874"/>
                      <a:pt x="33127" y="110201"/>
                    </a:cubicBezTo>
                    <a:cubicBezTo>
                      <a:pt x="17956" y="97815"/>
                      <a:pt x="19290" y="70924"/>
                      <a:pt x="5309" y="59147"/>
                    </a:cubicBezTo>
                    <a:cubicBezTo>
                      <a:pt x="4061" y="58074"/>
                      <a:pt x="2611" y="57088"/>
                      <a:pt x="1016" y="563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9" name="Google Shape;1049;p26"/>
              <p:cNvSpPr/>
              <p:nvPr/>
            </p:nvSpPr>
            <p:spPr>
              <a:xfrm>
                <a:off x="4130311" y="2323393"/>
                <a:ext cx="197601" cy="169522"/>
              </a:xfrm>
              <a:custGeom>
                <a:rect b="b" l="l" r="r" t="t"/>
                <a:pathLst>
                  <a:path extrusionOk="0" h="169522" w="197601">
                    <a:moveTo>
                      <a:pt x="141588" y="151712"/>
                    </a:moveTo>
                    <a:cubicBezTo>
                      <a:pt x="131492" y="157659"/>
                      <a:pt x="121108" y="163431"/>
                      <a:pt x="109882" y="166738"/>
                    </a:cubicBezTo>
                    <a:cubicBezTo>
                      <a:pt x="97408" y="170451"/>
                      <a:pt x="83485" y="170915"/>
                      <a:pt x="71765" y="165259"/>
                    </a:cubicBezTo>
                    <a:cubicBezTo>
                      <a:pt x="57581" y="158384"/>
                      <a:pt x="48907" y="143996"/>
                      <a:pt x="39190" y="131523"/>
                    </a:cubicBezTo>
                    <a:cubicBezTo>
                      <a:pt x="29472" y="119107"/>
                      <a:pt x="15693" y="107127"/>
                      <a:pt x="0" y="108810"/>
                    </a:cubicBezTo>
                    <a:cubicBezTo>
                      <a:pt x="9950" y="95118"/>
                      <a:pt x="15635" y="78322"/>
                      <a:pt x="16099" y="61382"/>
                    </a:cubicBezTo>
                    <a:cubicBezTo>
                      <a:pt x="16390" y="50040"/>
                      <a:pt x="14417" y="38205"/>
                      <a:pt x="18333" y="27559"/>
                    </a:cubicBezTo>
                    <a:cubicBezTo>
                      <a:pt x="23206" y="14244"/>
                      <a:pt x="36492" y="5455"/>
                      <a:pt x="50270" y="2148"/>
                    </a:cubicBezTo>
                    <a:cubicBezTo>
                      <a:pt x="63991" y="-1217"/>
                      <a:pt x="78437" y="59"/>
                      <a:pt x="92535" y="1364"/>
                    </a:cubicBezTo>
                    <a:lnTo>
                      <a:pt x="92941" y="900"/>
                    </a:lnTo>
                    <a:cubicBezTo>
                      <a:pt x="106952" y="12678"/>
                      <a:pt x="105589" y="39568"/>
                      <a:pt x="120760" y="51954"/>
                    </a:cubicBezTo>
                    <a:cubicBezTo>
                      <a:pt x="131377" y="60599"/>
                      <a:pt x="147099" y="59351"/>
                      <a:pt x="159891" y="54565"/>
                    </a:cubicBezTo>
                    <a:cubicBezTo>
                      <a:pt x="172742" y="49779"/>
                      <a:pt x="184374" y="41918"/>
                      <a:pt x="197601" y="38234"/>
                    </a:cubicBezTo>
                    <a:cubicBezTo>
                      <a:pt x="181879" y="45311"/>
                      <a:pt x="166795" y="53869"/>
                      <a:pt x="152581" y="63731"/>
                    </a:cubicBezTo>
                    <a:cubicBezTo>
                      <a:pt x="144865" y="69098"/>
                      <a:pt x="137004" y="75509"/>
                      <a:pt x="134422" y="84588"/>
                    </a:cubicBezTo>
                    <a:cubicBezTo>
                      <a:pt x="128563" y="105706"/>
                      <a:pt x="154815" y="126417"/>
                      <a:pt x="148056" y="147332"/>
                    </a:cubicBezTo>
                    <a:lnTo>
                      <a:pt x="148114" y="147332"/>
                    </a:lnTo>
                    <a:lnTo>
                      <a:pt x="148636" y="148318"/>
                    </a:lnTo>
                    <a:cubicBezTo>
                      <a:pt x="146171" y="149305"/>
                      <a:pt x="143850" y="150494"/>
                      <a:pt x="141645" y="151915"/>
                    </a:cubicBezTo>
                    <a:lnTo>
                      <a:pt x="141558" y="151770"/>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0" name="Google Shape;1050;p26"/>
              <p:cNvSpPr/>
              <p:nvPr/>
            </p:nvSpPr>
            <p:spPr>
              <a:xfrm>
                <a:off x="4117720" y="1995683"/>
                <a:ext cx="198357" cy="186255"/>
              </a:xfrm>
              <a:custGeom>
                <a:rect b="b" l="l" r="r" t="t"/>
                <a:pathLst>
                  <a:path extrusionOk="0" h="186255" w="198357">
                    <a:moveTo>
                      <a:pt x="198299" y="36763"/>
                    </a:moveTo>
                    <a:cubicBezTo>
                      <a:pt x="194528" y="55183"/>
                      <a:pt x="184811" y="72471"/>
                      <a:pt x="170945" y="85177"/>
                    </a:cubicBezTo>
                    <a:cubicBezTo>
                      <a:pt x="163635" y="91878"/>
                      <a:pt x="155078" y="97505"/>
                      <a:pt x="149827" y="105946"/>
                    </a:cubicBezTo>
                    <a:cubicBezTo>
                      <a:pt x="142575" y="117579"/>
                      <a:pt x="143039" y="132750"/>
                      <a:pt x="147739" y="145687"/>
                    </a:cubicBezTo>
                    <a:cubicBezTo>
                      <a:pt x="152438" y="158567"/>
                      <a:pt x="160850" y="169706"/>
                      <a:pt x="169204" y="180642"/>
                    </a:cubicBezTo>
                    <a:lnTo>
                      <a:pt x="169031" y="181019"/>
                    </a:lnTo>
                    <a:cubicBezTo>
                      <a:pt x="168102" y="180613"/>
                      <a:pt x="167174" y="180090"/>
                      <a:pt x="166275" y="179481"/>
                    </a:cubicBezTo>
                    <a:cubicBezTo>
                      <a:pt x="166362" y="180323"/>
                      <a:pt x="166449" y="181106"/>
                      <a:pt x="166449" y="181947"/>
                    </a:cubicBezTo>
                    <a:lnTo>
                      <a:pt x="165985" y="181947"/>
                    </a:lnTo>
                    <a:cubicBezTo>
                      <a:pt x="157050" y="167153"/>
                      <a:pt x="141502" y="156536"/>
                      <a:pt x="124475" y="153606"/>
                    </a:cubicBezTo>
                    <a:cubicBezTo>
                      <a:pt x="107476" y="150618"/>
                      <a:pt x="89288" y="155376"/>
                      <a:pt x="75886" y="166225"/>
                    </a:cubicBezTo>
                    <a:cubicBezTo>
                      <a:pt x="69185" y="171678"/>
                      <a:pt x="63587" y="178553"/>
                      <a:pt x="55929" y="182411"/>
                    </a:cubicBezTo>
                    <a:cubicBezTo>
                      <a:pt x="47371" y="186704"/>
                      <a:pt x="37451" y="186646"/>
                      <a:pt x="27762" y="185805"/>
                    </a:cubicBezTo>
                    <a:cubicBezTo>
                      <a:pt x="8530" y="181193"/>
                      <a:pt x="-1594" y="158480"/>
                      <a:pt x="205" y="138754"/>
                    </a:cubicBezTo>
                    <a:cubicBezTo>
                      <a:pt x="2061" y="118971"/>
                      <a:pt x="12620" y="101247"/>
                      <a:pt x="21671" y="83494"/>
                    </a:cubicBezTo>
                    <a:cubicBezTo>
                      <a:pt x="30692" y="65770"/>
                      <a:pt x="38553" y="45900"/>
                      <a:pt x="34521" y="26436"/>
                    </a:cubicBezTo>
                    <a:cubicBezTo>
                      <a:pt x="44471" y="37430"/>
                      <a:pt x="62572" y="35921"/>
                      <a:pt x="75857" y="29221"/>
                    </a:cubicBezTo>
                    <a:cubicBezTo>
                      <a:pt x="89085" y="22462"/>
                      <a:pt x="99963" y="11671"/>
                      <a:pt x="113422" y="5405"/>
                    </a:cubicBezTo>
                    <a:cubicBezTo>
                      <a:pt x="143823" y="-8896"/>
                      <a:pt x="184346" y="6420"/>
                      <a:pt x="198358" y="367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1" name="Google Shape;1051;p26"/>
              <p:cNvSpPr/>
              <p:nvPr/>
            </p:nvSpPr>
            <p:spPr>
              <a:xfrm>
                <a:off x="4139536" y="2148395"/>
                <a:ext cx="157367" cy="173027"/>
              </a:xfrm>
              <a:custGeom>
                <a:rect b="b" l="l" r="r" t="t"/>
                <a:pathLst>
                  <a:path extrusionOk="0" h="173027" w="157367">
                    <a:moveTo>
                      <a:pt x="5917" y="33064"/>
                    </a:moveTo>
                    <a:cubicBezTo>
                      <a:pt x="15606" y="33906"/>
                      <a:pt x="25498" y="33935"/>
                      <a:pt x="34084" y="29670"/>
                    </a:cubicBezTo>
                    <a:cubicBezTo>
                      <a:pt x="41771" y="25812"/>
                      <a:pt x="47341" y="18909"/>
                      <a:pt x="54042" y="13484"/>
                    </a:cubicBezTo>
                    <a:cubicBezTo>
                      <a:pt x="67443" y="2635"/>
                      <a:pt x="85631" y="-2093"/>
                      <a:pt x="102630" y="866"/>
                    </a:cubicBezTo>
                    <a:cubicBezTo>
                      <a:pt x="119657" y="3795"/>
                      <a:pt x="135206" y="14412"/>
                      <a:pt x="144140" y="29206"/>
                    </a:cubicBezTo>
                    <a:lnTo>
                      <a:pt x="144604" y="29206"/>
                    </a:lnTo>
                    <a:cubicBezTo>
                      <a:pt x="145445" y="49222"/>
                      <a:pt x="124357" y="66626"/>
                      <a:pt x="126590" y="86932"/>
                    </a:cubicBezTo>
                    <a:cubicBezTo>
                      <a:pt x="128041" y="100102"/>
                      <a:pt x="139151" y="110283"/>
                      <a:pt x="151131" y="116114"/>
                    </a:cubicBezTo>
                    <a:cubicBezTo>
                      <a:pt x="153190" y="117100"/>
                      <a:pt x="155279" y="118028"/>
                      <a:pt x="157368" y="118870"/>
                    </a:cubicBezTo>
                    <a:cubicBezTo>
                      <a:pt x="154119" y="118028"/>
                      <a:pt x="150812" y="117390"/>
                      <a:pt x="147447" y="117042"/>
                    </a:cubicBezTo>
                    <a:cubicBezTo>
                      <a:pt x="133726" y="115592"/>
                      <a:pt x="118584" y="119508"/>
                      <a:pt x="110027" y="130386"/>
                    </a:cubicBezTo>
                    <a:cubicBezTo>
                      <a:pt x="104312" y="137609"/>
                      <a:pt x="102107" y="146920"/>
                      <a:pt x="98308" y="155245"/>
                    </a:cubicBezTo>
                    <a:cubicBezTo>
                      <a:pt x="94449" y="163629"/>
                      <a:pt x="87662" y="171867"/>
                      <a:pt x="78437" y="172505"/>
                    </a:cubicBezTo>
                    <a:cubicBezTo>
                      <a:pt x="78756" y="172650"/>
                      <a:pt x="79133" y="172824"/>
                      <a:pt x="79453" y="173027"/>
                    </a:cubicBezTo>
                    <a:cubicBezTo>
                      <a:pt x="63962" y="170939"/>
                      <a:pt x="48501" y="166239"/>
                      <a:pt x="35621" y="157334"/>
                    </a:cubicBezTo>
                    <a:cubicBezTo>
                      <a:pt x="22539" y="148255"/>
                      <a:pt x="12299" y="134476"/>
                      <a:pt x="9689" y="118841"/>
                    </a:cubicBezTo>
                    <a:cubicBezTo>
                      <a:pt x="7165" y="103902"/>
                      <a:pt x="11545" y="88817"/>
                      <a:pt x="13083" y="73791"/>
                    </a:cubicBezTo>
                    <a:cubicBezTo>
                      <a:pt x="14446" y="60100"/>
                      <a:pt x="12560" y="44697"/>
                      <a:pt x="3162" y="35240"/>
                    </a:cubicBezTo>
                    <a:cubicBezTo>
                      <a:pt x="3162" y="35182"/>
                      <a:pt x="3104" y="35182"/>
                      <a:pt x="3104" y="35182"/>
                    </a:cubicBezTo>
                    <a:cubicBezTo>
                      <a:pt x="2118" y="34167"/>
                      <a:pt x="1102" y="33267"/>
                      <a:pt x="0" y="32426"/>
                    </a:cubicBezTo>
                    <a:cubicBezTo>
                      <a:pt x="1943" y="32658"/>
                      <a:pt x="3916" y="32832"/>
                      <a:pt x="5917" y="3303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2" name="Google Shape;1052;p26"/>
              <p:cNvSpPr/>
              <p:nvPr/>
            </p:nvSpPr>
            <p:spPr>
              <a:xfrm>
                <a:off x="4097792" y="2432044"/>
                <a:ext cx="179849" cy="217464"/>
              </a:xfrm>
              <a:custGeom>
                <a:rect b="b" l="l" r="r" t="t"/>
                <a:pathLst>
                  <a:path extrusionOk="0" h="217464" w="179849">
                    <a:moveTo>
                      <a:pt x="26108" y="7933"/>
                    </a:moveTo>
                    <a:lnTo>
                      <a:pt x="25470" y="7237"/>
                    </a:lnTo>
                    <a:cubicBezTo>
                      <a:pt x="27936" y="5322"/>
                      <a:pt x="30256" y="3146"/>
                      <a:pt x="32258" y="710"/>
                    </a:cubicBezTo>
                    <a:lnTo>
                      <a:pt x="32548" y="159"/>
                    </a:lnTo>
                    <a:cubicBezTo>
                      <a:pt x="48241" y="-1524"/>
                      <a:pt x="62020" y="10456"/>
                      <a:pt x="71738" y="22872"/>
                    </a:cubicBezTo>
                    <a:cubicBezTo>
                      <a:pt x="81455" y="35345"/>
                      <a:pt x="90128" y="49733"/>
                      <a:pt x="104313" y="56608"/>
                    </a:cubicBezTo>
                    <a:cubicBezTo>
                      <a:pt x="116033" y="62293"/>
                      <a:pt x="129956" y="61829"/>
                      <a:pt x="142430" y="58087"/>
                    </a:cubicBezTo>
                    <a:cubicBezTo>
                      <a:pt x="153656" y="54780"/>
                      <a:pt x="164011" y="49008"/>
                      <a:pt x="174135" y="43061"/>
                    </a:cubicBezTo>
                    <a:lnTo>
                      <a:pt x="174222" y="43206"/>
                    </a:lnTo>
                    <a:cubicBezTo>
                      <a:pt x="168450" y="46803"/>
                      <a:pt x="163518" y="51619"/>
                      <a:pt x="159660" y="57217"/>
                    </a:cubicBezTo>
                    <a:cubicBezTo>
                      <a:pt x="148550" y="72997"/>
                      <a:pt x="145562" y="94811"/>
                      <a:pt x="154584" y="112100"/>
                    </a:cubicBezTo>
                    <a:cubicBezTo>
                      <a:pt x="159341" y="121121"/>
                      <a:pt x="166593" y="128576"/>
                      <a:pt x="172076" y="137192"/>
                    </a:cubicBezTo>
                    <a:cubicBezTo>
                      <a:pt x="177558" y="145749"/>
                      <a:pt x="181300" y="156540"/>
                      <a:pt x="177761" y="166142"/>
                    </a:cubicBezTo>
                    <a:cubicBezTo>
                      <a:pt x="178458" y="165503"/>
                      <a:pt x="179125" y="164836"/>
                      <a:pt x="179850" y="164227"/>
                    </a:cubicBezTo>
                    <a:cubicBezTo>
                      <a:pt x="179096" y="165851"/>
                      <a:pt x="178487" y="167592"/>
                      <a:pt x="177935" y="169303"/>
                    </a:cubicBezTo>
                    <a:cubicBezTo>
                      <a:pt x="177935" y="169303"/>
                      <a:pt x="177877" y="169361"/>
                      <a:pt x="177877" y="169390"/>
                    </a:cubicBezTo>
                    <a:cubicBezTo>
                      <a:pt x="164853" y="194018"/>
                      <a:pt x="142865" y="216963"/>
                      <a:pt x="115220" y="217456"/>
                    </a:cubicBezTo>
                    <a:cubicBezTo>
                      <a:pt x="75944" y="218153"/>
                      <a:pt x="48908" y="174728"/>
                      <a:pt x="10270" y="167795"/>
                    </a:cubicBezTo>
                    <a:cubicBezTo>
                      <a:pt x="17493" y="152450"/>
                      <a:pt x="19146" y="134610"/>
                      <a:pt x="14911" y="118192"/>
                    </a:cubicBezTo>
                    <a:cubicBezTo>
                      <a:pt x="11691" y="105660"/>
                      <a:pt x="5280" y="94173"/>
                      <a:pt x="2061" y="81700"/>
                    </a:cubicBezTo>
                    <a:cubicBezTo>
                      <a:pt x="-4640" y="55274"/>
                      <a:pt x="5426" y="25511"/>
                      <a:pt x="26079" y="79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3" name="Google Shape;1053;p26"/>
              <p:cNvSpPr/>
              <p:nvPr/>
            </p:nvSpPr>
            <p:spPr>
              <a:xfrm>
                <a:off x="4021503" y="2180731"/>
                <a:ext cx="201778" cy="267547"/>
              </a:xfrm>
              <a:custGeom>
                <a:rect b="b" l="l" r="r" t="t"/>
                <a:pathLst>
                  <a:path extrusionOk="0" h="267547" w="201778">
                    <a:moveTo>
                      <a:pt x="201779" y="143534"/>
                    </a:moveTo>
                    <a:lnTo>
                      <a:pt x="201373" y="143998"/>
                    </a:lnTo>
                    <a:cubicBezTo>
                      <a:pt x="187275" y="142692"/>
                      <a:pt x="172829" y="141445"/>
                      <a:pt x="159108" y="144781"/>
                    </a:cubicBezTo>
                    <a:cubicBezTo>
                      <a:pt x="145329" y="148088"/>
                      <a:pt x="132073" y="156877"/>
                      <a:pt x="127170" y="170192"/>
                    </a:cubicBezTo>
                    <a:cubicBezTo>
                      <a:pt x="123254" y="180838"/>
                      <a:pt x="125227" y="192673"/>
                      <a:pt x="124937" y="204015"/>
                    </a:cubicBezTo>
                    <a:cubicBezTo>
                      <a:pt x="124473" y="220956"/>
                      <a:pt x="118787" y="237751"/>
                      <a:pt x="108838" y="251443"/>
                    </a:cubicBezTo>
                    <a:lnTo>
                      <a:pt x="108548" y="251994"/>
                    </a:lnTo>
                    <a:cubicBezTo>
                      <a:pt x="106546" y="254402"/>
                      <a:pt x="104225" y="256606"/>
                      <a:pt x="101760" y="258521"/>
                    </a:cubicBezTo>
                    <a:cubicBezTo>
                      <a:pt x="93231" y="265048"/>
                      <a:pt x="82295" y="268384"/>
                      <a:pt x="71592" y="267368"/>
                    </a:cubicBezTo>
                    <a:cubicBezTo>
                      <a:pt x="57755" y="266063"/>
                      <a:pt x="44817" y="257593"/>
                      <a:pt x="38087" y="245438"/>
                    </a:cubicBezTo>
                    <a:cubicBezTo>
                      <a:pt x="28776" y="228498"/>
                      <a:pt x="31851" y="207873"/>
                      <a:pt x="30487" y="188612"/>
                    </a:cubicBezTo>
                    <a:cubicBezTo>
                      <a:pt x="29182" y="169351"/>
                      <a:pt x="19232" y="146957"/>
                      <a:pt x="0" y="145013"/>
                    </a:cubicBezTo>
                    <a:cubicBezTo>
                      <a:pt x="21553" y="136369"/>
                      <a:pt x="33562" y="113366"/>
                      <a:pt x="40350" y="91174"/>
                    </a:cubicBezTo>
                    <a:cubicBezTo>
                      <a:pt x="47109" y="68983"/>
                      <a:pt x="50735" y="45226"/>
                      <a:pt x="63527" y="25878"/>
                    </a:cubicBezTo>
                    <a:cubicBezTo>
                      <a:pt x="75943" y="7110"/>
                      <a:pt x="100889" y="-6089"/>
                      <a:pt x="121137" y="2875"/>
                    </a:cubicBezTo>
                    <a:cubicBezTo>
                      <a:pt x="121137" y="2875"/>
                      <a:pt x="121195" y="2875"/>
                      <a:pt x="121195" y="2933"/>
                    </a:cubicBezTo>
                    <a:cubicBezTo>
                      <a:pt x="130593" y="12389"/>
                      <a:pt x="132450" y="27792"/>
                      <a:pt x="131116" y="41484"/>
                    </a:cubicBezTo>
                    <a:cubicBezTo>
                      <a:pt x="129578" y="56510"/>
                      <a:pt x="125198" y="71594"/>
                      <a:pt x="127722" y="86533"/>
                    </a:cubicBezTo>
                    <a:cubicBezTo>
                      <a:pt x="130332" y="102168"/>
                      <a:pt x="140572" y="115947"/>
                      <a:pt x="153655" y="125027"/>
                    </a:cubicBezTo>
                    <a:cubicBezTo>
                      <a:pt x="166534" y="133903"/>
                      <a:pt x="181995" y="138631"/>
                      <a:pt x="197486" y="140720"/>
                    </a:cubicBezTo>
                    <a:cubicBezTo>
                      <a:pt x="199081" y="141503"/>
                      <a:pt x="200502" y="142489"/>
                      <a:pt x="201779" y="1435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4" name="Google Shape;1054;p26"/>
              <p:cNvSpPr/>
              <p:nvPr/>
            </p:nvSpPr>
            <p:spPr>
              <a:xfrm>
                <a:off x="4507065" y="2264060"/>
                <a:ext cx="97118" cy="107661"/>
              </a:xfrm>
              <a:custGeom>
                <a:rect b="b" l="l" r="r" t="t"/>
                <a:pathLst>
                  <a:path extrusionOk="0" h="107661" w="97118">
                    <a:moveTo>
                      <a:pt x="8819" y="99191"/>
                    </a:moveTo>
                    <a:cubicBezTo>
                      <a:pt x="6411" y="97944"/>
                      <a:pt x="6875" y="93766"/>
                      <a:pt x="9602" y="93244"/>
                    </a:cubicBezTo>
                    <a:cubicBezTo>
                      <a:pt x="20683" y="91069"/>
                      <a:pt x="32576" y="89937"/>
                      <a:pt x="43048" y="85412"/>
                    </a:cubicBezTo>
                    <a:cubicBezTo>
                      <a:pt x="34113" y="81380"/>
                      <a:pt x="24541" y="78769"/>
                      <a:pt x="15693" y="74447"/>
                    </a:cubicBezTo>
                    <a:cubicBezTo>
                      <a:pt x="13634" y="73461"/>
                      <a:pt x="13489" y="69777"/>
                      <a:pt x="15693" y="68820"/>
                    </a:cubicBezTo>
                    <a:cubicBezTo>
                      <a:pt x="26600" y="64149"/>
                      <a:pt x="39073" y="63511"/>
                      <a:pt x="49865" y="58667"/>
                    </a:cubicBezTo>
                    <a:cubicBezTo>
                      <a:pt x="41336" y="53010"/>
                      <a:pt x="30110" y="51821"/>
                      <a:pt x="21205" y="46948"/>
                    </a:cubicBezTo>
                    <a:cubicBezTo>
                      <a:pt x="18739" y="45584"/>
                      <a:pt x="19319" y="41726"/>
                      <a:pt x="21988" y="41001"/>
                    </a:cubicBezTo>
                    <a:cubicBezTo>
                      <a:pt x="30226" y="38767"/>
                      <a:pt x="38725" y="38216"/>
                      <a:pt x="47196" y="37491"/>
                    </a:cubicBezTo>
                    <a:cubicBezTo>
                      <a:pt x="38290" y="30442"/>
                      <a:pt x="25933" y="28035"/>
                      <a:pt x="15722" y="23596"/>
                    </a:cubicBezTo>
                    <a:cubicBezTo>
                      <a:pt x="12822" y="22349"/>
                      <a:pt x="14301" y="18578"/>
                      <a:pt x="16506" y="17650"/>
                    </a:cubicBezTo>
                    <a:cubicBezTo>
                      <a:pt x="26397" y="13531"/>
                      <a:pt x="36347" y="9412"/>
                      <a:pt x="46703" y="6569"/>
                    </a:cubicBezTo>
                    <a:cubicBezTo>
                      <a:pt x="63904" y="1870"/>
                      <a:pt x="83398" y="622"/>
                      <a:pt x="95639" y="15880"/>
                    </a:cubicBezTo>
                    <a:cubicBezTo>
                      <a:pt x="96161" y="16519"/>
                      <a:pt x="96625" y="17186"/>
                      <a:pt x="97118" y="17882"/>
                    </a:cubicBezTo>
                    <a:cubicBezTo>
                      <a:pt x="96074" y="14749"/>
                      <a:pt x="94740" y="11790"/>
                      <a:pt x="92593" y="9208"/>
                    </a:cubicBezTo>
                    <a:cubicBezTo>
                      <a:pt x="85660" y="883"/>
                      <a:pt x="73477" y="-422"/>
                      <a:pt x="62628" y="100"/>
                    </a:cubicBezTo>
                    <a:cubicBezTo>
                      <a:pt x="52620" y="622"/>
                      <a:pt x="42758" y="2102"/>
                      <a:pt x="33127" y="4625"/>
                    </a:cubicBezTo>
                    <a:cubicBezTo>
                      <a:pt x="25353" y="7265"/>
                      <a:pt x="17434" y="9557"/>
                      <a:pt x="9892" y="12776"/>
                    </a:cubicBezTo>
                    <a:cubicBezTo>
                      <a:pt x="9718" y="12864"/>
                      <a:pt x="9573" y="12951"/>
                      <a:pt x="9369" y="13009"/>
                    </a:cubicBezTo>
                    <a:cubicBezTo>
                      <a:pt x="7658" y="13792"/>
                      <a:pt x="5918" y="14633"/>
                      <a:pt x="4264" y="15474"/>
                    </a:cubicBezTo>
                    <a:lnTo>
                      <a:pt x="2814" y="16083"/>
                    </a:lnTo>
                    <a:cubicBezTo>
                      <a:pt x="9659" y="32096"/>
                      <a:pt x="12532" y="49791"/>
                      <a:pt x="10414" y="67079"/>
                    </a:cubicBezTo>
                    <a:cubicBezTo>
                      <a:pt x="8963" y="78537"/>
                      <a:pt x="5337" y="89647"/>
                      <a:pt x="0" y="99858"/>
                    </a:cubicBezTo>
                    <a:lnTo>
                      <a:pt x="1160" y="100467"/>
                    </a:lnTo>
                    <a:cubicBezTo>
                      <a:pt x="7687" y="102382"/>
                      <a:pt x="14272" y="104151"/>
                      <a:pt x="20944" y="105631"/>
                    </a:cubicBezTo>
                    <a:cubicBezTo>
                      <a:pt x="24077" y="106356"/>
                      <a:pt x="27209" y="107023"/>
                      <a:pt x="30371" y="107661"/>
                    </a:cubicBezTo>
                    <a:cubicBezTo>
                      <a:pt x="22800" y="105573"/>
                      <a:pt x="15519" y="102730"/>
                      <a:pt x="8906" y="9924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5" name="Google Shape;1055;p26"/>
              <p:cNvSpPr/>
              <p:nvPr/>
            </p:nvSpPr>
            <p:spPr>
              <a:xfrm>
                <a:off x="4465294" y="2165125"/>
                <a:ext cx="113823" cy="115047"/>
              </a:xfrm>
              <a:custGeom>
                <a:rect b="b" l="l" r="r" t="t"/>
                <a:pathLst>
                  <a:path extrusionOk="0" h="115047" w="113823">
                    <a:moveTo>
                      <a:pt x="113798" y="63269"/>
                    </a:moveTo>
                    <a:cubicBezTo>
                      <a:pt x="113334" y="55930"/>
                      <a:pt x="109795" y="49316"/>
                      <a:pt x="106401" y="42673"/>
                    </a:cubicBezTo>
                    <a:cubicBezTo>
                      <a:pt x="106923" y="44327"/>
                      <a:pt x="107445" y="46009"/>
                      <a:pt x="107880" y="47721"/>
                    </a:cubicBezTo>
                    <a:cubicBezTo>
                      <a:pt x="110404" y="57467"/>
                      <a:pt x="109244" y="68548"/>
                      <a:pt x="104167" y="77338"/>
                    </a:cubicBezTo>
                    <a:cubicBezTo>
                      <a:pt x="94682" y="93727"/>
                      <a:pt x="74173" y="98020"/>
                      <a:pt x="57232" y="102255"/>
                    </a:cubicBezTo>
                    <a:cubicBezTo>
                      <a:pt x="54709" y="102894"/>
                      <a:pt x="51779" y="99877"/>
                      <a:pt x="53549" y="97469"/>
                    </a:cubicBezTo>
                    <a:cubicBezTo>
                      <a:pt x="56304" y="93727"/>
                      <a:pt x="58770" y="89782"/>
                      <a:pt x="61091" y="85750"/>
                    </a:cubicBezTo>
                    <a:cubicBezTo>
                      <a:pt x="54535" y="87113"/>
                      <a:pt x="47950" y="88506"/>
                      <a:pt x="41220" y="88622"/>
                    </a:cubicBezTo>
                    <a:cubicBezTo>
                      <a:pt x="38639" y="88680"/>
                      <a:pt x="37333" y="85866"/>
                      <a:pt x="38406" y="83719"/>
                    </a:cubicBezTo>
                    <a:cubicBezTo>
                      <a:pt x="41365" y="77918"/>
                      <a:pt x="44759" y="72377"/>
                      <a:pt x="48182" y="66837"/>
                    </a:cubicBezTo>
                    <a:cubicBezTo>
                      <a:pt x="41598" y="68664"/>
                      <a:pt x="35274" y="71362"/>
                      <a:pt x="29124" y="74437"/>
                    </a:cubicBezTo>
                    <a:cubicBezTo>
                      <a:pt x="26455" y="75742"/>
                      <a:pt x="23845" y="73596"/>
                      <a:pt x="24338" y="70753"/>
                    </a:cubicBezTo>
                    <a:cubicBezTo>
                      <a:pt x="25295" y="65270"/>
                      <a:pt x="26774" y="59904"/>
                      <a:pt x="28138" y="54538"/>
                    </a:cubicBezTo>
                    <a:cubicBezTo>
                      <a:pt x="23206" y="57641"/>
                      <a:pt x="18826" y="61557"/>
                      <a:pt x="14649" y="65677"/>
                    </a:cubicBezTo>
                    <a:cubicBezTo>
                      <a:pt x="12213" y="68084"/>
                      <a:pt x="8587" y="65590"/>
                      <a:pt x="9196" y="62515"/>
                    </a:cubicBezTo>
                    <a:cubicBezTo>
                      <a:pt x="12967" y="43776"/>
                      <a:pt x="18855" y="19699"/>
                      <a:pt x="38349" y="11374"/>
                    </a:cubicBezTo>
                    <a:cubicBezTo>
                      <a:pt x="48704" y="6965"/>
                      <a:pt x="59756" y="8212"/>
                      <a:pt x="69851" y="12505"/>
                    </a:cubicBezTo>
                    <a:cubicBezTo>
                      <a:pt x="74695" y="14565"/>
                      <a:pt x="79714" y="17175"/>
                      <a:pt x="84993" y="17785"/>
                    </a:cubicBezTo>
                    <a:cubicBezTo>
                      <a:pt x="90070" y="18365"/>
                      <a:pt x="94102" y="16160"/>
                      <a:pt x="97409" y="12824"/>
                    </a:cubicBezTo>
                    <a:cubicBezTo>
                      <a:pt x="90476" y="14304"/>
                      <a:pt x="82557" y="12331"/>
                      <a:pt x="75798" y="9401"/>
                    </a:cubicBezTo>
                    <a:cubicBezTo>
                      <a:pt x="66544" y="5398"/>
                      <a:pt x="57378" y="-142"/>
                      <a:pt x="47312" y="3"/>
                    </a:cubicBezTo>
                    <a:cubicBezTo>
                      <a:pt x="35099" y="206"/>
                      <a:pt x="25208" y="8763"/>
                      <a:pt x="18333" y="19293"/>
                    </a:cubicBezTo>
                    <a:cubicBezTo>
                      <a:pt x="16621" y="25791"/>
                      <a:pt x="13431" y="31969"/>
                      <a:pt x="9283" y="37394"/>
                    </a:cubicBezTo>
                    <a:cubicBezTo>
                      <a:pt x="5947" y="45545"/>
                      <a:pt x="2640" y="53667"/>
                      <a:pt x="1479" y="62341"/>
                    </a:cubicBezTo>
                    <a:lnTo>
                      <a:pt x="0" y="65038"/>
                    </a:lnTo>
                    <a:cubicBezTo>
                      <a:pt x="4148" y="67272"/>
                      <a:pt x="8093" y="69883"/>
                      <a:pt x="11835" y="72725"/>
                    </a:cubicBezTo>
                    <a:cubicBezTo>
                      <a:pt x="16216" y="76090"/>
                      <a:pt x="20305" y="79745"/>
                      <a:pt x="24077" y="83748"/>
                    </a:cubicBezTo>
                    <a:cubicBezTo>
                      <a:pt x="29095" y="89115"/>
                      <a:pt x="33562" y="94975"/>
                      <a:pt x="37391" y="101211"/>
                    </a:cubicBezTo>
                    <a:cubicBezTo>
                      <a:pt x="40089" y="105620"/>
                      <a:pt x="42468" y="110233"/>
                      <a:pt x="44498" y="115048"/>
                    </a:cubicBezTo>
                    <a:lnTo>
                      <a:pt x="45949" y="114439"/>
                    </a:lnTo>
                    <a:cubicBezTo>
                      <a:pt x="47631" y="113569"/>
                      <a:pt x="49342" y="112727"/>
                      <a:pt x="51054" y="111973"/>
                    </a:cubicBezTo>
                    <a:cubicBezTo>
                      <a:pt x="51228" y="111915"/>
                      <a:pt x="51373" y="111828"/>
                      <a:pt x="51576" y="111741"/>
                    </a:cubicBezTo>
                    <a:cubicBezTo>
                      <a:pt x="59060" y="108376"/>
                      <a:pt x="66834" y="105649"/>
                      <a:pt x="74811" y="103590"/>
                    </a:cubicBezTo>
                    <a:cubicBezTo>
                      <a:pt x="79453" y="101965"/>
                      <a:pt x="84065" y="100283"/>
                      <a:pt x="88503" y="98107"/>
                    </a:cubicBezTo>
                    <a:cubicBezTo>
                      <a:pt x="102137" y="91407"/>
                      <a:pt x="114755" y="78527"/>
                      <a:pt x="113769" y="6332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6" name="Google Shape;1056;p26"/>
              <p:cNvSpPr/>
              <p:nvPr/>
            </p:nvSpPr>
            <p:spPr>
              <a:xfrm>
                <a:off x="4459463" y="2363889"/>
                <a:ext cx="111825" cy="118322"/>
              </a:xfrm>
              <a:custGeom>
                <a:rect b="b" l="l" r="r" t="t"/>
                <a:pathLst>
                  <a:path extrusionOk="0" h="118322" w="111825">
                    <a:moveTo>
                      <a:pt x="37710" y="103732"/>
                    </a:moveTo>
                    <a:cubicBezTo>
                      <a:pt x="25672" y="88039"/>
                      <a:pt x="19523" y="68284"/>
                      <a:pt x="13692" y="49661"/>
                    </a:cubicBezTo>
                    <a:cubicBezTo>
                      <a:pt x="12705" y="46529"/>
                      <a:pt x="16883" y="44237"/>
                      <a:pt x="19145" y="46500"/>
                    </a:cubicBezTo>
                    <a:cubicBezTo>
                      <a:pt x="25121" y="52562"/>
                      <a:pt x="30661" y="59669"/>
                      <a:pt x="37826" y="64426"/>
                    </a:cubicBezTo>
                    <a:cubicBezTo>
                      <a:pt x="35187" y="55376"/>
                      <a:pt x="31938" y="46529"/>
                      <a:pt x="27790" y="38087"/>
                    </a:cubicBezTo>
                    <a:cubicBezTo>
                      <a:pt x="26397" y="35274"/>
                      <a:pt x="29298" y="31909"/>
                      <a:pt x="32257" y="33620"/>
                    </a:cubicBezTo>
                    <a:cubicBezTo>
                      <a:pt x="40205" y="38232"/>
                      <a:pt x="47689" y="44266"/>
                      <a:pt x="56450" y="47109"/>
                    </a:cubicBezTo>
                    <a:cubicBezTo>
                      <a:pt x="54158" y="39451"/>
                      <a:pt x="49894" y="32547"/>
                      <a:pt x="44788" y="26368"/>
                    </a:cubicBezTo>
                    <a:cubicBezTo>
                      <a:pt x="42932" y="24106"/>
                      <a:pt x="44585" y="19725"/>
                      <a:pt x="47950" y="20915"/>
                    </a:cubicBezTo>
                    <a:cubicBezTo>
                      <a:pt x="53607" y="22916"/>
                      <a:pt x="58712" y="25933"/>
                      <a:pt x="63846" y="28979"/>
                    </a:cubicBezTo>
                    <a:cubicBezTo>
                      <a:pt x="61004" y="23525"/>
                      <a:pt x="57378" y="18507"/>
                      <a:pt x="53897" y="13344"/>
                    </a:cubicBezTo>
                    <a:cubicBezTo>
                      <a:pt x="52359" y="11052"/>
                      <a:pt x="54941" y="7600"/>
                      <a:pt x="57581" y="8557"/>
                    </a:cubicBezTo>
                    <a:cubicBezTo>
                      <a:pt x="66979" y="12009"/>
                      <a:pt x="76929" y="13257"/>
                      <a:pt x="86617" y="15722"/>
                    </a:cubicBezTo>
                    <a:cubicBezTo>
                      <a:pt x="96161" y="18159"/>
                      <a:pt x="105734" y="23090"/>
                      <a:pt x="111825" y="30603"/>
                    </a:cubicBezTo>
                    <a:cubicBezTo>
                      <a:pt x="108228" y="25411"/>
                      <a:pt x="103645" y="20828"/>
                      <a:pt x="98424" y="17405"/>
                    </a:cubicBezTo>
                    <a:cubicBezTo>
                      <a:pt x="89402" y="11458"/>
                      <a:pt x="79104" y="8180"/>
                      <a:pt x="68459" y="5918"/>
                    </a:cubicBezTo>
                    <a:lnTo>
                      <a:pt x="68517" y="5773"/>
                    </a:lnTo>
                    <a:cubicBezTo>
                      <a:pt x="61874" y="4293"/>
                      <a:pt x="55260" y="2524"/>
                      <a:pt x="48733" y="609"/>
                    </a:cubicBezTo>
                    <a:lnTo>
                      <a:pt x="47573" y="0"/>
                    </a:lnTo>
                    <a:cubicBezTo>
                      <a:pt x="37188" y="19812"/>
                      <a:pt x="20219" y="36289"/>
                      <a:pt x="0" y="45803"/>
                    </a:cubicBezTo>
                    <a:lnTo>
                      <a:pt x="4322" y="46674"/>
                    </a:lnTo>
                    <a:cubicBezTo>
                      <a:pt x="10385" y="62367"/>
                      <a:pt x="17666" y="77538"/>
                      <a:pt x="26049" y="92100"/>
                    </a:cubicBezTo>
                    <a:cubicBezTo>
                      <a:pt x="33098" y="104370"/>
                      <a:pt x="44150" y="117511"/>
                      <a:pt x="57291" y="118323"/>
                    </a:cubicBezTo>
                    <a:cubicBezTo>
                      <a:pt x="49198" y="116234"/>
                      <a:pt x="42729" y="110230"/>
                      <a:pt x="37739" y="10373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7" name="Google Shape;1057;p26"/>
              <p:cNvSpPr/>
              <p:nvPr/>
            </p:nvSpPr>
            <p:spPr>
              <a:xfrm>
                <a:off x="4364562" y="2134176"/>
                <a:ext cx="110044" cy="95899"/>
              </a:xfrm>
              <a:custGeom>
                <a:rect b="b" l="l" r="r" t="t"/>
                <a:pathLst>
                  <a:path extrusionOk="0" h="95899" w="110044">
                    <a:moveTo>
                      <a:pt x="96874" y="80613"/>
                    </a:moveTo>
                    <a:cubicBezTo>
                      <a:pt x="95047" y="81831"/>
                      <a:pt x="92697" y="80555"/>
                      <a:pt x="92088" y="78669"/>
                    </a:cubicBezTo>
                    <a:cubicBezTo>
                      <a:pt x="89013" y="69213"/>
                      <a:pt x="87505" y="58277"/>
                      <a:pt x="81587" y="50068"/>
                    </a:cubicBezTo>
                    <a:cubicBezTo>
                      <a:pt x="76308" y="57581"/>
                      <a:pt x="72827" y="66254"/>
                      <a:pt x="67808" y="73941"/>
                    </a:cubicBezTo>
                    <a:cubicBezTo>
                      <a:pt x="66561" y="75827"/>
                      <a:pt x="63312" y="76262"/>
                      <a:pt x="62181" y="73941"/>
                    </a:cubicBezTo>
                    <a:cubicBezTo>
                      <a:pt x="57975" y="65210"/>
                      <a:pt x="56147" y="55753"/>
                      <a:pt x="53653" y="46471"/>
                    </a:cubicBezTo>
                    <a:cubicBezTo>
                      <a:pt x="50172" y="56565"/>
                      <a:pt x="47793" y="67037"/>
                      <a:pt x="44747" y="77277"/>
                    </a:cubicBezTo>
                    <a:cubicBezTo>
                      <a:pt x="44022" y="79714"/>
                      <a:pt x="39961" y="80787"/>
                      <a:pt x="38801" y="78060"/>
                    </a:cubicBezTo>
                    <a:cubicBezTo>
                      <a:pt x="34624" y="68313"/>
                      <a:pt x="33318" y="57407"/>
                      <a:pt x="28938" y="47805"/>
                    </a:cubicBezTo>
                    <a:cubicBezTo>
                      <a:pt x="26443" y="58074"/>
                      <a:pt x="25312" y="68633"/>
                      <a:pt x="24268" y="79162"/>
                    </a:cubicBezTo>
                    <a:cubicBezTo>
                      <a:pt x="24007" y="81773"/>
                      <a:pt x="20816" y="83717"/>
                      <a:pt x="18698" y="81454"/>
                    </a:cubicBezTo>
                    <a:cubicBezTo>
                      <a:pt x="4803" y="66544"/>
                      <a:pt x="-3493" y="45310"/>
                      <a:pt x="6863" y="26078"/>
                    </a:cubicBezTo>
                    <a:cubicBezTo>
                      <a:pt x="11591" y="17318"/>
                      <a:pt x="19568" y="10588"/>
                      <a:pt x="28445" y="6324"/>
                    </a:cubicBezTo>
                    <a:cubicBezTo>
                      <a:pt x="33260" y="4003"/>
                      <a:pt x="38192" y="2060"/>
                      <a:pt x="43123" y="0"/>
                    </a:cubicBezTo>
                    <a:cubicBezTo>
                      <a:pt x="31027" y="4061"/>
                      <a:pt x="16174" y="5831"/>
                      <a:pt x="7530" y="14939"/>
                    </a:cubicBezTo>
                    <a:cubicBezTo>
                      <a:pt x="-1491" y="24483"/>
                      <a:pt x="-1230" y="39567"/>
                      <a:pt x="2222" y="52214"/>
                    </a:cubicBezTo>
                    <a:cubicBezTo>
                      <a:pt x="5673" y="64862"/>
                      <a:pt x="11707" y="77074"/>
                      <a:pt x="12287" y="90185"/>
                    </a:cubicBezTo>
                    <a:lnTo>
                      <a:pt x="12897" y="91578"/>
                    </a:lnTo>
                    <a:cubicBezTo>
                      <a:pt x="26733" y="86037"/>
                      <a:pt x="41759" y="83427"/>
                      <a:pt x="56611" y="83978"/>
                    </a:cubicBezTo>
                    <a:cubicBezTo>
                      <a:pt x="70390" y="84442"/>
                      <a:pt x="84024" y="87604"/>
                      <a:pt x="96439" y="93608"/>
                    </a:cubicBezTo>
                    <a:cubicBezTo>
                      <a:pt x="97919" y="94305"/>
                      <a:pt x="99369" y="95059"/>
                      <a:pt x="100761" y="95900"/>
                    </a:cubicBezTo>
                    <a:lnTo>
                      <a:pt x="102241" y="93202"/>
                    </a:lnTo>
                    <a:cubicBezTo>
                      <a:pt x="103372" y="84529"/>
                      <a:pt x="106708" y="76407"/>
                      <a:pt x="110044" y="68255"/>
                    </a:cubicBezTo>
                    <a:cubicBezTo>
                      <a:pt x="106302" y="73100"/>
                      <a:pt x="101806" y="77335"/>
                      <a:pt x="96874" y="8058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8" name="Google Shape;1058;p26"/>
              <p:cNvSpPr/>
              <p:nvPr/>
            </p:nvSpPr>
            <p:spPr>
              <a:xfrm>
                <a:off x="4371582" y="2409664"/>
                <a:ext cx="108396" cy="118671"/>
              </a:xfrm>
              <a:custGeom>
                <a:rect b="b" l="l" r="r" t="t"/>
                <a:pathLst>
                  <a:path extrusionOk="0" h="118671" w="108396">
                    <a:moveTo>
                      <a:pt x="107897" y="63759"/>
                    </a:moveTo>
                    <a:cubicBezTo>
                      <a:pt x="105519" y="42264"/>
                      <a:pt x="98818" y="21495"/>
                      <a:pt x="92175" y="870"/>
                    </a:cubicBezTo>
                    <a:lnTo>
                      <a:pt x="87853" y="0"/>
                    </a:lnTo>
                    <a:cubicBezTo>
                      <a:pt x="80775" y="3307"/>
                      <a:pt x="73320" y="5773"/>
                      <a:pt x="65604" y="7223"/>
                    </a:cubicBezTo>
                    <a:cubicBezTo>
                      <a:pt x="48518" y="10472"/>
                      <a:pt x="30737" y="8615"/>
                      <a:pt x="14405" y="2698"/>
                    </a:cubicBezTo>
                    <a:lnTo>
                      <a:pt x="13796" y="4322"/>
                    </a:lnTo>
                    <a:cubicBezTo>
                      <a:pt x="13535" y="4902"/>
                      <a:pt x="13274" y="5511"/>
                      <a:pt x="12984" y="6121"/>
                    </a:cubicBezTo>
                    <a:cubicBezTo>
                      <a:pt x="13187" y="6672"/>
                      <a:pt x="13216" y="7310"/>
                      <a:pt x="12984" y="8006"/>
                    </a:cubicBezTo>
                    <a:cubicBezTo>
                      <a:pt x="10895" y="14591"/>
                      <a:pt x="8864" y="21205"/>
                      <a:pt x="6515" y="27674"/>
                    </a:cubicBezTo>
                    <a:cubicBezTo>
                      <a:pt x="4136" y="37072"/>
                      <a:pt x="2222" y="46616"/>
                      <a:pt x="887" y="56217"/>
                    </a:cubicBezTo>
                    <a:cubicBezTo>
                      <a:pt x="-650" y="67443"/>
                      <a:pt x="-969" y="80091"/>
                      <a:pt x="6515" y="88503"/>
                    </a:cubicBezTo>
                    <a:cubicBezTo>
                      <a:pt x="13274" y="96103"/>
                      <a:pt x="24152" y="97872"/>
                      <a:pt x="33927" y="100570"/>
                    </a:cubicBezTo>
                    <a:cubicBezTo>
                      <a:pt x="43703" y="103210"/>
                      <a:pt x="54407" y="108721"/>
                      <a:pt x="56321" y="118671"/>
                    </a:cubicBezTo>
                    <a:cubicBezTo>
                      <a:pt x="56408" y="118265"/>
                      <a:pt x="56495" y="117801"/>
                      <a:pt x="56641" y="117424"/>
                    </a:cubicBezTo>
                    <a:cubicBezTo>
                      <a:pt x="56902" y="116437"/>
                      <a:pt x="57279" y="115567"/>
                      <a:pt x="57685" y="114697"/>
                    </a:cubicBezTo>
                    <a:cubicBezTo>
                      <a:pt x="56641" y="114581"/>
                      <a:pt x="55654" y="114088"/>
                      <a:pt x="55103" y="113247"/>
                    </a:cubicBezTo>
                    <a:cubicBezTo>
                      <a:pt x="54291" y="112957"/>
                      <a:pt x="53624" y="112289"/>
                      <a:pt x="53450" y="111100"/>
                    </a:cubicBezTo>
                    <a:cubicBezTo>
                      <a:pt x="51999" y="101237"/>
                      <a:pt x="37611" y="98946"/>
                      <a:pt x="30011" y="95755"/>
                    </a:cubicBezTo>
                    <a:cubicBezTo>
                      <a:pt x="20410" y="91723"/>
                      <a:pt x="11736" y="84906"/>
                      <a:pt x="7153" y="75333"/>
                    </a:cubicBezTo>
                    <a:cubicBezTo>
                      <a:pt x="-2333" y="55492"/>
                      <a:pt x="6254" y="31996"/>
                      <a:pt x="18031" y="15113"/>
                    </a:cubicBezTo>
                    <a:cubicBezTo>
                      <a:pt x="19423" y="13112"/>
                      <a:pt x="23543" y="12850"/>
                      <a:pt x="23978" y="15896"/>
                    </a:cubicBezTo>
                    <a:cubicBezTo>
                      <a:pt x="24993" y="22916"/>
                      <a:pt x="26037" y="29936"/>
                      <a:pt x="28706" y="36434"/>
                    </a:cubicBezTo>
                    <a:cubicBezTo>
                      <a:pt x="31404" y="29269"/>
                      <a:pt x="33898" y="22017"/>
                      <a:pt x="37263" y="15142"/>
                    </a:cubicBezTo>
                    <a:cubicBezTo>
                      <a:pt x="38249" y="13112"/>
                      <a:pt x="41934" y="12937"/>
                      <a:pt x="42891" y="15142"/>
                    </a:cubicBezTo>
                    <a:cubicBezTo>
                      <a:pt x="46546" y="23728"/>
                      <a:pt x="49592" y="33011"/>
                      <a:pt x="54755" y="40901"/>
                    </a:cubicBezTo>
                    <a:cubicBezTo>
                      <a:pt x="58120" y="33446"/>
                      <a:pt x="59193" y="25092"/>
                      <a:pt x="61688" y="17289"/>
                    </a:cubicBezTo>
                    <a:cubicBezTo>
                      <a:pt x="62703" y="14156"/>
                      <a:pt x="66938" y="14243"/>
                      <a:pt x="67953" y="17289"/>
                    </a:cubicBezTo>
                    <a:cubicBezTo>
                      <a:pt x="70071" y="23612"/>
                      <a:pt x="72247" y="29907"/>
                      <a:pt x="74886" y="36028"/>
                    </a:cubicBezTo>
                    <a:cubicBezTo>
                      <a:pt x="78599" y="28979"/>
                      <a:pt x="80543" y="20915"/>
                      <a:pt x="84024" y="13750"/>
                    </a:cubicBezTo>
                    <a:cubicBezTo>
                      <a:pt x="85126" y="11487"/>
                      <a:pt x="88462" y="11777"/>
                      <a:pt x="89651" y="13750"/>
                    </a:cubicBezTo>
                    <a:cubicBezTo>
                      <a:pt x="94583" y="22046"/>
                      <a:pt x="98499" y="31067"/>
                      <a:pt x="101516" y="40234"/>
                    </a:cubicBezTo>
                    <a:cubicBezTo>
                      <a:pt x="106650" y="55724"/>
                      <a:pt x="110827" y="76320"/>
                      <a:pt x="97048" y="88648"/>
                    </a:cubicBezTo>
                    <a:cubicBezTo>
                      <a:pt x="91102" y="93985"/>
                      <a:pt x="83618" y="97002"/>
                      <a:pt x="76453" y="100309"/>
                    </a:cubicBezTo>
                    <a:cubicBezTo>
                      <a:pt x="73436" y="101702"/>
                      <a:pt x="69868" y="103239"/>
                      <a:pt x="66880" y="105328"/>
                    </a:cubicBezTo>
                    <a:cubicBezTo>
                      <a:pt x="79586" y="97843"/>
                      <a:pt x="99717" y="95697"/>
                      <a:pt x="106244" y="81976"/>
                    </a:cubicBezTo>
                    <a:cubicBezTo>
                      <a:pt x="108883" y="76378"/>
                      <a:pt x="108623" y="69909"/>
                      <a:pt x="107926" y="6378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9" name="Google Shape;1059;p26"/>
              <p:cNvSpPr/>
              <p:nvPr/>
            </p:nvSpPr>
            <p:spPr>
              <a:xfrm>
                <a:off x="4263877" y="2360988"/>
                <a:ext cx="122081" cy="65789"/>
              </a:xfrm>
              <a:custGeom>
                <a:rect b="b" l="l" r="r" t="t"/>
                <a:pathLst>
                  <a:path extrusionOk="0" h="65789" w="122081">
                    <a:moveTo>
                      <a:pt x="67778" y="4931"/>
                    </a:moveTo>
                    <a:cubicBezTo>
                      <a:pt x="66937" y="3307"/>
                      <a:pt x="66154" y="1682"/>
                      <a:pt x="65400" y="0"/>
                    </a:cubicBezTo>
                    <a:lnTo>
                      <a:pt x="64036" y="609"/>
                    </a:lnTo>
                    <a:cubicBezTo>
                      <a:pt x="48314" y="7687"/>
                      <a:pt x="33230" y="16244"/>
                      <a:pt x="19016" y="26107"/>
                    </a:cubicBezTo>
                    <a:cubicBezTo>
                      <a:pt x="11300" y="31474"/>
                      <a:pt x="3439" y="37884"/>
                      <a:pt x="857" y="46964"/>
                    </a:cubicBezTo>
                    <a:cubicBezTo>
                      <a:pt x="-593" y="52214"/>
                      <a:pt x="-71" y="57436"/>
                      <a:pt x="1438" y="62657"/>
                    </a:cubicBezTo>
                    <a:cubicBezTo>
                      <a:pt x="1205" y="61671"/>
                      <a:pt x="973" y="60684"/>
                      <a:pt x="770" y="59698"/>
                    </a:cubicBezTo>
                    <a:cubicBezTo>
                      <a:pt x="219" y="56797"/>
                      <a:pt x="-303" y="53897"/>
                      <a:pt x="625" y="51025"/>
                    </a:cubicBezTo>
                    <a:cubicBezTo>
                      <a:pt x="1988" y="46761"/>
                      <a:pt x="4889" y="43019"/>
                      <a:pt x="7877" y="39741"/>
                    </a:cubicBezTo>
                    <a:cubicBezTo>
                      <a:pt x="15680" y="31183"/>
                      <a:pt x="25775" y="24425"/>
                      <a:pt x="35841" y="18913"/>
                    </a:cubicBezTo>
                    <a:cubicBezTo>
                      <a:pt x="44427" y="14185"/>
                      <a:pt x="54000" y="9515"/>
                      <a:pt x="63920" y="8557"/>
                    </a:cubicBezTo>
                    <a:cubicBezTo>
                      <a:pt x="67024" y="8267"/>
                      <a:pt x="67808" y="12183"/>
                      <a:pt x="66212" y="14127"/>
                    </a:cubicBezTo>
                    <a:cubicBezTo>
                      <a:pt x="61339" y="20044"/>
                      <a:pt x="57161" y="26484"/>
                      <a:pt x="52694" y="32721"/>
                    </a:cubicBezTo>
                    <a:cubicBezTo>
                      <a:pt x="58844" y="30893"/>
                      <a:pt x="64762" y="28370"/>
                      <a:pt x="70534" y="25527"/>
                    </a:cubicBezTo>
                    <a:cubicBezTo>
                      <a:pt x="72884" y="24367"/>
                      <a:pt x="76336" y="26310"/>
                      <a:pt x="75320" y="29211"/>
                    </a:cubicBezTo>
                    <a:cubicBezTo>
                      <a:pt x="72942" y="35970"/>
                      <a:pt x="69345" y="42206"/>
                      <a:pt x="66444" y="48733"/>
                    </a:cubicBezTo>
                    <a:cubicBezTo>
                      <a:pt x="74653" y="46819"/>
                      <a:pt x="82340" y="43483"/>
                      <a:pt x="89766" y="39277"/>
                    </a:cubicBezTo>
                    <a:cubicBezTo>
                      <a:pt x="92464" y="37768"/>
                      <a:pt x="94930" y="40263"/>
                      <a:pt x="94553" y="42961"/>
                    </a:cubicBezTo>
                    <a:cubicBezTo>
                      <a:pt x="93450" y="50735"/>
                      <a:pt x="92203" y="58451"/>
                      <a:pt x="89592" y="65790"/>
                    </a:cubicBezTo>
                    <a:cubicBezTo>
                      <a:pt x="98411" y="60887"/>
                      <a:pt x="106359" y="54129"/>
                      <a:pt x="116657" y="52707"/>
                    </a:cubicBezTo>
                    <a:cubicBezTo>
                      <a:pt x="118339" y="52475"/>
                      <a:pt x="120137" y="53316"/>
                      <a:pt x="120660" y="54825"/>
                    </a:cubicBezTo>
                    <a:cubicBezTo>
                      <a:pt x="120921" y="54245"/>
                      <a:pt x="121182" y="53606"/>
                      <a:pt x="121472" y="53026"/>
                    </a:cubicBezTo>
                    <a:lnTo>
                      <a:pt x="122081" y="51402"/>
                    </a:lnTo>
                    <a:cubicBezTo>
                      <a:pt x="99136" y="43019"/>
                      <a:pt x="79034" y="26629"/>
                      <a:pt x="67778" y="496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0" name="Google Shape;1060;p26"/>
              <p:cNvSpPr/>
              <p:nvPr/>
            </p:nvSpPr>
            <p:spPr>
              <a:xfrm>
                <a:off x="4265873" y="2166995"/>
                <a:ext cx="111527" cy="111205"/>
              </a:xfrm>
              <a:custGeom>
                <a:rect b="b" l="l" r="r" t="t"/>
                <a:pathLst>
                  <a:path extrusionOk="0" h="111205" w="111527">
                    <a:moveTo>
                      <a:pt x="110976" y="57396"/>
                    </a:moveTo>
                    <a:cubicBezTo>
                      <a:pt x="107988" y="43907"/>
                      <a:pt x="104884" y="30070"/>
                      <a:pt x="97197" y="18583"/>
                    </a:cubicBezTo>
                    <a:cubicBezTo>
                      <a:pt x="89510" y="7096"/>
                      <a:pt x="76108" y="-1606"/>
                      <a:pt x="62417" y="250"/>
                    </a:cubicBezTo>
                    <a:cubicBezTo>
                      <a:pt x="58907" y="743"/>
                      <a:pt x="55397" y="1875"/>
                      <a:pt x="51887" y="3209"/>
                    </a:cubicBezTo>
                    <a:cubicBezTo>
                      <a:pt x="59110" y="1382"/>
                      <a:pt x="65926" y="1150"/>
                      <a:pt x="73295" y="4456"/>
                    </a:cubicBezTo>
                    <a:cubicBezTo>
                      <a:pt x="92121" y="12898"/>
                      <a:pt x="99518" y="35553"/>
                      <a:pt x="100910" y="54611"/>
                    </a:cubicBezTo>
                    <a:cubicBezTo>
                      <a:pt x="101084" y="57019"/>
                      <a:pt x="97980" y="58759"/>
                      <a:pt x="96008" y="57425"/>
                    </a:cubicBezTo>
                    <a:cubicBezTo>
                      <a:pt x="90003" y="53364"/>
                      <a:pt x="84289" y="48839"/>
                      <a:pt x="78342" y="44690"/>
                    </a:cubicBezTo>
                    <a:cubicBezTo>
                      <a:pt x="79589" y="50666"/>
                      <a:pt x="82055" y="56410"/>
                      <a:pt x="84289" y="62008"/>
                    </a:cubicBezTo>
                    <a:cubicBezTo>
                      <a:pt x="85362" y="64648"/>
                      <a:pt x="81736" y="67172"/>
                      <a:pt x="79502" y="65692"/>
                    </a:cubicBezTo>
                    <a:cubicBezTo>
                      <a:pt x="73121" y="61399"/>
                      <a:pt x="66942" y="56526"/>
                      <a:pt x="59980" y="53219"/>
                    </a:cubicBezTo>
                    <a:cubicBezTo>
                      <a:pt x="62649" y="62124"/>
                      <a:pt x="66072" y="70768"/>
                      <a:pt x="70220" y="79123"/>
                    </a:cubicBezTo>
                    <a:cubicBezTo>
                      <a:pt x="71757" y="82198"/>
                      <a:pt x="68740" y="84866"/>
                      <a:pt x="65753" y="83590"/>
                    </a:cubicBezTo>
                    <a:cubicBezTo>
                      <a:pt x="58211" y="80312"/>
                      <a:pt x="50843" y="76367"/>
                      <a:pt x="42923" y="74133"/>
                    </a:cubicBezTo>
                    <a:cubicBezTo>
                      <a:pt x="46027" y="83503"/>
                      <a:pt x="53279" y="90987"/>
                      <a:pt x="57834" y="99747"/>
                    </a:cubicBezTo>
                    <a:cubicBezTo>
                      <a:pt x="59081" y="102184"/>
                      <a:pt x="56992" y="105375"/>
                      <a:pt x="54149" y="104534"/>
                    </a:cubicBezTo>
                    <a:cubicBezTo>
                      <a:pt x="37064" y="99399"/>
                      <a:pt x="15018" y="92901"/>
                      <a:pt x="6518" y="75468"/>
                    </a:cubicBezTo>
                    <a:cubicBezTo>
                      <a:pt x="1993" y="66156"/>
                      <a:pt x="2429" y="55365"/>
                      <a:pt x="5503" y="45677"/>
                    </a:cubicBezTo>
                    <a:cubicBezTo>
                      <a:pt x="1964" y="53016"/>
                      <a:pt x="-704" y="60471"/>
                      <a:pt x="166" y="68361"/>
                    </a:cubicBezTo>
                    <a:cubicBezTo>
                      <a:pt x="1616" y="81530"/>
                      <a:pt x="12726" y="91712"/>
                      <a:pt x="24706" y="97543"/>
                    </a:cubicBezTo>
                    <a:cubicBezTo>
                      <a:pt x="26766" y="98529"/>
                      <a:pt x="28855" y="99457"/>
                      <a:pt x="30943" y="100298"/>
                    </a:cubicBezTo>
                    <a:cubicBezTo>
                      <a:pt x="36774" y="101749"/>
                      <a:pt x="42401" y="103837"/>
                      <a:pt x="47971" y="106245"/>
                    </a:cubicBezTo>
                    <a:cubicBezTo>
                      <a:pt x="48029" y="106245"/>
                      <a:pt x="48058" y="106245"/>
                      <a:pt x="48116" y="106303"/>
                    </a:cubicBezTo>
                    <a:cubicBezTo>
                      <a:pt x="52351" y="107782"/>
                      <a:pt x="56586" y="109349"/>
                      <a:pt x="60705" y="111205"/>
                    </a:cubicBezTo>
                    <a:cubicBezTo>
                      <a:pt x="64592" y="93685"/>
                      <a:pt x="73469" y="78020"/>
                      <a:pt x="89800" y="69028"/>
                    </a:cubicBezTo>
                    <a:cubicBezTo>
                      <a:pt x="90786" y="68477"/>
                      <a:pt x="91744" y="68506"/>
                      <a:pt x="92527" y="68854"/>
                    </a:cubicBezTo>
                    <a:cubicBezTo>
                      <a:pt x="98474" y="64880"/>
                      <a:pt x="104826" y="61486"/>
                      <a:pt x="111527" y="58846"/>
                    </a:cubicBezTo>
                    <a:lnTo>
                      <a:pt x="110918" y="57454"/>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1" name="Google Shape;1061;p26"/>
              <p:cNvSpPr/>
              <p:nvPr/>
            </p:nvSpPr>
            <p:spPr>
              <a:xfrm>
                <a:off x="4224703" y="2265146"/>
                <a:ext cx="104602" cy="113710"/>
              </a:xfrm>
              <a:custGeom>
                <a:rect b="b" l="l" r="r" t="t"/>
                <a:pathLst>
                  <a:path extrusionOk="0" h="113710" w="104602">
                    <a:moveTo>
                      <a:pt x="100541" y="21060"/>
                    </a:moveTo>
                    <a:cubicBezTo>
                      <a:pt x="100918" y="18333"/>
                      <a:pt x="101382" y="15664"/>
                      <a:pt x="101963" y="13025"/>
                    </a:cubicBezTo>
                    <a:cubicBezTo>
                      <a:pt x="97843" y="11168"/>
                      <a:pt x="93608" y="9602"/>
                      <a:pt x="89373" y="8122"/>
                    </a:cubicBezTo>
                    <a:cubicBezTo>
                      <a:pt x="89315" y="8064"/>
                      <a:pt x="89286" y="8064"/>
                      <a:pt x="89228" y="8064"/>
                    </a:cubicBezTo>
                    <a:cubicBezTo>
                      <a:pt x="83513" y="6121"/>
                      <a:pt x="77770" y="4293"/>
                      <a:pt x="72201" y="2118"/>
                    </a:cubicBezTo>
                    <a:cubicBezTo>
                      <a:pt x="68952" y="1276"/>
                      <a:pt x="65645" y="638"/>
                      <a:pt x="62280" y="290"/>
                    </a:cubicBezTo>
                    <a:cubicBezTo>
                      <a:pt x="48559" y="-1160"/>
                      <a:pt x="33417" y="2756"/>
                      <a:pt x="24860" y="13634"/>
                    </a:cubicBezTo>
                    <a:cubicBezTo>
                      <a:pt x="19145" y="20857"/>
                      <a:pt x="16940" y="30168"/>
                      <a:pt x="13141" y="38493"/>
                    </a:cubicBezTo>
                    <a:cubicBezTo>
                      <a:pt x="10298" y="44672"/>
                      <a:pt x="5831" y="50764"/>
                      <a:pt x="0" y="53810"/>
                    </a:cubicBezTo>
                    <a:cubicBezTo>
                      <a:pt x="667" y="53781"/>
                      <a:pt x="1392" y="53897"/>
                      <a:pt x="2059" y="54332"/>
                    </a:cubicBezTo>
                    <a:cubicBezTo>
                      <a:pt x="9863" y="48153"/>
                      <a:pt x="13373" y="39190"/>
                      <a:pt x="17230" y="30342"/>
                    </a:cubicBezTo>
                    <a:cubicBezTo>
                      <a:pt x="20973" y="21785"/>
                      <a:pt x="25614" y="13779"/>
                      <a:pt x="33533" y="8470"/>
                    </a:cubicBezTo>
                    <a:cubicBezTo>
                      <a:pt x="53345" y="-4786"/>
                      <a:pt x="77509" y="4873"/>
                      <a:pt x="93057" y="20132"/>
                    </a:cubicBezTo>
                    <a:cubicBezTo>
                      <a:pt x="94797" y="21843"/>
                      <a:pt x="93986" y="24947"/>
                      <a:pt x="91607" y="25585"/>
                    </a:cubicBezTo>
                    <a:cubicBezTo>
                      <a:pt x="84007" y="27645"/>
                      <a:pt x="76059" y="28080"/>
                      <a:pt x="68400" y="29675"/>
                    </a:cubicBezTo>
                    <a:cubicBezTo>
                      <a:pt x="74985" y="35100"/>
                      <a:pt x="83194" y="38290"/>
                      <a:pt x="91027" y="41655"/>
                    </a:cubicBezTo>
                    <a:cubicBezTo>
                      <a:pt x="93666" y="42787"/>
                      <a:pt x="92767" y="46993"/>
                      <a:pt x="90243" y="47602"/>
                    </a:cubicBezTo>
                    <a:cubicBezTo>
                      <a:pt x="81048" y="49836"/>
                      <a:pt x="71533" y="51083"/>
                      <a:pt x="62483" y="53984"/>
                    </a:cubicBezTo>
                    <a:cubicBezTo>
                      <a:pt x="70808" y="60743"/>
                      <a:pt x="81889" y="63614"/>
                      <a:pt x="91027" y="69155"/>
                    </a:cubicBezTo>
                    <a:cubicBezTo>
                      <a:pt x="93231" y="70489"/>
                      <a:pt x="92999" y="73390"/>
                      <a:pt x="91027" y="74782"/>
                    </a:cubicBezTo>
                    <a:cubicBezTo>
                      <a:pt x="84239" y="79540"/>
                      <a:pt x="76958" y="83543"/>
                      <a:pt x="69300" y="86618"/>
                    </a:cubicBezTo>
                    <a:cubicBezTo>
                      <a:pt x="77248" y="87923"/>
                      <a:pt x="85399" y="87952"/>
                      <a:pt x="93492" y="87952"/>
                    </a:cubicBezTo>
                    <a:cubicBezTo>
                      <a:pt x="96828" y="87952"/>
                      <a:pt x="97785" y="92303"/>
                      <a:pt x="95146" y="94015"/>
                    </a:cubicBezTo>
                    <a:cubicBezTo>
                      <a:pt x="85718" y="100164"/>
                      <a:pt x="74608" y="109041"/>
                      <a:pt x="62860" y="113711"/>
                    </a:cubicBezTo>
                    <a:cubicBezTo>
                      <a:pt x="63759" y="113421"/>
                      <a:pt x="64658" y="113160"/>
                      <a:pt x="65529" y="112841"/>
                    </a:cubicBezTo>
                    <a:cubicBezTo>
                      <a:pt x="78379" y="108054"/>
                      <a:pt x="90011" y="100193"/>
                      <a:pt x="103239" y="96509"/>
                    </a:cubicBezTo>
                    <a:lnTo>
                      <a:pt x="104602" y="95900"/>
                    </a:lnTo>
                    <a:cubicBezTo>
                      <a:pt x="94188" y="72665"/>
                      <a:pt x="93550" y="45919"/>
                      <a:pt x="100541" y="211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62" name="Google Shape;1062;p26"/>
            <p:cNvGrpSpPr/>
            <p:nvPr/>
          </p:nvGrpSpPr>
          <p:grpSpPr>
            <a:xfrm flipH="1">
              <a:off x="1634622" y="4414450"/>
              <a:ext cx="2102006" cy="625764"/>
              <a:chOff x="3061501" y="5366201"/>
              <a:chExt cx="4019131" cy="1196489"/>
            </a:xfrm>
          </p:grpSpPr>
          <p:sp>
            <p:nvSpPr>
              <p:cNvPr id="1063" name="Google Shape;1063;p26"/>
              <p:cNvSpPr/>
              <p:nvPr/>
            </p:nvSpPr>
            <p:spPr>
              <a:xfrm>
                <a:off x="3103425" y="5369005"/>
                <a:ext cx="3973616" cy="1191549"/>
              </a:xfrm>
              <a:custGeom>
                <a:rect b="b" l="l" r="r" t="t"/>
                <a:pathLst>
                  <a:path extrusionOk="0" h="1191549" w="3973616">
                    <a:moveTo>
                      <a:pt x="1356787" y="389076"/>
                    </a:moveTo>
                    <a:cubicBezTo>
                      <a:pt x="1349289" y="368136"/>
                      <a:pt x="1344168" y="346465"/>
                      <a:pt x="1341699" y="324336"/>
                    </a:cubicBezTo>
                    <a:cubicBezTo>
                      <a:pt x="1327343" y="184981"/>
                      <a:pt x="1427104" y="42609"/>
                      <a:pt x="1562801" y="9051"/>
                    </a:cubicBezTo>
                    <a:cubicBezTo>
                      <a:pt x="1591788" y="1736"/>
                      <a:pt x="1621688" y="-916"/>
                      <a:pt x="1651315" y="273"/>
                    </a:cubicBezTo>
                    <a:cubicBezTo>
                      <a:pt x="1734709" y="3473"/>
                      <a:pt x="1818650" y="39684"/>
                      <a:pt x="1868759" y="106069"/>
                    </a:cubicBezTo>
                    <a:cubicBezTo>
                      <a:pt x="1916400" y="169345"/>
                      <a:pt x="1928378" y="260054"/>
                      <a:pt x="1891894" y="329365"/>
                    </a:cubicBezTo>
                    <a:lnTo>
                      <a:pt x="1908719" y="339332"/>
                    </a:lnTo>
                    <a:cubicBezTo>
                      <a:pt x="1917222" y="320130"/>
                      <a:pt x="1929384" y="302391"/>
                      <a:pt x="1945478" y="288766"/>
                    </a:cubicBezTo>
                    <a:cubicBezTo>
                      <a:pt x="2004547" y="238200"/>
                      <a:pt x="2095348" y="237194"/>
                      <a:pt x="2165391" y="271209"/>
                    </a:cubicBezTo>
                    <a:cubicBezTo>
                      <a:pt x="2235708" y="305042"/>
                      <a:pt x="2287463" y="368044"/>
                      <a:pt x="2327422" y="434887"/>
                    </a:cubicBezTo>
                    <a:cubicBezTo>
                      <a:pt x="2354946" y="319307"/>
                      <a:pt x="2488448" y="241491"/>
                      <a:pt x="2602565" y="274135"/>
                    </a:cubicBezTo>
                    <a:cubicBezTo>
                      <a:pt x="2716408" y="306963"/>
                      <a:pt x="2788463" y="443665"/>
                      <a:pt x="2750698" y="556045"/>
                    </a:cubicBezTo>
                    <a:cubicBezTo>
                      <a:pt x="2776484" y="463873"/>
                      <a:pt x="2908066" y="422451"/>
                      <a:pt x="2982041" y="483350"/>
                    </a:cubicBezTo>
                    <a:cubicBezTo>
                      <a:pt x="3013680" y="509411"/>
                      <a:pt x="3032608" y="547084"/>
                      <a:pt x="3054553" y="581648"/>
                    </a:cubicBezTo>
                    <a:cubicBezTo>
                      <a:pt x="3149468" y="730513"/>
                      <a:pt x="3316803" y="831005"/>
                      <a:pt x="3492643" y="844813"/>
                    </a:cubicBezTo>
                    <a:cubicBezTo>
                      <a:pt x="3668756" y="858437"/>
                      <a:pt x="3849533" y="785011"/>
                      <a:pt x="3966302" y="652423"/>
                    </a:cubicBezTo>
                    <a:lnTo>
                      <a:pt x="3973617" y="656355"/>
                    </a:lnTo>
                    <a:cubicBezTo>
                      <a:pt x="3872667" y="857065"/>
                      <a:pt x="3677077" y="1007393"/>
                      <a:pt x="3457164" y="1052656"/>
                    </a:cubicBezTo>
                    <a:cubicBezTo>
                      <a:pt x="3236244" y="1098102"/>
                      <a:pt x="2996214" y="1037111"/>
                      <a:pt x="2823942" y="891630"/>
                    </a:cubicBezTo>
                    <a:cubicBezTo>
                      <a:pt x="2805471" y="1028058"/>
                      <a:pt x="2663373" y="1134860"/>
                      <a:pt x="2527127" y="1114926"/>
                    </a:cubicBezTo>
                    <a:cubicBezTo>
                      <a:pt x="2390882" y="1094718"/>
                      <a:pt x="2285817" y="951706"/>
                      <a:pt x="2307488" y="815735"/>
                    </a:cubicBezTo>
                    <a:cubicBezTo>
                      <a:pt x="2262500" y="879194"/>
                      <a:pt x="2168866" y="902328"/>
                      <a:pt x="2099280" y="867307"/>
                    </a:cubicBezTo>
                    <a:cubicBezTo>
                      <a:pt x="2142074" y="1021017"/>
                      <a:pt x="1997873" y="1185701"/>
                      <a:pt x="1838310" y="1191370"/>
                    </a:cubicBezTo>
                    <a:cubicBezTo>
                      <a:pt x="1679021" y="1196948"/>
                      <a:pt x="1533998" y="1071949"/>
                      <a:pt x="1483614" y="920616"/>
                    </a:cubicBezTo>
                    <a:cubicBezTo>
                      <a:pt x="1419606" y="1004558"/>
                      <a:pt x="1278331" y="1012605"/>
                      <a:pt x="1205362" y="936161"/>
                    </a:cubicBezTo>
                    <a:lnTo>
                      <a:pt x="1198596" y="934698"/>
                    </a:lnTo>
                    <a:cubicBezTo>
                      <a:pt x="1158453" y="1009862"/>
                      <a:pt x="1066465" y="1053387"/>
                      <a:pt x="982797" y="1037111"/>
                    </a:cubicBezTo>
                    <a:cubicBezTo>
                      <a:pt x="899129" y="1020835"/>
                      <a:pt x="830549" y="945671"/>
                      <a:pt x="821497" y="860997"/>
                    </a:cubicBezTo>
                    <a:cubicBezTo>
                      <a:pt x="755294" y="964416"/>
                      <a:pt x="643920" y="1037842"/>
                      <a:pt x="522488" y="1057776"/>
                    </a:cubicBezTo>
                    <a:cubicBezTo>
                      <a:pt x="401330" y="1077985"/>
                      <a:pt x="272217" y="1044426"/>
                      <a:pt x="176114" y="967982"/>
                    </a:cubicBezTo>
                    <a:cubicBezTo>
                      <a:pt x="111648" y="916684"/>
                      <a:pt x="62271" y="847556"/>
                      <a:pt x="0" y="793789"/>
                    </a:cubicBezTo>
                    <a:cubicBezTo>
                      <a:pt x="215250" y="942196"/>
                      <a:pt x="536387" y="920799"/>
                      <a:pt x="725393" y="737828"/>
                    </a:cubicBezTo>
                    <a:cubicBezTo>
                      <a:pt x="761604" y="702806"/>
                      <a:pt x="793516" y="662664"/>
                      <a:pt x="835121" y="633952"/>
                    </a:cubicBezTo>
                    <a:cubicBezTo>
                      <a:pt x="915680" y="577716"/>
                      <a:pt x="1029523" y="574150"/>
                      <a:pt x="1113922" y="624717"/>
                    </a:cubicBezTo>
                    <a:cubicBezTo>
                      <a:pt x="1067196" y="556868"/>
                      <a:pt x="1079358" y="455187"/>
                      <a:pt x="1140440" y="399957"/>
                    </a:cubicBezTo>
                    <a:cubicBezTo>
                      <a:pt x="1198596" y="347928"/>
                      <a:pt x="1293693" y="343722"/>
                      <a:pt x="1356970" y="38898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4" name="Google Shape;1064;p26"/>
              <p:cNvSpPr/>
              <p:nvPr/>
            </p:nvSpPr>
            <p:spPr>
              <a:xfrm>
                <a:off x="3061501" y="5724083"/>
                <a:ext cx="1411377" cy="710506"/>
              </a:xfrm>
              <a:custGeom>
                <a:rect b="b" l="l" r="r" t="t"/>
                <a:pathLst>
                  <a:path extrusionOk="0" h="710506" w="1411377">
                    <a:moveTo>
                      <a:pt x="1016491" y="464040"/>
                    </a:moveTo>
                    <a:cubicBezTo>
                      <a:pt x="1010456" y="403324"/>
                      <a:pt x="1067515" y="357695"/>
                      <a:pt x="1123476" y="351386"/>
                    </a:cubicBezTo>
                    <a:cubicBezTo>
                      <a:pt x="1188033" y="344162"/>
                      <a:pt x="1237867" y="393174"/>
                      <a:pt x="1252772" y="452884"/>
                    </a:cubicBezTo>
                    <a:cubicBezTo>
                      <a:pt x="1268866" y="517258"/>
                      <a:pt x="1247286" y="584466"/>
                      <a:pt x="1198365" y="628814"/>
                    </a:cubicBezTo>
                    <a:cubicBezTo>
                      <a:pt x="1147525" y="675083"/>
                      <a:pt x="1072818" y="695108"/>
                      <a:pt x="1006524" y="674626"/>
                    </a:cubicBezTo>
                    <a:cubicBezTo>
                      <a:pt x="932184" y="651766"/>
                      <a:pt x="874851" y="583003"/>
                      <a:pt x="866073" y="505736"/>
                    </a:cubicBezTo>
                    <a:cubicBezTo>
                      <a:pt x="865798" y="503176"/>
                      <a:pt x="862598" y="501987"/>
                      <a:pt x="861043" y="504365"/>
                    </a:cubicBezTo>
                    <a:cubicBezTo>
                      <a:pt x="789994" y="614276"/>
                      <a:pt x="669202" y="690079"/>
                      <a:pt x="538626" y="703521"/>
                    </a:cubicBezTo>
                    <a:cubicBezTo>
                      <a:pt x="470960" y="710471"/>
                      <a:pt x="401832" y="701235"/>
                      <a:pt x="338189" y="677461"/>
                    </a:cubicBezTo>
                    <a:cubicBezTo>
                      <a:pt x="274547" y="653686"/>
                      <a:pt x="216300" y="612538"/>
                      <a:pt x="167014" y="562795"/>
                    </a:cubicBezTo>
                    <a:cubicBezTo>
                      <a:pt x="113979" y="509211"/>
                      <a:pt x="66612" y="449227"/>
                      <a:pt x="3793" y="406433"/>
                    </a:cubicBezTo>
                    <a:cubicBezTo>
                      <a:pt x="1507" y="404878"/>
                      <a:pt x="-1419" y="408536"/>
                      <a:pt x="776" y="410365"/>
                    </a:cubicBezTo>
                    <a:cubicBezTo>
                      <a:pt x="122117" y="512137"/>
                      <a:pt x="285886" y="553376"/>
                      <a:pt x="441974" y="534814"/>
                    </a:cubicBezTo>
                    <a:cubicBezTo>
                      <a:pt x="518966" y="525670"/>
                      <a:pt x="594404" y="502170"/>
                      <a:pt x="662070" y="464131"/>
                    </a:cubicBezTo>
                    <a:cubicBezTo>
                      <a:pt x="695811" y="445112"/>
                      <a:pt x="727541" y="422526"/>
                      <a:pt x="756253" y="396557"/>
                    </a:cubicBezTo>
                    <a:cubicBezTo>
                      <a:pt x="792189" y="364187"/>
                      <a:pt x="822273" y="325783"/>
                      <a:pt x="859672" y="295058"/>
                    </a:cubicBezTo>
                    <a:cubicBezTo>
                      <a:pt x="941968" y="227393"/>
                      <a:pt x="1062394" y="217517"/>
                      <a:pt x="1154383" y="271833"/>
                    </a:cubicBezTo>
                    <a:cubicBezTo>
                      <a:pt x="1156486" y="273113"/>
                      <a:pt x="1159320" y="270553"/>
                      <a:pt x="1157858" y="268358"/>
                    </a:cubicBezTo>
                    <a:cubicBezTo>
                      <a:pt x="1122928" y="216146"/>
                      <a:pt x="1121190" y="146103"/>
                      <a:pt x="1150176" y="90782"/>
                    </a:cubicBezTo>
                    <a:cubicBezTo>
                      <a:pt x="1179163" y="35461"/>
                      <a:pt x="1242257" y="2450"/>
                      <a:pt x="1306173" y="5285"/>
                    </a:cubicBezTo>
                    <a:cubicBezTo>
                      <a:pt x="1342841" y="6931"/>
                      <a:pt x="1378594" y="19916"/>
                      <a:pt x="1406940" y="43416"/>
                    </a:cubicBezTo>
                    <a:cubicBezTo>
                      <a:pt x="1409409" y="45519"/>
                      <a:pt x="1413067" y="41953"/>
                      <a:pt x="1410506" y="39850"/>
                    </a:cubicBezTo>
                    <a:cubicBezTo>
                      <a:pt x="1360032" y="-2122"/>
                      <a:pt x="1287062" y="-11266"/>
                      <a:pt x="1226804" y="13972"/>
                    </a:cubicBezTo>
                    <a:cubicBezTo>
                      <a:pt x="1166544" y="39209"/>
                      <a:pt x="1127774" y="100748"/>
                      <a:pt x="1124939" y="166585"/>
                    </a:cubicBezTo>
                    <a:cubicBezTo>
                      <a:pt x="1123385" y="203436"/>
                      <a:pt x="1132894" y="240194"/>
                      <a:pt x="1153468" y="270827"/>
                    </a:cubicBezTo>
                    <a:lnTo>
                      <a:pt x="1156943" y="267352"/>
                    </a:lnTo>
                    <a:cubicBezTo>
                      <a:pt x="1084431" y="224467"/>
                      <a:pt x="992077" y="219986"/>
                      <a:pt x="915267" y="254276"/>
                    </a:cubicBezTo>
                    <a:cubicBezTo>
                      <a:pt x="872108" y="273570"/>
                      <a:pt x="838183" y="305757"/>
                      <a:pt x="805905" y="339499"/>
                    </a:cubicBezTo>
                    <a:cubicBezTo>
                      <a:pt x="773627" y="373240"/>
                      <a:pt x="744092" y="403141"/>
                      <a:pt x="707516" y="429201"/>
                    </a:cubicBezTo>
                    <a:cubicBezTo>
                      <a:pt x="576025" y="523019"/>
                      <a:pt x="403935" y="553925"/>
                      <a:pt x="246567" y="521738"/>
                    </a:cubicBezTo>
                    <a:cubicBezTo>
                      <a:pt x="157961" y="503633"/>
                      <a:pt x="73745" y="465046"/>
                      <a:pt x="4342" y="406707"/>
                    </a:cubicBezTo>
                    <a:lnTo>
                      <a:pt x="1324" y="410639"/>
                    </a:lnTo>
                    <a:cubicBezTo>
                      <a:pt x="61126" y="451513"/>
                      <a:pt x="106755" y="508114"/>
                      <a:pt x="156772" y="559686"/>
                    </a:cubicBezTo>
                    <a:cubicBezTo>
                      <a:pt x="204961" y="609338"/>
                      <a:pt x="258636" y="650669"/>
                      <a:pt x="323010" y="677095"/>
                    </a:cubicBezTo>
                    <a:cubicBezTo>
                      <a:pt x="448100" y="728393"/>
                      <a:pt x="591112" y="720529"/>
                      <a:pt x="708978" y="654143"/>
                    </a:cubicBezTo>
                    <a:cubicBezTo>
                      <a:pt x="772164" y="618573"/>
                      <a:pt x="826388" y="567916"/>
                      <a:pt x="865798" y="507017"/>
                    </a:cubicBezTo>
                    <a:lnTo>
                      <a:pt x="860769" y="505645"/>
                    </a:lnTo>
                    <a:cubicBezTo>
                      <a:pt x="868907" y="577060"/>
                      <a:pt x="916547" y="641251"/>
                      <a:pt x="982018" y="670877"/>
                    </a:cubicBezTo>
                    <a:cubicBezTo>
                      <a:pt x="1049044" y="701235"/>
                      <a:pt x="1128322" y="688891"/>
                      <a:pt x="1186661" y="645274"/>
                    </a:cubicBezTo>
                    <a:cubicBezTo>
                      <a:pt x="1245000" y="601657"/>
                      <a:pt x="1271792" y="536460"/>
                      <a:pt x="1260819" y="467332"/>
                    </a:cubicBezTo>
                    <a:cubicBezTo>
                      <a:pt x="1251126" y="406067"/>
                      <a:pt x="1206046" y="347362"/>
                      <a:pt x="1139752" y="346174"/>
                    </a:cubicBezTo>
                    <a:cubicBezTo>
                      <a:pt x="1076567" y="345076"/>
                      <a:pt x="1006250" y="395094"/>
                      <a:pt x="1013657" y="463857"/>
                    </a:cubicBezTo>
                    <a:cubicBezTo>
                      <a:pt x="1013840" y="465686"/>
                      <a:pt x="1016766" y="465777"/>
                      <a:pt x="1016583" y="463857"/>
                    </a:cubicBezTo>
                    <a:lnTo>
                      <a:pt x="1016583" y="463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5" name="Google Shape;1065;p26"/>
              <p:cNvSpPr/>
              <p:nvPr/>
            </p:nvSpPr>
            <p:spPr>
              <a:xfrm>
                <a:off x="4441360" y="5366201"/>
                <a:ext cx="577920" cy="591218"/>
              </a:xfrm>
              <a:custGeom>
                <a:rect b="b" l="l" r="r" t="t"/>
                <a:pathLst>
                  <a:path extrusionOk="0" h="591218" w="577920">
                    <a:moveTo>
                      <a:pt x="285216" y="588476"/>
                    </a:moveTo>
                    <a:cubicBezTo>
                      <a:pt x="162413" y="581984"/>
                      <a:pt x="50032" y="491366"/>
                      <a:pt x="15560" y="373591"/>
                    </a:cubicBezTo>
                    <a:cubicBezTo>
                      <a:pt x="-18913" y="255817"/>
                      <a:pt x="37505" y="121857"/>
                      <a:pt x="139004" y="53186"/>
                    </a:cubicBezTo>
                    <a:cubicBezTo>
                      <a:pt x="250652" y="-22344"/>
                      <a:pt x="418627" y="-8353"/>
                      <a:pt x="512353" y="90585"/>
                    </a:cubicBezTo>
                    <a:cubicBezTo>
                      <a:pt x="558805" y="139688"/>
                      <a:pt x="581848" y="210280"/>
                      <a:pt x="569869" y="277214"/>
                    </a:cubicBezTo>
                    <a:cubicBezTo>
                      <a:pt x="558713" y="339850"/>
                      <a:pt x="515645" y="390599"/>
                      <a:pt x="455112" y="410534"/>
                    </a:cubicBezTo>
                    <a:cubicBezTo>
                      <a:pt x="394578" y="430467"/>
                      <a:pt x="328650" y="416660"/>
                      <a:pt x="291526" y="364539"/>
                    </a:cubicBezTo>
                    <a:cubicBezTo>
                      <a:pt x="273238" y="338844"/>
                      <a:pt x="263911" y="303914"/>
                      <a:pt x="275615" y="273465"/>
                    </a:cubicBezTo>
                    <a:cubicBezTo>
                      <a:pt x="286039" y="246399"/>
                      <a:pt x="313014" y="226007"/>
                      <a:pt x="341635" y="222258"/>
                    </a:cubicBezTo>
                    <a:cubicBezTo>
                      <a:pt x="355899" y="220338"/>
                      <a:pt x="369890" y="222990"/>
                      <a:pt x="382326" y="230214"/>
                    </a:cubicBezTo>
                    <a:cubicBezTo>
                      <a:pt x="384886" y="231677"/>
                      <a:pt x="387081" y="227836"/>
                      <a:pt x="384612" y="226282"/>
                    </a:cubicBezTo>
                    <a:cubicBezTo>
                      <a:pt x="335508" y="196472"/>
                      <a:pt x="271866" y="239084"/>
                      <a:pt x="265740" y="292119"/>
                    </a:cubicBezTo>
                    <a:cubicBezTo>
                      <a:pt x="258333" y="357315"/>
                      <a:pt x="315483" y="412453"/>
                      <a:pt x="376290" y="422421"/>
                    </a:cubicBezTo>
                    <a:cubicBezTo>
                      <a:pt x="437098" y="432387"/>
                      <a:pt x="498363" y="407516"/>
                      <a:pt x="536585" y="362253"/>
                    </a:cubicBezTo>
                    <a:cubicBezTo>
                      <a:pt x="580751" y="309950"/>
                      <a:pt x="587517" y="234512"/>
                      <a:pt x="566394" y="171143"/>
                    </a:cubicBezTo>
                    <a:cubicBezTo>
                      <a:pt x="518846" y="28223"/>
                      <a:pt x="340812" y="-29750"/>
                      <a:pt x="205847" y="14598"/>
                    </a:cubicBezTo>
                    <a:cubicBezTo>
                      <a:pt x="82403" y="55197"/>
                      <a:pt x="-6569" y="184037"/>
                      <a:pt x="381" y="313973"/>
                    </a:cubicBezTo>
                    <a:cubicBezTo>
                      <a:pt x="7330" y="443543"/>
                      <a:pt x="112121" y="560038"/>
                      <a:pt x="238491" y="585915"/>
                    </a:cubicBezTo>
                    <a:cubicBezTo>
                      <a:pt x="253853" y="589024"/>
                      <a:pt x="269488" y="590762"/>
                      <a:pt x="285216" y="591219"/>
                    </a:cubicBezTo>
                    <a:cubicBezTo>
                      <a:pt x="287136" y="591219"/>
                      <a:pt x="287136" y="588384"/>
                      <a:pt x="285216" y="588293"/>
                    </a:cubicBezTo>
                    <a:lnTo>
                      <a:pt x="285216" y="58829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6" name="Google Shape;1066;p26"/>
              <p:cNvSpPr/>
              <p:nvPr/>
            </p:nvSpPr>
            <p:spPr>
              <a:xfrm>
                <a:off x="4997299" y="5614784"/>
                <a:ext cx="2074548" cy="602936"/>
              </a:xfrm>
              <a:custGeom>
                <a:rect b="b" l="l" r="r" t="t"/>
                <a:pathLst>
                  <a:path extrusionOk="0" h="602936" w="2074548">
                    <a:moveTo>
                      <a:pt x="126859" y="155823"/>
                    </a:moveTo>
                    <a:cubicBezTo>
                      <a:pt x="153925" y="157927"/>
                      <a:pt x="169378" y="184536"/>
                      <a:pt x="169927" y="209682"/>
                    </a:cubicBezTo>
                    <a:cubicBezTo>
                      <a:pt x="170567" y="239674"/>
                      <a:pt x="149078" y="261528"/>
                      <a:pt x="120275" y="267015"/>
                    </a:cubicBezTo>
                    <a:cubicBezTo>
                      <a:pt x="56633" y="279085"/>
                      <a:pt x="8261" y="222301"/>
                      <a:pt x="4878" y="163413"/>
                    </a:cubicBezTo>
                    <a:cubicBezTo>
                      <a:pt x="1494" y="104526"/>
                      <a:pt x="33316" y="49388"/>
                      <a:pt x="86259" y="23144"/>
                    </a:cubicBezTo>
                    <a:cubicBezTo>
                      <a:pt x="144598" y="-5659"/>
                      <a:pt x="216653" y="559"/>
                      <a:pt x="273803" y="29088"/>
                    </a:cubicBezTo>
                    <a:cubicBezTo>
                      <a:pt x="342657" y="63561"/>
                      <a:pt x="392766" y="125465"/>
                      <a:pt x="431628" y="190388"/>
                    </a:cubicBezTo>
                    <a:cubicBezTo>
                      <a:pt x="432634" y="192034"/>
                      <a:pt x="435377" y="191851"/>
                      <a:pt x="435926" y="189839"/>
                    </a:cubicBezTo>
                    <a:cubicBezTo>
                      <a:pt x="458146" y="100137"/>
                      <a:pt x="542637" y="33568"/>
                      <a:pt x="633436" y="24516"/>
                    </a:cubicBezTo>
                    <a:cubicBezTo>
                      <a:pt x="727711" y="15098"/>
                      <a:pt x="811561" y="75173"/>
                      <a:pt x="846857" y="160762"/>
                    </a:cubicBezTo>
                    <a:cubicBezTo>
                      <a:pt x="866334" y="207944"/>
                      <a:pt x="870266" y="260888"/>
                      <a:pt x="854355" y="309717"/>
                    </a:cubicBezTo>
                    <a:lnTo>
                      <a:pt x="859202" y="311089"/>
                    </a:lnTo>
                    <a:cubicBezTo>
                      <a:pt x="882244" y="232816"/>
                      <a:pt x="980085" y="191759"/>
                      <a:pt x="1054426" y="220929"/>
                    </a:cubicBezTo>
                    <a:cubicBezTo>
                      <a:pt x="1103255" y="240131"/>
                      <a:pt x="1128401" y="288869"/>
                      <a:pt x="1154553" y="331023"/>
                    </a:cubicBezTo>
                    <a:cubicBezTo>
                      <a:pt x="1180705" y="373177"/>
                      <a:pt x="1211794" y="411033"/>
                      <a:pt x="1247639" y="444683"/>
                    </a:cubicBezTo>
                    <a:cubicBezTo>
                      <a:pt x="1318139" y="510977"/>
                      <a:pt x="1405190" y="559714"/>
                      <a:pt x="1498824" y="584586"/>
                    </a:cubicBezTo>
                    <a:cubicBezTo>
                      <a:pt x="1592459" y="609458"/>
                      <a:pt x="1695512" y="609092"/>
                      <a:pt x="1790884" y="583214"/>
                    </a:cubicBezTo>
                    <a:cubicBezTo>
                      <a:pt x="1899332" y="553862"/>
                      <a:pt x="2000190" y="493420"/>
                      <a:pt x="2073982" y="408381"/>
                    </a:cubicBezTo>
                    <a:cubicBezTo>
                      <a:pt x="2075811" y="406186"/>
                      <a:pt x="2072793" y="403078"/>
                      <a:pt x="2070873" y="405272"/>
                    </a:cubicBezTo>
                    <a:cubicBezTo>
                      <a:pt x="1930056" y="561086"/>
                      <a:pt x="1708222" y="633506"/>
                      <a:pt x="1503671" y="580379"/>
                    </a:cubicBezTo>
                    <a:cubicBezTo>
                      <a:pt x="1405190" y="554776"/>
                      <a:pt x="1313841" y="502747"/>
                      <a:pt x="1241421" y="431332"/>
                    </a:cubicBezTo>
                    <a:cubicBezTo>
                      <a:pt x="1204388" y="394848"/>
                      <a:pt x="1174487" y="353517"/>
                      <a:pt x="1147420" y="309260"/>
                    </a:cubicBezTo>
                    <a:cubicBezTo>
                      <a:pt x="1124195" y="271130"/>
                      <a:pt x="1098135" y="231993"/>
                      <a:pt x="1054609" y="215534"/>
                    </a:cubicBezTo>
                    <a:cubicBezTo>
                      <a:pt x="977799" y="186365"/>
                      <a:pt x="878038" y="229433"/>
                      <a:pt x="854447" y="309900"/>
                    </a:cubicBezTo>
                    <a:cubicBezTo>
                      <a:pt x="853533" y="313009"/>
                      <a:pt x="858287" y="314289"/>
                      <a:pt x="859293" y="311271"/>
                    </a:cubicBezTo>
                    <a:cubicBezTo>
                      <a:pt x="888645" y="221295"/>
                      <a:pt x="851155" y="117876"/>
                      <a:pt x="777088" y="60909"/>
                    </a:cubicBezTo>
                    <a:cubicBezTo>
                      <a:pt x="700828" y="2296"/>
                      <a:pt x="596312" y="8605"/>
                      <a:pt x="519594" y="63012"/>
                    </a:cubicBezTo>
                    <a:cubicBezTo>
                      <a:pt x="476708" y="93370"/>
                      <a:pt x="444156" y="137444"/>
                      <a:pt x="431537" y="188742"/>
                    </a:cubicBezTo>
                    <a:lnTo>
                      <a:pt x="435834" y="188194"/>
                    </a:lnTo>
                    <a:cubicBezTo>
                      <a:pt x="396607" y="122722"/>
                      <a:pt x="345766" y="60086"/>
                      <a:pt x="276272" y="25339"/>
                    </a:cubicBezTo>
                    <a:cubicBezTo>
                      <a:pt x="214824" y="-5385"/>
                      <a:pt x="136368" y="-10871"/>
                      <a:pt x="75286" y="23967"/>
                    </a:cubicBezTo>
                    <a:cubicBezTo>
                      <a:pt x="21520" y="54599"/>
                      <a:pt x="-7924" y="117236"/>
                      <a:pt x="1860" y="178409"/>
                    </a:cubicBezTo>
                    <a:cubicBezTo>
                      <a:pt x="11644" y="239583"/>
                      <a:pt x="68337" y="289326"/>
                      <a:pt x="130425" y="269575"/>
                    </a:cubicBezTo>
                    <a:cubicBezTo>
                      <a:pt x="159137" y="260431"/>
                      <a:pt x="176785" y="235102"/>
                      <a:pt x="173676" y="204927"/>
                    </a:cubicBezTo>
                    <a:cubicBezTo>
                      <a:pt x="171024" y="179507"/>
                      <a:pt x="154291" y="154909"/>
                      <a:pt x="126950" y="153537"/>
                    </a:cubicBezTo>
                    <a:cubicBezTo>
                      <a:pt x="125304" y="153537"/>
                      <a:pt x="125396" y="155915"/>
                      <a:pt x="126950" y="156007"/>
                    </a:cubicBezTo>
                    <a:lnTo>
                      <a:pt x="126950" y="15600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7" name="Google Shape;1067;p26"/>
              <p:cNvSpPr/>
              <p:nvPr/>
            </p:nvSpPr>
            <p:spPr>
              <a:xfrm>
                <a:off x="4307128" y="6020681"/>
                <a:ext cx="2773504" cy="542009"/>
              </a:xfrm>
              <a:custGeom>
                <a:rect b="b" l="l" r="r" t="t"/>
                <a:pathLst>
                  <a:path extrusionOk="0" h="542009" w="2773504">
                    <a:moveTo>
                      <a:pt x="379" y="285673"/>
                    </a:moveTo>
                    <a:cubicBezTo>
                      <a:pt x="75543" y="363123"/>
                      <a:pt x="214714" y="354619"/>
                      <a:pt x="281374" y="270312"/>
                    </a:cubicBezTo>
                    <a:lnTo>
                      <a:pt x="277717" y="269397"/>
                    </a:lnTo>
                    <a:cubicBezTo>
                      <a:pt x="317676" y="390006"/>
                      <a:pt x="416980" y="495437"/>
                      <a:pt x="540698" y="530458"/>
                    </a:cubicBezTo>
                    <a:cubicBezTo>
                      <a:pt x="601872" y="547740"/>
                      <a:pt x="667068" y="546277"/>
                      <a:pt x="726047" y="521680"/>
                    </a:cubicBezTo>
                    <a:cubicBezTo>
                      <a:pt x="781917" y="498454"/>
                      <a:pt x="830472" y="457672"/>
                      <a:pt x="863481" y="407014"/>
                    </a:cubicBezTo>
                    <a:cubicBezTo>
                      <a:pt x="900423" y="350322"/>
                      <a:pt x="915968" y="281101"/>
                      <a:pt x="898228" y="214990"/>
                    </a:cubicBezTo>
                    <a:lnTo>
                      <a:pt x="894388" y="217916"/>
                    </a:lnTo>
                    <a:cubicBezTo>
                      <a:pt x="966534" y="253121"/>
                      <a:pt x="1058705" y="230078"/>
                      <a:pt x="1105980" y="165247"/>
                    </a:cubicBezTo>
                    <a:lnTo>
                      <a:pt x="1101225" y="163235"/>
                    </a:lnTo>
                    <a:cubicBezTo>
                      <a:pt x="1085132" y="270769"/>
                      <a:pt x="1144019" y="381228"/>
                      <a:pt x="1237105" y="435178"/>
                    </a:cubicBezTo>
                    <a:cubicBezTo>
                      <a:pt x="1333483" y="491048"/>
                      <a:pt x="1452172" y="470656"/>
                      <a:pt x="1534376" y="398693"/>
                    </a:cubicBezTo>
                    <a:cubicBezTo>
                      <a:pt x="1581011" y="357911"/>
                      <a:pt x="1613929" y="302224"/>
                      <a:pt x="1622890" y="240594"/>
                    </a:cubicBezTo>
                    <a:lnTo>
                      <a:pt x="1618501" y="241782"/>
                    </a:lnTo>
                    <a:cubicBezTo>
                      <a:pt x="1757490" y="358460"/>
                      <a:pt x="1938541" y="421370"/>
                      <a:pt x="2119776" y="418261"/>
                    </a:cubicBezTo>
                    <a:cubicBezTo>
                      <a:pt x="2294426" y="415244"/>
                      <a:pt x="2463133" y="347395"/>
                      <a:pt x="2594715" y="233095"/>
                    </a:cubicBezTo>
                    <a:cubicBezTo>
                      <a:pt x="2668416" y="169087"/>
                      <a:pt x="2729497" y="90998"/>
                      <a:pt x="2773205" y="3764"/>
                    </a:cubicBezTo>
                    <a:cubicBezTo>
                      <a:pt x="2774669" y="929"/>
                      <a:pt x="2770371" y="-1631"/>
                      <a:pt x="2768908" y="1295"/>
                    </a:cubicBezTo>
                    <a:cubicBezTo>
                      <a:pt x="2692738" y="152811"/>
                      <a:pt x="2563808" y="275432"/>
                      <a:pt x="2410006" y="346390"/>
                    </a:cubicBezTo>
                    <a:cubicBezTo>
                      <a:pt x="2247974" y="421188"/>
                      <a:pt x="2062626" y="432160"/>
                      <a:pt x="1891724" y="381959"/>
                    </a:cubicBezTo>
                    <a:cubicBezTo>
                      <a:pt x="1793243" y="352973"/>
                      <a:pt x="1700980" y="304235"/>
                      <a:pt x="1622250" y="238124"/>
                    </a:cubicBezTo>
                    <a:cubicBezTo>
                      <a:pt x="1620879" y="237027"/>
                      <a:pt x="1618135" y="237119"/>
                      <a:pt x="1617861" y="239313"/>
                    </a:cubicBezTo>
                    <a:cubicBezTo>
                      <a:pt x="1602591" y="344652"/>
                      <a:pt x="1516363" y="431337"/>
                      <a:pt x="1414041" y="456118"/>
                    </a:cubicBezTo>
                    <a:cubicBezTo>
                      <a:pt x="1307148" y="481904"/>
                      <a:pt x="1200712" y="428411"/>
                      <a:pt x="1144019" y="336788"/>
                    </a:cubicBezTo>
                    <a:cubicBezTo>
                      <a:pt x="1112289" y="285582"/>
                      <a:pt x="1097293" y="224592"/>
                      <a:pt x="1106254" y="164698"/>
                    </a:cubicBezTo>
                    <a:cubicBezTo>
                      <a:pt x="1106711" y="161772"/>
                      <a:pt x="1103328" y="160217"/>
                      <a:pt x="1101499" y="162686"/>
                    </a:cubicBezTo>
                    <a:cubicBezTo>
                      <a:pt x="1056054" y="225140"/>
                      <a:pt x="966443" y="247360"/>
                      <a:pt x="897040" y="213527"/>
                    </a:cubicBezTo>
                    <a:cubicBezTo>
                      <a:pt x="895028" y="212521"/>
                      <a:pt x="892651" y="214167"/>
                      <a:pt x="893199" y="216453"/>
                    </a:cubicBezTo>
                    <a:cubicBezTo>
                      <a:pt x="925477" y="336422"/>
                      <a:pt x="845925" y="457946"/>
                      <a:pt x="739763" y="510067"/>
                    </a:cubicBezTo>
                    <a:cubicBezTo>
                      <a:pt x="623634" y="567034"/>
                      <a:pt x="488760" y="527075"/>
                      <a:pt x="396771" y="443316"/>
                    </a:cubicBezTo>
                    <a:cubicBezTo>
                      <a:pt x="344468" y="395584"/>
                      <a:pt x="305149" y="335142"/>
                      <a:pt x="281922" y="268300"/>
                    </a:cubicBezTo>
                    <a:cubicBezTo>
                      <a:pt x="281283" y="266380"/>
                      <a:pt x="279088" y="266288"/>
                      <a:pt x="277991" y="267751"/>
                    </a:cubicBezTo>
                    <a:cubicBezTo>
                      <a:pt x="213891" y="351419"/>
                      <a:pt x="76182" y="357911"/>
                      <a:pt x="2756" y="283387"/>
                    </a:cubicBezTo>
                    <a:cubicBezTo>
                      <a:pt x="1293" y="281924"/>
                      <a:pt x="-993" y="284210"/>
                      <a:pt x="470" y="285673"/>
                    </a:cubicBezTo>
                    <a:lnTo>
                      <a:pt x="470" y="28567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68" name="Shape 1068"/>
        <p:cNvGrpSpPr/>
        <p:nvPr/>
      </p:nvGrpSpPr>
      <p:grpSpPr>
        <a:xfrm>
          <a:off x="0" y="0"/>
          <a:ext cx="0" cy="0"/>
          <a:chOff x="0" y="0"/>
          <a:chExt cx="0" cy="0"/>
        </a:xfrm>
      </p:grpSpPr>
      <p:grpSp>
        <p:nvGrpSpPr>
          <p:cNvPr id="1069" name="Google Shape;1069;p27"/>
          <p:cNvGrpSpPr/>
          <p:nvPr/>
        </p:nvGrpSpPr>
        <p:grpSpPr>
          <a:xfrm>
            <a:off x="228600" y="228600"/>
            <a:ext cx="8686800" cy="4686300"/>
            <a:chOff x="228600" y="228600"/>
            <a:chExt cx="8686800" cy="4686300"/>
          </a:xfrm>
        </p:grpSpPr>
        <p:sp>
          <p:nvSpPr>
            <p:cNvPr id="1070" name="Google Shape;1070;p27"/>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1071" name="Google Shape;1071;p27"/>
            <p:cNvGrpSpPr/>
            <p:nvPr/>
          </p:nvGrpSpPr>
          <p:grpSpPr>
            <a:xfrm>
              <a:off x="333904" y="365653"/>
              <a:ext cx="1210874" cy="1218592"/>
              <a:chOff x="2083365" y="2107621"/>
              <a:chExt cx="309829" cy="311796"/>
            </a:xfrm>
          </p:grpSpPr>
          <p:sp>
            <p:nvSpPr>
              <p:cNvPr id="1072" name="Google Shape;1072;p27"/>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3" name="Google Shape;1073;p27"/>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4" name="Google Shape;1074;p27"/>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5" name="Google Shape;1075;p27"/>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76" name="Google Shape;1076;p27"/>
            <p:cNvGrpSpPr/>
            <p:nvPr/>
          </p:nvGrpSpPr>
          <p:grpSpPr>
            <a:xfrm>
              <a:off x="7599218" y="365653"/>
              <a:ext cx="1210878" cy="1218592"/>
              <a:chOff x="3498340" y="2107621"/>
              <a:chExt cx="309830" cy="311796"/>
            </a:xfrm>
          </p:grpSpPr>
          <p:sp>
            <p:nvSpPr>
              <p:cNvPr id="1077" name="Google Shape;1077;p27"/>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8" name="Google Shape;1078;p27"/>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9" name="Google Shape;1079;p27"/>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0" name="Google Shape;1080;p27"/>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81" name="Google Shape;1081;p27"/>
            <p:cNvGrpSpPr/>
            <p:nvPr/>
          </p:nvGrpSpPr>
          <p:grpSpPr>
            <a:xfrm>
              <a:off x="333904" y="3559446"/>
              <a:ext cx="1210874" cy="1218588"/>
              <a:chOff x="2083365" y="2914852"/>
              <a:chExt cx="309829" cy="311795"/>
            </a:xfrm>
          </p:grpSpPr>
          <p:sp>
            <p:nvSpPr>
              <p:cNvPr id="1082" name="Google Shape;1082;p27"/>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3" name="Google Shape;1083;p27"/>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4" name="Google Shape;1084;p27"/>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5" name="Google Shape;1085;p27"/>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86" name="Google Shape;1086;p27"/>
            <p:cNvGrpSpPr/>
            <p:nvPr/>
          </p:nvGrpSpPr>
          <p:grpSpPr>
            <a:xfrm>
              <a:off x="7523018" y="3559446"/>
              <a:ext cx="1210878" cy="1218588"/>
              <a:chOff x="3478843" y="2914852"/>
              <a:chExt cx="309830" cy="311795"/>
            </a:xfrm>
          </p:grpSpPr>
          <p:sp>
            <p:nvSpPr>
              <p:cNvPr id="1087" name="Google Shape;1087;p27"/>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8" name="Google Shape;1088;p27"/>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9" name="Google Shape;1089;p27"/>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0" name="Google Shape;1090;p27"/>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091" name="Google Shape;1091;p2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092" name="Google Shape;1092;p27"/>
          <p:cNvSpPr txBox="1"/>
          <p:nvPr>
            <p:ph idx="1" type="subTitle"/>
          </p:nvPr>
        </p:nvSpPr>
        <p:spPr>
          <a:xfrm>
            <a:off x="777250" y="2111400"/>
            <a:ext cx="2167800" cy="63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93" name="Google Shape;1093;p27"/>
          <p:cNvSpPr txBox="1"/>
          <p:nvPr>
            <p:ph idx="2" type="subTitle"/>
          </p:nvPr>
        </p:nvSpPr>
        <p:spPr>
          <a:xfrm>
            <a:off x="3488100" y="2111400"/>
            <a:ext cx="2167800" cy="63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94" name="Google Shape;1094;p27"/>
          <p:cNvSpPr txBox="1"/>
          <p:nvPr>
            <p:ph idx="3" type="subTitle"/>
          </p:nvPr>
        </p:nvSpPr>
        <p:spPr>
          <a:xfrm>
            <a:off x="777250" y="3608750"/>
            <a:ext cx="2167800" cy="63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95" name="Google Shape;1095;p27"/>
          <p:cNvSpPr txBox="1"/>
          <p:nvPr>
            <p:ph idx="4" type="subTitle"/>
          </p:nvPr>
        </p:nvSpPr>
        <p:spPr>
          <a:xfrm>
            <a:off x="3488100" y="3608750"/>
            <a:ext cx="2167800" cy="63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96" name="Google Shape;1096;p27"/>
          <p:cNvSpPr txBox="1"/>
          <p:nvPr>
            <p:ph idx="5" type="subTitle"/>
          </p:nvPr>
        </p:nvSpPr>
        <p:spPr>
          <a:xfrm>
            <a:off x="6198950" y="2111400"/>
            <a:ext cx="2167800" cy="63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97" name="Google Shape;1097;p27"/>
          <p:cNvSpPr txBox="1"/>
          <p:nvPr>
            <p:ph idx="6" type="subTitle"/>
          </p:nvPr>
        </p:nvSpPr>
        <p:spPr>
          <a:xfrm>
            <a:off x="6198950" y="3608750"/>
            <a:ext cx="2167800" cy="63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98" name="Google Shape;1098;p27"/>
          <p:cNvSpPr txBox="1"/>
          <p:nvPr>
            <p:ph idx="7" type="subTitle"/>
          </p:nvPr>
        </p:nvSpPr>
        <p:spPr>
          <a:xfrm>
            <a:off x="777250" y="1803375"/>
            <a:ext cx="21678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99" name="Google Shape;1099;p27"/>
          <p:cNvSpPr txBox="1"/>
          <p:nvPr>
            <p:ph idx="8" type="subTitle"/>
          </p:nvPr>
        </p:nvSpPr>
        <p:spPr>
          <a:xfrm>
            <a:off x="3488100" y="1803375"/>
            <a:ext cx="21678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00" name="Google Shape;1100;p27"/>
          <p:cNvSpPr txBox="1"/>
          <p:nvPr>
            <p:ph idx="9" type="subTitle"/>
          </p:nvPr>
        </p:nvSpPr>
        <p:spPr>
          <a:xfrm>
            <a:off x="6198950" y="1803375"/>
            <a:ext cx="21678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01" name="Google Shape;1101;p27"/>
          <p:cNvSpPr txBox="1"/>
          <p:nvPr>
            <p:ph idx="13" type="subTitle"/>
          </p:nvPr>
        </p:nvSpPr>
        <p:spPr>
          <a:xfrm>
            <a:off x="777250" y="3300725"/>
            <a:ext cx="21678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02" name="Google Shape;1102;p27"/>
          <p:cNvSpPr txBox="1"/>
          <p:nvPr>
            <p:ph idx="14" type="subTitle"/>
          </p:nvPr>
        </p:nvSpPr>
        <p:spPr>
          <a:xfrm>
            <a:off x="3488100" y="3300725"/>
            <a:ext cx="21678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03" name="Google Shape;1103;p27"/>
          <p:cNvSpPr txBox="1"/>
          <p:nvPr>
            <p:ph idx="15" type="subTitle"/>
          </p:nvPr>
        </p:nvSpPr>
        <p:spPr>
          <a:xfrm>
            <a:off x="6198950" y="3300725"/>
            <a:ext cx="21678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solidFill>
                  <a:schemeClr val="dk1"/>
                </a:solidFill>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104" name="Shape 1104"/>
        <p:cNvGrpSpPr/>
        <p:nvPr/>
      </p:nvGrpSpPr>
      <p:grpSpPr>
        <a:xfrm>
          <a:off x="0" y="0"/>
          <a:ext cx="0" cy="0"/>
          <a:chOff x="0" y="0"/>
          <a:chExt cx="0" cy="0"/>
        </a:xfrm>
      </p:grpSpPr>
      <p:grpSp>
        <p:nvGrpSpPr>
          <p:cNvPr id="1105" name="Google Shape;1105;p28"/>
          <p:cNvGrpSpPr/>
          <p:nvPr/>
        </p:nvGrpSpPr>
        <p:grpSpPr>
          <a:xfrm>
            <a:off x="7897985" y="4108584"/>
            <a:ext cx="1502052" cy="1502785"/>
            <a:chOff x="4021503" y="1921113"/>
            <a:chExt cx="805692" cy="806042"/>
          </a:xfrm>
        </p:grpSpPr>
        <p:sp>
          <p:nvSpPr>
            <p:cNvPr id="1106" name="Google Shape;1106;p28"/>
            <p:cNvSpPr/>
            <p:nvPr/>
          </p:nvSpPr>
          <p:spPr>
            <a:xfrm>
              <a:off x="4635425" y="2198798"/>
              <a:ext cx="191770" cy="244983"/>
            </a:xfrm>
            <a:custGeom>
              <a:rect b="b" l="l" r="r" t="t"/>
              <a:pathLst>
                <a:path extrusionOk="0" h="244983" w="191770">
                  <a:moveTo>
                    <a:pt x="65703" y="238974"/>
                  </a:moveTo>
                  <a:lnTo>
                    <a:pt x="65616" y="239148"/>
                  </a:lnTo>
                  <a:cubicBezTo>
                    <a:pt x="64920" y="238771"/>
                    <a:pt x="64165" y="238452"/>
                    <a:pt x="63440" y="238133"/>
                  </a:cubicBezTo>
                  <a:cubicBezTo>
                    <a:pt x="53665" y="230968"/>
                    <a:pt x="50097" y="217247"/>
                    <a:pt x="49893" y="204774"/>
                  </a:cubicBezTo>
                  <a:cubicBezTo>
                    <a:pt x="49720" y="191198"/>
                    <a:pt x="52417" y="177419"/>
                    <a:pt x="49574" y="164134"/>
                  </a:cubicBezTo>
                  <a:cubicBezTo>
                    <a:pt x="44788" y="141740"/>
                    <a:pt x="22626" y="124886"/>
                    <a:pt x="0" y="124886"/>
                  </a:cubicBezTo>
                  <a:lnTo>
                    <a:pt x="0" y="123494"/>
                  </a:lnTo>
                  <a:cubicBezTo>
                    <a:pt x="16534" y="123320"/>
                    <a:pt x="33939" y="120970"/>
                    <a:pt x="44527" y="108729"/>
                  </a:cubicBezTo>
                  <a:cubicBezTo>
                    <a:pt x="56304" y="95095"/>
                    <a:pt x="54622" y="74790"/>
                    <a:pt x="52707" y="56892"/>
                  </a:cubicBezTo>
                  <a:cubicBezTo>
                    <a:pt x="50880" y="39864"/>
                    <a:pt x="50300" y="20313"/>
                    <a:pt x="61468" y="7694"/>
                  </a:cubicBezTo>
                  <a:lnTo>
                    <a:pt x="63179" y="9145"/>
                  </a:lnTo>
                  <a:cubicBezTo>
                    <a:pt x="89895" y="-8347"/>
                    <a:pt x="130187" y="152"/>
                    <a:pt x="147563" y="26985"/>
                  </a:cubicBezTo>
                  <a:cubicBezTo>
                    <a:pt x="159746" y="45869"/>
                    <a:pt x="160558" y="69626"/>
                    <a:pt x="165896" y="91440"/>
                  </a:cubicBezTo>
                  <a:cubicBezTo>
                    <a:pt x="169261" y="104987"/>
                    <a:pt x="177847" y="120477"/>
                    <a:pt x="191771" y="120013"/>
                  </a:cubicBezTo>
                  <a:cubicBezTo>
                    <a:pt x="178602" y="129469"/>
                    <a:pt x="168536" y="143132"/>
                    <a:pt x="163430" y="158506"/>
                  </a:cubicBezTo>
                  <a:cubicBezTo>
                    <a:pt x="158122" y="174460"/>
                    <a:pt x="158122" y="191981"/>
                    <a:pt x="151566" y="207500"/>
                  </a:cubicBezTo>
                  <a:cubicBezTo>
                    <a:pt x="138310" y="239003"/>
                    <a:pt x="96190" y="254319"/>
                    <a:pt x="65703" y="23897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7" name="Google Shape;1107;p28"/>
            <p:cNvSpPr/>
            <p:nvPr/>
          </p:nvSpPr>
          <p:spPr>
            <a:xfrm>
              <a:off x="4552933" y="2012202"/>
              <a:ext cx="191518" cy="194494"/>
            </a:xfrm>
            <a:custGeom>
              <a:rect b="b" l="l" r="r" t="t"/>
              <a:pathLst>
                <a:path extrusionOk="0" h="194494" w="191518">
                  <a:moveTo>
                    <a:pt x="36427" y="143353"/>
                  </a:moveTo>
                  <a:cubicBezTo>
                    <a:pt x="37965" y="140713"/>
                    <a:pt x="39183" y="137870"/>
                    <a:pt x="40053" y="134941"/>
                  </a:cubicBezTo>
                  <a:cubicBezTo>
                    <a:pt x="43911" y="122235"/>
                    <a:pt x="41649" y="107760"/>
                    <a:pt x="33962" y="96882"/>
                  </a:cubicBezTo>
                  <a:cubicBezTo>
                    <a:pt x="27174" y="87252"/>
                    <a:pt x="16789" y="80696"/>
                    <a:pt x="9653" y="71239"/>
                  </a:cubicBezTo>
                  <a:cubicBezTo>
                    <a:pt x="2575" y="61870"/>
                    <a:pt x="-819" y="49774"/>
                    <a:pt x="168" y="38112"/>
                  </a:cubicBezTo>
                  <a:lnTo>
                    <a:pt x="1038" y="38112"/>
                  </a:lnTo>
                  <a:cubicBezTo>
                    <a:pt x="15136" y="5101"/>
                    <a:pt x="60156" y="-10186"/>
                    <a:pt x="91455" y="7335"/>
                  </a:cubicBezTo>
                  <a:cubicBezTo>
                    <a:pt x="104161" y="14413"/>
                    <a:pt x="114023" y="25581"/>
                    <a:pt x="125858" y="34109"/>
                  </a:cubicBezTo>
                  <a:cubicBezTo>
                    <a:pt x="137694" y="42638"/>
                    <a:pt x="153213" y="48439"/>
                    <a:pt x="166673" y="42899"/>
                  </a:cubicBezTo>
                  <a:cubicBezTo>
                    <a:pt x="154025" y="56445"/>
                    <a:pt x="160117" y="78694"/>
                    <a:pt x="169747" y="94504"/>
                  </a:cubicBezTo>
                  <a:cubicBezTo>
                    <a:pt x="179378" y="110371"/>
                    <a:pt x="192374" y="126209"/>
                    <a:pt x="191475" y="144774"/>
                  </a:cubicBezTo>
                  <a:cubicBezTo>
                    <a:pt x="190343" y="168126"/>
                    <a:pt x="167746" y="184341"/>
                    <a:pt x="145642" y="192260"/>
                  </a:cubicBezTo>
                  <a:lnTo>
                    <a:pt x="145729" y="192492"/>
                  </a:lnTo>
                  <a:cubicBezTo>
                    <a:pt x="132472" y="198816"/>
                    <a:pt x="117011" y="189127"/>
                    <a:pt x="107671" y="177843"/>
                  </a:cubicBezTo>
                  <a:cubicBezTo>
                    <a:pt x="98359" y="166501"/>
                    <a:pt x="91136" y="152519"/>
                    <a:pt x="78112" y="145731"/>
                  </a:cubicBezTo>
                  <a:cubicBezTo>
                    <a:pt x="64246" y="138480"/>
                    <a:pt x="47015" y="141438"/>
                    <a:pt x="32976" y="148661"/>
                  </a:cubicBezTo>
                  <a:cubicBezTo>
                    <a:pt x="34223" y="146979"/>
                    <a:pt x="35383" y="145209"/>
                    <a:pt x="36427" y="14341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8" name="Google Shape;1108;p28"/>
            <p:cNvSpPr/>
            <p:nvPr/>
          </p:nvSpPr>
          <p:spPr>
            <a:xfrm>
              <a:off x="4532621" y="2436931"/>
              <a:ext cx="206840" cy="202644"/>
            </a:xfrm>
            <a:custGeom>
              <a:rect b="b" l="l" r="r" t="t"/>
              <a:pathLst>
                <a:path extrusionOk="0" h="202644" w="206840">
                  <a:moveTo>
                    <a:pt x="44875" y="37420"/>
                  </a:moveTo>
                  <a:lnTo>
                    <a:pt x="44817" y="37362"/>
                  </a:lnTo>
                  <a:cubicBezTo>
                    <a:pt x="43889" y="35419"/>
                    <a:pt x="42873" y="33504"/>
                    <a:pt x="41655" y="31648"/>
                  </a:cubicBezTo>
                  <a:cubicBezTo>
                    <a:pt x="48820" y="38725"/>
                    <a:pt x="57377" y="44353"/>
                    <a:pt x="66979" y="47370"/>
                  </a:cubicBezTo>
                  <a:cubicBezTo>
                    <a:pt x="80206" y="51518"/>
                    <a:pt x="95378" y="50213"/>
                    <a:pt x="106720" y="42351"/>
                  </a:cubicBezTo>
                  <a:cubicBezTo>
                    <a:pt x="117191" y="35128"/>
                    <a:pt x="123573" y="23351"/>
                    <a:pt x="133059" y="14939"/>
                  </a:cubicBezTo>
                  <a:cubicBezTo>
                    <a:pt x="142893" y="6324"/>
                    <a:pt x="156004" y="1537"/>
                    <a:pt x="169028" y="1915"/>
                  </a:cubicBezTo>
                  <a:cubicBezTo>
                    <a:pt x="168042" y="1363"/>
                    <a:pt x="167085" y="754"/>
                    <a:pt x="166186" y="0"/>
                  </a:cubicBezTo>
                  <a:cubicBezTo>
                    <a:pt x="166940" y="319"/>
                    <a:pt x="167665" y="638"/>
                    <a:pt x="168361" y="1015"/>
                  </a:cubicBezTo>
                  <a:cubicBezTo>
                    <a:pt x="191771" y="12473"/>
                    <a:pt x="208073" y="37971"/>
                    <a:pt x="206768" y="64020"/>
                  </a:cubicBezTo>
                  <a:cubicBezTo>
                    <a:pt x="205985" y="80410"/>
                    <a:pt x="198820" y="95668"/>
                    <a:pt x="193772" y="111303"/>
                  </a:cubicBezTo>
                  <a:cubicBezTo>
                    <a:pt x="188783" y="126880"/>
                    <a:pt x="185998" y="144633"/>
                    <a:pt x="193482" y="159195"/>
                  </a:cubicBezTo>
                  <a:cubicBezTo>
                    <a:pt x="172597" y="153277"/>
                    <a:pt x="150667" y="163488"/>
                    <a:pt x="132276" y="175062"/>
                  </a:cubicBezTo>
                  <a:cubicBezTo>
                    <a:pt x="113885" y="186637"/>
                    <a:pt x="95465" y="200328"/>
                    <a:pt x="73825" y="202388"/>
                  </a:cubicBezTo>
                  <a:cubicBezTo>
                    <a:pt x="49893" y="204621"/>
                    <a:pt x="27557" y="191974"/>
                    <a:pt x="9166" y="175759"/>
                  </a:cubicBezTo>
                  <a:cubicBezTo>
                    <a:pt x="6004" y="173003"/>
                    <a:pt x="2930" y="170073"/>
                    <a:pt x="0" y="167143"/>
                  </a:cubicBezTo>
                  <a:lnTo>
                    <a:pt x="145" y="166969"/>
                  </a:lnTo>
                  <a:cubicBezTo>
                    <a:pt x="1218" y="167723"/>
                    <a:pt x="2233" y="168594"/>
                    <a:pt x="3220" y="169522"/>
                  </a:cubicBezTo>
                  <a:cubicBezTo>
                    <a:pt x="-2611" y="158963"/>
                    <a:pt x="2088" y="145416"/>
                    <a:pt x="9747" y="136105"/>
                  </a:cubicBezTo>
                  <a:cubicBezTo>
                    <a:pt x="17434" y="126793"/>
                    <a:pt x="27818" y="120005"/>
                    <a:pt x="35767" y="110984"/>
                  </a:cubicBezTo>
                  <a:cubicBezTo>
                    <a:pt x="53084" y="91288"/>
                    <a:pt x="56188" y="60859"/>
                    <a:pt x="44846" y="3739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9" name="Google Shape;1109;p28"/>
            <p:cNvSpPr/>
            <p:nvPr/>
          </p:nvSpPr>
          <p:spPr>
            <a:xfrm>
              <a:off x="4527922" y="2322321"/>
              <a:ext cx="173814" cy="164317"/>
            </a:xfrm>
            <a:custGeom>
              <a:rect b="b" l="l" r="r" t="t"/>
              <a:pathLst>
                <a:path extrusionOk="0" h="164317" w="173814">
                  <a:moveTo>
                    <a:pt x="46384" y="146258"/>
                  </a:moveTo>
                  <a:cubicBezTo>
                    <a:pt x="43773" y="143705"/>
                    <a:pt x="41365" y="140949"/>
                    <a:pt x="39161" y="138077"/>
                  </a:cubicBezTo>
                  <a:lnTo>
                    <a:pt x="40234" y="137207"/>
                  </a:lnTo>
                  <a:cubicBezTo>
                    <a:pt x="41307" y="137671"/>
                    <a:pt x="42293" y="138280"/>
                    <a:pt x="43221" y="139035"/>
                  </a:cubicBezTo>
                  <a:cubicBezTo>
                    <a:pt x="38696" y="134422"/>
                    <a:pt x="38986" y="126793"/>
                    <a:pt x="41278" y="120731"/>
                  </a:cubicBezTo>
                  <a:cubicBezTo>
                    <a:pt x="43569" y="114668"/>
                    <a:pt x="47457" y="109273"/>
                    <a:pt x="49458" y="103152"/>
                  </a:cubicBezTo>
                  <a:cubicBezTo>
                    <a:pt x="54680" y="86675"/>
                    <a:pt x="44440" y="68488"/>
                    <a:pt x="29965" y="58973"/>
                  </a:cubicBezTo>
                  <a:cubicBezTo>
                    <a:pt x="20944" y="53026"/>
                    <a:pt x="10646" y="49749"/>
                    <a:pt x="0" y="47486"/>
                  </a:cubicBezTo>
                  <a:lnTo>
                    <a:pt x="58" y="47341"/>
                  </a:lnTo>
                  <a:cubicBezTo>
                    <a:pt x="15838" y="51025"/>
                    <a:pt x="31937" y="53578"/>
                    <a:pt x="48095" y="55028"/>
                  </a:cubicBezTo>
                  <a:cubicBezTo>
                    <a:pt x="52881" y="55434"/>
                    <a:pt x="57958" y="55724"/>
                    <a:pt x="62338" y="53723"/>
                  </a:cubicBezTo>
                  <a:cubicBezTo>
                    <a:pt x="73187" y="48849"/>
                    <a:pt x="73941" y="34142"/>
                    <a:pt x="78263" y="23003"/>
                  </a:cubicBezTo>
                  <a:cubicBezTo>
                    <a:pt x="82266" y="12589"/>
                    <a:pt x="90823" y="4061"/>
                    <a:pt x="101208" y="0"/>
                  </a:cubicBezTo>
                  <a:cubicBezTo>
                    <a:pt x="103297" y="58"/>
                    <a:pt x="105385" y="58"/>
                    <a:pt x="107532" y="0"/>
                  </a:cubicBezTo>
                  <a:lnTo>
                    <a:pt x="107532" y="1392"/>
                  </a:lnTo>
                  <a:cubicBezTo>
                    <a:pt x="130158" y="1392"/>
                    <a:pt x="152291" y="18246"/>
                    <a:pt x="157106" y="40640"/>
                  </a:cubicBezTo>
                  <a:cubicBezTo>
                    <a:pt x="159949" y="53897"/>
                    <a:pt x="157251" y="67675"/>
                    <a:pt x="157425" y="81280"/>
                  </a:cubicBezTo>
                  <a:cubicBezTo>
                    <a:pt x="157600" y="93753"/>
                    <a:pt x="161196" y="107474"/>
                    <a:pt x="170972" y="114639"/>
                  </a:cubicBezTo>
                  <a:cubicBezTo>
                    <a:pt x="171842" y="115393"/>
                    <a:pt x="172829" y="116002"/>
                    <a:pt x="173815" y="116554"/>
                  </a:cubicBezTo>
                  <a:cubicBezTo>
                    <a:pt x="160790" y="116176"/>
                    <a:pt x="147650" y="120963"/>
                    <a:pt x="137845" y="129578"/>
                  </a:cubicBezTo>
                  <a:cubicBezTo>
                    <a:pt x="128360" y="137990"/>
                    <a:pt x="121978" y="149768"/>
                    <a:pt x="111506" y="156990"/>
                  </a:cubicBezTo>
                  <a:cubicBezTo>
                    <a:pt x="100164" y="164852"/>
                    <a:pt x="84964" y="166157"/>
                    <a:pt x="71765" y="162009"/>
                  </a:cubicBezTo>
                  <a:cubicBezTo>
                    <a:pt x="62164" y="158992"/>
                    <a:pt x="53606" y="153364"/>
                    <a:pt x="46441" y="14628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0" name="Google Shape;1110;p28"/>
            <p:cNvSpPr/>
            <p:nvPr/>
          </p:nvSpPr>
          <p:spPr>
            <a:xfrm>
              <a:off x="4540134" y="2153694"/>
              <a:ext cx="158557" cy="168641"/>
            </a:xfrm>
            <a:custGeom>
              <a:rect b="b" l="l" r="r" t="t"/>
              <a:pathLst>
                <a:path extrusionOk="0" h="168641" w="158557">
                  <a:moveTo>
                    <a:pt x="158557" y="50943"/>
                  </a:moveTo>
                  <a:cubicBezTo>
                    <a:pt x="157919" y="51552"/>
                    <a:pt x="157339" y="52161"/>
                    <a:pt x="156730" y="52799"/>
                  </a:cubicBezTo>
                  <a:cubicBezTo>
                    <a:pt x="145561" y="65417"/>
                    <a:pt x="146171" y="84969"/>
                    <a:pt x="147969" y="101996"/>
                  </a:cubicBezTo>
                  <a:cubicBezTo>
                    <a:pt x="149884" y="119923"/>
                    <a:pt x="151566" y="140200"/>
                    <a:pt x="139789" y="153833"/>
                  </a:cubicBezTo>
                  <a:cubicBezTo>
                    <a:pt x="129172" y="166075"/>
                    <a:pt x="111767" y="168395"/>
                    <a:pt x="95262" y="168598"/>
                  </a:cubicBezTo>
                  <a:cubicBezTo>
                    <a:pt x="93115" y="168656"/>
                    <a:pt x="91027" y="168656"/>
                    <a:pt x="88938" y="168598"/>
                  </a:cubicBezTo>
                  <a:cubicBezTo>
                    <a:pt x="89344" y="168424"/>
                    <a:pt x="89779" y="168221"/>
                    <a:pt x="90243" y="168076"/>
                  </a:cubicBezTo>
                  <a:cubicBezTo>
                    <a:pt x="81396" y="165843"/>
                    <a:pt x="73680" y="159316"/>
                    <a:pt x="69996" y="150962"/>
                  </a:cubicBezTo>
                  <a:cubicBezTo>
                    <a:pt x="65529" y="140780"/>
                    <a:pt x="66602" y="128074"/>
                    <a:pt x="59466" y="119546"/>
                  </a:cubicBezTo>
                  <a:cubicBezTo>
                    <a:pt x="52533" y="111221"/>
                    <a:pt x="40350" y="109915"/>
                    <a:pt x="29501" y="110438"/>
                  </a:cubicBezTo>
                  <a:cubicBezTo>
                    <a:pt x="19493" y="110960"/>
                    <a:pt x="9630" y="112439"/>
                    <a:pt x="0" y="114963"/>
                  </a:cubicBezTo>
                  <a:cubicBezTo>
                    <a:pt x="4641" y="113338"/>
                    <a:pt x="9253" y="111656"/>
                    <a:pt x="13692" y="109480"/>
                  </a:cubicBezTo>
                  <a:cubicBezTo>
                    <a:pt x="27326" y="102780"/>
                    <a:pt x="39944" y="89900"/>
                    <a:pt x="38957" y="74700"/>
                  </a:cubicBezTo>
                  <a:cubicBezTo>
                    <a:pt x="38348" y="65156"/>
                    <a:pt x="32547" y="56831"/>
                    <a:pt x="28631" y="48071"/>
                  </a:cubicBezTo>
                  <a:cubicBezTo>
                    <a:pt x="24715" y="39281"/>
                    <a:pt x="23148" y="27881"/>
                    <a:pt x="29878" y="21035"/>
                  </a:cubicBezTo>
                  <a:lnTo>
                    <a:pt x="29559" y="20339"/>
                  </a:lnTo>
                  <a:cubicBezTo>
                    <a:pt x="35941" y="17351"/>
                    <a:pt x="41510" y="12739"/>
                    <a:pt x="45804" y="7112"/>
                  </a:cubicBezTo>
                  <a:cubicBezTo>
                    <a:pt x="59872" y="-111"/>
                    <a:pt x="77074" y="-3070"/>
                    <a:pt x="90940" y="4182"/>
                  </a:cubicBezTo>
                  <a:cubicBezTo>
                    <a:pt x="103964" y="10970"/>
                    <a:pt x="111187" y="24952"/>
                    <a:pt x="120499" y="36294"/>
                  </a:cubicBezTo>
                  <a:cubicBezTo>
                    <a:pt x="129868" y="47607"/>
                    <a:pt x="145300" y="57295"/>
                    <a:pt x="158557" y="5094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1" name="Google Shape;1111;p28"/>
            <p:cNvSpPr/>
            <p:nvPr/>
          </p:nvSpPr>
          <p:spPr>
            <a:xfrm>
              <a:off x="4506978" y="2264031"/>
              <a:ext cx="123399" cy="113611"/>
            </a:xfrm>
            <a:custGeom>
              <a:rect b="b" l="l" r="r" t="t"/>
              <a:pathLst>
                <a:path extrusionOk="0" h="113611" w="123399">
                  <a:moveTo>
                    <a:pt x="123400" y="57768"/>
                  </a:moveTo>
                  <a:cubicBezTo>
                    <a:pt x="122935" y="57913"/>
                    <a:pt x="122529" y="58087"/>
                    <a:pt x="122094" y="58290"/>
                  </a:cubicBezTo>
                  <a:cubicBezTo>
                    <a:pt x="111709" y="62351"/>
                    <a:pt x="103152" y="70850"/>
                    <a:pt x="99149" y="81293"/>
                  </a:cubicBezTo>
                  <a:cubicBezTo>
                    <a:pt x="94827" y="92403"/>
                    <a:pt x="94073" y="107110"/>
                    <a:pt x="83224" y="112012"/>
                  </a:cubicBezTo>
                  <a:cubicBezTo>
                    <a:pt x="78844" y="114014"/>
                    <a:pt x="73767" y="113724"/>
                    <a:pt x="68981" y="113318"/>
                  </a:cubicBezTo>
                  <a:cubicBezTo>
                    <a:pt x="52824" y="111867"/>
                    <a:pt x="36724" y="109315"/>
                    <a:pt x="20944" y="105631"/>
                  </a:cubicBezTo>
                  <a:cubicBezTo>
                    <a:pt x="14301" y="104151"/>
                    <a:pt x="7687" y="102382"/>
                    <a:pt x="1160" y="100467"/>
                  </a:cubicBezTo>
                  <a:lnTo>
                    <a:pt x="0" y="99858"/>
                  </a:lnTo>
                  <a:cubicBezTo>
                    <a:pt x="5367" y="89676"/>
                    <a:pt x="8993" y="78537"/>
                    <a:pt x="10414" y="67079"/>
                  </a:cubicBezTo>
                  <a:cubicBezTo>
                    <a:pt x="12561" y="49761"/>
                    <a:pt x="9660" y="32067"/>
                    <a:pt x="2814" y="16083"/>
                  </a:cubicBezTo>
                  <a:lnTo>
                    <a:pt x="4264" y="15474"/>
                  </a:lnTo>
                  <a:cubicBezTo>
                    <a:pt x="5947" y="14633"/>
                    <a:pt x="7658" y="13792"/>
                    <a:pt x="9369" y="13009"/>
                  </a:cubicBezTo>
                  <a:cubicBezTo>
                    <a:pt x="9544" y="12951"/>
                    <a:pt x="9689" y="12864"/>
                    <a:pt x="9892" y="12776"/>
                  </a:cubicBezTo>
                  <a:cubicBezTo>
                    <a:pt x="17434" y="9557"/>
                    <a:pt x="25353" y="7294"/>
                    <a:pt x="33127" y="4625"/>
                  </a:cubicBezTo>
                  <a:cubicBezTo>
                    <a:pt x="42758" y="2102"/>
                    <a:pt x="52620" y="622"/>
                    <a:pt x="62628" y="100"/>
                  </a:cubicBezTo>
                  <a:cubicBezTo>
                    <a:pt x="73477" y="-422"/>
                    <a:pt x="85660" y="883"/>
                    <a:pt x="92593" y="9209"/>
                  </a:cubicBezTo>
                  <a:cubicBezTo>
                    <a:pt x="99700" y="17737"/>
                    <a:pt x="98656" y="30442"/>
                    <a:pt x="103123" y="40624"/>
                  </a:cubicBezTo>
                  <a:cubicBezTo>
                    <a:pt x="106807" y="49007"/>
                    <a:pt x="114523" y="55505"/>
                    <a:pt x="123370" y="5773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2" name="Google Shape;1112;p28"/>
            <p:cNvSpPr/>
            <p:nvPr/>
          </p:nvSpPr>
          <p:spPr>
            <a:xfrm>
              <a:off x="4426308" y="2046253"/>
              <a:ext cx="168525" cy="147794"/>
            </a:xfrm>
            <a:custGeom>
              <a:rect b="b" l="l" r="r" t="t"/>
              <a:pathLst>
                <a:path extrusionOk="0" h="147794" w="168525">
                  <a:moveTo>
                    <a:pt x="55724" y="132421"/>
                  </a:moveTo>
                  <a:cubicBezTo>
                    <a:pt x="57203" y="121659"/>
                    <a:pt x="55550" y="110491"/>
                    <a:pt x="47805" y="103297"/>
                  </a:cubicBezTo>
                  <a:cubicBezTo>
                    <a:pt x="40495" y="96451"/>
                    <a:pt x="29878" y="95001"/>
                    <a:pt x="20305" y="92129"/>
                  </a:cubicBezTo>
                  <a:cubicBezTo>
                    <a:pt x="11516" y="89431"/>
                    <a:pt x="2147" y="83891"/>
                    <a:pt x="0" y="75246"/>
                  </a:cubicBezTo>
                  <a:cubicBezTo>
                    <a:pt x="1711" y="61700"/>
                    <a:pt x="3684" y="48008"/>
                    <a:pt x="9224" y="35535"/>
                  </a:cubicBezTo>
                  <a:cubicBezTo>
                    <a:pt x="14765" y="23061"/>
                    <a:pt x="24453" y="11835"/>
                    <a:pt x="37333" y="7455"/>
                  </a:cubicBezTo>
                  <a:cubicBezTo>
                    <a:pt x="52127" y="2437"/>
                    <a:pt x="68197" y="7078"/>
                    <a:pt x="83600" y="9689"/>
                  </a:cubicBezTo>
                  <a:cubicBezTo>
                    <a:pt x="99004" y="12241"/>
                    <a:pt x="117105" y="11864"/>
                    <a:pt x="127316" y="0"/>
                  </a:cubicBezTo>
                  <a:cubicBezTo>
                    <a:pt x="127316" y="87"/>
                    <a:pt x="127257" y="145"/>
                    <a:pt x="127257" y="232"/>
                  </a:cubicBezTo>
                  <a:cubicBezTo>
                    <a:pt x="127083" y="1479"/>
                    <a:pt x="126880" y="2756"/>
                    <a:pt x="126793" y="4003"/>
                  </a:cubicBezTo>
                  <a:cubicBezTo>
                    <a:pt x="125807" y="15693"/>
                    <a:pt x="129201" y="27789"/>
                    <a:pt x="136279" y="37130"/>
                  </a:cubicBezTo>
                  <a:cubicBezTo>
                    <a:pt x="143415" y="46587"/>
                    <a:pt x="153771" y="53142"/>
                    <a:pt x="160587" y="62773"/>
                  </a:cubicBezTo>
                  <a:cubicBezTo>
                    <a:pt x="168275" y="73651"/>
                    <a:pt x="170537" y="88126"/>
                    <a:pt x="166679" y="100831"/>
                  </a:cubicBezTo>
                  <a:cubicBezTo>
                    <a:pt x="165809" y="103761"/>
                    <a:pt x="164591" y="106604"/>
                    <a:pt x="163053" y="109244"/>
                  </a:cubicBezTo>
                  <a:cubicBezTo>
                    <a:pt x="162038" y="111071"/>
                    <a:pt x="160877" y="112841"/>
                    <a:pt x="159601" y="114494"/>
                  </a:cubicBezTo>
                  <a:cubicBezTo>
                    <a:pt x="155308" y="120121"/>
                    <a:pt x="149739" y="124734"/>
                    <a:pt x="143357" y="127722"/>
                  </a:cubicBezTo>
                  <a:lnTo>
                    <a:pt x="143676" y="128418"/>
                  </a:lnTo>
                  <a:cubicBezTo>
                    <a:pt x="135583" y="134480"/>
                    <a:pt x="124096" y="132189"/>
                    <a:pt x="114813" y="128186"/>
                  </a:cubicBezTo>
                  <a:cubicBezTo>
                    <a:pt x="105560" y="124183"/>
                    <a:pt x="96393" y="118642"/>
                    <a:pt x="86327" y="118787"/>
                  </a:cubicBezTo>
                  <a:cubicBezTo>
                    <a:pt x="70489" y="119077"/>
                    <a:pt x="58509" y="133349"/>
                    <a:pt x="52040" y="147795"/>
                  </a:cubicBezTo>
                  <a:lnTo>
                    <a:pt x="51663" y="147650"/>
                  </a:lnTo>
                  <a:cubicBezTo>
                    <a:pt x="52359" y="145793"/>
                    <a:pt x="53026" y="143879"/>
                    <a:pt x="53606" y="141964"/>
                  </a:cubicBezTo>
                  <a:cubicBezTo>
                    <a:pt x="54593" y="138890"/>
                    <a:pt x="55318" y="135641"/>
                    <a:pt x="55695" y="1323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3" name="Google Shape;1113;p28"/>
            <p:cNvSpPr/>
            <p:nvPr/>
          </p:nvSpPr>
          <p:spPr>
            <a:xfrm>
              <a:off x="4465323" y="2165067"/>
              <a:ext cx="113794" cy="115018"/>
            </a:xfrm>
            <a:custGeom>
              <a:rect b="b" l="l" r="r" t="t"/>
              <a:pathLst>
                <a:path extrusionOk="0" h="115018" w="113794">
                  <a:moveTo>
                    <a:pt x="37391" y="101211"/>
                  </a:moveTo>
                  <a:cubicBezTo>
                    <a:pt x="33562" y="94974"/>
                    <a:pt x="29095" y="89115"/>
                    <a:pt x="24077" y="83748"/>
                  </a:cubicBezTo>
                  <a:cubicBezTo>
                    <a:pt x="20305" y="79745"/>
                    <a:pt x="16215" y="76061"/>
                    <a:pt x="11835" y="72725"/>
                  </a:cubicBezTo>
                  <a:cubicBezTo>
                    <a:pt x="8122" y="69883"/>
                    <a:pt x="4148" y="67272"/>
                    <a:pt x="0" y="65038"/>
                  </a:cubicBezTo>
                  <a:lnTo>
                    <a:pt x="1479" y="62341"/>
                  </a:lnTo>
                  <a:cubicBezTo>
                    <a:pt x="3017" y="50651"/>
                    <a:pt x="8499" y="39947"/>
                    <a:pt x="12647" y="28866"/>
                  </a:cubicBezTo>
                  <a:lnTo>
                    <a:pt x="13024" y="29011"/>
                  </a:lnTo>
                  <a:cubicBezTo>
                    <a:pt x="19493" y="14594"/>
                    <a:pt x="31502" y="293"/>
                    <a:pt x="47312" y="3"/>
                  </a:cubicBezTo>
                  <a:cubicBezTo>
                    <a:pt x="57378" y="-142"/>
                    <a:pt x="66544" y="5398"/>
                    <a:pt x="75798" y="9401"/>
                  </a:cubicBezTo>
                  <a:cubicBezTo>
                    <a:pt x="85051" y="13404"/>
                    <a:pt x="96567" y="15696"/>
                    <a:pt x="104661" y="9633"/>
                  </a:cubicBezTo>
                  <a:cubicBezTo>
                    <a:pt x="97902" y="16479"/>
                    <a:pt x="99497" y="27879"/>
                    <a:pt x="103413" y="36669"/>
                  </a:cubicBezTo>
                  <a:cubicBezTo>
                    <a:pt x="107329" y="45429"/>
                    <a:pt x="113131" y="53754"/>
                    <a:pt x="113740" y="63298"/>
                  </a:cubicBezTo>
                  <a:cubicBezTo>
                    <a:pt x="114726" y="78469"/>
                    <a:pt x="102108" y="91378"/>
                    <a:pt x="88474" y="98078"/>
                  </a:cubicBezTo>
                  <a:cubicBezTo>
                    <a:pt x="84065" y="100254"/>
                    <a:pt x="79453" y="101936"/>
                    <a:pt x="74782" y="103561"/>
                  </a:cubicBezTo>
                  <a:cubicBezTo>
                    <a:pt x="66834" y="105620"/>
                    <a:pt x="59060" y="108347"/>
                    <a:pt x="51547" y="111712"/>
                  </a:cubicBezTo>
                  <a:cubicBezTo>
                    <a:pt x="51373" y="111799"/>
                    <a:pt x="51228" y="111886"/>
                    <a:pt x="51025" y="111944"/>
                  </a:cubicBezTo>
                  <a:cubicBezTo>
                    <a:pt x="49313" y="112698"/>
                    <a:pt x="47573" y="113540"/>
                    <a:pt x="45920" y="114410"/>
                  </a:cubicBezTo>
                  <a:lnTo>
                    <a:pt x="44469" y="115019"/>
                  </a:lnTo>
                  <a:cubicBezTo>
                    <a:pt x="42409" y="110233"/>
                    <a:pt x="40060" y="105620"/>
                    <a:pt x="37362" y="10118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4" name="Google Shape;1114;p28"/>
            <p:cNvSpPr/>
            <p:nvPr/>
          </p:nvSpPr>
          <p:spPr>
            <a:xfrm>
              <a:off x="4428251" y="2410534"/>
              <a:ext cx="155996" cy="195919"/>
            </a:xfrm>
            <a:custGeom>
              <a:rect b="b" l="l" r="r" t="t"/>
              <a:pathLst>
                <a:path extrusionOk="0" h="195919" w="155996">
                  <a:moveTo>
                    <a:pt x="2466" y="124473"/>
                  </a:moveTo>
                  <a:lnTo>
                    <a:pt x="1160" y="124560"/>
                  </a:lnTo>
                  <a:cubicBezTo>
                    <a:pt x="1016" y="121862"/>
                    <a:pt x="609" y="119193"/>
                    <a:pt x="0" y="116554"/>
                  </a:cubicBezTo>
                  <a:cubicBezTo>
                    <a:pt x="5163" y="96770"/>
                    <a:pt x="40524" y="100135"/>
                    <a:pt x="49575" y="81077"/>
                  </a:cubicBezTo>
                  <a:cubicBezTo>
                    <a:pt x="52214" y="75478"/>
                    <a:pt x="51953" y="69010"/>
                    <a:pt x="51257" y="62889"/>
                  </a:cubicBezTo>
                  <a:cubicBezTo>
                    <a:pt x="48879" y="41394"/>
                    <a:pt x="42178" y="20625"/>
                    <a:pt x="35535" y="0"/>
                  </a:cubicBezTo>
                  <a:cubicBezTo>
                    <a:pt x="41598" y="15693"/>
                    <a:pt x="48879" y="30864"/>
                    <a:pt x="57262" y="45426"/>
                  </a:cubicBezTo>
                  <a:cubicBezTo>
                    <a:pt x="65355" y="59524"/>
                    <a:pt x="78756" y="74840"/>
                    <a:pt x="94537" y="71156"/>
                  </a:cubicBezTo>
                  <a:cubicBezTo>
                    <a:pt x="103703" y="69010"/>
                    <a:pt x="110085" y="61004"/>
                    <a:pt x="117308" y="54970"/>
                  </a:cubicBezTo>
                  <a:cubicBezTo>
                    <a:pt x="123603" y="49719"/>
                    <a:pt x="132885" y="45890"/>
                    <a:pt x="139934" y="48965"/>
                  </a:cubicBezTo>
                  <a:lnTo>
                    <a:pt x="138861" y="49835"/>
                  </a:lnTo>
                  <a:cubicBezTo>
                    <a:pt x="141036" y="52707"/>
                    <a:pt x="143473" y="55463"/>
                    <a:pt x="146084" y="58016"/>
                  </a:cubicBezTo>
                  <a:cubicBezTo>
                    <a:pt x="147302" y="59872"/>
                    <a:pt x="148317" y="61787"/>
                    <a:pt x="149246" y="63730"/>
                  </a:cubicBezTo>
                  <a:lnTo>
                    <a:pt x="149304" y="63788"/>
                  </a:lnTo>
                  <a:cubicBezTo>
                    <a:pt x="160646" y="87256"/>
                    <a:pt x="157542" y="117685"/>
                    <a:pt x="140224" y="137381"/>
                  </a:cubicBezTo>
                  <a:cubicBezTo>
                    <a:pt x="132276" y="146403"/>
                    <a:pt x="121891" y="153219"/>
                    <a:pt x="114204" y="162502"/>
                  </a:cubicBezTo>
                  <a:cubicBezTo>
                    <a:pt x="106575" y="171814"/>
                    <a:pt x="101876" y="185360"/>
                    <a:pt x="107677" y="195919"/>
                  </a:cubicBezTo>
                  <a:cubicBezTo>
                    <a:pt x="106691" y="194991"/>
                    <a:pt x="105676" y="194092"/>
                    <a:pt x="104602" y="193366"/>
                  </a:cubicBezTo>
                  <a:cubicBezTo>
                    <a:pt x="81831" y="176136"/>
                    <a:pt x="43483" y="190582"/>
                    <a:pt x="20538" y="172191"/>
                  </a:cubicBezTo>
                  <a:cubicBezTo>
                    <a:pt x="6817" y="161197"/>
                    <a:pt x="3539" y="142458"/>
                    <a:pt x="2466" y="12444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5" name="Google Shape;1115;p28"/>
            <p:cNvSpPr/>
            <p:nvPr/>
          </p:nvSpPr>
          <p:spPr>
            <a:xfrm>
              <a:off x="4459406" y="2363860"/>
              <a:ext cx="119327" cy="118385"/>
            </a:xfrm>
            <a:custGeom>
              <a:rect b="b" l="l" r="r" t="t"/>
              <a:pathLst>
                <a:path extrusionOk="0" h="118385" w="119327">
                  <a:moveTo>
                    <a:pt x="68487" y="5918"/>
                  </a:moveTo>
                  <a:cubicBezTo>
                    <a:pt x="79133" y="8209"/>
                    <a:pt x="89431" y="11458"/>
                    <a:pt x="98452" y="17405"/>
                  </a:cubicBezTo>
                  <a:cubicBezTo>
                    <a:pt x="112927" y="26890"/>
                    <a:pt x="123167" y="45107"/>
                    <a:pt x="117946" y="61584"/>
                  </a:cubicBezTo>
                  <a:cubicBezTo>
                    <a:pt x="115944" y="67733"/>
                    <a:pt x="112028" y="73129"/>
                    <a:pt x="109766" y="79162"/>
                  </a:cubicBezTo>
                  <a:cubicBezTo>
                    <a:pt x="107474" y="85225"/>
                    <a:pt x="107213" y="92854"/>
                    <a:pt x="111709" y="97466"/>
                  </a:cubicBezTo>
                  <a:cubicBezTo>
                    <a:pt x="110781" y="96712"/>
                    <a:pt x="109795" y="96103"/>
                    <a:pt x="108721" y="95639"/>
                  </a:cubicBezTo>
                  <a:cubicBezTo>
                    <a:pt x="101701" y="92564"/>
                    <a:pt x="92390" y="96393"/>
                    <a:pt x="86095" y="101644"/>
                  </a:cubicBezTo>
                  <a:cubicBezTo>
                    <a:pt x="78872" y="107706"/>
                    <a:pt x="72520" y="115712"/>
                    <a:pt x="63324" y="117830"/>
                  </a:cubicBezTo>
                  <a:cubicBezTo>
                    <a:pt x="47544" y="121514"/>
                    <a:pt x="34142" y="106198"/>
                    <a:pt x="26049" y="92100"/>
                  </a:cubicBezTo>
                  <a:cubicBezTo>
                    <a:pt x="17666" y="77538"/>
                    <a:pt x="10356" y="62367"/>
                    <a:pt x="4322" y="46674"/>
                  </a:cubicBezTo>
                  <a:lnTo>
                    <a:pt x="0" y="45803"/>
                  </a:lnTo>
                  <a:cubicBezTo>
                    <a:pt x="20189" y="36318"/>
                    <a:pt x="37188" y="19841"/>
                    <a:pt x="47573" y="0"/>
                  </a:cubicBezTo>
                  <a:lnTo>
                    <a:pt x="48733" y="609"/>
                  </a:lnTo>
                  <a:cubicBezTo>
                    <a:pt x="55260" y="2524"/>
                    <a:pt x="61845" y="4293"/>
                    <a:pt x="68517" y="5773"/>
                  </a:cubicBezTo>
                  <a:lnTo>
                    <a:pt x="68458" y="591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6" name="Google Shape;1116;p28"/>
            <p:cNvSpPr/>
            <p:nvPr/>
          </p:nvSpPr>
          <p:spPr>
            <a:xfrm>
              <a:off x="4316099" y="1921113"/>
              <a:ext cx="246026" cy="200966"/>
            </a:xfrm>
            <a:custGeom>
              <a:rect b="b" l="l" r="r" t="t"/>
              <a:pathLst>
                <a:path extrusionOk="0" h="200966" w="246026">
                  <a:moveTo>
                    <a:pt x="240366" y="77132"/>
                  </a:moveTo>
                  <a:cubicBezTo>
                    <a:pt x="248431" y="92216"/>
                    <a:pt x="248227" y="112318"/>
                    <a:pt x="237495" y="125401"/>
                  </a:cubicBezTo>
                  <a:cubicBezTo>
                    <a:pt x="237495" y="125314"/>
                    <a:pt x="237553" y="125256"/>
                    <a:pt x="237553" y="125169"/>
                  </a:cubicBezTo>
                  <a:cubicBezTo>
                    <a:pt x="227371" y="137033"/>
                    <a:pt x="209241" y="137410"/>
                    <a:pt x="193838" y="134858"/>
                  </a:cubicBezTo>
                  <a:cubicBezTo>
                    <a:pt x="178435" y="132247"/>
                    <a:pt x="162364" y="127606"/>
                    <a:pt x="147570" y="132624"/>
                  </a:cubicBezTo>
                  <a:cubicBezTo>
                    <a:pt x="134691" y="137004"/>
                    <a:pt x="125002" y="148201"/>
                    <a:pt x="119462" y="160704"/>
                  </a:cubicBezTo>
                  <a:cubicBezTo>
                    <a:pt x="113921" y="173177"/>
                    <a:pt x="111978" y="186869"/>
                    <a:pt x="110237" y="200415"/>
                  </a:cubicBezTo>
                  <a:cubicBezTo>
                    <a:pt x="110005" y="199661"/>
                    <a:pt x="109918" y="198936"/>
                    <a:pt x="109831" y="198124"/>
                  </a:cubicBezTo>
                  <a:cubicBezTo>
                    <a:pt x="109512" y="199139"/>
                    <a:pt x="109077" y="200067"/>
                    <a:pt x="108613" y="200966"/>
                  </a:cubicBezTo>
                  <a:lnTo>
                    <a:pt x="107626" y="200502"/>
                  </a:lnTo>
                  <a:cubicBezTo>
                    <a:pt x="108613" y="188087"/>
                    <a:pt x="109541" y="175469"/>
                    <a:pt x="107075" y="163256"/>
                  </a:cubicBezTo>
                  <a:cubicBezTo>
                    <a:pt x="104668" y="151015"/>
                    <a:pt x="98431" y="139006"/>
                    <a:pt x="87843" y="132392"/>
                  </a:cubicBezTo>
                  <a:cubicBezTo>
                    <a:pt x="74528" y="124096"/>
                    <a:pt x="57675" y="125778"/>
                    <a:pt x="42040" y="125981"/>
                  </a:cubicBezTo>
                  <a:cubicBezTo>
                    <a:pt x="26955" y="126126"/>
                    <a:pt x="9754" y="123370"/>
                    <a:pt x="1139" y="111274"/>
                  </a:cubicBezTo>
                  <a:lnTo>
                    <a:pt x="1690" y="110897"/>
                  </a:lnTo>
                  <a:cubicBezTo>
                    <a:pt x="-5533" y="82411"/>
                    <a:pt x="11088" y="49836"/>
                    <a:pt x="38414" y="38987"/>
                  </a:cubicBezTo>
                  <a:cubicBezTo>
                    <a:pt x="54368" y="32605"/>
                    <a:pt x="72208" y="33272"/>
                    <a:pt x="89061" y="29878"/>
                  </a:cubicBezTo>
                  <a:cubicBezTo>
                    <a:pt x="105915" y="26484"/>
                    <a:pt x="123726" y="16767"/>
                    <a:pt x="127555" y="0"/>
                  </a:cubicBezTo>
                  <a:cubicBezTo>
                    <a:pt x="130166" y="14620"/>
                    <a:pt x="142958" y="25411"/>
                    <a:pt x="156592" y="31328"/>
                  </a:cubicBezTo>
                  <a:cubicBezTo>
                    <a:pt x="170167" y="37188"/>
                    <a:pt x="185135" y="39480"/>
                    <a:pt x="199030" y="44440"/>
                  </a:cubicBezTo>
                  <a:cubicBezTo>
                    <a:pt x="215971" y="50532"/>
                    <a:pt x="231925" y="61294"/>
                    <a:pt x="240366" y="7716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7" name="Google Shape;1117;p28"/>
            <p:cNvSpPr/>
            <p:nvPr/>
          </p:nvSpPr>
          <p:spPr>
            <a:xfrm>
              <a:off x="4272512" y="2534978"/>
              <a:ext cx="274980" cy="192177"/>
            </a:xfrm>
            <a:custGeom>
              <a:rect b="b" l="l" r="r" t="t"/>
              <a:pathLst>
                <a:path extrusionOk="0" h="192177" w="274980">
                  <a:moveTo>
                    <a:pt x="3216" y="66341"/>
                  </a:moveTo>
                  <a:cubicBezTo>
                    <a:pt x="3767" y="64629"/>
                    <a:pt x="4377" y="62889"/>
                    <a:pt x="5131" y="61265"/>
                  </a:cubicBezTo>
                  <a:cubicBezTo>
                    <a:pt x="19548" y="48878"/>
                    <a:pt x="41333" y="48849"/>
                    <a:pt x="60420" y="51808"/>
                  </a:cubicBezTo>
                  <a:cubicBezTo>
                    <a:pt x="80435" y="54941"/>
                    <a:pt x="101234" y="60365"/>
                    <a:pt x="120553" y="54274"/>
                  </a:cubicBezTo>
                  <a:cubicBezTo>
                    <a:pt x="142889" y="47196"/>
                    <a:pt x="158350" y="23380"/>
                    <a:pt x="156900" y="87"/>
                  </a:cubicBezTo>
                  <a:lnTo>
                    <a:pt x="158205" y="0"/>
                  </a:lnTo>
                  <a:cubicBezTo>
                    <a:pt x="159279" y="18014"/>
                    <a:pt x="162527" y="36782"/>
                    <a:pt x="176277" y="47747"/>
                  </a:cubicBezTo>
                  <a:cubicBezTo>
                    <a:pt x="199222" y="66138"/>
                    <a:pt x="237571" y="51692"/>
                    <a:pt x="260342" y="68923"/>
                  </a:cubicBezTo>
                  <a:lnTo>
                    <a:pt x="260197" y="69097"/>
                  </a:lnTo>
                  <a:cubicBezTo>
                    <a:pt x="263126" y="72027"/>
                    <a:pt x="266201" y="74956"/>
                    <a:pt x="269363" y="77712"/>
                  </a:cubicBezTo>
                  <a:cubicBezTo>
                    <a:pt x="282156" y="102804"/>
                    <a:pt x="272438" y="138484"/>
                    <a:pt x="246940" y="151653"/>
                  </a:cubicBezTo>
                  <a:cubicBezTo>
                    <a:pt x="229913" y="160442"/>
                    <a:pt x="209752" y="159601"/>
                    <a:pt x="190752" y="162299"/>
                  </a:cubicBezTo>
                  <a:cubicBezTo>
                    <a:pt x="171752" y="165055"/>
                    <a:pt x="150953" y="173873"/>
                    <a:pt x="145238" y="192177"/>
                  </a:cubicBezTo>
                  <a:cubicBezTo>
                    <a:pt x="133926" y="173699"/>
                    <a:pt x="114664" y="160355"/>
                    <a:pt x="93401" y="156149"/>
                  </a:cubicBezTo>
                  <a:cubicBezTo>
                    <a:pt x="79072" y="153365"/>
                    <a:pt x="64075" y="154554"/>
                    <a:pt x="49890" y="151044"/>
                  </a:cubicBezTo>
                  <a:cubicBezTo>
                    <a:pt x="31238" y="146345"/>
                    <a:pt x="14935" y="133088"/>
                    <a:pt x="6523" y="115770"/>
                  </a:cubicBezTo>
                  <a:cubicBezTo>
                    <a:pt x="-845" y="100541"/>
                    <a:pt x="-2005" y="82440"/>
                    <a:pt x="3216" y="66399"/>
                  </a:cubicBezTo>
                  <a:cubicBezTo>
                    <a:pt x="3216" y="66341"/>
                    <a:pt x="3274" y="66312"/>
                    <a:pt x="3274" y="663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8" name="Google Shape;1118;p28"/>
            <p:cNvSpPr/>
            <p:nvPr/>
          </p:nvSpPr>
          <p:spPr>
            <a:xfrm>
              <a:off x="4320642" y="2218082"/>
              <a:ext cx="197491" cy="200390"/>
            </a:xfrm>
            <a:custGeom>
              <a:rect b="b" l="l" r="r" t="t"/>
              <a:pathLst>
                <a:path extrusionOk="0" h="200390" w="197491">
                  <a:moveTo>
                    <a:pt x="6980" y="60467"/>
                  </a:moveTo>
                  <a:cubicBezTo>
                    <a:pt x="10896" y="49066"/>
                    <a:pt x="16524" y="38218"/>
                    <a:pt x="23515" y="28442"/>
                  </a:cubicBezTo>
                  <a:lnTo>
                    <a:pt x="24037" y="28761"/>
                  </a:lnTo>
                  <a:cubicBezTo>
                    <a:pt x="33436" y="19594"/>
                    <a:pt x="44662" y="12517"/>
                    <a:pt x="56845" y="7672"/>
                  </a:cubicBezTo>
                  <a:cubicBezTo>
                    <a:pt x="70682" y="2132"/>
                    <a:pt x="85708" y="-479"/>
                    <a:pt x="100560" y="72"/>
                  </a:cubicBezTo>
                  <a:cubicBezTo>
                    <a:pt x="114338" y="536"/>
                    <a:pt x="127972" y="3698"/>
                    <a:pt x="140387" y="9703"/>
                  </a:cubicBezTo>
                  <a:cubicBezTo>
                    <a:pt x="141867" y="10399"/>
                    <a:pt x="143317" y="11153"/>
                    <a:pt x="144710" y="11994"/>
                  </a:cubicBezTo>
                  <a:cubicBezTo>
                    <a:pt x="148858" y="14228"/>
                    <a:pt x="152803" y="16839"/>
                    <a:pt x="156545" y="19682"/>
                  </a:cubicBezTo>
                  <a:cubicBezTo>
                    <a:pt x="160925" y="23046"/>
                    <a:pt x="165015" y="26701"/>
                    <a:pt x="168786" y="30705"/>
                  </a:cubicBezTo>
                  <a:cubicBezTo>
                    <a:pt x="173805" y="36071"/>
                    <a:pt x="178272" y="41931"/>
                    <a:pt x="182101" y="48167"/>
                  </a:cubicBezTo>
                  <a:cubicBezTo>
                    <a:pt x="184799" y="52576"/>
                    <a:pt x="187177" y="57189"/>
                    <a:pt x="189208" y="62004"/>
                  </a:cubicBezTo>
                  <a:cubicBezTo>
                    <a:pt x="196054" y="78016"/>
                    <a:pt x="198925" y="95711"/>
                    <a:pt x="196808" y="113000"/>
                  </a:cubicBezTo>
                  <a:cubicBezTo>
                    <a:pt x="195357" y="124458"/>
                    <a:pt x="191731" y="135568"/>
                    <a:pt x="186394" y="145779"/>
                  </a:cubicBezTo>
                  <a:cubicBezTo>
                    <a:pt x="176009" y="165620"/>
                    <a:pt x="159040" y="182067"/>
                    <a:pt x="138821" y="191582"/>
                  </a:cubicBezTo>
                  <a:cubicBezTo>
                    <a:pt x="131743" y="194889"/>
                    <a:pt x="124288" y="197355"/>
                    <a:pt x="116572" y="198805"/>
                  </a:cubicBezTo>
                  <a:cubicBezTo>
                    <a:pt x="99486" y="202054"/>
                    <a:pt x="81705" y="200197"/>
                    <a:pt x="65373" y="194280"/>
                  </a:cubicBezTo>
                  <a:cubicBezTo>
                    <a:pt x="42428" y="185897"/>
                    <a:pt x="22326" y="169507"/>
                    <a:pt x="11071" y="147838"/>
                  </a:cubicBezTo>
                  <a:cubicBezTo>
                    <a:pt x="10229" y="146214"/>
                    <a:pt x="9446" y="144589"/>
                    <a:pt x="8692" y="142907"/>
                  </a:cubicBezTo>
                  <a:cubicBezTo>
                    <a:pt x="-2795" y="117264"/>
                    <a:pt x="-2418" y="87328"/>
                    <a:pt x="7009" y="6046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9" name="Google Shape;1119;p28"/>
            <p:cNvSpPr/>
            <p:nvPr/>
          </p:nvSpPr>
          <p:spPr>
            <a:xfrm>
              <a:off x="4364562" y="2119208"/>
              <a:ext cx="117957" cy="110926"/>
            </a:xfrm>
            <a:custGeom>
              <a:rect b="b" l="l" r="r" t="t"/>
              <a:pathLst>
                <a:path extrusionOk="0" h="110926" w="117957">
                  <a:moveTo>
                    <a:pt x="56611" y="98975"/>
                  </a:moveTo>
                  <a:cubicBezTo>
                    <a:pt x="41759" y="98424"/>
                    <a:pt x="26733" y="101034"/>
                    <a:pt x="12897" y="106575"/>
                  </a:cubicBezTo>
                  <a:lnTo>
                    <a:pt x="12287" y="105182"/>
                  </a:lnTo>
                  <a:cubicBezTo>
                    <a:pt x="11736" y="92071"/>
                    <a:pt x="5673" y="79859"/>
                    <a:pt x="2222" y="67211"/>
                  </a:cubicBezTo>
                  <a:cubicBezTo>
                    <a:pt x="-1230" y="54564"/>
                    <a:pt x="-1491" y="39480"/>
                    <a:pt x="7530" y="29936"/>
                  </a:cubicBezTo>
                  <a:cubicBezTo>
                    <a:pt x="21454" y="15316"/>
                    <a:pt x="51361" y="19638"/>
                    <a:pt x="60121" y="2843"/>
                  </a:cubicBezTo>
                  <a:cubicBezTo>
                    <a:pt x="60585" y="1973"/>
                    <a:pt x="60992" y="1015"/>
                    <a:pt x="61340" y="0"/>
                  </a:cubicBezTo>
                  <a:cubicBezTo>
                    <a:pt x="61427" y="783"/>
                    <a:pt x="61514" y="1537"/>
                    <a:pt x="61746" y="2292"/>
                  </a:cubicBezTo>
                  <a:cubicBezTo>
                    <a:pt x="63892" y="10936"/>
                    <a:pt x="73233" y="16476"/>
                    <a:pt x="82051" y="19174"/>
                  </a:cubicBezTo>
                  <a:cubicBezTo>
                    <a:pt x="91653" y="22046"/>
                    <a:pt x="102241" y="23496"/>
                    <a:pt x="109551" y="30342"/>
                  </a:cubicBezTo>
                  <a:cubicBezTo>
                    <a:pt x="117267" y="37565"/>
                    <a:pt x="118949" y="48733"/>
                    <a:pt x="117470" y="59466"/>
                  </a:cubicBezTo>
                  <a:cubicBezTo>
                    <a:pt x="117093" y="62715"/>
                    <a:pt x="116339" y="65993"/>
                    <a:pt x="115381" y="69068"/>
                  </a:cubicBezTo>
                  <a:cubicBezTo>
                    <a:pt x="114772" y="70982"/>
                    <a:pt x="114134" y="72897"/>
                    <a:pt x="113438" y="74753"/>
                  </a:cubicBezTo>
                  <a:cubicBezTo>
                    <a:pt x="109290" y="85834"/>
                    <a:pt x="103807" y="96538"/>
                    <a:pt x="102270" y="108228"/>
                  </a:cubicBezTo>
                  <a:lnTo>
                    <a:pt x="100790" y="110926"/>
                  </a:lnTo>
                  <a:cubicBezTo>
                    <a:pt x="99398" y="110085"/>
                    <a:pt x="97948" y="109331"/>
                    <a:pt x="96468" y="108634"/>
                  </a:cubicBezTo>
                  <a:cubicBezTo>
                    <a:pt x="84053" y="102630"/>
                    <a:pt x="70419" y="99468"/>
                    <a:pt x="56640" y="990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0" name="Google Shape;1120;p28"/>
            <p:cNvSpPr/>
            <p:nvPr/>
          </p:nvSpPr>
          <p:spPr>
            <a:xfrm>
              <a:off x="4371610" y="2409664"/>
              <a:ext cx="108375" cy="118671"/>
            </a:xfrm>
            <a:custGeom>
              <a:rect b="b" l="l" r="r" t="t"/>
              <a:pathLst>
                <a:path extrusionOk="0" h="118671" w="108375">
                  <a:moveTo>
                    <a:pt x="56640" y="117424"/>
                  </a:moveTo>
                  <a:cubicBezTo>
                    <a:pt x="56496" y="117801"/>
                    <a:pt x="56409" y="118265"/>
                    <a:pt x="56321" y="118671"/>
                  </a:cubicBezTo>
                  <a:cubicBezTo>
                    <a:pt x="54407" y="108721"/>
                    <a:pt x="43703" y="103210"/>
                    <a:pt x="33927" y="100570"/>
                  </a:cubicBezTo>
                  <a:cubicBezTo>
                    <a:pt x="24152" y="97872"/>
                    <a:pt x="13274" y="96103"/>
                    <a:pt x="6515" y="88503"/>
                  </a:cubicBezTo>
                  <a:cubicBezTo>
                    <a:pt x="-969" y="80091"/>
                    <a:pt x="-650" y="67414"/>
                    <a:pt x="887" y="56217"/>
                  </a:cubicBezTo>
                  <a:cubicBezTo>
                    <a:pt x="3208" y="39190"/>
                    <a:pt x="7211" y="22394"/>
                    <a:pt x="12955" y="6179"/>
                  </a:cubicBezTo>
                  <a:cubicBezTo>
                    <a:pt x="13245" y="5569"/>
                    <a:pt x="13506" y="4931"/>
                    <a:pt x="13796" y="4322"/>
                  </a:cubicBezTo>
                  <a:lnTo>
                    <a:pt x="14405" y="2698"/>
                  </a:lnTo>
                  <a:cubicBezTo>
                    <a:pt x="30737" y="8615"/>
                    <a:pt x="48518" y="10472"/>
                    <a:pt x="65604" y="7223"/>
                  </a:cubicBezTo>
                  <a:cubicBezTo>
                    <a:pt x="73320" y="5773"/>
                    <a:pt x="80775" y="3307"/>
                    <a:pt x="87853" y="0"/>
                  </a:cubicBezTo>
                  <a:lnTo>
                    <a:pt x="92175" y="870"/>
                  </a:lnTo>
                  <a:cubicBezTo>
                    <a:pt x="98818" y="21495"/>
                    <a:pt x="105519" y="42235"/>
                    <a:pt x="107897" y="63759"/>
                  </a:cubicBezTo>
                  <a:cubicBezTo>
                    <a:pt x="108594" y="69909"/>
                    <a:pt x="108884" y="76378"/>
                    <a:pt x="106215" y="81947"/>
                  </a:cubicBezTo>
                  <a:cubicBezTo>
                    <a:pt x="97194" y="100976"/>
                    <a:pt x="61804" y="97640"/>
                    <a:pt x="56640" y="11742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1" name="Google Shape;1121;p28"/>
            <p:cNvSpPr/>
            <p:nvPr/>
          </p:nvSpPr>
          <p:spPr>
            <a:xfrm>
              <a:off x="4247058" y="2415813"/>
              <a:ext cx="182447" cy="182343"/>
            </a:xfrm>
            <a:custGeom>
              <a:rect b="b" l="l" r="r" t="t"/>
              <a:pathLst>
                <a:path extrusionOk="0" h="182343" w="182447">
                  <a:moveTo>
                    <a:pt x="30585" y="180429"/>
                  </a:moveTo>
                  <a:cubicBezTo>
                    <a:pt x="29830" y="181038"/>
                    <a:pt x="29192" y="181676"/>
                    <a:pt x="28496" y="182343"/>
                  </a:cubicBezTo>
                  <a:cubicBezTo>
                    <a:pt x="32035" y="172742"/>
                    <a:pt x="28322" y="161951"/>
                    <a:pt x="22810" y="153394"/>
                  </a:cubicBezTo>
                  <a:cubicBezTo>
                    <a:pt x="17328" y="144778"/>
                    <a:pt x="10047" y="137323"/>
                    <a:pt x="5319" y="128302"/>
                  </a:cubicBezTo>
                  <a:cubicBezTo>
                    <a:pt x="-3703" y="111042"/>
                    <a:pt x="-744" y="89199"/>
                    <a:pt x="10395" y="73419"/>
                  </a:cubicBezTo>
                  <a:cubicBezTo>
                    <a:pt x="14253" y="67820"/>
                    <a:pt x="19184" y="63005"/>
                    <a:pt x="24957" y="59408"/>
                  </a:cubicBezTo>
                  <a:cubicBezTo>
                    <a:pt x="27132" y="58016"/>
                    <a:pt x="29482" y="56797"/>
                    <a:pt x="31948" y="55811"/>
                  </a:cubicBezTo>
                  <a:lnTo>
                    <a:pt x="31426" y="54825"/>
                  </a:lnTo>
                  <a:cubicBezTo>
                    <a:pt x="52776" y="42903"/>
                    <a:pt x="79956" y="71823"/>
                    <a:pt x="102118" y="61468"/>
                  </a:cubicBezTo>
                  <a:cubicBezTo>
                    <a:pt x="111661" y="57000"/>
                    <a:pt x="116680" y="46616"/>
                    <a:pt x="120973" y="37043"/>
                  </a:cubicBezTo>
                  <a:cubicBezTo>
                    <a:pt x="126455" y="24657"/>
                    <a:pt x="131967" y="12386"/>
                    <a:pt x="137508" y="0"/>
                  </a:cubicBezTo>
                  <a:cubicBezTo>
                    <a:pt x="131793" y="16186"/>
                    <a:pt x="127790" y="33011"/>
                    <a:pt x="125440" y="50039"/>
                  </a:cubicBezTo>
                  <a:cubicBezTo>
                    <a:pt x="123903" y="61265"/>
                    <a:pt x="123584" y="73912"/>
                    <a:pt x="131068" y="82324"/>
                  </a:cubicBezTo>
                  <a:cubicBezTo>
                    <a:pt x="137827" y="89924"/>
                    <a:pt x="148704" y="91694"/>
                    <a:pt x="158480" y="94392"/>
                  </a:cubicBezTo>
                  <a:cubicBezTo>
                    <a:pt x="168256" y="97031"/>
                    <a:pt x="178960" y="102543"/>
                    <a:pt x="180874" y="112492"/>
                  </a:cubicBezTo>
                  <a:cubicBezTo>
                    <a:pt x="180961" y="112086"/>
                    <a:pt x="181048" y="111622"/>
                    <a:pt x="181193" y="111245"/>
                  </a:cubicBezTo>
                  <a:cubicBezTo>
                    <a:pt x="181803" y="113885"/>
                    <a:pt x="182209" y="116554"/>
                    <a:pt x="182354" y="119251"/>
                  </a:cubicBezTo>
                  <a:cubicBezTo>
                    <a:pt x="183804" y="142516"/>
                    <a:pt x="168343" y="166360"/>
                    <a:pt x="146007" y="173438"/>
                  </a:cubicBezTo>
                  <a:cubicBezTo>
                    <a:pt x="126688" y="179530"/>
                    <a:pt x="105889" y="174076"/>
                    <a:pt x="85873" y="170972"/>
                  </a:cubicBezTo>
                  <a:cubicBezTo>
                    <a:pt x="66786" y="167984"/>
                    <a:pt x="45001" y="168042"/>
                    <a:pt x="30585" y="18042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2" name="Google Shape;1122;p28"/>
            <p:cNvSpPr/>
            <p:nvPr/>
          </p:nvSpPr>
          <p:spPr>
            <a:xfrm>
              <a:off x="4261972" y="2030995"/>
              <a:ext cx="162776" cy="193395"/>
            </a:xfrm>
            <a:custGeom>
              <a:rect b="b" l="l" r="r" t="t"/>
              <a:pathLst>
                <a:path extrusionOk="0" h="193395" w="162776">
                  <a:moveTo>
                    <a:pt x="54048" y="1450"/>
                  </a:moveTo>
                  <a:cubicBezTo>
                    <a:pt x="54135" y="986"/>
                    <a:pt x="54222" y="464"/>
                    <a:pt x="54338" y="0"/>
                  </a:cubicBezTo>
                  <a:cubicBezTo>
                    <a:pt x="54628" y="464"/>
                    <a:pt x="54947" y="928"/>
                    <a:pt x="55266" y="1363"/>
                  </a:cubicBezTo>
                  <a:cubicBezTo>
                    <a:pt x="63882" y="13460"/>
                    <a:pt x="81083" y="16215"/>
                    <a:pt x="96167" y="16070"/>
                  </a:cubicBezTo>
                  <a:cubicBezTo>
                    <a:pt x="111803" y="15896"/>
                    <a:pt x="128656" y="14214"/>
                    <a:pt x="141971" y="22481"/>
                  </a:cubicBezTo>
                  <a:cubicBezTo>
                    <a:pt x="152530" y="29095"/>
                    <a:pt x="158766" y="41104"/>
                    <a:pt x="161203" y="53345"/>
                  </a:cubicBezTo>
                  <a:cubicBezTo>
                    <a:pt x="163669" y="65529"/>
                    <a:pt x="162740" y="78147"/>
                    <a:pt x="161754" y="90592"/>
                  </a:cubicBezTo>
                  <a:lnTo>
                    <a:pt x="162740" y="91056"/>
                  </a:lnTo>
                  <a:cubicBezTo>
                    <a:pt x="153980" y="107851"/>
                    <a:pt x="124073" y="103529"/>
                    <a:pt x="110149" y="118149"/>
                  </a:cubicBezTo>
                  <a:cubicBezTo>
                    <a:pt x="101128" y="127693"/>
                    <a:pt x="101389" y="142777"/>
                    <a:pt x="104841" y="155424"/>
                  </a:cubicBezTo>
                  <a:cubicBezTo>
                    <a:pt x="108293" y="168071"/>
                    <a:pt x="114326" y="180284"/>
                    <a:pt x="114906" y="193395"/>
                  </a:cubicBezTo>
                  <a:cubicBezTo>
                    <a:pt x="111919" y="179907"/>
                    <a:pt x="108815" y="166070"/>
                    <a:pt x="101128" y="154583"/>
                  </a:cubicBezTo>
                  <a:cubicBezTo>
                    <a:pt x="93441" y="143096"/>
                    <a:pt x="80039" y="134393"/>
                    <a:pt x="66347" y="136250"/>
                  </a:cubicBezTo>
                  <a:cubicBezTo>
                    <a:pt x="51931" y="138309"/>
                    <a:pt x="37078" y="151044"/>
                    <a:pt x="24750" y="145706"/>
                  </a:cubicBezTo>
                  <a:lnTo>
                    <a:pt x="24924" y="145329"/>
                  </a:lnTo>
                  <a:cubicBezTo>
                    <a:pt x="16599" y="134393"/>
                    <a:pt x="8158" y="123254"/>
                    <a:pt x="3458" y="110375"/>
                  </a:cubicBezTo>
                  <a:cubicBezTo>
                    <a:pt x="-1241" y="97437"/>
                    <a:pt x="-1705" y="82266"/>
                    <a:pt x="5547" y="70634"/>
                  </a:cubicBezTo>
                  <a:cubicBezTo>
                    <a:pt x="10797" y="62222"/>
                    <a:pt x="19384" y="56565"/>
                    <a:pt x="26664" y="49865"/>
                  </a:cubicBezTo>
                  <a:cubicBezTo>
                    <a:pt x="40530" y="37159"/>
                    <a:pt x="50248" y="19899"/>
                    <a:pt x="54019" y="145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3" name="Google Shape;1123;p28"/>
            <p:cNvSpPr/>
            <p:nvPr/>
          </p:nvSpPr>
          <p:spPr>
            <a:xfrm>
              <a:off x="4263903" y="2360959"/>
              <a:ext cx="122083" cy="118624"/>
            </a:xfrm>
            <a:custGeom>
              <a:rect b="b" l="l" r="r" t="t"/>
              <a:pathLst>
                <a:path extrusionOk="0" h="118624" w="122083">
                  <a:moveTo>
                    <a:pt x="120633" y="54883"/>
                  </a:moveTo>
                  <a:cubicBezTo>
                    <a:pt x="115093" y="67269"/>
                    <a:pt x="109610" y="79540"/>
                    <a:pt x="104099" y="91926"/>
                  </a:cubicBezTo>
                  <a:cubicBezTo>
                    <a:pt x="99806" y="101527"/>
                    <a:pt x="94787" y="111883"/>
                    <a:pt x="85244" y="116351"/>
                  </a:cubicBezTo>
                  <a:cubicBezTo>
                    <a:pt x="63082" y="126677"/>
                    <a:pt x="35902" y="97785"/>
                    <a:pt x="14552" y="109708"/>
                  </a:cubicBezTo>
                  <a:lnTo>
                    <a:pt x="14494" y="109708"/>
                  </a:lnTo>
                  <a:cubicBezTo>
                    <a:pt x="21252" y="88822"/>
                    <a:pt x="-5000" y="68110"/>
                    <a:pt x="860" y="46964"/>
                  </a:cubicBezTo>
                  <a:cubicBezTo>
                    <a:pt x="3413" y="37884"/>
                    <a:pt x="11274" y="31474"/>
                    <a:pt x="19019" y="26107"/>
                  </a:cubicBezTo>
                  <a:cubicBezTo>
                    <a:pt x="33204" y="16244"/>
                    <a:pt x="48288" y="7687"/>
                    <a:pt x="64039" y="609"/>
                  </a:cubicBezTo>
                  <a:lnTo>
                    <a:pt x="65402" y="0"/>
                  </a:lnTo>
                  <a:cubicBezTo>
                    <a:pt x="66157" y="1683"/>
                    <a:pt x="66940" y="3307"/>
                    <a:pt x="67781" y="4931"/>
                  </a:cubicBezTo>
                  <a:cubicBezTo>
                    <a:pt x="79036" y="26629"/>
                    <a:pt x="99139" y="42990"/>
                    <a:pt x="122084" y="51373"/>
                  </a:cubicBezTo>
                  <a:lnTo>
                    <a:pt x="121475" y="52997"/>
                  </a:lnTo>
                  <a:cubicBezTo>
                    <a:pt x="121184" y="53607"/>
                    <a:pt x="120923" y="54245"/>
                    <a:pt x="120633" y="5485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4" name="Google Shape;1124;p28"/>
            <p:cNvSpPr/>
            <p:nvPr/>
          </p:nvSpPr>
          <p:spPr>
            <a:xfrm>
              <a:off x="4265932" y="2166937"/>
              <a:ext cx="111526" cy="111611"/>
            </a:xfrm>
            <a:custGeom>
              <a:rect b="b" l="l" r="r" t="t"/>
              <a:pathLst>
                <a:path extrusionOk="0" h="111611" w="111526">
                  <a:moveTo>
                    <a:pt x="78197" y="79587"/>
                  </a:moveTo>
                  <a:cubicBezTo>
                    <a:pt x="71206" y="89363"/>
                    <a:pt x="65578" y="100211"/>
                    <a:pt x="61662" y="111612"/>
                  </a:cubicBezTo>
                  <a:cubicBezTo>
                    <a:pt x="57253" y="109552"/>
                    <a:pt x="52670" y="107899"/>
                    <a:pt x="48116" y="106303"/>
                  </a:cubicBezTo>
                  <a:cubicBezTo>
                    <a:pt x="48058" y="106245"/>
                    <a:pt x="48029" y="106245"/>
                    <a:pt x="47971" y="106245"/>
                  </a:cubicBezTo>
                  <a:cubicBezTo>
                    <a:pt x="42372" y="103837"/>
                    <a:pt x="36745" y="101720"/>
                    <a:pt x="30943" y="100298"/>
                  </a:cubicBezTo>
                  <a:cubicBezTo>
                    <a:pt x="28855" y="99457"/>
                    <a:pt x="26766" y="98529"/>
                    <a:pt x="24706" y="97543"/>
                  </a:cubicBezTo>
                  <a:cubicBezTo>
                    <a:pt x="12755" y="91712"/>
                    <a:pt x="1616" y="81530"/>
                    <a:pt x="166" y="68361"/>
                  </a:cubicBezTo>
                  <a:cubicBezTo>
                    <a:pt x="-2068" y="48055"/>
                    <a:pt x="19021" y="30651"/>
                    <a:pt x="18180" y="10635"/>
                  </a:cubicBezTo>
                  <a:cubicBezTo>
                    <a:pt x="18180" y="9794"/>
                    <a:pt x="18092" y="9011"/>
                    <a:pt x="18005" y="8170"/>
                  </a:cubicBezTo>
                  <a:cubicBezTo>
                    <a:pt x="18876" y="8779"/>
                    <a:pt x="19833" y="9301"/>
                    <a:pt x="20761" y="9707"/>
                  </a:cubicBezTo>
                  <a:cubicBezTo>
                    <a:pt x="33090" y="15073"/>
                    <a:pt x="47942" y="2310"/>
                    <a:pt x="62358" y="250"/>
                  </a:cubicBezTo>
                  <a:cubicBezTo>
                    <a:pt x="76050" y="-1606"/>
                    <a:pt x="89452" y="7096"/>
                    <a:pt x="97139" y="18583"/>
                  </a:cubicBezTo>
                  <a:cubicBezTo>
                    <a:pt x="104826" y="30070"/>
                    <a:pt x="107930" y="43907"/>
                    <a:pt x="110918" y="57396"/>
                  </a:cubicBezTo>
                  <a:lnTo>
                    <a:pt x="111527" y="58788"/>
                  </a:lnTo>
                  <a:cubicBezTo>
                    <a:pt x="99343" y="63633"/>
                    <a:pt x="88117" y="70710"/>
                    <a:pt x="78719" y="79877"/>
                  </a:cubicBezTo>
                  <a:lnTo>
                    <a:pt x="78197" y="7955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5" name="Google Shape;1125;p28"/>
            <p:cNvSpPr/>
            <p:nvPr/>
          </p:nvSpPr>
          <p:spPr>
            <a:xfrm>
              <a:off x="4217973" y="2265146"/>
              <a:ext cx="111332" cy="116566"/>
            </a:xfrm>
            <a:custGeom>
              <a:rect b="b" l="l" r="r" t="t"/>
              <a:pathLst>
                <a:path extrusionOk="0" h="116566" w="111332">
                  <a:moveTo>
                    <a:pt x="1016" y="56275"/>
                  </a:moveTo>
                  <a:cubicBezTo>
                    <a:pt x="696" y="56101"/>
                    <a:pt x="319" y="55898"/>
                    <a:pt x="0" y="55753"/>
                  </a:cubicBezTo>
                  <a:cubicBezTo>
                    <a:pt x="9225" y="55115"/>
                    <a:pt x="16012" y="46877"/>
                    <a:pt x="19871" y="38493"/>
                  </a:cubicBezTo>
                  <a:cubicBezTo>
                    <a:pt x="23700" y="30168"/>
                    <a:pt x="25875" y="20857"/>
                    <a:pt x="31590" y="13634"/>
                  </a:cubicBezTo>
                  <a:cubicBezTo>
                    <a:pt x="40147" y="2756"/>
                    <a:pt x="55289" y="-1160"/>
                    <a:pt x="69010" y="290"/>
                  </a:cubicBezTo>
                  <a:cubicBezTo>
                    <a:pt x="72375" y="609"/>
                    <a:pt x="75653" y="1276"/>
                    <a:pt x="78931" y="2118"/>
                  </a:cubicBezTo>
                  <a:cubicBezTo>
                    <a:pt x="84529" y="4293"/>
                    <a:pt x="90243" y="6121"/>
                    <a:pt x="95958" y="8064"/>
                  </a:cubicBezTo>
                  <a:cubicBezTo>
                    <a:pt x="96016" y="8064"/>
                    <a:pt x="96045" y="8064"/>
                    <a:pt x="96103" y="8122"/>
                  </a:cubicBezTo>
                  <a:cubicBezTo>
                    <a:pt x="100657" y="9718"/>
                    <a:pt x="105212" y="11371"/>
                    <a:pt x="109650" y="13431"/>
                  </a:cubicBezTo>
                  <a:cubicBezTo>
                    <a:pt x="100193" y="40292"/>
                    <a:pt x="99816" y="70199"/>
                    <a:pt x="111332" y="95871"/>
                  </a:cubicBezTo>
                  <a:lnTo>
                    <a:pt x="109969" y="96480"/>
                  </a:lnTo>
                  <a:cubicBezTo>
                    <a:pt x="96741" y="100164"/>
                    <a:pt x="85109" y="108025"/>
                    <a:pt x="72259" y="112812"/>
                  </a:cubicBezTo>
                  <a:cubicBezTo>
                    <a:pt x="59466" y="117598"/>
                    <a:pt x="43715" y="118874"/>
                    <a:pt x="33127" y="110201"/>
                  </a:cubicBezTo>
                  <a:cubicBezTo>
                    <a:pt x="17956" y="97815"/>
                    <a:pt x="19290" y="70924"/>
                    <a:pt x="5309" y="59147"/>
                  </a:cubicBezTo>
                  <a:cubicBezTo>
                    <a:pt x="4061" y="58074"/>
                    <a:pt x="2611" y="57088"/>
                    <a:pt x="1016" y="563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6" name="Google Shape;1126;p28"/>
            <p:cNvSpPr/>
            <p:nvPr/>
          </p:nvSpPr>
          <p:spPr>
            <a:xfrm>
              <a:off x="4130311" y="2323393"/>
              <a:ext cx="197601" cy="169522"/>
            </a:xfrm>
            <a:custGeom>
              <a:rect b="b" l="l" r="r" t="t"/>
              <a:pathLst>
                <a:path extrusionOk="0" h="169522" w="197601">
                  <a:moveTo>
                    <a:pt x="141588" y="151712"/>
                  </a:moveTo>
                  <a:cubicBezTo>
                    <a:pt x="131492" y="157659"/>
                    <a:pt x="121108" y="163431"/>
                    <a:pt x="109882" y="166738"/>
                  </a:cubicBezTo>
                  <a:cubicBezTo>
                    <a:pt x="97408" y="170451"/>
                    <a:pt x="83485" y="170915"/>
                    <a:pt x="71765" y="165259"/>
                  </a:cubicBezTo>
                  <a:cubicBezTo>
                    <a:pt x="57581" y="158384"/>
                    <a:pt x="48907" y="143996"/>
                    <a:pt x="39190" y="131523"/>
                  </a:cubicBezTo>
                  <a:cubicBezTo>
                    <a:pt x="29472" y="119107"/>
                    <a:pt x="15693" y="107127"/>
                    <a:pt x="0" y="108810"/>
                  </a:cubicBezTo>
                  <a:cubicBezTo>
                    <a:pt x="9950" y="95118"/>
                    <a:pt x="15635" y="78322"/>
                    <a:pt x="16099" y="61382"/>
                  </a:cubicBezTo>
                  <a:cubicBezTo>
                    <a:pt x="16390" y="50040"/>
                    <a:pt x="14417" y="38205"/>
                    <a:pt x="18333" y="27559"/>
                  </a:cubicBezTo>
                  <a:cubicBezTo>
                    <a:pt x="23206" y="14244"/>
                    <a:pt x="36492" y="5455"/>
                    <a:pt x="50270" y="2148"/>
                  </a:cubicBezTo>
                  <a:cubicBezTo>
                    <a:pt x="63991" y="-1217"/>
                    <a:pt x="78437" y="59"/>
                    <a:pt x="92535" y="1364"/>
                  </a:cubicBezTo>
                  <a:lnTo>
                    <a:pt x="92941" y="900"/>
                  </a:lnTo>
                  <a:cubicBezTo>
                    <a:pt x="106952" y="12678"/>
                    <a:pt x="105589" y="39568"/>
                    <a:pt x="120760" y="51954"/>
                  </a:cubicBezTo>
                  <a:cubicBezTo>
                    <a:pt x="131377" y="60599"/>
                    <a:pt x="147099" y="59351"/>
                    <a:pt x="159891" y="54565"/>
                  </a:cubicBezTo>
                  <a:cubicBezTo>
                    <a:pt x="172742" y="49779"/>
                    <a:pt x="184374" y="41918"/>
                    <a:pt x="197601" y="38234"/>
                  </a:cubicBezTo>
                  <a:cubicBezTo>
                    <a:pt x="181879" y="45311"/>
                    <a:pt x="166795" y="53869"/>
                    <a:pt x="152581" y="63731"/>
                  </a:cubicBezTo>
                  <a:cubicBezTo>
                    <a:pt x="144865" y="69098"/>
                    <a:pt x="137004" y="75509"/>
                    <a:pt x="134422" y="84588"/>
                  </a:cubicBezTo>
                  <a:cubicBezTo>
                    <a:pt x="128563" y="105706"/>
                    <a:pt x="154815" y="126417"/>
                    <a:pt x="148056" y="147332"/>
                  </a:cubicBezTo>
                  <a:lnTo>
                    <a:pt x="148114" y="147332"/>
                  </a:lnTo>
                  <a:lnTo>
                    <a:pt x="148636" y="148318"/>
                  </a:lnTo>
                  <a:cubicBezTo>
                    <a:pt x="146171" y="149305"/>
                    <a:pt x="143850" y="150494"/>
                    <a:pt x="141645" y="151915"/>
                  </a:cubicBezTo>
                  <a:lnTo>
                    <a:pt x="141558" y="151770"/>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7" name="Google Shape;1127;p28"/>
            <p:cNvSpPr/>
            <p:nvPr/>
          </p:nvSpPr>
          <p:spPr>
            <a:xfrm>
              <a:off x="4117720" y="1995683"/>
              <a:ext cx="198357" cy="186255"/>
            </a:xfrm>
            <a:custGeom>
              <a:rect b="b" l="l" r="r" t="t"/>
              <a:pathLst>
                <a:path extrusionOk="0" h="186255" w="198357">
                  <a:moveTo>
                    <a:pt x="198299" y="36763"/>
                  </a:moveTo>
                  <a:cubicBezTo>
                    <a:pt x="194528" y="55183"/>
                    <a:pt x="184811" y="72471"/>
                    <a:pt x="170945" y="85177"/>
                  </a:cubicBezTo>
                  <a:cubicBezTo>
                    <a:pt x="163635" y="91878"/>
                    <a:pt x="155078" y="97505"/>
                    <a:pt x="149827" y="105946"/>
                  </a:cubicBezTo>
                  <a:cubicBezTo>
                    <a:pt x="142575" y="117579"/>
                    <a:pt x="143039" y="132750"/>
                    <a:pt x="147739" y="145687"/>
                  </a:cubicBezTo>
                  <a:cubicBezTo>
                    <a:pt x="152438" y="158567"/>
                    <a:pt x="160850" y="169706"/>
                    <a:pt x="169204" y="180642"/>
                  </a:cubicBezTo>
                  <a:lnTo>
                    <a:pt x="169031" y="181019"/>
                  </a:lnTo>
                  <a:cubicBezTo>
                    <a:pt x="168102" y="180613"/>
                    <a:pt x="167174" y="180090"/>
                    <a:pt x="166275" y="179481"/>
                  </a:cubicBezTo>
                  <a:cubicBezTo>
                    <a:pt x="166362" y="180323"/>
                    <a:pt x="166449" y="181106"/>
                    <a:pt x="166449" y="181947"/>
                  </a:cubicBezTo>
                  <a:lnTo>
                    <a:pt x="165985" y="181947"/>
                  </a:lnTo>
                  <a:cubicBezTo>
                    <a:pt x="157050" y="167153"/>
                    <a:pt x="141502" y="156536"/>
                    <a:pt x="124475" y="153606"/>
                  </a:cubicBezTo>
                  <a:cubicBezTo>
                    <a:pt x="107476" y="150618"/>
                    <a:pt x="89288" y="155376"/>
                    <a:pt x="75886" y="166225"/>
                  </a:cubicBezTo>
                  <a:cubicBezTo>
                    <a:pt x="69185" y="171678"/>
                    <a:pt x="63587" y="178553"/>
                    <a:pt x="55929" y="182411"/>
                  </a:cubicBezTo>
                  <a:cubicBezTo>
                    <a:pt x="47371" y="186704"/>
                    <a:pt x="37451" y="186646"/>
                    <a:pt x="27762" y="185805"/>
                  </a:cubicBezTo>
                  <a:cubicBezTo>
                    <a:pt x="8530" y="181193"/>
                    <a:pt x="-1594" y="158480"/>
                    <a:pt x="205" y="138754"/>
                  </a:cubicBezTo>
                  <a:cubicBezTo>
                    <a:pt x="2061" y="118971"/>
                    <a:pt x="12620" y="101247"/>
                    <a:pt x="21671" y="83494"/>
                  </a:cubicBezTo>
                  <a:cubicBezTo>
                    <a:pt x="30692" y="65770"/>
                    <a:pt x="38553" y="45900"/>
                    <a:pt x="34521" y="26436"/>
                  </a:cubicBezTo>
                  <a:cubicBezTo>
                    <a:pt x="44471" y="37430"/>
                    <a:pt x="62572" y="35921"/>
                    <a:pt x="75857" y="29221"/>
                  </a:cubicBezTo>
                  <a:cubicBezTo>
                    <a:pt x="89085" y="22462"/>
                    <a:pt x="99963" y="11671"/>
                    <a:pt x="113422" y="5405"/>
                  </a:cubicBezTo>
                  <a:cubicBezTo>
                    <a:pt x="143823" y="-8896"/>
                    <a:pt x="184346" y="6420"/>
                    <a:pt x="198358" y="367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8" name="Google Shape;1128;p28"/>
            <p:cNvSpPr/>
            <p:nvPr/>
          </p:nvSpPr>
          <p:spPr>
            <a:xfrm>
              <a:off x="4139536" y="2148395"/>
              <a:ext cx="157367" cy="173027"/>
            </a:xfrm>
            <a:custGeom>
              <a:rect b="b" l="l" r="r" t="t"/>
              <a:pathLst>
                <a:path extrusionOk="0" h="173027" w="157367">
                  <a:moveTo>
                    <a:pt x="5917" y="33064"/>
                  </a:moveTo>
                  <a:cubicBezTo>
                    <a:pt x="15606" y="33906"/>
                    <a:pt x="25498" y="33935"/>
                    <a:pt x="34084" y="29670"/>
                  </a:cubicBezTo>
                  <a:cubicBezTo>
                    <a:pt x="41771" y="25812"/>
                    <a:pt x="47341" y="18909"/>
                    <a:pt x="54042" y="13484"/>
                  </a:cubicBezTo>
                  <a:cubicBezTo>
                    <a:pt x="67443" y="2635"/>
                    <a:pt x="85631" y="-2093"/>
                    <a:pt x="102630" y="866"/>
                  </a:cubicBezTo>
                  <a:cubicBezTo>
                    <a:pt x="119657" y="3795"/>
                    <a:pt x="135206" y="14412"/>
                    <a:pt x="144140" y="29206"/>
                  </a:cubicBezTo>
                  <a:lnTo>
                    <a:pt x="144604" y="29206"/>
                  </a:lnTo>
                  <a:cubicBezTo>
                    <a:pt x="145445" y="49222"/>
                    <a:pt x="124357" y="66626"/>
                    <a:pt x="126590" y="86932"/>
                  </a:cubicBezTo>
                  <a:cubicBezTo>
                    <a:pt x="128041" y="100102"/>
                    <a:pt x="139151" y="110283"/>
                    <a:pt x="151131" y="116114"/>
                  </a:cubicBezTo>
                  <a:cubicBezTo>
                    <a:pt x="153190" y="117100"/>
                    <a:pt x="155279" y="118028"/>
                    <a:pt x="157368" y="118870"/>
                  </a:cubicBezTo>
                  <a:cubicBezTo>
                    <a:pt x="154119" y="118028"/>
                    <a:pt x="150812" y="117390"/>
                    <a:pt x="147447" y="117042"/>
                  </a:cubicBezTo>
                  <a:cubicBezTo>
                    <a:pt x="133726" y="115592"/>
                    <a:pt x="118584" y="119508"/>
                    <a:pt x="110027" y="130386"/>
                  </a:cubicBezTo>
                  <a:cubicBezTo>
                    <a:pt x="104312" y="137609"/>
                    <a:pt x="102107" y="146920"/>
                    <a:pt x="98308" y="155245"/>
                  </a:cubicBezTo>
                  <a:cubicBezTo>
                    <a:pt x="94449" y="163629"/>
                    <a:pt x="87662" y="171867"/>
                    <a:pt x="78437" y="172505"/>
                  </a:cubicBezTo>
                  <a:cubicBezTo>
                    <a:pt x="78756" y="172650"/>
                    <a:pt x="79133" y="172824"/>
                    <a:pt x="79453" y="173027"/>
                  </a:cubicBezTo>
                  <a:cubicBezTo>
                    <a:pt x="63962" y="170939"/>
                    <a:pt x="48501" y="166239"/>
                    <a:pt x="35621" y="157334"/>
                  </a:cubicBezTo>
                  <a:cubicBezTo>
                    <a:pt x="22539" y="148255"/>
                    <a:pt x="12299" y="134476"/>
                    <a:pt x="9689" y="118841"/>
                  </a:cubicBezTo>
                  <a:cubicBezTo>
                    <a:pt x="7165" y="103902"/>
                    <a:pt x="11545" y="88817"/>
                    <a:pt x="13083" y="73791"/>
                  </a:cubicBezTo>
                  <a:cubicBezTo>
                    <a:pt x="14446" y="60100"/>
                    <a:pt x="12560" y="44697"/>
                    <a:pt x="3162" y="35240"/>
                  </a:cubicBezTo>
                  <a:cubicBezTo>
                    <a:pt x="3162" y="35182"/>
                    <a:pt x="3104" y="35182"/>
                    <a:pt x="3104" y="35182"/>
                  </a:cubicBezTo>
                  <a:cubicBezTo>
                    <a:pt x="2118" y="34167"/>
                    <a:pt x="1102" y="33267"/>
                    <a:pt x="0" y="32426"/>
                  </a:cubicBezTo>
                  <a:cubicBezTo>
                    <a:pt x="1943" y="32658"/>
                    <a:pt x="3916" y="32832"/>
                    <a:pt x="5917" y="3303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9" name="Google Shape;1129;p28"/>
            <p:cNvSpPr/>
            <p:nvPr/>
          </p:nvSpPr>
          <p:spPr>
            <a:xfrm>
              <a:off x="4097792" y="2432044"/>
              <a:ext cx="179849" cy="217464"/>
            </a:xfrm>
            <a:custGeom>
              <a:rect b="b" l="l" r="r" t="t"/>
              <a:pathLst>
                <a:path extrusionOk="0" h="217464" w="179849">
                  <a:moveTo>
                    <a:pt x="26108" y="7933"/>
                  </a:moveTo>
                  <a:lnTo>
                    <a:pt x="25470" y="7237"/>
                  </a:lnTo>
                  <a:cubicBezTo>
                    <a:pt x="27936" y="5322"/>
                    <a:pt x="30256" y="3146"/>
                    <a:pt x="32258" y="710"/>
                  </a:cubicBezTo>
                  <a:lnTo>
                    <a:pt x="32548" y="159"/>
                  </a:lnTo>
                  <a:cubicBezTo>
                    <a:pt x="48241" y="-1524"/>
                    <a:pt x="62020" y="10456"/>
                    <a:pt x="71738" y="22872"/>
                  </a:cubicBezTo>
                  <a:cubicBezTo>
                    <a:pt x="81455" y="35345"/>
                    <a:pt x="90128" y="49733"/>
                    <a:pt x="104313" y="56608"/>
                  </a:cubicBezTo>
                  <a:cubicBezTo>
                    <a:pt x="116033" y="62293"/>
                    <a:pt x="129956" y="61829"/>
                    <a:pt x="142430" y="58087"/>
                  </a:cubicBezTo>
                  <a:cubicBezTo>
                    <a:pt x="153656" y="54780"/>
                    <a:pt x="164011" y="49008"/>
                    <a:pt x="174135" y="43061"/>
                  </a:cubicBezTo>
                  <a:lnTo>
                    <a:pt x="174222" y="43206"/>
                  </a:lnTo>
                  <a:cubicBezTo>
                    <a:pt x="168450" y="46803"/>
                    <a:pt x="163518" y="51619"/>
                    <a:pt x="159660" y="57217"/>
                  </a:cubicBezTo>
                  <a:cubicBezTo>
                    <a:pt x="148550" y="72997"/>
                    <a:pt x="145562" y="94811"/>
                    <a:pt x="154584" y="112100"/>
                  </a:cubicBezTo>
                  <a:cubicBezTo>
                    <a:pt x="159341" y="121121"/>
                    <a:pt x="166593" y="128576"/>
                    <a:pt x="172076" y="137192"/>
                  </a:cubicBezTo>
                  <a:cubicBezTo>
                    <a:pt x="177558" y="145749"/>
                    <a:pt x="181300" y="156540"/>
                    <a:pt x="177761" y="166142"/>
                  </a:cubicBezTo>
                  <a:cubicBezTo>
                    <a:pt x="178458" y="165503"/>
                    <a:pt x="179125" y="164836"/>
                    <a:pt x="179850" y="164227"/>
                  </a:cubicBezTo>
                  <a:cubicBezTo>
                    <a:pt x="179096" y="165851"/>
                    <a:pt x="178487" y="167592"/>
                    <a:pt x="177935" y="169303"/>
                  </a:cubicBezTo>
                  <a:cubicBezTo>
                    <a:pt x="177935" y="169303"/>
                    <a:pt x="177877" y="169361"/>
                    <a:pt x="177877" y="169390"/>
                  </a:cubicBezTo>
                  <a:cubicBezTo>
                    <a:pt x="164853" y="194018"/>
                    <a:pt x="142865" y="216963"/>
                    <a:pt x="115220" y="217456"/>
                  </a:cubicBezTo>
                  <a:cubicBezTo>
                    <a:pt x="75944" y="218153"/>
                    <a:pt x="48908" y="174728"/>
                    <a:pt x="10270" y="167795"/>
                  </a:cubicBezTo>
                  <a:cubicBezTo>
                    <a:pt x="17493" y="152450"/>
                    <a:pt x="19146" y="134610"/>
                    <a:pt x="14911" y="118192"/>
                  </a:cubicBezTo>
                  <a:cubicBezTo>
                    <a:pt x="11691" y="105660"/>
                    <a:pt x="5280" y="94173"/>
                    <a:pt x="2061" y="81700"/>
                  </a:cubicBezTo>
                  <a:cubicBezTo>
                    <a:pt x="-4640" y="55274"/>
                    <a:pt x="5426" y="25511"/>
                    <a:pt x="26079" y="79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0" name="Google Shape;1130;p28"/>
            <p:cNvSpPr/>
            <p:nvPr/>
          </p:nvSpPr>
          <p:spPr>
            <a:xfrm>
              <a:off x="4021503" y="2180731"/>
              <a:ext cx="201778" cy="267547"/>
            </a:xfrm>
            <a:custGeom>
              <a:rect b="b" l="l" r="r" t="t"/>
              <a:pathLst>
                <a:path extrusionOk="0" h="267547" w="201778">
                  <a:moveTo>
                    <a:pt x="201779" y="143534"/>
                  </a:moveTo>
                  <a:lnTo>
                    <a:pt x="201373" y="143998"/>
                  </a:lnTo>
                  <a:cubicBezTo>
                    <a:pt x="187275" y="142692"/>
                    <a:pt x="172829" y="141445"/>
                    <a:pt x="159108" y="144781"/>
                  </a:cubicBezTo>
                  <a:cubicBezTo>
                    <a:pt x="145329" y="148088"/>
                    <a:pt x="132073" y="156877"/>
                    <a:pt x="127170" y="170192"/>
                  </a:cubicBezTo>
                  <a:cubicBezTo>
                    <a:pt x="123254" y="180838"/>
                    <a:pt x="125227" y="192673"/>
                    <a:pt x="124937" y="204015"/>
                  </a:cubicBezTo>
                  <a:cubicBezTo>
                    <a:pt x="124473" y="220956"/>
                    <a:pt x="118787" y="237751"/>
                    <a:pt x="108838" y="251443"/>
                  </a:cubicBezTo>
                  <a:lnTo>
                    <a:pt x="108548" y="251994"/>
                  </a:lnTo>
                  <a:cubicBezTo>
                    <a:pt x="106546" y="254402"/>
                    <a:pt x="104225" y="256606"/>
                    <a:pt x="101760" y="258521"/>
                  </a:cubicBezTo>
                  <a:cubicBezTo>
                    <a:pt x="93231" y="265048"/>
                    <a:pt x="82295" y="268384"/>
                    <a:pt x="71592" y="267368"/>
                  </a:cubicBezTo>
                  <a:cubicBezTo>
                    <a:pt x="57755" y="266063"/>
                    <a:pt x="44817" y="257593"/>
                    <a:pt x="38087" y="245438"/>
                  </a:cubicBezTo>
                  <a:cubicBezTo>
                    <a:pt x="28776" y="228498"/>
                    <a:pt x="31851" y="207873"/>
                    <a:pt x="30487" y="188612"/>
                  </a:cubicBezTo>
                  <a:cubicBezTo>
                    <a:pt x="29182" y="169351"/>
                    <a:pt x="19232" y="146957"/>
                    <a:pt x="0" y="145013"/>
                  </a:cubicBezTo>
                  <a:cubicBezTo>
                    <a:pt x="21553" y="136369"/>
                    <a:pt x="33562" y="113366"/>
                    <a:pt x="40350" y="91174"/>
                  </a:cubicBezTo>
                  <a:cubicBezTo>
                    <a:pt x="47109" y="68983"/>
                    <a:pt x="50735" y="45226"/>
                    <a:pt x="63527" y="25878"/>
                  </a:cubicBezTo>
                  <a:cubicBezTo>
                    <a:pt x="75943" y="7110"/>
                    <a:pt x="100889" y="-6089"/>
                    <a:pt x="121137" y="2875"/>
                  </a:cubicBezTo>
                  <a:cubicBezTo>
                    <a:pt x="121137" y="2875"/>
                    <a:pt x="121195" y="2875"/>
                    <a:pt x="121195" y="2933"/>
                  </a:cubicBezTo>
                  <a:cubicBezTo>
                    <a:pt x="130593" y="12389"/>
                    <a:pt x="132450" y="27792"/>
                    <a:pt x="131116" y="41484"/>
                  </a:cubicBezTo>
                  <a:cubicBezTo>
                    <a:pt x="129578" y="56510"/>
                    <a:pt x="125198" y="71594"/>
                    <a:pt x="127722" y="86533"/>
                  </a:cubicBezTo>
                  <a:cubicBezTo>
                    <a:pt x="130332" y="102168"/>
                    <a:pt x="140572" y="115947"/>
                    <a:pt x="153655" y="125027"/>
                  </a:cubicBezTo>
                  <a:cubicBezTo>
                    <a:pt x="166534" y="133903"/>
                    <a:pt x="181995" y="138631"/>
                    <a:pt x="197486" y="140720"/>
                  </a:cubicBezTo>
                  <a:cubicBezTo>
                    <a:pt x="199081" y="141503"/>
                    <a:pt x="200502" y="142489"/>
                    <a:pt x="201779" y="1435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1" name="Google Shape;1131;p28"/>
            <p:cNvSpPr/>
            <p:nvPr/>
          </p:nvSpPr>
          <p:spPr>
            <a:xfrm>
              <a:off x="4507065" y="2264060"/>
              <a:ext cx="97118" cy="107661"/>
            </a:xfrm>
            <a:custGeom>
              <a:rect b="b" l="l" r="r" t="t"/>
              <a:pathLst>
                <a:path extrusionOk="0" h="107661" w="97118">
                  <a:moveTo>
                    <a:pt x="8819" y="99191"/>
                  </a:moveTo>
                  <a:cubicBezTo>
                    <a:pt x="6411" y="97944"/>
                    <a:pt x="6875" y="93766"/>
                    <a:pt x="9602" y="93244"/>
                  </a:cubicBezTo>
                  <a:cubicBezTo>
                    <a:pt x="20683" y="91069"/>
                    <a:pt x="32576" y="89937"/>
                    <a:pt x="43048" y="85412"/>
                  </a:cubicBezTo>
                  <a:cubicBezTo>
                    <a:pt x="34113" y="81380"/>
                    <a:pt x="24541" y="78769"/>
                    <a:pt x="15693" y="74447"/>
                  </a:cubicBezTo>
                  <a:cubicBezTo>
                    <a:pt x="13634" y="73461"/>
                    <a:pt x="13489" y="69777"/>
                    <a:pt x="15693" y="68820"/>
                  </a:cubicBezTo>
                  <a:cubicBezTo>
                    <a:pt x="26600" y="64149"/>
                    <a:pt x="39073" y="63511"/>
                    <a:pt x="49865" y="58667"/>
                  </a:cubicBezTo>
                  <a:cubicBezTo>
                    <a:pt x="41336" y="53010"/>
                    <a:pt x="30110" y="51821"/>
                    <a:pt x="21205" y="46948"/>
                  </a:cubicBezTo>
                  <a:cubicBezTo>
                    <a:pt x="18739" y="45584"/>
                    <a:pt x="19319" y="41726"/>
                    <a:pt x="21988" y="41001"/>
                  </a:cubicBezTo>
                  <a:cubicBezTo>
                    <a:pt x="30226" y="38767"/>
                    <a:pt x="38725" y="38216"/>
                    <a:pt x="47196" y="37491"/>
                  </a:cubicBezTo>
                  <a:cubicBezTo>
                    <a:pt x="38290" y="30442"/>
                    <a:pt x="25933" y="28035"/>
                    <a:pt x="15722" y="23596"/>
                  </a:cubicBezTo>
                  <a:cubicBezTo>
                    <a:pt x="12822" y="22349"/>
                    <a:pt x="14301" y="18578"/>
                    <a:pt x="16506" y="17650"/>
                  </a:cubicBezTo>
                  <a:cubicBezTo>
                    <a:pt x="26397" y="13531"/>
                    <a:pt x="36347" y="9412"/>
                    <a:pt x="46703" y="6569"/>
                  </a:cubicBezTo>
                  <a:cubicBezTo>
                    <a:pt x="63904" y="1870"/>
                    <a:pt x="83398" y="622"/>
                    <a:pt x="95639" y="15880"/>
                  </a:cubicBezTo>
                  <a:cubicBezTo>
                    <a:pt x="96161" y="16519"/>
                    <a:pt x="96625" y="17186"/>
                    <a:pt x="97118" y="17882"/>
                  </a:cubicBezTo>
                  <a:cubicBezTo>
                    <a:pt x="96074" y="14749"/>
                    <a:pt x="94740" y="11790"/>
                    <a:pt x="92593" y="9208"/>
                  </a:cubicBezTo>
                  <a:cubicBezTo>
                    <a:pt x="85660" y="883"/>
                    <a:pt x="73477" y="-422"/>
                    <a:pt x="62628" y="100"/>
                  </a:cubicBezTo>
                  <a:cubicBezTo>
                    <a:pt x="52620" y="622"/>
                    <a:pt x="42758" y="2102"/>
                    <a:pt x="33127" y="4625"/>
                  </a:cubicBezTo>
                  <a:cubicBezTo>
                    <a:pt x="25353" y="7265"/>
                    <a:pt x="17434" y="9557"/>
                    <a:pt x="9892" y="12776"/>
                  </a:cubicBezTo>
                  <a:cubicBezTo>
                    <a:pt x="9718" y="12864"/>
                    <a:pt x="9573" y="12951"/>
                    <a:pt x="9369" y="13009"/>
                  </a:cubicBezTo>
                  <a:cubicBezTo>
                    <a:pt x="7658" y="13792"/>
                    <a:pt x="5918" y="14633"/>
                    <a:pt x="4264" y="15474"/>
                  </a:cubicBezTo>
                  <a:lnTo>
                    <a:pt x="2814" y="16083"/>
                  </a:lnTo>
                  <a:cubicBezTo>
                    <a:pt x="9659" y="32096"/>
                    <a:pt x="12532" y="49791"/>
                    <a:pt x="10414" y="67079"/>
                  </a:cubicBezTo>
                  <a:cubicBezTo>
                    <a:pt x="8963" y="78537"/>
                    <a:pt x="5337" y="89647"/>
                    <a:pt x="0" y="99858"/>
                  </a:cubicBezTo>
                  <a:lnTo>
                    <a:pt x="1160" y="100467"/>
                  </a:lnTo>
                  <a:cubicBezTo>
                    <a:pt x="7687" y="102382"/>
                    <a:pt x="14272" y="104151"/>
                    <a:pt x="20944" y="105631"/>
                  </a:cubicBezTo>
                  <a:cubicBezTo>
                    <a:pt x="24077" y="106356"/>
                    <a:pt x="27209" y="107023"/>
                    <a:pt x="30371" y="107661"/>
                  </a:cubicBezTo>
                  <a:cubicBezTo>
                    <a:pt x="22800" y="105573"/>
                    <a:pt x="15519" y="102730"/>
                    <a:pt x="8906" y="9924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2" name="Google Shape;1132;p28"/>
            <p:cNvSpPr/>
            <p:nvPr/>
          </p:nvSpPr>
          <p:spPr>
            <a:xfrm>
              <a:off x="4465294" y="2165125"/>
              <a:ext cx="113823" cy="115047"/>
            </a:xfrm>
            <a:custGeom>
              <a:rect b="b" l="l" r="r" t="t"/>
              <a:pathLst>
                <a:path extrusionOk="0" h="115047" w="113823">
                  <a:moveTo>
                    <a:pt x="113798" y="63269"/>
                  </a:moveTo>
                  <a:cubicBezTo>
                    <a:pt x="113334" y="55930"/>
                    <a:pt x="109795" y="49316"/>
                    <a:pt x="106401" y="42673"/>
                  </a:cubicBezTo>
                  <a:cubicBezTo>
                    <a:pt x="106923" y="44327"/>
                    <a:pt x="107445" y="46009"/>
                    <a:pt x="107880" y="47721"/>
                  </a:cubicBezTo>
                  <a:cubicBezTo>
                    <a:pt x="110404" y="57467"/>
                    <a:pt x="109244" y="68548"/>
                    <a:pt x="104167" y="77338"/>
                  </a:cubicBezTo>
                  <a:cubicBezTo>
                    <a:pt x="94682" y="93727"/>
                    <a:pt x="74173" y="98020"/>
                    <a:pt x="57232" y="102255"/>
                  </a:cubicBezTo>
                  <a:cubicBezTo>
                    <a:pt x="54709" y="102894"/>
                    <a:pt x="51779" y="99877"/>
                    <a:pt x="53549" y="97469"/>
                  </a:cubicBezTo>
                  <a:cubicBezTo>
                    <a:pt x="56304" y="93727"/>
                    <a:pt x="58770" y="89782"/>
                    <a:pt x="61091" y="85750"/>
                  </a:cubicBezTo>
                  <a:cubicBezTo>
                    <a:pt x="54535" y="87113"/>
                    <a:pt x="47950" y="88506"/>
                    <a:pt x="41220" y="88622"/>
                  </a:cubicBezTo>
                  <a:cubicBezTo>
                    <a:pt x="38639" y="88680"/>
                    <a:pt x="37333" y="85866"/>
                    <a:pt x="38406" y="83719"/>
                  </a:cubicBezTo>
                  <a:cubicBezTo>
                    <a:pt x="41365" y="77918"/>
                    <a:pt x="44759" y="72377"/>
                    <a:pt x="48182" y="66837"/>
                  </a:cubicBezTo>
                  <a:cubicBezTo>
                    <a:pt x="41598" y="68664"/>
                    <a:pt x="35274" y="71362"/>
                    <a:pt x="29124" y="74437"/>
                  </a:cubicBezTo>
                  <a:cubicBezTo>
                    <a:pt x="26455" y="75742"/>
                    <a:pt x="23845" y="73596"/>
                    <a:pt x="24338" y="70753"/>
                  </a:cubicBezTo>
                  <a:cubicBezTo>
                    <a:pt x="25295" y="65270"/>
                    <a:pt x="26774" y="59904"/>
                    <a:pt x="28138" y="54538"/>
                  </a:cubicBezTo>
                  <a:cubicBezTo>
                    <a:pt x="23206" y="57641"/>
                    <a:pt x="18826" y="61557"/>
                    <a:pt x="14649" y="65677"/>
                  </a:cubicBezTo>
                  <a:cubicBezTo>
                    <a:pt x="12213" y="68084"/>
                    <a:pt x="8587" y="65590"/>
                    <a:pt x="9196" y="62515"/>
                  </a:cubicBezTo>
                  <a:cubicBezTo>
                    <a:pt x="12967" y="43776"/>
                    <a:pt x="18855" y="19699"/>
                    <a:pt x="38349" y="11374"/>
                  </a:cubicBezTo>
                  <a:cubicBezTo>
                    <a:pt x="48704" y="6965"/>
                    <a:pt x="59756" y="8212"/>
                    <a:pt x="69851" y="12505"/>
                  </a:cubicBezTo>
                  <a:cubicBezTo>
                    <a:pt x="74695" y="14565"/>
                    <a:pt x="79714" y="17175"/>
                    <a:pt x="84993" y="17785"/>
                  </a:cubicBezTo>
                  <a:cubicBezTo>
                    <a:pt x="90070" y="18365"/>
                    <a:pt x="94102" y="16160"/>
                    <a:pt x="97409" y="12824"/>
                  </a:cubicBezTo>
                  <a:cubicBezTo>
                    <a:pt x="90476" y="14304"/>
                    <a:pt x="82557" y="12331"/>
                    <a:pt x="75798" y="9401"/>
                  </a:cubicBezTo>
                  <a:cubicBezTo>
                    <a:pt x="66544" y="5398"/>
                    <a:pt x="57378" y="-142"/>
                    <a:pt x="47312" y="3"/>
                  </a:cubicBezTo>
                  <a:cubicBezTo>
                    <a:pt x="35099" y="206"/>
                    <a:pt x="25208" y="8763"/>
                    <a:pt x="18333" y="19293"/>
                  </a:cubicBezTo>
                  <a:cubicBezTo>
                    <a:pt x="16621" y="25791"/>
                    <a:pt x="13431" y="31969"/>
                    <a:pt x="9283" y="37394"/>
                  </a:cubicBezTo>
                  <a:cubicBezTo>
                    <a:pt x="5947" y="45545"/>
                    <a:pt x="2640" y="53667"/>
                    <a:pt x="1479" y="62341"/>
                  </a:cubicBezTo>
                  <a:lnTo>
                    <a:pt x="0" y="65038"/>
                  </a:lnTo>
                  <a:cubicBezTo>
                    <a:pt x="4148" y="67272"/>
                    <a:pt x="8093" y="69883"/>
                    <a:pt x="11835" y="72725"/>
                  </a:cubicBezTo>
                  <a:cubicBezTo>
                    <a:pt x="16216" y="76090"/>
                    <a:pt x="20305" y="79745"/>
                    <a:pt x="24077" y="83748"/>
                  </a:cubicBezTo>
                  <a:cubicBezTo>
                    <a:pt x="29095" y="89115"/>
                    <a:pt x="33562" y="94975"/>
                    <a:pt x="37391" y="101211"/>
                  </a:cubicBezTo>
                  <a:cubicBezTo>
                    <a:pt x="40089" y="105620"/>
                    <a:pt x="42468" y="110233"/>
                    <a:pt x="44498" y="115048"/>
                  </a:cubicBezTo>
                  <a:lnTo>
                    <a:pt x="45949" y="114439"/>
                  </a:lnTo>
                  <a:cubicBezTo>
                    <a:pt x="47631" y="113569"/>
                    <a:pt x="49342" y="112727"/>
                    <a:pt x="51054" y="111973"/>
                  </a:cubicBezTo>
                  <a:cubicBezTo>
                    <a:pt x="51228" y="111915"/>
                    <a:pt x="51373" y="111828"/>
                    <a:pt x="51576" y="111741"/>
                  </a:cubicBezTo>
                  <a:cubicBezTo>
                    <a:pt x="59060" y="108376"/>
                    <a:pt x="66834" y="105649"/>
                    <a:pt x="74811" y="103590"/>
                  </a:cubicBezTo>
                  <a:cubicBezTo>
                    <a:pt x="79453" y="101965"/>
                    <a:pt x="84065" y="100283"/>
                    <a:pt x="88503" y="98107"/>
                  </a:cubicBezTo>
                  <a:cubicBezTo>
                    <a:pt x="102137" y="91407"/>
                    <a:pt x="114755" y="78527"/>
                    <a:pt x="113769" y="6332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3" name="Google Shape;1133;p28"/>
            <p:cNvSpPr/>
            <p:nvPr/>
          </p:nvSpPr>
          <p:spPr>
            <a:xfrm>
              <a:off x="4459463" y="2363889"/>
              <a:ext cx="111825" cy="118322"/>
            </a:xfrm>
            <a:custGeom>
              <a:rect b="b" l="l" r="r" t="t"/>
              <a:pathLst>
                <a:path extrusionOk="0" h="118322" w="111825">
                  <a:moveTo>
                    <a:pt x="37710" y="103732"/>
                  </a:moveTo>
                  <a:cubicBezTo>
                    <a:pt x="25672" y="88039"/>
                    <a:pt x="19523" y="68284"/>
                    <a:pt x="13692" y="49661"/>
                  </a:cubicBezTo>
                  <a:cubicBezTo>
                    <a:pt x="12705" y="46529"/>
                    <a:pt x="16883" y="44237"/>
                    <a:pt x="19145" y="46500"/>
                  </a:cubicBezTo>
                  <a:cubicBezTo>
                    <a:pt x="25121" y="52562"/>
                    <a:pt x="30661" y="59669"/>
                    <a:pt x="37826" y="64426"/>
                  </a:cubicBezTo>
                  <a:cubicBezTo>
                    <a:pt x="35187" y="55376"/>
                    <a:pt x="31938" y="46529"/>
                    <a:pt x="27790" y="38087"/>
                  </a:cubicBezTo>
                  <a:cubicBezTo>
                    <a:pt x="26397" y="35274"/>
                    <a:pt x="29298" y="31909"/>
                    <a:pt x="32257" y="33620"/>
                  </a:cubicBezTo>
                  <a:cubicBezTo>
                    <a:pt x="40205" y="38232"/>
                    <a:pt x="47689" y="44266"/>
                    <a:pt x="56450" y="47109"/>
                  </a:cubicBezTo>
                  <a:cubicBezTo>
                    <a:pt x="54158" y="39451"/>
                    <a:pt x="49894" y="32547"/>
                    <a:pt x="44788" y="26368"/>
                  </a:cubicBezTo>
                  <a:cubicBezTo>
                    <a:pt x="42932" y="24106"/>
                    <a:pt x="44585" y="19725"/>
                    <a:pt x="47950" y="20915"/>
                  </a:cubicBezTo>
                  <a:cubicBezTo>
                    <a:pt x="53607" y="22916"/>
                    <a:pt x="58712" y="25933"/>
                    <a:pt x="63846" y="28979"/>
                  </a:cubicBezTo>
                  <a:cubicBezTo>
                    <a:pt x="61004" y="23525"/>
                    <a:pt x="57378" y="18507"/>
                    <a:pt x="53897" y="13344"/>
                  </a:cubicBezTo>
                  <a:cubicBezTo>
                    <a:pt x="52359" y="11052"/>
                    <a:pt x="54941" y="7600"/>
                    <a:pt x="57581" y="8557"/>
                  </a:cubicBezTo>
                  <a:cubicBezTo>
                    <a:pt x="66979" y="12009"/>
                    <a:pt x="76929" y="13257"/>
                    <a:pt x="86617" y="15722"/>
                  </a:cubicBezTo>
                  <a:cubicBezTo>
                    <a:pt x="96161" y="18159"/>
                    <a:pt x="105734" y="23090"/>
                    <a:pt x="111825" y="30603"/>
                  </a:cubicBezTo>
                  <a:cubicBezTo>
                    <a:pt x="108228" y="25411"/>
                    <a:pt x="103645" y="20828"/>
                    <a:pt x="98424" y="17405"/>
                  </a:cubicBezTo>
                  <a:cubicBezTo>
                    <a:pt x="89402" y="11458"/>
                    <a:pt x="79104" y="8180"/>
                    <a:pt x="68459" y="5918"/>
                  </a:cubicBezTo>
                  <a:lnTo>
                    <a:pt x="68517" y="5773"/>
                  </a:lnTo>
                  <a:cubicBezTo>
                    <a:pt x="61874" y="4293"/>
                    <a:pt x="55260" y="2524"/>
                    <a:pt x="48733" y="609"/>
                  </a:cubicBezTo>
                  <a:lnTo>
                    <a:pt x="47573" y="0"/>
                  </a:lnTo>
                  <a:cubicBezTo>
                    <a:pt x="37188" y="19812"/>
                    <a:pt x="20219" y="36289"/>
                    <a:pt x="0" y="45803"/>
                  </a:cubicBezTo>
                  <a:lnTo>
                    <a:pt x="4322" y="46674"/>
                  </a:lnTo>
                  <a:cubicBezTo>
                    <a:pt x="10385" y="62367"/>
                    <a:pt x="17666" y="77538"/>
                    <a:pt x="26049" y="92100"/>
                  </a:cubicBezTo>
                  <a:cubicBezTo>
                    <a:pt x="33098" y="104370"/>
                    <a:pt x="44150" y="117511"/>
                    <a:pt x="57291" y="118323"/>
                  </a:cubicBezTo>
                  <a:cubicBezTo>
                    <a:pt x="49198" y="116234"/>
                    <a:pt x="42729" y="110230"/>
                    <a:pt x="37739" y="10373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4" name="Google Shape;1134;p28"/>
            <p:cNvSpPr/>
            <p:nvPr/>
          </p:nvSpPr>
          <p:spPr>
            <a:xfrm>
              <a:off x="4364562" y="2134176"/>
              <a:ext cx="110044" cy="95899"/>
            </a:xfrm>
            <a:custGeom>
              <a:rect b="b" l="l" r="r" t="t"/>
              <a:pathLst>
                <a:path extrusionOk="0" h="95899" w="110044">
                  <a:moveTo>
                    <a:pt x="96874" y="80613"/>
                  </a:moveTo>
                  <a:cubicBezTo>
                    <a:pt x="95047" y="81831"/>
                    <a:pt x="92697" y="80555"/>
                    <a:pt x="92088" y="78669"/>
                  </a:cubicBezTo>
                  <a:cubicBezTo>
                    <a:pt x="89013" y="69213"/>
                    <a:pt x="87505" y="58277"/>
                    <a:pt x="81587" y="50068"/>
                  </a:cubicBezTo>
                  <a:cubicBezTo>
                    <a:pt x="76308" y="57581"/>
                    <a:pt x="72827" y="66254"/>
                    <a:pt x="67808" y="73941"/>
                  </a:cubicBezTo>
                  <a:cubicBezTo>
                    <a:pt x="66561" y="75827"/>
                    <a:pt x="63312" y="76262"/>
                    <a:pt x="62181" y="73941"/>
                  </a:cubicBezTo>
                  <a:cubicBezTo>
                    <a:pt x="57975" y="65210"/>
                    <a:pt x="56147" y="55753"/>
                    <a:pt x="53653" y="46471"/>
                  </a:cubicBezTo>
                  <a:cubicBezTo>
                    <a:pt x="50172" y="56565"/>
                    <a:pt x="47793" y="67037"/>
                    <a:pt x="44747" y="77277"/>
                  </a:cubicBezTo>
                  <a:cubicBezTo>
                    <a:pt x="44022" y="79714"/>
                    <a:pt x="39961" y="80787"/>
                    <a:pt x="38801" y="78060"/>
                  </a:cubicBezTo>
                  <a:cubicBezTo>
                    <a:pt x="34624" y="68313"/>
                    <a:pt x="33318" y="57407"/>
                    <a:pt x="28938" y="47805"/>
                  </a:cubicBezTo>
                  <a:cubicBezTo>
                    <a:pt x="26443" y="58074"/>
                    <a:pt x="25312" y="68633"/>
                    <a:pt x="24268" y="79162"/>
                  </a:cubicBezTo>
                  <a:cubicBezTo>
                    <a:pt x="24007" y="81773"/>
                    <a:pt x="20816" y="83717"/>
                    <a:pt x="18698" y="81454"/>
                  </a:cubicBezTo>
                  <a:cubicBezTo>
                    <a:pt x="4803" y="66544"/>
                    <a:pt x="-3493" y="45310"/>
                    <a:pt x="6863" y="26078"/>
                  </a:cubicBezTo>
                  <a:cubicBezTo>
                    <a:pt x="11591" y="17318"/>
                    <a:pt x="19568" y="10588"/>
                    <a:pt x="28445" y="6324"/>
                  </a:cubicBezTo>
                  <a:cubicBezTo>
                    <a:pt x="33260" y="4003"/>
                    <a:pt x="38192" y="2060"/>
                    <a:pt x="43123" y="0"/>
                  </a:cubicBezTo>
                  <a:cubicBezTo>
                    <a:pt x="31027" y="4061"/>
                    <a:pt x="16174" y="5831"/>
                    <a:pt x="7530" y="14939"/>
                  </a:cubicBezTo>
                  <a:cubicBezTo>
                    <a:pt x="-1491" y="24483"/>
                    <a:pt x="-1230" y="39567"/>
                    <a:pt x="2222" y="52214"/>
                  </a:cubicBezTo>
                  <a:cubicBezTo>
                    <a:pt x="5673" y="64862"/>
                    <a:pt x="11707" y="77074"/>
                    <a:pt x="12287" y="90185"/>
                  </a:cubicBezTo>
                  <a:lnTo>
                    <a:pt x="12897" y="91578"/>
                  </a:lnTo>
                  <a:cubicBezTo>
                    <a:pt x="26733" y="86037"/>
                    <a:pt x="41759" y="83427"/>
                    <a:pt x="56611" y="83978"/>
                  </a:cubicBezTo>
                  <a:cubicBezTo>
                    <a:pt x="70390" y="84442"/>
                    <a:pt x="84024" y="87604"/>
                    <a:pt x="96439" y="93608"/>
                  </a:cubicBezTo>
                  <a:cubicBezTo>
                    <a:pt x="97919" y="94305"/>
                    <a:pt x="99369" y="95059"/>
                    <a:pt x="100761" y="95900"/>
                  </a:cubicBezTo>
                  <a:lnTo>
                    <a:pt x="102241" y="93202"/>
                  </a:lnTo>
                  <a:cubicBezTo>
                    <a:pt x="103372" y="84529"/>
                    <a:pt x="106708" y="76407"/>
                    <a:pt x="110044" y="68255"/>
                  </a:cubicBezTo>
                  <a:cubicBezTo>
                    <a:pt x="106302" y="73100"/>
                    <a:pt x="101806" y="77335"/>
                    <a:pt x="96874" y="8058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5" name="Google Shape;1135;p28"/>
            <p:cNvSpPr/>
            <p:nvPr/>
          </p:nvSpPr>
          <p:spPr>
            <a:xfrm>
              <a:off x="4371582" y="2409664"/>
              <a:ext cx="108396" cy="118671"/>
            </a:xfrm>
            <a:custGeom>
              <a:rect b="b" l="l" r="r" t="t"/>
              <a:pathLst>
                <a:path extrusionOk="0" h="118671" w="108396">
                  <a:moveTo>
                    <a:pt x="107897" y="63759"/>
                  </a:moveTo>
                  <a:cubicBezTo>
                    <a:pt x="105519" y="42264"/>
                    <a:pt x="98818" y="21495"/>
                    <a:pt x="92175" y="870"/>
                  </a:cubicBezTo>
                  <a:lnTo>
                    <a:pt x="87853" y="0"/>
                  </a:lnTo>
                  <a:cubicBezTo>
                    <a:pt x="80775" y="3307"/>
                    <a:pt x="73320" y="5773"/>
                    <a:pt x="65604" y="7223"/>
                  </a:cubicBezTo>
                  <a:cubicBezTo>
                    <a:pt x="48518" y="10472"/>
                    <a:pt x="30737" y="8615"/>
                    <a:pt x="14405" y="2698"/>
                  </a:cubicBezTo>
                  <a:lnTo>
                    <a:pt x="13796" y="4322"/>
                  </a:lnTo>
                  <a:cubicBezTo>
                    <a:pt x="13535" y="4902"/>
                    <a:pt x="13274" y="5511"/>
                    <a:pt x="12984" y="6121"/>
                  </a:cubicBezTo>
                  <a:cubicBezTo>
                    <a:pt x="13187" y="6672"/>
                    <a:pt x="13216" y="7310"/>
                    <a:pt x="12984" y="8006"/>
                  </a:cubicBezTo>
                  <a:cubicBezTo>
                    <a:pt x="10895" y="14591"/>
                    <a:pt x="8864" y="21205"/>
                    <a:pt x="6515" y="27674"/>
                  </a:cubicBezTo>
                  <a:cubicBezTo>
                    <a:pt x="4136" y="37072"/>
                    <a:pt x="2222" y="46616"/>
                    <a:pt x="887" y="56217"/>
                  </a:cubicBezTo>
                  <a:cubicBezTo>
                    <a:pt x="-650" y="67443"/>
                    <a:pt x="-969" y="80091"/>
                    <a:pt x="6515" y="88503"/>
                  </a:cubicBezTo>
                  <a:cubicBezTo>
                    <a:pt x="13274" y="96103"/>
                    <a:pt x="24152" y="97872"/>
                    <a:pt x="33927" y="100570"/>
                  </a:cubicBezTo>
                  <a:cubicBezTo>
                    <a:pt x="43703" y="103210"/>
                    <a:pt x="54407" y="108721"/>
                    <a:pt x="56321" y="118671"/>
                  </a:cubicBezTo>
                  <a:cubicBezTo>
                    <a:pt x="56408" y="118265"/>
                    <a:pt x="56495" y="117801"/>
                    <a:pt x="56641" y="117424"/>
                  </a:cubicBezTo>
                  <a:cubicBezTo>
                    <a:pt x="56902" y="116437"/>
                    <a:pt x="57279" y="115567"/>
                    <a:pt x="57685" y="114697"/>
                  </a:cubicBezTo>
                  <a:cubicBezTo>
                    <a:pt x="56641" y="114581"/>
                    <a:pt x="55654" y="114088"/>
                    <a:pt x="55103" y="113247"/>
                  </a:cubicBezTo>
                  <a:cubicBezTo>
                    <a:pt x="54291" y="112957"/>
                    <a:pt x="53624" y="112289"/>
                    <a:pt x="53450" y="111100"/>
                  </a:cubicBezTo>
                  <a:cubicBezTo>
                    <a:pt x="51999" y="101237"/>
                    <a:pt x="37611" y="98946"/>
                    <a:pt x="30011" y="95755"/>
                  </a:cubicBezTo>
                  <a:cubicBezTo>
                    <a:pt x="20410" y="91723"/>
                    <a:pt x="11736" y="84906"/>
                    <a:pt x="7153" y="75333"/>
                  </a:cubicBezTo>
                  <a:cubicBezTo>
                    <a:pt x="-2333" y="55492"/>
                    <a:pt x="6254" y="31996"/>
                    <a:pt x="18031" y="15113"/>
                  </a:cubicBezTo>
                  <a:cubicBezTo>
                    <a:pt x="19423" y="13112"/>
                    <a:pt x="23543" y="12850"/>
                    <a:pt x="23978" y="15896"/>
                  </a:cubicBezTo>
                  <a:cubicBezTo>
                    <a:pt x="24993" y="22916"/>
                    <a:pt x="26037" y="29936"/>
                    <a:pt x="28706" y="36434"/>
                  </a:cubicBezTo>
                  <a:cubicBezTo>
                    <a:pt x="31404" y="29269"/>
                    <a:pt x="33898" y="22017"/>
                    <a:pt x="37263" y="15142"/>
                  </a:cubicBezTo>
                  <a:cubicBezTo>
                    <a:pt x="38249" y="13112"/>
                    <a:pt x="41934" y="12937"/>
                    <a:pt x="42891" y="15142"/>
                  </a:cubicBezTo>
                  <a:cubicBezTo>
                    <a:pt x="46546" y="23728"/>
                    <a:pt x="49592" y="33011"/>
                    <a:pt x="54755" y="40901"/>
                  </a:cubicBezTo>
                  <a:cubicBezTo>
                    <a:pt x="58120" y="33446"/>
                    <a:pt x="59193" y="25092"/>
                    <a:pt x="61688" y="17289"/>
                  </a:cubicBezTo>
                  <a:cubicBezTo>
                    <a:pt x="62703" y="14156"/>
                    <a:pt x="66938" y="14243"/>
                    <a:pt x="67953" y="17289"/>
                  </a:cubicBezTo>
                  <a:cubicBezTo>
                    <a:pt x="70071" y="23612"/>
                    <a:pt x="72247" y="29907"/>
                    <a:pt x="74886" y="36028"/>
                  </a:cubicBezTo>
                  <a:cubicBezTo>
                    <a:pt x="78599" y="28979"/>
                    <a:pt x="80543" y="20915"/>
                    <a:pt x="84024" y="13750"/>
                  </a:cubicBezTo>
                  <a:cubicBezTo>
                    <a:pt x="85126" y="11487"/>
                    <a:pt x="88462" y="11777"/>
                    <a:pt x="89651" y="13750"/>
                  </a:cubicBezTo>
                  <a:cubicBezTo>
                    <a:pt x="94583" y="22046"/>
                    <a:pt x="98499" y="31067"/>
                    <a:pt x="101516" y="40234"/>
                  </a:cubicBezTo>
                  <a:cubicBezTo>
                    <a:pt x="106650" y="55724"/>
                    <a:pt x="110827" y="76320"/>
                    <a:pt x="97048" y="88648"/>
                  </a:cubicBezTo>
                  <a:cubicBezTo>
                    <a:pt x="91102" y="93985"/>
                    <a:pt x="83618" y="97002"/>
                    <a:pt x="76453" y="100309"/>
                  </a:cubicBezTo>
                  <a:cubicBezTo>
                    <a:pt x="73436" y="101702"/>
                    <a:pt x="69868" y="103239"/>
                    <a:pt x="66880" y="105328"/>
                  </a:cubicBezTo>
                  <a:cubicBezTo>
                    <a:pt x="79586" y="97843"/>
                    <a:pt x="99717" y="95697"/>
                    <a:pt x="106244" y="81976"/>
                  </a:cubicBezTo>
                  <a:cubicBezTo>
                    <a:pt x="108883" y="76378"/>
                    <a:pt x="108623" y="69909"/>
                    <a:pt x="107926" y="6378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6" name="Google Shape;1136;p28"/>
            <p:cNvSpPr/>
            <p:nvPr/>
          </p:nvSpPr>
          <p:spPr>
            <a:xfrm>
              <a:off x="4263877" y="2360988"/>
              <a:ext cx="122081" cy="65789"/>
            </a:xfrm>
            <a:custGeom>
              <a:rect b="b" l="l" r="r" t="t"/>
              <a:pathLst>
                <a:path extrusionOk="0" h="65789" w="122081">
                  <a:moveTo>
                    <a:pt x="67778" y="4931"/>
                  </a:moveTo>
                  <a:cubicBezTo>
                    <a:pt x="66937" y="3307"/>
                    <a:pt x="66154" y="1682"/>
                    <a:pt x="65400" y="0"/>
                  </a:cubicBezTo>
                  <a:lnTo>
                    <a:pt x="64036" y="609"/>
                  </a:lnTo>
                  <a:cubicBezTo>
                    <a:pt x="48314" y="7687"/>
                    <a:pt x="33230" y="16244"/>
                    <a:pt x="19016" y="26107"/>
                  </a:cubicBezTo>
                  <a:cubicBezTo>
                    <a:pt x="11300" y="31474"/>
                    <a:pt x="3439" y="37884"/>
                    <a:pt x="857" y="46964"/>
                  </a:cubicBezTo>
                  <a:cubicBezTo>
                    <a:pt x="-593" y="52214"/>
                    <a:pt x="-71" y="57436"/>
                    <a:pt x="1438" y="62657"/>
                  </a:cubicBezTo>
                  <a:cubicBezTo>
                    <a:pt x="1205" y="61671"/>
                    <a:pt x="973" y="60684"/>
                    <a:pt x="770" y="59698"/>
                  </a:cubicBezTo>
                  <a:cubicBezTo>
                    <a:pt x="219" y="56797"/>
                    <a:pt x="-303" y="53897"/>
                    <a:pt x="625" y="51025"/>
                  </a:cubicBezTo>
                  <a:cubicBezTo>
                    <a:pt x="1988" y="46761"/>
                    <a:pt x="4889" y="43019"/>
                    <a:pt x="7877" y="39741"/>
                  </a:cubicBezTo>
                  <a:cubicBezTo>
                    <a:pt x="15680" y="31183"/>
                    <a:pt x="25775" y="24425"/>
                    <a:pt x="35841" y="18913"/>
                  </a:cubicBezTo>
                  <a:cubicBezTo>
                    <a:pt x="44427" y="14185"/>
                    <a:pt x="54000" y="9515"/>
                    <a:pt x="63920" y="8557"/>
                  </a:cubicBezTo>
                  <a:cubicBezTo>
                    <a:pt x="67024" y="8267"/>
                    <a:pt x="67808" y="12183"/>
                    <a:pt x="66212" y="14127"/>
                  </a:cubicBezTo>
                  <a:cubicBezTo>
                    <a:pt x="61339" y="20044"/>
                    <a:pt x="57161" y="26484"/>
                    <a:pt x="52694" y="32721"/>
                  </a:cubicBezTo>
                  <a:cubicBezTo>
                    <a:pt x="58844" y="30893"/>
                    <a:pt x="64762" y="28370"/>
                    <a:pt x="70534" y="25527"/>
                  </a:cubicBezTo>
                  <a:cubicBezTo>
                    <a:pt x="72884" y="24367"/>
                    <a:pt x="76336" y="26310"/>
                    <a:pt x="75320" y="29211"/>
                  </a:cubicBezTo>
                  <a:cubicBezTo>
                    <a:pt x="72942" y="35970"/>
                    <a:pt x="69345" y="42206"/>
                    <a:pt x="66444" y="48733"/>
                  </a:cubicBezTo>
                  <a:cubicBezTo>
                    <a:pt x="74653" y="46819"/>
                    <a:pt x="82340" y="43483"/>
                    <a:pt x="89766" y="39277"/>
                  </a:cubicBezTo>
                  <a:cubicBezTo>
                    <a:pt x="92464" y="37768"/>
                    <a:pt x="94930" y="40263"/>
                    <a:pt x="94553" y="42961"/>
                  </a:cubicBezTo>
                  <a:cubicBezTo>
                    <a:pt x="93450" y="50735"/>
                    <a:pt x="92203" y="58451"/>
                    <a:pt x="89592" y="65790"/>
                  </a:cubicBezTo>
                  <a:cubicBezTo>
                    <a:pt x="98411" y="60887"/>
                    <a:pt x="106359" y="54129"/>
                    <a:pt x="116657" y="52707"/>
                  </a:cubicBezTo>
                  <a:cubicBezTo>
                    <a:pt x="118339" y="52475"/>
                    <a:pt x="120137" y="53316"/>
                    <a:pt x="120660" y="54825"/>
                  </a:cubicBezTo>
                  <a:cubicBezTo>
                    <a:pt x="120921" y="54245"/>
                    <a:pt x="121182" y="53606"/>
                    <a:pt x="121472" y="53026"/>
                  </a:cubicBezTo>
                  <a:lnTo>
                    <a:pt x="122081" y="51402"/>
                  </a:lnTo>
                  <a:cubicBezTo>
                    <a:pt x="99136" y="43019"/>
                    <a:pt x="79034" y="26629"/>
                    <a:pt x="67778" y="496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7" name="Google Shape;1137;p28"/>
            <p:cNvSpPr/>
            <p:nvPr/>
          </p:nvSpPr>
          <p:spPr>
            <a:xfrm>
              <a:off x="4265873" y="2166995"/>
              <a:ext cx="111527" cy="111205"/>
            </a:xfrm>
            <a:custGeom>
              <a:rect b="b" l="l" r="r" t="t"/>
              <a:pathLst>
                <a:path extrusionOk="0" h="111205" w="111527">
                  <a:moveTo>
                    <a:pt x="110976" y="57396"/>
                  </a:moveTo>
                  <a:cubicBezTo>
                    <a:pt x="107988" y="43907"/>
                    <a:pt x="104884" y="30070"/>
                    <a:pt x="97197" y="18583"/>
                  </a:cubicBezTo>
                  <a:cubicBezTo>
                    <a:pt x="89510" y="7096"/>
                    <a:pt x="76108" y="-1606"/>
                    <a:pt x="62417" y="250"/>
                  </a:cubicBezTo>
                  <a:cubicBezTo>
                    <a:pt x="58907" y="743"/>
                    <a:pt x="55397" y="1875"/>
                    <a:pt x="51887" y="3209"/>
                  </a:cubicBezTo>
                  <a:cubicBezTo>
                    <a:pt x="59110" y="1382"/>
                    <a:pt x="65926" y="1150"/>
                    <a:pt x="73295" y="4456"/>
                  </a:cubicBezTo>
                  <a:cubicBezTo>
                    <a:pt x="92121" y="12898"/>
                    <a:pt x="99518" y="35553"/>
                    <a:pt x="100910" y="54611"/>
                  </a:cubicBezTo>
                  <a:cubicBezTo>
                    <a:pt x="101084" y="57019"/>
                    <a:pt x="97980" y="58759"/>
                    <a:pt x="96008" y="57425"/>
                  </a:cubicBezTo>
                  <a:cubicBezTo>
                    <a:pt x="90003" y="53364"/>
                    <a:pt x="84289" y="48839"/>
                    <a:pt x="78342" y="44690"/>
                  </a:cubicBezTo>
                  <a:cubicBezTo>
                    <a:pt x="79589" y="50666"/>
                    <a:pt x="82055" y="56410"/>
                    <a:pt x="84289" y="62008"/>
                  </a:cubicBezTo>
                  <a:cubicBezTo>
                    <a:pt x="85362" y="64648"/>
                    <a:pt x="81736" y="67172"/>
                    <a:pt x="79502" y="65692"/>
                  </a:cubicBezTo>
                  <a:cubicBezTo>
                    <a:pt x="73121" y="61399"/>
                    <a:pt x="66942" y="56526"/>
                    <a:pt x="59980" y="53219"/>
                  </a:cubicBezTo>
                  <a:cubicBezTo>
                    <a:pt x="62649" y="62124"/>
                    <a:pt x="66072" y="70768"/>
                    <a:pt x="70220" y="79123"/>
                  </a:cubicBezTo>
                  <a:cubicBezTo>
                    <a:pt x="71757" y="82198"/>
                    <a:pt x="68740" y="84866"/>
                    <a:pt x="65753" y="83590"/>
                  </a:cubicBezTo>
                  <a:cubicBezTo>
                    <a:pt x="58211" y="80312"/>
                    <a:pt x="50843" y="76367"/>
                    <a:pt x="42923" y="74133"/>
                  </a:cubicBezTo>
                  <a:cubicBezTo>
                    <a:pt x="46027" y="83503"/>
                    <a:pt x="53279" y="90987"/>
                    <a:pt x="57834" y="99747"/>
                  </a:cubicBezTo>
                  <a:cubicBezTo>
                    <a:pt x="59081" y="102184"/>
                    <a:pt x="56992" y="105375"/>
                    <a:pt x="54149" y="104534"/>
                  </a:cubicBezTo>
                  <a:cubicBezTo>
                    <a:pt x="37064" y="99399"/>
                    <a:pt x="15018" y="92901"/>
                    <a:pt x="6518" y="75468"/>
                  </a:cubicBezTo>
                  <a:cubicBezTo>
                    <a:pt x="1993" y="66156"/>
                    <a:pt x="2429" y="55365"/>
                    <a:pt x="5503" y="45677"/>
                  </a:cubicBezTo>
                  <a:cubicBezTo>
                    <a:pt x="1964" y="53016"/>
                    <a:pt x="-704" y="60471"/>
                    <a:pt x="166" y="68361"/>
                  </a:cubicBezTo>
                  <a:cubicBezTo>
                    <a:pt x="1616" y="81530"/>
                    <a:pt x="12726" y="91712"/>
                    <a:pt x="24706" y="97543"/>
                  </a:cubicBezTo>
                  <a:cubicBezTo>
                    <a:pt x="26766" y="98529"/>
                    <a:pt x="28855" y="99457"/>
                    <a:pt x="30943" y="100298"/>
                  </a:cubicBezTo>
                  <a:cubicBezTo>
                    <a:pt x="36774" y="101749"/>
                    <a:pt x="42401" y="103837"/>
                    <a:pt x="47971" y="106245"/>
                  </a:cubicBezTo>
                  <a:cubicBezTo>
                    <a:pt x="48029" y="106245"/>
                    <a:pt x="48058" y="106245"/>
                    <a:pt x="48116" y="106303"/>
                  </a:cubicBezTo>
                  <a:cubicBezTo>
                    <a:pt x="52351" y="107782"/>
                    <a:pt x="56586" y="109349"/>
                    <a:pt x="60705" y="111205"/>
                  </a:cubicBezTo>
                  <a:cubicBezTo>
                    <a:pt x="64592" y="93685"/>
                    <a:pt x="73469" y="78020"/>
                    <a:pt x="89800" y="69028"/>
                  </a:cubicBezTo>
                  <a:cubicBezTo>
                    <a:pt x="90786" y="68477"/>
                    <a:pt x="91744" y="68506"/>
                    <a:pt x="92527" y="68854"/>
                  </a:cubicBezTo>
                  <a:cubicBezTo>
                    <a:pt x="98474" y="64880"/>
                    <a:pt x="104826" y="61486"/>
                    <a:pt x="111527" y="58846"/>
                  </a:cubicBezTo>
                  <a:lnTo>
                    <a:pt x="110918" y="57454"/>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8" name="Google Shape;1138;p28"/>
            <p:cNvSpPr/>
            <p:nvPr/>
          </p:nvSpPr>
          <p:spPr>
            <a:xfrm>
              <a:off x="4224703" y="2265146"/>
              <a:ext cx="104602" cy="113710"/>
            </a:xfrm>
            <a:custGeom>
              <a:rect b="b" l="l" r="r" t="t"/>
              <a:pathLst>
                <a:path extrusionOk="0" h="113710" w="104602">
                  <a:moveTo>
                    <a:pt x="100541" y="21060"/>
                  </a:moveTo>
                  <a:cubicBezTo>
                    <a:pt x="100918" y="18333"/>
                    <a:pt x="101382" y="15664"/>
                    <a:pt x="101963" y="13025"/>
                  </a:cubicBezTo>
                  <a:cubicBezTo>
                    <a:pt x="97843" y="11168"/>
                    <a:pt x="93608" y="9602"/>
                    <a:pt x="89373" y="8122"/>
                  </a:cubicBezTo>
                  <a:cubicBezTo>
                    <a:pt x="89315" y="8064"/>
                    <a:pt x="89286" y="8064"/>
                    <a:pt x="89228" y="8064"/>
                  </a:cubicBezTo>
                  <a:cubicBezTo>
                    <a:pt x="83513" y="6121"/>
                    <a:pt x="77770" y="4293"/>
                    <a:pt x="72201" y="2118"/>
                  </a:cubicBezTo>
                  <a:cubicBezTo>
                    <a:pt x="68952" y="1276"/>
                    <a:pt x="65645" y="638"/>
                    <a:pt x="62280" y="290"/>
                  </a:cubicBezTo>
                  <a:cubicBezTo>
                    <a:pt x="48559" y="-1160"/>
                    <a:pt x="33417" y="2756"/>
                    <a:pt x="24860" y="13634"/>
                  </a:cubicBezTo>
                  <a:cubicBezTo>
                    <a:pt x="19145" y="20857"/>
                    <a:pt x="16940" y="30168"/>
                    <a:pt x="13141" y="38493"/>
                  </a:cubicBezTo>
                  <a:cubicBezTo>
                    <a:pt x="10298" y="44672"/>
                    <a:pt x="5831" y="50764"/>
                    <a:pt x="0" y="53810"/>
                  </a:cubicBezTo>
                  <a:cubicBezTo>
                    <a:pt x="667" y="53781"/>
                    <a:pt x="1392" y="53897"/>
                    <a:pt x="2059" y="54332"/>
                  </a:cubicBezTo>
                  <a:cubicBezTo>
                    <a:pt x="9863" y="48153"/>
                    <a:pt x="13373" y="39190"/>
                    <a:pt x="17230" y="30342"/>
                  </a:cubicBezTo>
                  <a:cubicBezTo>
                    <a:pt x="20973" y="21785"/>
                    <a:pt x="25614" y="13779"/>
                    <a:pt x="33533" y="8470"/>
                  </a:cubicBezTo>
                  <a:cubicBezTo>
                    <a:pt x="53345" y="-4786"/>
                    <a:pt x="77509" y="4873"/>
                    <a:pt x="93057" y="20132"/>
                  </a:cubicBezTo>
                  <a:cubicBezTo>
                    <a:pt x="94797" y="21843"/>
                    <a:pt x="93986" y="24947"/>
                    <a:pt x="91607" y="25585"/>
                  </a:cubicBezTo>
                  <a:cubicBezTo>
                    <a:pt x="84007" y="27645"/>
                    <a:pt x="76059" y="28080"/>
                    <a:pt x="68400" y="29675"/>
                  </a:cubicBezTo>
                  <a:cubicBezTo>
                    <a:pt x="74985" y="35100"/>
                    <a:pt x="83194" y="38290"/>
                    <a:pt x="91027" y="41655"/>
                  </a:cubicBezTo>
                  <a:cubicBezTo>
                    <a:pt x="93666" y="42787"/>
                    <a:pt x="92767" y="46993"/>
                    <a:pt x="90243" y="47602"/>
                  </a:cubicBezTo>
                  <a:cubicBezTo>
                    <a:pt x="81048" y="49836"/>
                    <a:pt x="71533" y="51083"/>
                    <a:pt x="62483" y="53984"/>
                  </a:cubicBezTo>
                  <a:cubicBezTo>
                    <a:pt x="70808" y="60743"/>
                    <a:pt x="81889" y="63614"/>
                    <a:pt x="91027" y="69155"/>
                  </a:cubicBezTo>
                  <a:cubicBezTo>
                    <a:pt x="93231" y="70489"/>
                    <a:pt x="92999" y="73390"/>
                    <a:pt x="91027" y="74782"/>
                  </a:cubicBezTo>
                  <a:cubicBezTo>
                    <a:pt x="84239" y="79540"/>
                    <a:pt x="76958" y="83543"/>
                    <a:pt x="69300" y="86618"/>
                  </a:cubicBezTo>
                  <a:cubicBezTo>
                    <a:pt x="77248" y="87923"/>
                    <a:pt x="85399" y="87952"/>
                    <a:pt x="93492" y="87952"/>
                  </a:cubicBezTo>
                  <a:cubicBezTo>
                    <a:pt x="96828" y="87952"/>
                    <a:pt x="97785" y="92303"/>
                    <a:pt x="95146" y="94015"/>
                  </a:cubicBezTo>
                  <a:cubicBezTo>
                    <a:pt x="85718" y="100164"/>
                    <a:pt x="74608" y="109041"/>
                    <a:pt x="62860" y="113711"/>
                  </a:cubicBezTo>
                  <a:cubicBezTo>
                    <a:pt x="63759" y="113421"/>
                    <a:pt x="64658" y="113160"/>
                    <a:pt x="65529" y="112841"/>
                  </a:cubicBezTo>
                  <a:cubicBezTo>
                    <a:pt x="78379" y="108054"/>
                    <a:pt x="90011" y="100193"/>
                    <a:pt x="103239" y="96509"/>
                  </a:cubicBezTo>
                  <a:lnTo>
                    <a:pt x="104602" y="95900"/>
                  </a:lnTo>
                  <a:cubicBezTo>
                    <a:pt x="94188" y="72665"/>
                    <a:pt x="93550" y="45919"/>
                    <a:pt x="100541" y="211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39" name="Google Shape;1139;p28"/>
          <p:cNvGrpSpPr/>
          <p:nvPr/>
        </p:nvGrpSpPr>
        <p:grpSpPr>
          <a:xfrm>
            <a:off x="228600" y="228600"/>
            <a:ext cx="8686800" cy="4686300"/>
            <a:chOff x="228600" y="228600"/>
            <a:chExt cx="8686800" cy="4686300"/>
          </a:xfrm>
        </p:grpSpPr>
        <p:sp>
          <p:nvSpPr>
            <p:cNvPr id="1140" name="Google Shape;1140;p28"/>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1141" name="Google Shape;1141;p28"/>
            <p:cNvGrpSpPr/>
            <p:nvPr/>
          </p:nvGrpSpPr>
          <p:grpSpPr>
            <a:xfrm>
              <a:off x="333904" y="365653"/>
              <a:ext cx="1210874" cy="1218592"/>
              <a:chOff x="2083365" y="2107621"/>
              <a:chExt cx="309829" cy="311796"/>
            </a:xfrm>
          </p:grpSpPr>
          <p:sp>
            <p:nvSpPr>
              <p:cNvPr id="1142" name="Google Shape;1142;p28"/>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3" name="Google Shape;1143;p28"/>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4" name="Google Shape;1144;p28"/>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5" name="Google Shape;1145;p28"/>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46" name="Google Shape;1146;p28"/>
            <p:cNvGrpSpPr/>
            <p:nvPr/>
          </p:nvGrpSpPr>
          <p:grpSpPr>
            <a:xfrm>
              <a:off x="7599218" y="365653"/>
              <a:ext cx="1210878" cy="1218592"/>
              <a:chOff x="3498340" y="2107621"/>
              <a:chExt cx="309830" cy="311796"/>
            </a:xfrm>
          </p:grpSpPr>
          <p:sp>
            <p:nvSpPr>
              <p:cNvPr id="1147" name="Google Shape;1147;p28"/>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8" name="Google Shape;1148;p28"/>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9" name="Google Shape;1149;p28"/>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0" name="Google Shape;1150;p28"/>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51" name="Google Shape;1151;p28"/>
            <p:cNvGrpSpPr/>
            <p:nvPr/>
          </p:nvGrpSpPr>
          <p:grpSpPr>
            <a:xfrm>
              <a:off x="333904" y="3559446"/>
              <a:ext cx="1210874" cy="1218588"/>
              <a:chOff x="2083365" y="2914852"/>
              <a:chExt cx="309829" cy="311795"/>
            </a:xfrm>
          </p:grpSpPr>
          <p:sp>
            <p:nvSpPr>
              <p:cNvPr id="1152" name="Google Shape;1152;p28"/>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3" name="Google Shape;1153;p28"/>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4" name="Google Shape;1154;p28"/>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5" name="Google Shape;1155;p28"/>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56" name="Google Shape;1156;p28"/>
            <p:cNvGrpSpPr/>
            <p:nvPr/>
          </p:nvGrpSpPr>
          <p:grpSpPr>
            <a:xfrm>
              <a:off x="7523018" y="3559446"/>
              <a:ext cx="1210878" cy="1218588"/>
              <a:chOff x="3478843" y="2914852"/>
              <a:chExt cx="309830" cy="311795"/>
            </a:xfrm>
          </p:grpSpPr>
          <p:sp>
            <p:nvSpPr>
              <p:cNvPr id="1157" name="Google Shape;1157;p28"/>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8" name="Google Shape;1158;p28"/>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9" name="Google Shape;1159;p28"/>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0" name="Google Shape;1160;p28"/>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161" name="Google Shape;1161;p28"/>
          <p:cNvSpPr txBox="1"/>
          <p:nvPr>
            <p:ph hasCustomPrompt="1" type="title"/>
          </p:nvPr>
        </p:nvSpPr>
        <p:spPr>
          <a:xfrm>
            <a:off x="713225" y="744275"/>
            <a:ext cx="42441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62" name="Google Shape;1162;p28"/>
          <p:cNvSpPr txBox="1"/>
          <p:nvPr>
            <p:ph idx="1" type="subTitle"/>
          </p:nvPr>
        </p:nvSpPr>
        <p:spPr>
          <a:xfrm>
            <a:off x="713225" y="1432207"/>
            <a:ext cx="4244100" cy="37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1163" name="Google Shape;1163;p28"/>
          <p:cNvSpPr txBox="1"/>
          <p:nvPr>
            <p:ph hasCustomPrompt="1" idx="2" type="title"/>
          </p:nvPr>
        </p:nvSpPr>
        <p:spPr>
          <a:xfrm>
            <a:off x="2449950" y="2041979"/>
            <a:ext cx="42441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64" name="Google Shape;1164;p28"/>
          <p:cNvSpPr txBox="1"/>
          <p:nvPr>
            <p:ph idx="3" type="subTitle"/>
          </p:nvPr>
        </p:nvSpPr>
        <p:spPr>
          <a:xfrm>
            <a:off x="2449950" y="2729416"/>
            <a:ext cx="4244100" cy="37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1165" name="Google Shape;1165;p28"/>
          <p:cNvSpPr txBox="1"/>
          <p:nvPr>
            <p:ph hasCustomPrompt="1" idx="4" type="title"/>
          </p:nvPr>
        </p:nvSpPr>
        <p:spPr>
          <a:xfrm>
            <a:off x="4186675" y="3339683"/>
            <a:ext cx="42441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66" name="Google Shape;1166;p28"/>
          <p:cNvSpPr txBox="1"/>
          <p:nvPr>
            <p:ph idx="5" type="subTitle"/>
          </p:nvPr>
        </p:nvSpPr>
        <p:spPr>
          <a:xfrm>
            <a:off x="4186675" y="4026625"/>
            <a:ext cx="4244100" cy="37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167" name="Shape 1167"/>
        <p:cNvGrpSpPr/>
        <p:nvPr/>
      </p:nvGrpSpPr>
      <p:grpSpPr>
        <a:xfrm>
          <a:off x="0" y="0"/>
          <a:ext cx="0" cy="0"/>
          <a:chOff x="0" y="0"/>
          <a:chExt cx="0" cy="0"/>
        </a:xfrm>
      </p:grpSpPr>
      <p:pic>
        <p:nvPicPr>
          <p:cNvPr id="1168" name="Google Shape;1168;p29"/>
          <p:cNvPicPr preferRelativeResize="0"/>
          <p:nvPr/>
        </p:nvPicPr>
        <p:blipFill>
          <a:blip r:embed="rId2">
            <a:alphaModFix/>
          </a:blip>
          <a:stretch>
            <a:fillRect/>
          </a:stretch>
        </p:blipFill>
        <p:spPr>
          <a:xfrm flipH="1">
            <a:off x="-1053775" y="2502275"/>
            <a:ext cx="2564774" cy="4611350"/>
          </a:xfrm>
          <a:prstGeom prst="rect">
            <a:avLst/>
          </a:prstGeom>
          <a:noFill/>
          <a:ln>
            <a:noFill/>
          </a:ln>
        </p:spPr>
      </p:pic>
      <p:grpSp>
        <p:nvGrpSpPr>
          <p:cNvPr id="1169" name="Google Shape;1169;p29"/>
          <p:cNvGrpSpPr/>
          <p:nvPr/>
        </p:nvGrpSpPr>
        <p:grpSpPr>
          <a:xfrm>
            <a:off x="228600" y="228600"/>
            <a:ext cx="8686800" cy="4686300"/>
            <a:chOff x="228600" y="228600"/>
            <a:chExt cx="8686800" cy="4686300"/>
          </a:xfrm>
        </p:grpSpPr>
        <p:sp>
          <p:nvSpPr>
            <p:cNvPr id="1170" name="Google Shape;1170;p29"/>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1171" name="Google Shape;1171;p29"/>
            <p:cNvGrpSpPr/>
            <p:nvPr/>
          </p:nvGrpSpPr>
          <p:grpSpPr>
            <a:xfrm>
              <a:off x="333904" y="365653"/>
              <a:ext cx="1210874" cy="1218592"/>
              <a:chOff x="2083365" y="2107621"/>
              <a:chExt cx="309829" cy="311796"/>
            </a:xfrm>
          </p:grpSpPr>
          <p:sp>
            <p:nvSpPr>
              <p:cNvPr id="1172" name="Google Shape;1172;p29"/>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3" name="Google Shape;1173;p29"/>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4" name="Google Shape;1174;p29"/>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5" name="Google Shape;1175;p29"/>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76" name="Google Shape;1176;p29"/>
            <p:cNvGrpSpPr/>
            <p:nvPr/>
          </p:nvGrpSpPr>
          <p:grpSpPr>
            <a:xfrm>
              <a:off x="7599218" y="365653"/>
              <a:ext cx="1210878" cy="1218592"/>
              <a:chOff x="3498340" y="2107621"/>
              <a:chExt cx="309830" cy="311796"/>
            </a:xfrm>
          </p:grpSpPr>
          <p:sp>
            <p:nvSpPr>
              <p:cNvPr id="1177" name="Google Shape;1177;p29"/>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8" name="Google Shape;1178;p29"/>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9" name="Google Shape;1179;p29"/>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0" name="Google Shape;1180;p29"/>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81" name="Google Shape;1181;p29"/>
            <p:cNvGrpSpPr/>
            <p:nvPr/>
          </p:nvGrpSpPr>
          <p:grpSpPr>
            <a:xfrm>
              <a:off x="333904" y="3559446"/>
              <a:ext cx="1210874" cy="1218588"/>
              <a:chOff x="2083365" y="2914852"/>
              <a:chExt cx="309829" cy="311795"/>
            </a:xfrm>
          </p:grpSpPr>
          <p:sp>
            <p:nvSpPr>
              <p:cNvPr id="1182" name="Google Shape;1182;p29"/>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3" name="Google Shape;1183;p29"/>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4" name="Google Shape;1184;p29"/>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5" name="Google Shape;1185;p29"/>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86" name="Google Shape;1186;p29"/>
            <p:cNvGrpSpPr/>
            <p:nvPr/>
          </p:nvGrpSpPr>
          <p:grpSpPr>
            <a:xfrm>
              <a:off x="7523018" y="3559446"/>
              <a:ext cx="1210878" cy="1218588"/>
              <a:chOff x="3478843" y="2914852"/>
              <a:chExt cx="309830" cy="311795"/>
            </a:xfrm>
          </p:grpSpPr>
          <p:sp>
            <p:nvSpPr>
              <p:cNvPr id="1187" name="Google Shape;1187;p29"/>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8" name="Google Shape;1188;p29"/>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9" name="Google Shape;1189;p29"/>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0" name="Google Shape;1190;p29"/>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191" name="Google Shape;1191;p29"/>
          <p:cNvSpPr txBox="1"/>
          <p:nvPr>
            <p:ph type="title"/>
          </p:nvPr>
        </p:nvSpPr>
        <p:spPr>
          <a:xfrm>
            <a:off x="2347925" y="539489"/>
            <a:ext cx="4448100" cy="122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200"/>
              <a:buNone/>
              <a:defRPr sz="60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192" name="Google Shape;1192;p29"/>
          <p:cNvSpPr txBox="1"/>
          <p:nvPr>
            <p:ph idx="1" type="subTitle"/>
          </p:nvPr>
        </p:nvSpPr>
        <p:spPr>
          <a:xfrm>
            <a:off x="2347925" y="1673161"/>
            <a:ext cx="4448100" cy="105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93" name="Google Shape;1193;p29"/>
          <p:cNvSpPr txBox="1"/>
          <p:nvPr/>
        </p:nvSpPr>
        <p:spPr>
          <a:xfrm>
            <a:off x="2347925" y="3591700"/>
            <a:ext cx="4448100" cy="718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Yuji Syuku"/>
                <a:ea typeface="Yuji Syuku"/>
                <a:cs typeface="Yuji Syuku"/>
                <a:sym typeface="Yuji Syuku"/>
              </a:rPr>
              <a:t>CREDITS:</a:t>
            </a:r>
            <a:r>
              <a:rPr lang="en" sz="1200">
                <a:solidFill>
                  <a:schemeClr val="dk1"/>
                </a:solidFill>
                <a:latin typeface="Yuji Syuku"/>
                <a:ea typeface="Yuji Syuku"/>
                <a:cs typeface="Yuji Syuku"/>
                <a:sym typeface="Yuji Syuku"/>
              </a:rPr>
              <a:t> This presentation template was created by </a:t>
            </a:r>
            <a:r>
              <a:rPr b="1" lang="en" sz="1200" u="sng">
                <a:solidFill>
                  <a:schemeClr val="hlink"/>
                </a:solidFill>
                <a:latin typeface="Yuji Syuku"/>
                <a:ea typeface="Yuji Syuku"/>
                <a:cs typeface="Yuji Syuku"/>
                <a:sym typeface="Yuji Syuku"/>
                <a:hlinkClick r:id="rId3"/>
              </a:rPr>
              <a:t>Slidesgo</a:t>
            </a:r>
            <a:r>
              <a:rPr lang="en" sz="1200">
                <a:solidFill>
                  <a:schemeClr val="dk1"/>
                </a:solidFill>
                <a:latin typeface="Yuji Syuku"/>
                <a:ea typeface="Yuji Syuku"/>
                <a:cs typeface="Yuji Syuku"/>
                <a:sym typeface="Yuji Syuku"/>
              </a:rPr>
              <a:t>, and includes icons by </a:t>
            </a:r>
            <a:r>
              <a:rPr b="1" lang="en" sz="1200" u="sng">
                <a:solidFill>
                  <a:schemeClr val="hlink"/>
                </a:solidFill>
                <a:latin typeface="Yuji Syuku"/>
                <a:ea typeface="Yuji Syuku"/>
                <a:cs typeface="Yuji Syuku"/>
                <a:sym typeface="Yuji Syuku"/>
                <a:hlinkClick r:id="rId4"/>
              </a:rPr>
              <a:t>Flaticon</a:t>
            </a:r>
            <a:r>
              <a:rPr lang="en" sz="1200">
                <a:solidFill>
                  <a:schemeClr val="dk1"/>
                </a:solidFill>
                <a:latin typeface="Yuji Syuku"/>
                <a:ea typeface="Yuji Syuku"/>
                <a:cs typeface="Yuji Syuku"/>
                <a:sym typeface="Yuji Syuku"/>
              </a:rPr>
              <a:t>, and infographics &amp; images by </a:t>
            </a:r>
            <a:r>
              <a:rPr b="1" lang="en" sz="1200" u="sng">
                <a:solidFill>
                  <a:schemeClr val="hlink"/>
                </a:solidFill>
                <a:latin typeface="Yuji Syuku"/>
                <a:ea typeface="Yuji Syuku"/>
                <a:cs typeface="Yuji Syuku"/>
                <a:sym typeface="Yuji Syuku"/>
                <a:hlinkClick r:id="rId5"/>
              </a:rPr>
              <a:t>Freepik</a:t>
            </a:r>
            <a:r>
              <a:rPr lang="en" sz="1200" u="sng">
                <a:solidFill>
                  <a:schemeClr val="dk1"/>
                </a:solidFill>
                <a:latin typeface="Yuji Syuku"/>
                <a:ea typeface="Yuji Syuku"/>
                <a:cs typeface="Yuji Syuku"/>
                <a:sym typeface="Yuji Syuku"/>
              </a:rPr>
              <a:t> </a:t>
            </a:r>
            <a:endParaRPr b="1" sz="1200" u="sng">
              <a:solidFill>
                <a:schemeClr val="dk1"/>
              </a:solidFill>
              <a:latin typeface="Yuji Syuku"/>
              <a:ea typeface="Yuji Syuku"/>
              <a:cs typeface="Yuji Syuku"/>
              <a:sym typeface="Yuji Syuku"/>
            </a:endParaRPr>
          </a:p>
        </p:txBody>
      </p:sp>
      <p:pic>
        <p:nvPicPr>
          <p:cNvPr id="1194" name="Google Shape;1194;p29"/>
          <p:cNvPicPr preferRelativeResize="0"/>
          <p:nvPr/>
        </p:nvPicPr>
        <p:blipFill rotWithShape="1">
          <a:blip r:embed="rId2">
            <a:alphaModFix/>
          </a:blip>
          <a:srcRect b="51616" l="0" r="27351" t="0"/>
          <a:stretch/>
        </p:blipFill>
        <p:spPr>
          <a:xfrm flipH="1">
            <a:off x="-352301" y="2502275"/>
            <a:ext cx="1863301" cy="22311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195" name="Shape 1195"/>
        <p:cNvGrpSpPr/>
        <p:nvPr/>
      </p:nvGrpSpPr>
      <p:grpSpPr>
        <a:xfrm>
          <a:off x="0" y="0"/>
          <a:ext cx="0" cy="0"/>
          <a:chOff x="0" y="0"/>
          <a:chExt cx="0" cy="0"/>
        </a:xfrm>
      </p:grpSpPr>
      <p:grpSp>
        <p:nvGrpSpPr>
          <p:cNvPr id="1196" name="Google Shape;1196;p30"/>
          <p:cNvGrpSpPr/>
          <p:nvPr/>
        </p:nvGrpSpPr>
        <p:grpSpPr>
          <a:xfrm>
            <a:off x="8225682" y="-76212"/>
            <a:ext cx="994509" cy="983671"/>
            <a:chOff x="2435725" y="4245851"/>
            <a:chExt cx="667142" cy="659916"/>
          </a:xfrm>
        </p:grpSpPr>
        <p:sp>
          <p:nvSpPr>
            <p:cNvPr id="1197" name="Google Shape;1197;p30"/>
            <p:cNvSpPr/>
            <p:nvPr/>
          </p:nvSpPr>
          <p:spPr>
            <a:xfrm>
              <a:off x="2435725" y="4245851"/>
              <a:ext cx="667142" cy="659916"/>
            </a:xfrm>
            <a:custGeom>
              <a:rect b="b" l="l" r="r" t="t"/>
              <a:pathLst>
                <a:path extrusionOk="0" h="659916" w="667142">
                  <a:moveTo>
                    <a:pt x="439272" y="304447"/>
                  </a:moveTo>
                  <a:cubicBezTo>
                    <a:pt x="443101" y="312859"/>
                    <a:pt x="452412" y="318951"/>
                    <a:pt x="461695" y="317935"/>
                  </a:cubicBezTo>
                  <a:cubicBezTo>
                    <a:pt x="473704" y="316630"/>
                    <a:pt x="483248" y="304070"/>
                    <a:pt x="481188" y="292176"/>
                  </a:cubicBezTo>
                  <a:cubicBezTo>
                    <a:pt x="479013" y="279906"/>
                    <a:pt x="464770" y="271233"/>
                    <a:pt x="453022" y="275323"/>
                  </a:cubicBezTo>
                  <a:cubicBezTo>
                    <a:pt x="442173" y="279094"/>
                    <a:pt x="436487" y="293221"/>
                    <a:pt x="441186" y="303577"/>
                  </a:cubicBezTo>
                  <a:lnTo>
                    <a:pt x="439272" y="304447"/>
                  </a:lnTo>
                  <a:close/>
                  <a:moveTo>
                    <a:pt x="453457" y="391035"/>
                  </a:moveTo>
                  <a:lnTo>
                    <a:pt x="454820" y="393704"/>
                  </a:lnTo>
                  <a:cubicBezTo>
                    <a:pt x="443101" y="402000"/>
                    <a:pt x="448119" y="423988"/>
                    <a:pt x="462130" y="426889"/>
                  </a:cubicBezTo>
                  <a:cubicBezTo>
                    <a:pt x="476199" y="429790"/>
                    <a:pt x="489572" y="412588"/>
                    <a:pt x="483741" y="399505"/>
                  </a:cubicBezTo>
                  <a:cubicBezTo>
                    <a:pt x="478897" y="388541"/>
                    <a:pt x="463551" y="385263"/>
                    <a:pt x="453457" y="391035"/>
                  </a:cubicBezTo>
                  <a:close/>
                  <a:moveTo>
                    <a:pt x="326199" y="209330"/>
                  </a:moveTo>
                  <a:cubicBezTo>
                    <a:pt x="337396" y="205849"/>
                    <a:pt x="345402" y="192477"/>
                    <a:pt x="341196" y="181337"/>
                  </a:cubicBezTo>
                  <a:cubicBezTo>
                    <a:pt x="336236" y="168516"/>
                    <a:pt x="316047" y="164919"/>
                    <a:pt x="307634" y="175826"/>
                  </a:cubicBezTo>
                  <a:cubicBezTo>
                    <a:pt x="299512" y="186414"/>
                    <a:pt x="308621" y="204747"/>
                    <a:pt x="321703" y="204747"/>
                  </a:cubicBezTo>
                  <a:lnTo>
                    <a:pt x="326112" y="206371"/>
                  </a:lnTo>
                  <a:cubicBezTo>
                    <a:pt x="326170" y="207358"/>
                    <a:pt x="326228" y="208344"/>
                    <a:pt x="326228" y="209330"/>
                  </a:cubicBezTo>
                  <a:close/>
                  <a:moveTo>
                    <a:pt x="396543" y="221020"/>
                  </a:moveTo>
                  <a:lnTo>
                    <a:pt x="399212" y="221078"/>
                  </a:lnTo>
                  <a:cubicBezTo>
                    <a:pt x="412033" y="225052"/>
                    <a:pt x="426712" y="211970"/>
                    <a:pt x="424304" y="198771"/>
                  </a:cubicBezTo>
                  <a:cubicBezTo>
                    <a:pt x="421896" y="185573"/>
                    <a:pt x="403563" y="178582"/>
                    <a:pt x="392975" y="186762"/>
                  </a:cubicBezTo>
                  <a:cubicBezTo>
                    <a:pt x="382387" y="195000"/>
                    <a:pt x="384563" y="214493"/>
                    <a:pt x="396746" y="220150"/>
                  </a:cubicBezTo>
                  <a:lnTo>
                    <a:pt x="396572" y="221020"/>
                  </a:lnTo>
                  <a:close/>
                  <a:moveTo>
                    <a:pt x="272303" y="256816"/>
                  </a:moveTo>
                  <a:cubicBezTo>
                    <a:pt x="271316" y="255017"/>
                    <a:pt x="270330" y="253103"/>
                    <a:pt x="269402" y="251246"/>
                  </a:cubicBezTo>
                  <a:cubicBezTo>
                    <a:pt x="279120" y="245184"/>
                    <a:pt x="280918" y="228939"/>
                    <a:pt x="272129" y="221223"/>
                  </a:cubicBezTo>
                  <a:cubicBezTo>
                    <a:pt x="262788" y="213101"/>
                    <a:pt x="245615" y="217945"/>
                    <a:pt x="241961" y="229781"/>
                  </a:cubicBezTo>
                  <a:cubicBezTo>
                    <a:pt x="238480" y="241064"/>
                    <a:pt x="248574" y="254002"/>
                    <a:pt x="260177" y="254002"/>
                  </a:cubicBezTo>
                  <a:lnTo>
                    <a:pt x="272303" y="256845"/>
                  </a:lnTo>
                  <a:close/>
                  <a:moveTo>
                    <a:pt x="282774" y="472373"/>
                  </a:moveTo>
                  <a:lnTo>
                    <a:pt x="282339" y="472315"/>
                  </a:lnTo>
                  <a:cubicBezTo>
                    <a:pt x="270562" y="467355"/>
                    <a:pt x="255391" y="478320"/>
                    <a:pt x="256406" y="491083"/>
                  </a:cubicBezTo>
                  <a:cubicBezTo>
                    <a:pt x="257393" y="503789"/>
                    <a:pt x="274130" y="512201"/>
                    <a:pt x="284950" y="505442"/>
                  </a:cubicBezTo>
                  <a:cubicBezTo>
                    <a:pt x="295857" y="498625"/>
                    <a:pt x="295538" y="479915"/>
                    <a:pt x="284515" y="473418"/>
                  </a:cubicBezTo>
                  <a:lnTo>
                    <a:pt x="282717" y="473156"/>
                  </a:lnTo>
                  <a:cubicBezTo>
                    <a:pt x="282717" y="472895"/>
                    <a:pt x="282717" y="472605"/>
                    <a:pt x="282774" y="472344"/>
                  </a:cubicBezTo>
                  <a:close/>
                  <a:moveTo>
                    <a:pt x="325068" y="270914"/>
                  </a:moveTo>
                  <a:cubicBezTo>
                    <a:pt x="317381" y="271030"/>
                    <a:pt x="309897" y="273263"/>
                    <a:pt x="303834" y="278108"/>
                  </a:cubicBezTo>
                  <a:cubicBezTo>
                    <a:pt x="295654" y="280660"/>
                    <a:pt x="288112" y="285360"/>
                    <a:pt x="282339" y="291683"/>
                  </a:cubicBezTo>
                  <a:cubicBezTo>
                    <a:pt x="264180" y="311379"/>
                    <a:pt x="265863" y="345754"/>
                    <a:pt x="285443" y="364000"/>
                  </a:cubicBezTo>
                  <a:cubicBezTo>
                    <a:pt x="305081" y="382217"/>
                    <a:pt x="338963" y="381724"/>
                    <a:pt x="358398" y="363188"/>
                  </a:cubicBezTo>
                  <a:cubicBezTo>
                    <a:pt x="363242" y="358546"/>
                    <a:pt x="367071" y="353035"/>
                    <a:pt x="369740" y="346972"/>
                  </a:cubicBezTo>
                  <a:cubicBezTo>
                    <a:pt x="377862" y="328813"/>
                    <a:pt x="376180" y="306042"/>
                    <a:pt x="364113" y="290001"/>
                  </a:cubicBezTo>
                  <a:cubicBezTo>
                    <a:pt x="362749" y="288202"/>
                    <a:pt x="361270" y="286520"/>
                    <a:pt x="359645" y="284924"/>
                  </a:cubicBezTo>
                  <a:cubicBezTo>
                    <a:pt x="350479" y="276019"/>
                    <a:pt x="337483" y="270740"/>
                    <a:pt x="325097" y="270943"/>
                  </a:cubicBezTo>
                  <a:close/>
                  <a:moveTo>
                    <a:pt x="145538" y="380331"/>
                  </a:moveTo>
                  <a:cubicBezTo>
                    <a:pt x="123928" y="389991"/>
                    <a:pt x="99213" y="392544"/>
                    <a:pt x="76123" y="387467"/>
                  </a:cubicBezTo>
                  <a:cubicBezTo>
                    <a:pt x="37049" y="378794"/>
                    <a:pt x="2849" y="345116"/>
                    <a:pt x="151" y="305172"/>
                  </a:cubicBezTo>
                  <a:cubicBezTo>
                    <a:pt x="-2576" y="265170"/>
                    <a:pt x="32031" y="224675"/>
                    <a:pt x="72062" y="226822"/>
                  </a:cubicBezTo>
                  <a:cubicBezTo>
                    <a:pt x="44069" y="202484"/>
                    <a:pt x="43837" y="154621"/>
                    <a:pt x="68407" y="126861"/>
                  </a:cubicBezTo>
                  <a:cubicBezTo>
                    <a:pt x="93005" y="99042"/>
                    <a:pt x="136720" y="92428"/>
                    <a:pt x="170659" y="107425"/>
                  </a:cubicBezTo>
                  <a:cubicBezTo>
                    <a:pt x="195432" y="118390"/>
                    <a:pt x="214751" y="139305"/>
                    <a:pt x="226383" y="163904"/>
                  </a:cubicBezTo>
                  <a:cubicBezTo>
                    <a:pt x="219769" y="140552"/>
                    <a:pt x="215302" y="116650"/>
                    <a:pt x="213069" y="92515"/>
                  </a:cubicBezTo>
                  <a:cubicBezTo>
                    <a:pt x="211531" y="75720"/>
                    <a:pt x="211096" y="58199"/>
                    <a:pt x="217217" y="42477"/>
                  </a:cubicBezTo>
                  <a:cubicBezTo>
                    <a:pt x="228791" y="12454"/>
                    <a:pt x="264413" y="-5154"/>
                    <a:pt x="296002" y="1344"/>
                  </a:cubicBezTo>
                  <a:cubicBezTo>
                    <a:pt x="327534" y="7784"/>
                    <a:pt x="352654" y="35834"/>
                    <a:pt x="358427" y="67540"/>
                  </a:cubicBezTo>
                  <a:cubicBezTo>
                    <a:pt x="360980" y="39924"/>
                    <a:pt x="388943" y="20663"/>
                    <a:pt x="416385" y="16892"/>
                  </a:cubicBezTo>
                  <a:cubicBezTo>
                    <a:pt x="428017" y="15355"/>
                    <a:pt x="440229" y="15848"/>
                    <a:pt x="450875" y="20663"/>
                  </a:cubicBezTo>
                  <a:cubicBezTo>
                    <a:pt x="472544" y="30381"/>
                    <a:pt x="483190" y="55414"/>
                    <a:pt x="486294" y="78998"/>
                  </a:cubicBezTo>
                  <a:cubicBezTo>
                    <a:pt x="491544" y="119319"/>
                    <a:pt x="479680" y="161612"/>
                    <a:pt x="454472" y="193492"/>
                  </a:cubicBezTo>
                  <a:lnTo>
                    <a:pt x="457083" y="195406"/>
                  </a:lnTo>
                  <a:cubicBezTo>
                    <a:pt x="470571" y="177334"/>
                    <a:pt x="485394" y="159930"/>
                    <a:pt x="503843" y="146992"/>
                  </a:cubicBezTo>
                  <a:cubicBezTo>
                    <a:pt x="523598" y="133126"/>
                    <a:pt x="548051" y="124685"/>
                    <a:pt x="571896" y="128485"/>
                  </a:cubicBezTo>
                  <a:cubicBezTo>
                    <a:pt x="593274" y="131879"/>
                    <a:pt x="612884" y="145397"/>
                    <a:pt x="623675" y="164223"/>
                  </a:cubicBezTo>
                  <a:cubicBezTo>
                    <a:pt x="634437" y="182991"/>
                    <a:pt x="636177" y="206777"/>
                    <a:pt x="628316" y="226967"/>
                  </a:cubicBezTo>
                  <a:cubicBezTo>
                    <a:pt x="622863" y="240833"/>
                    <a:pt x="612449" y="253335"/>
                    <a:pt x="598351" y="258237"/>
                  </a:cubicBezTo>
                  <a:cubicBezTo>
                    <a:pt x="617554" y="262937"/>
                    <a:pt x="637802" y="268216"/>
                    <a:pt x="651493" y="282401"/>
                  </a:cubicBezTo>
                  <a:cubicBezTo>
                    <a:pt x="666490" y="297891"/>
                    <a:pt x="670580" y="322026"/>
                    <a:pt x="664315" y="342650"/>
                  </a:cubicBezTo>
                  <a:cubicBezTo>
                    <a:pt x="658049" y="363275"/>
                    <a:pt x="642588" y="380302"/>
                    <a:pt x="624110" y="391441"/>
                  </a:cubicBezTo>
                  <a:cubicBezTo>
                    <a:pt x="597423" y="407541"/>
                    <a:pt x="563977" y="411631"/>
                    <a:pt x="534012" y="403218"/>
                  </a:cubicBezTo>
                  <a:cubicBezTo>
                    <a:pt x="556928" y="415663"/>
                    <a:pt x="576914" y="433503"/>
                    <a:pt x="591795" y="454940"/>
                  </a:cubicBezTo>
                  <a:cubicBezTo>
                    <a:pt x="603804" y="472228"/>
                    <a:pt x="612652" y="492969"/>
                    <a:pt x="610447" y="513971"/>
                  </a:cubicBezTo>
                  <a:cubicBezTo>
                    <a:pt x="607546" y="540861"/>
                    <a:pt x="585181" y="563893"/>
                    <a:pt x="558813" y="569840"/>
                  </a:cubicBezTo>
                  <a:cubicBezTo>
                    <a:pt x="532358" y="575786"/>
                    <a:pt x="503524" y="565518"/>
                    <a:pt x="484930" y="545821"/>
                  </a:cubicBezTo>
                  <a:cubicBezTo>
                    <a:pt x="487396" y="582980"/>
                    <a:pt x="484756" y="626579"/>
                    <a:pt x="454211" y="647871"/>
                  </a:cubicBezTo>
                  <a:cubicBezTo>
                    <a:pt x="422012" y="670352"/>
                    <a:pt x="374584" y="653324"/>
                    <a:pt x="350914" y="622054"/>
                  </a:cubicBezTo>
                  <a:cubicBezTo>
                    <a:pt x="327185" y="590783"/>
                    <a:pt x="321065" y="550027"/>
                    <a:pt x="315669" y="511128"/>
                  </a:cubicBezTo>
                  <a:lnTo>
                    <a:pt x="311637" y="511128"/>
                  </a:lnTo>
                  <a:cubicBezTo>
                    <a:pt x="311579" y="546227"/>
                    <a:pt x="311028" y="582719"/>
                    <a:pt x="294929" y="613815"/>
                  </a:cubicBezTo>
                  <a:cubicBezTo>
                    <a:pt x="278655" y="645202"/>
                    <a:pt x="241061" y="668611"/>
                    <a:pt x="207731" y="656805"/>
                  </a:cubicBezTo>
                  <a:cubicBezTo>
                    <a:pt x="183713" y="648248"/>
                    <a:pt x="168106" y="623417"/>
                    <a:pt x="164887" y="598093"/>
                  </a:cubicBezTo>
                  <a:cubicBezTo>
                    <a:pt x="161667" y="572827"/>
                    <a:pt x="168977" y="547243"/>
                    <a:pt x="179448" y="524036"/>
                  </a:cubicBezTo>
                  <a:cubicBezTo>
                    <a:pt x="149484" y="542746"/>
                    <a:pt x="109917" y="558962"/>
                    <a:pt x="80619" y="539149"/>
                  </a:cubicBezTo>
                  <a:cubicBezTo>
                    <a:pt x="52626" y="520323"/>
                    <a:pt x="51872" y="476898"/>
                    <a:pt x="69857" y="448355"/>
                  </a:cubicBezTo>
                  <a:cubicBezTo>
                    <a:pt x="87871" y="419869"/>
                    <a:pt x="118851" y="402638"/>
                    <a:pt x="148555" y="386626"/>
                  </a:cubicBezTo>
                  <a:lnTo>
                    <a:pt x="145654" y="380447"/>
                  </a:lnTo>
                  <a:close/>
                  <a:moveTo>
                    <a:pt x="188267" y="299196"/>
                  </a:moveTo>
                  <a:cubicBezTo>
                    <a:pt x="186469" y="286926"/>
                    <a:pt x="171674" y="277586"/>
                    <a:pt x="160100" y="282662"/>
                  </a:cubicBezTo>
                  <a:cubicBezTo>
                    <a:pt x="147453" y="288173"/>
                    <a:pt x="145248" y="308595"/>
                    <a:pt x="156619" y="316282"/>
                  </a:cubicBezTo>
                  <a:cubicBezTo>
                    <a:pt x="168019" y="323969"/>
                    <a:pt x="186469" y="313381"/>
                    <a:pt x="185163" y="299748"/>
                  </a:cubicBezTo>
                  <a:lnTo>
                    <a:pt x="188267" y="299196"/>
                  </a:lnTo>
                  <a:close/>
                  <a:moveTo>
                    <a:pt x="219654" y="387641"/>
                  </a:moveTo>
                  <a:cubicBezTo>
                    <a:pt x="211908" y="379896"/>
                    <a:pt x="197346" y="379519"/>
                    <a:pt x="190240" y="388018"/>
                  </a:cubicBezTo>
                  <a:cubicBezTo>
                    <a:pt x="182436" y="397301"/>
                    <a:pt x="187687" y="414329"/>
                    <a:pt x="199580" y="416765"/>
                  </a:cubicBezTo>
                  <a:cubicBezTo>
                    <a:pt x="211473" y="419173"/>
                    <a:pt x="222989" y="404118"/>
                    <a:pt x="216869" y="393675"/>
                  </a:cubicBezTo>
                  <a:lnTo>
                    <a:pt x="218899" y="388047"/>
                  </a:lnTo>
                  <a:lnTo>
                    <a:pt x="219654" y="387670"/>
                  </a:lnTo>
                  <a:close/>
                  <a:moveTo>
                    <a:pt x="365737" y="460712"/>
                  </a:moveTo>
                  <a:cubicBezTo>
                    <a:pt x="377021" y="466223"/>
                    <a:pt x="392424" y="455752"/>
                    <a:pt x="391496" y="443249"/>
                  </a:cubicBezTo>
                  <a:cubicBezTo>
                    <a:pt x="390568" y="430747"/>
                    <a:pt x="373859" y="422625"/>
                    <a:pt x="363445" y="429674"/>
                  </a:cubicBezTo>
                  <a:cubicBezTo>
                    <a:pt x="353032" y="436723"/>
                    <a:pt x="354395" y="455259"/>
                    <a:pt x="365737" y="4607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8" name="Google Shape;1198;p30"/>
            <p:cNvSpPr/>
            <p:nvPr/>
          </p:nvSpPr>
          <p:spPr>
            <a:xfrm>
              <a:off x="2884002" y="4634085"/>
              <a:ext cx="36835" cy="38977"/>
            </a:xfrm>
            <a:custGeom>
              <a:rect b="b" l="l" r="r" t="t"/>
              <a:pathLst>
                <a:path extrusionOk="0" h="38977" w="36835">
                  <a:moveTo>
                    <a:pt x="35435" y="11271"/>
                  </a:moveTo>
                  <a:cubicBezTo>
                    <a:pt x="41266" y="24325"/>
                    <a:pt x="27893" y="41555"/>
                    <a:pt x="13824" y="38655"/>
                  </a:cubicBezTo>
                  <a:cubicBezTo>
                    <a:pt x="-158" y="35754"/>
                    <a:pt x="-5176" y="13766"/>
                    <a:pt x="6514" y="5470"/>
                  </a:cubicBezTo>
                  <a:lnTo>
                    <a:pt x="5151" y="2801"/>
                  </a:lnTo>
                  <a:cubicBezTo>
                    <a:pt x="15246" y="-2972"/>
                    <a:pt x="30591" y="335"/>
                    <a:pt x="35435" y="1127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9" name="Google Shape;1199;p30"/>
            <p:cNvSpPr/>
            <p:nvPr/>
          </p:nvSpPr>
          <p:spPr>
            <a:xfrm>
              <a:off x="2874997" y="4520150"/>
              <a:ext cx="42190" cy="43742"/>
            </a:xfrm>
            <a:custGeom>
              <a:rect b="b" l="l" r="r" t="t"/>
              <a:pathLst>
                <a:path extrusionOk="0" h="43742" w="42190">
                  <a:moveTo>
                    <a:pt x="1915" y="29278"/>
                  </a:moveTo>
                  <a:cubicBezTo>
                    <a:pt x="-2785" y="18922"/>
                    <a:pt x="2901" y="4824"/>
                    <a:pt x="13750" y="1024"/>
                  </a:cubicBezTo>
                  <a:cubicBezTo>
                    <a:pt x="25527" y="-3066"/>
                    <a:pt x="39770" y="5608"/>
                    <a:pt x="41916" y="17878"/>
                  </a:cubicBezTo>
                  <a:cubicBezTo>
                    <a:pt x="43947" y="29771"/>
                    <a:pt x="34432" y="42332"/>
                    <a:pt x="22423" y="43637"/>
                  </a:cubicBezTo>
                  <a:cubicBezTo>
                    <a:pt x="13141" y="44623"/>
                    <a:pt x="3858" y="38560"/>
                    <a:pt x="0" y="30148"/>
                  </a:cubicBezTo>
                  <a:lnTo>
                    <a:pt x="1915" y="2927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0" name="Google Shape;1200;p30"/>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1" name="Google Shape;1201;p30"/>
            <p:cNvSpPr/>
            <p:nvPr/>
          </p:nvSpPr>
          <p:spPr>
            <a:xfrm>
              <a:off x="2792129" y="4672938"/>
              <a:ext cx="35160" cy="35160"/>
            </a:xfrm>
            <a:custGeom>
              <a:rect b="b" l="l" r="r" t="t"/>
              <a:pathLst>
                <a:path extrusionOk="0" h="35160" w="35160">
                  <a:moveTo>
                    <a:pt x="35121" y="16192"/>
                  </a:moveTo>
                  <a:cubicBezTo>
                    <a:pt x="36049" y="28694"/>
                    <a:pt x="20617" y="39166"/>
                    <a:pt x="9362" y="33655"/>
                  </a:cubicBezTo>
                  <a:cubicBezTo>
                    <a:pt x="-1980" y="28201"/>
                    <a:pt x="-3344" y="9694"/>
                    <a:pt x="7070" y="2616"/>
                  </a:cubicBezTo>
                  <a:cubicBezTo>
                    <a:pt x="17484" y="-4433"/>
                    <a:pt x="34192" y="3660"/>
                    <a:pt x="35121" y="161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2" name="Google Shape;1202;p30"/>
            <p:cNvSpPr/>
            <p:nvPr/>
          </p:nvSpPr>
          <p:spPr>
            <a:xfrm>
              <a:off x="2705390" y="4516761"/>
              <a:ext cx="105052" cy="106420"/>
            </a:xfrm>
            <a:custGeom>
              <a:rect b="b" l="l" r="r" t="t"/>
              <a:pathLst>
                <a:path extrusionOk="0" h="106420" w="105052">
                  <a:moveTo>
                    <a:pt x="34169" y="7198"/>
                  </a:moveTo>
                  <a:cubicBezTo>
                    <a:pt x="40232" y="2354"/>
                    <a:pt x="47745" y="149"/>
                    <a:pt x="55403" y="4"/>
                  </a:cubicBezTo>
                  <a:cubicBezTo>
                    <a:pt x="67790" y="-170"/>
                    <a:pt x="80785" y="5081"/>
                    <a:pt x="89952" y="13986"/>
                  </a:cubicBezTo>
                  <a:cubicBezTo>
                    <a:pt x="91576" y="15581"/>
                    <a:pt x="93055" y="17264"/>
                    <a:pt x="94419" y="19063"/>
                  </a:cubicBezTo>
                  <a:cubicBezTo>
                    <a:pt x="106486" y="35104"/>
                    <a:pt x="108168" y="57904"/>
                    <a:pt x="100046" y="76034"/>
                  </a:cubicBezTo>
                  <a:cubicBezTo>
                    <a:pt x="97378" y="82097"/>
                    <a:pt x="93549" y="87608"/>
                    <a:pt x="88704" y="92249"/>
                  </a:cubicBezTo>
                  <a:cubicBezTo>
                    <a:pt x="69269" y="110756"/>
                    <a:pt x="35388" y="111249"/>
                    <a:pt x="15749" y="93061"/>
                  </a:cubicBezTo>
                  <a:cubicBezTo>
                    <a:pt x="-3831" y="74787"/>
                    <a:pt x="-5484" y="40412"/>
                    <a:pt x="12646" y="20745"/>
                  </a:cubicBezTo>
                  <a:cubicBezTo>
                    <a:pt x="18418" y="14421"/>
                    <a:pt x="25960" y="9722"/>
                    <a:pt x="34140" y="7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3" name="Google Shape;1203;p30"/>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4" name="Google Shape;1204;p30"/>
            <p:cNvSpPr/>
            <p:nvPr/>
          </p:nvSpPr>
          <p:spPr>
            <a:xfrm>
              <a:off x="2692085" y="4716977"/>
              <a:ext cx="36598" cy="36737"/>
            </a:xfrm>
            <a:custGeom>
              <a:rect b="b" l="l" r="r" t="t"/>
              <a:pathLst>
                <a:path extrusionOk="0" h="36737" w="36598">
                  <a:moveTo>
                    <a:pt x="26356" y="2060"/>
                  </a:moveTo>
                  <a:lnTo>
                    <a:pt x="28154" y="2321"/>
                  </a:lnTo>
                  <a:cubicBezTo>
                    <a:pt x="39177" y="8819"/>
                    <a:pt x="39496" y="27529"/>
                    <a:pt x="28589" y="34345"/>
                  </a:cubicBezTo>
                  <a:cubicBezTo>
                    <a:pt x="17740" y="41104"/>
                    <a:pt x="1032" y="32663"/>
                    <a:pt x="46" y="19987"/>
                  </a:cubicBezTo>
                  <a:cubicBezTo>
                    <a:pt x="-941" y="7223"/>
                    <a:pt x="14231" y="-3742"/>
                    <a:pt x="25979" y="1219"/>
                  </a:cubicBezTo>
                  <a:lnTo>
                    <a:pt x="26414" y="1276"/>
                  </a:lnTo>
                  <a:cubicBezTo>
                    <a:pt x="26356" y="1538"/>
                    <a:pt x="26356" y="1828"/>
                    <a:pt x="26356" y="208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5" name="Google Shape;1205;p30"/>
            <p:cNvSpPr/>
            <p:nvPr/>
          </p:nvSpPr>
          <p:spPr>
            <a:xfrm>
              <a:off x="2676998" y="4463036"/>
              <a:ext cx="36535" cy="39631"/>
            </a:xfrm>
            <a:custGeom>
              <a:rect b="b" l="l" r="r" t="t"/>
              <a:pathLst>
                <a:path extrusionOk="0" h="39631" w="36535">
                  <a:moveTo>
                    <a:pt x="28128" y="34062"/>
                  </a:moveTo>
                  <a:cubicBezTo>
                    <a:pt x="29057" y="35918"/>
                    <a:pt x="30043" y="37833"/>
                    <a:pt x="31029" y="39632"/>
                  </a:cubicBezTo>
                  <a:lnTo>
                    <a:pt x="18904" y="36789"/>
                  </a:lnTo>
                  <a:cubicBezTo>
                    <a:pt x="7330" y="36789"/>
                    <a:pt x="-2765" y="23851"/>
                    <a:pt x="687" y="12567"/>
                  </a:cubicBezTo>
                  <a:cubicBezTo>
                    <a:pt x="4342" y="732"/>
                    <a:pt x="21486" y="-4083"/>
                    <a:pt x="30855" y="4010"/>
                  </a:cubicBezTo>
                  <a:cubicBezTo>
                    <a:pt x="39645" y="11755"/>
                    <a:pt x="37846" y="27970"/>
                    <a:pt x="28128" y="340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6" name="Google Shape;1206;p30"/>
            <p:cNvSpPr/>
            <p:nvPr/>
          </p:nvSpPr>
          <p:spPr>
            <a:xfrm>
              <a:off x="2622273" y="4627600"/>
              <a:ext cx="33105" cy="35278"/>
            </a:xfrm>
            <a:custGeom>
              <a:rect b="b" l="l" r="r" t="t"/>
              <a:pathLst>
                <a:path extrusionOk="0" h="35278" w="33105">
                  <a:moveTo>
                    <a:pt x="33106" y="5921"/>
                  </a:moveTo>
                  <a:lnTo>
                    <a:pt x="32352" y="6298"/>
                  </a:lnTo>
                  <a:lnTo>
                    <a:pt x="30321" y="11926"/>
                  </a:lnTo>
                  <a:cubicBezTo>
                    <a:pt x="36442" y="22398"/>
                    <a:pt x="24926" y="37453"/>
                    <a:pt x="13032" y="35016"/>
                  </a:cubicBezTo>
                  <a:cubicBezTo>
                    <a:pt x="1139" y="32608"/>
                    <a:pt x="-4111" y="15581"/>
                    <a:pt x="3692" y="6269"/>
                  </a:cubicBezTo>
                  <a:cubicBezTo>
                    <a:pt x="10828" y="-2201"/>
                    <a:pt x="25361" y="-1853"/>
                    <a:pt x="33106" y="58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7" name="Google Shape;1207;p30"/>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8" name="Google Shape;1208;p30"/>
            <p:cNvSpPr/>
            <p:nvPr/>
          </p:nvSpPr>
          <p:spPr>
            <a:xfrm>
              <a:off x="2640845" y="4475893"/>
              <a:ext cx="227769" cy="225448"/>
            </a:xfrm>
            <a:custGeom>
              <a:rect b="b" l="l" r="r" t="t"/>
              <a:pathLst>
                <a:path extrusionOk="0" h="225448" w="227769">
                  <a:moveTo>
                    <a:pt x="201895" y="119831"/>
                  </a:moveTo>
                  <a:cubicBezTo>
                    <a:pt x="199081" y="102775"/>
                    <a:pt x="206681" y="87459"/>
                    <a:pt x="217617" y="75043"/>
                  </a:cubicBezTo>
                  <a:cubicBezTo>
                    <a:pt x="204737" y="77074"/>
                    <a:pt x="191597" y="75478"/>
                    <a:pt x="181444" y="65848"/>
                  </a:cubicBezTo>
                  <a:cubicBezTo>
                    <a:pt x="173032" y="57871"/>
                    <a:pt x="169232" y="47051"/>
                    <a:pt x="169580" y="35593"/>
                  </a:cubicBezTo>
                  <a:cubicBezTo>
                    <a:pt x="169870" y="26223"/>
                    <a:pt x="172365" y="17144"/>
                    <a:pt x="173148" y="7861"/>
                  </a:cubicBezTo>
                  <a:cubicBezTo>
                    <a:pt x="162183" y="16186"/>
                    <a:pt x="149042" y="24772"/>
                    <a:pt x="135612" y="23380"/>
                  </a:cubicBezTo>
                  <a:cubicBezTo>
                    <a:pt x="123022" y="22075"/>
                    <a:pt x="116060" y="11371"/>
                    <a:pt x="111796" y="0"/>
                  </a:cubicBezTo>
                  <a:cubicBezTo>
                    <a:pt x="108083" y="11400"/>
                    <a:pt x="102746" y="22597"/>
                    <a:pt x="93434" y="29820"/>
                  </a:cubicBezTo>
                  <a:cubicBezTo>
                    <a:pt x="81599" y="38986"/>
                    <a:pt x="67153" y="36898"/>
                    <a:pt x="54274" y="31590"/>
                  </a:cubicBezTo>
                  <a:cubicBezTo>
                    <a:pt x="55086" y="46528"/>
                    <a:pt x="54941" y="65848"/>
                    <a:pt x="40872" y="73245"/>
                  </a:cubicBezTo>
                  <a:cubicBezTo>
                    <a:pt x="34751" y="76465"/>
                    <a:pt x="27615" y="77161"/>
                    <a:pt x="20886" y="78031"/>
                  </a:cubicBezTo>
                  <a:cubicBezTo>
                    <a:pt x="13866" y="78930"/>
                    <a:pt x="6904" y="79974"/>
                    <a:pt x="0" y="81396"/>
                  </a:cubicBezTo>
                  <a:cubicBezTo>
                    <a:pt x="6585" y="85486"/>
                    <a:pt x="13315" y="89315"/>
                    <a:pt x="19725" y="93695"/>
                  </a:cubicBezTo>
                  <a:cubicBezTo>
                    <a:pt x="28022" y="99381"/>
                    <a:pt x="37014" y="106023"/>
                    <a:pt x="41162" y="115480"/>
                  </a:cubicBezTo>
                  <a:cubicBezTo>
                    <a:pt x="45339" y="124995"/>
                    <a:pt x="45136" y="134857"/>
                    <a:pt x="39625" y="143734"/>
                  </a:cubicBezTo>
                  <a:cubicBezTo>
                    <a:pt x="36086" y="149449"/>
                    <a:pt x="31561" y="154409"/>
                    <a:pt x="27354" y="159601"/>
                  </a:cubicBezTo>
                  <a:cubicBezTo>
                    <a:pt x="34519" y="157222"/>
                    <a:pt x="41626" y="154641"/>
                    <a:pt x="48994" y="152958"/>
                  </a:cubicBezTo>
                  <a:cubicBezTo>
                    <a:pt x="58103" y="150841"/>
                    <a:pt x="67849" y="150580"/>
                    <a:pt x="75420" y="156874"/>
                  </a:cubicBezTo>
                  <a:cubicBezTo>
                    <a:pt x="85370" y="165171"/>
                    <a:pt x="88822" y="181038"/>
                    <a:pt x="89692" y="193279"/>
                  </a:cubicBezTo>
                  <a:cubicBezTo>
                    <a:pt x="90446" y="204070"/>
                    <a:pt x="88880" y="214803"/>
                    <a:pt x="87024" y="225449"/>
                  </a:cubicBezTo>
                  <a:cubicBezTo>
                    <a:pt x="87691" y="224173"/>
                    <a:pt x="88329" y="222896"/>
                    <a:pt x="88996" y="221678"/>
                  </a:cubicBezTo>
                  <a:cubicBezTo>
                    <a:pt x="97089" y="206391"/>
                    <a:pt x="105124" y="188087"/>
                    <a:pt x="119570" y="177673"/>
                  </a:cubicBezTo>
                  <a:cubicBezTo>
                    <a:pt x="131870" y="168826"/>
                    <a:pt x="143763" y="173351"/>
                    <a:pt x="153306" y="181850"/>
                  </a:cubicBezTo>
                  <a:cubicBezTo>
                    <a:pt x="153161" y="176078"/>
                    <a:pt x="153945" y="170334"/>
                    <a:pt x="156613" y="165200"/>
                  </a:cubicBezTo>
                  <a:cubicBezTo>
                    <a:pt x="163865" y="151276"/>
                    <a:pt x="181763" y="150754"/>
                    <a:pt x="195426" y="152001"/>
                  </a:cubicBezTo>
                  <a:cubicBezTo>
                    <a:pt x="206275" y="152987"/>
                    <a:pt x="217008" y="155250"/>
                    <a:pt x="227770" y="157020"/>
                  </a:cubicBezTo>
                  <a:cubicBezTo>
                    <a:pt x="215093" y="147766"/>
                    <a:pt x="204447" y="135554"/>
                    <a:pt x="201866" y="119860"/>
                  </a:cubicBezTo>
                  <a:close/>
                  <a:moveTo>
                    <a:pt x="164591" y="116960"/>
                  </a:moveTo>
                  <a:cubicBezTo>
                    <a:pt x="161922" y="123022"/>
                    <a:pt x="158093" y="128534"/>
                    <a:pt x="153248" y="133175"/>
                  </a:cubicBezTo>
                  <a:cubicBezTo>
                    <a:pt x="133813" y="151682"/>
                    <a:pt x="99932" y="152175"/>
                    <a:pt x="80294" y="133987"/>
                  </a:cubicBezTo>
                  <a:cubicBezTo>
                    <a:pt x="60713" y="115712"/>
                    <a:pt x="59060" y="81338"/>
                    <a:pt x="77190" y="61642"/>
                  </a:cubicBezTo>
                  <a:cubicBezTo>
                    <a:pt x="80033" y="58509"/>
                    <a:pt x="83340" y="55782"/>
                    <a:pt x="86936" y="53519"/>
                  </a:cubicBezTo>
                  <a:cubicBezTo>
                    <a:pt x="91462" y="49429"/>
                    <a:pt x="96973" y="46471"/>
                    <a:pt x="103413" y="44991"/>
                  </a:cubicBezTo>
                  <a:cubicBezTo>
                    <a:pt x="108460" y="42293"/>
                    <a:pt x="114146" y="40988"/>
                    <a:pt x="119918" y="40901"/>
                  </a:cubicBezTo>
                  <a:cubicBezTo>
                    <a:pt x="132305" y="40727"/>
                    <a:pt x="145300" y="45977"/>
                    <a:pt x="154467" y="54883"/>
                  </a:cubicBezTo>
                  <a:cubicBezTo>
                    <a:pt x="156091" y="56507"/>
                    <a:pt x="157571" y="58161"/>
                    <a:pt x="158934" y="59959"/>
                  </a:cubicBezTo>
                  <a:cubicBezTo>
                    <a:pt x="171001" y="76000"/>
                    <a:pt x="172684" y="98801"/>
                    <a:pt x="164561" y="11693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9" name="Google Shape;1209;p30"/>
            <p:cNvSpPr/>
            <p:nvPr/>
          </p:nvSpPr>
          <p:spPr>
            <a:xfrm>
              <a:off x="2884017" y="4634159"/>
              <a:ext cx="36820" cy="38875"/>
            </a:xfrm>
            <a:custGeom>
              <a:rect b="b" l="l" r="r" t="t"/>
              <a:pathLst>
                <a:path extrusionOk="0" h="38875" w="36820">
                  <a:moveTo>
                    <a:pt x="35419" y="11197"/>
                  </a:moveTo>
                  <a:cubicBezTo>
                    <a:pt x="30807" y="754"/>
                    <a:pt x="16709" y="-2610"/>
                    <a:pt x="6643" y="2060"/>
                  </a:cubicBezTo>
                  <a:cubicBezTo>
                    <a:pt x="9602" y="4322"/>
                    <a:pt x="7891" y="9921"/>
                    <a:pt x="3917" y="9689"/>
                  </a:cubicBezTo>
                  <a:cubicBezTo>
                    <a:pt x="3482" y="9689"/>
                    <a:pt x="3047" y="9602"/>
                    <a:pt x="2582" y="9573"/>
                  </a:cubicBezTo>
                  <a:cubicBezTo>
                    <a:pt x="-3596" y="19465"/>
                    <a:pt x="1770" y="36057"/>
                    <a:pt x="13808" y="38552"/>
                  </a:cubicBezTo>
                  <a:cubicBezTo>
                    <a:pt x="27877" y="41453"/>
                    <a:pt x="41250" y="24251"/>
                    <a:pt x="35419" y="11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0" name="Google Shape;1210;p30"/>
            <p:cNvSpPr/>
            <p:nvPr/>
          </p:nvSpPr>
          <p:spPr>
            <a:xfrm>
              <a:off x="2875026" y="4520150"/>
              <a:ext cx="42197" cy="43747"/>
            </a:xfrm>
            <a:custGeom>
              <a:rect b="b" l="l" r="r" t="t"/>
              <a:pathLst>
                <a:path extrusionOk="0" h="43747" w="42197">
                  <a:moveTo>
                    <a:pt x="41887" y="17878"/>
                  </a:moveTo>
                  <a:cubicBezTo>
                    <a:pt x="39712" y="5608"/>
                    <a:pt x="25469" y="-3066"/>
                    <a:pt x="13721" y="1024"/>
                  </a:cubicBezTo>
                  <a:cubicBezTo>
                    <a:pt x="6324" y="3606"/>
                    <a:pt x="1421" y="11032"/>
                    <a:pt x="493" y="18748"/>
                  </a:cubicBezTo>
                  <a:cubicBezTo>
                    <a:pt x="2640" y="20199"/>
                    <a:pt x="3626" y="23564"/>
                    <a:pt x="1363" y="25478"/>
                  </a:cubicBezTo>
                  <a:cubicBezTo>
                    <a:pt x="1189" y="25623"/>
                    <a:pt x="1015" y="25797"/>
                    <a:pt x="841" y="25942"/>
                  </a:cubicBezTo>
                  <a:cubicBezTo>
                    <a:pt x="1102" y="27073"/>
                    <a:pt x="1421" y="28205"/>
                    <a:pt x="1915" y="29278"/>
                  </a:cubicBezTo>
                  <a:lnTo>
                    <a:pt x="0" y="30148"/>
                  </a:lnTo>
                  <a:cubicBezTo>
                    <a:pt x="3829" y="38560"/>
                    <a:pt x="13141" y="44652"/>
                    <a:pt x="22423" y="43637"/>
                  </a:cubicBezTo>
                  <a:cubicBezTo>
                    <a:pt x="34432" y="42332"/>
                    <a:pt x="43976" y="29771"/>
                    <a:pt x="41916" y="1787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1" name="Google Shape;1211;p30"/>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2" name="Google Shape;1212;p30"/>
            <p:cNvSpPr/>
            <p:nvPr/>
          </p:nvSpPr>
          <p:spPr>
            <a:xfrm>
              <a:off x="2792129" y="4672970"/>
              <a:ext cx="35160" cy="35129"/>
            </a:xfrm>
            <a:custGeom>
              <a:rect b="b" l="l" r="r" t="t"/>
              <a:pathLst>
                <a:path extrusionOk="0" h="35129" w="35160">
                  <a:moveTo>
                    <a:pt x="10928" y="757"/>
                  </a:moveTo>
                  <a:cubicBezTo>
                    <a:pt x="10261" y="1337"/>
                    <a:pt x="9449" y="1656"/>
                    <a:pt x="8549" y="1743"/>
                  </a:cubicBezTo>
                  <a:cubicBezTo>
                    <a:pt x="8056" y="2004"/>
                    <a:pt x="7534" y="2265"/>
                    <a:pt x="7070" y="2584"/>
                  </a:cubicBezTo>
                  <a:cubicBezTo>
                    <a:pt x="-3344" y="9633"/>
                    <a:pt x="-1980" y="28169"/>
                    <a:pt x="9362" y="33623"/>
                  </a:cubicBezTo>
                  <a:cubicBezTo>
                    <a:pt x="20646" y="39134"/>
                    <a:pt x="36049" y="28662"/>
                    <a:pt x="35121" y="16160"/>
                  </a:cubicBezTo>
                  <a:cubicBezTo>
                    <a:pt x="34308" y="5108"/>
                    <a:pt x="21168" y="-2492"/>
                    <a:pt x="10928" y="75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3" name="Google Shape;1213;p30"/>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4" name="Google Shape;1214;p30"/>
            <p:cNvSpPr/>
            <p:nvPr/>
          </p:nvSpPr>
          <p:spPr>
            <a:xfrm>
              <a:off x="2692083" y="4717015"/>
              <a:ext cx="36549" cy="36703"/>
            </a:xfrm>
            <a:custGeom>
              <a:rect b="b" l="l" r="r" t="t"/>
              <a:pathLst>
                <a:path extrusionOk="0" h="36703" w="36549">
                  <a:moveTo>
                    <a:pt x="30651" y="7881"/>
                  </a:moveTo>
                  <a:cubicBezTo>
                    <a:pt x="26764" y="11884"/>
                    <a:pt x="20643" y="5764"/>
                    <a:pt x="24530" y="1761"/>
                  </a:cubicBezTo>
                  <a:cubicBezTo>
                    <a:pt x="24791" y="1500"/>
                    <a:pt x="24994" y="1181"/>
                    <a:pt x="25227" y="919"/>
                  </a:cubicBezTo>
                  <a:cubicBezTo>
                    <a:pt x="13565" y="-3258"/>
                    <a:pt x="-939" y="7446"/>
                    <a:pt x="48" y="19949"/>
                  </a:cubicBezTo>
                  <a:cubicBezTo>
                    <a:pt x="1034" y="32654"/>
                    <a:pt x="17771" y="41066"/>
                    <a:pt x="28591" y="34307"/>
                  </a:cubicBezTo>
                  <a:cubicBezTo>
                    <a:pt x="37874" y="28506"/>
                    <a:pt x="38947" y="14118"/>
                    <a:pt x="32275" y="5967"/>
                  </a:cubicBezTo>
                  <a:cubicBezTo>
                    <a:pt x="31724" y="6605"/>
                    <a:pt x="31231" y="7301"/>
                    <a:pt x="30651" y="791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5" name="Google Shape;1215;p30"/>
            <p:cNvSpPr/>
            <p:nvPr/>
          </p:nvSpPr>
          <p:spPr>
            <a:xfrm>
              <a:off x="2676968" y="4463052"/>
              <a:ext cx="36536" cy="39470"/>
            </a:xfrm>
            <a:custGeom>
              <a:rect b="b" l="l" r="r" t="t"/>
              <a:pathLst>
                <a:path extrusionOk="0" h="39470" w="36536">
                  <a:moveTo>
                    <a:pt x="10377" y="34336"/>
                  </a:moveTo>
                  <a:cubicBezTo>
                    <a:pt x="11740" y="33147"/>
                    <a:pt x="13916" y="32828"/>
                    <a:pt x="15598" y="33698"/>
                  </a:cubicBezTo>
                  <a:cubicBezTo>
                    <a:pt x="20355" y="36135"/>
                    <a:pt x="25635" y="38310"/>
                    <a:pt x="30972" y="39470"/>
                  </a:cubicBezTo>
                  <a:cubicBezTo>
                    <a:pt x="30015" y="37701"/>
                    <a:pt x="29029" y="35844"/>
                    <a:pt x="28129" y="34046"/>
                  </a:cubicBezTo>
                  <a:cubicBezTo>
                    <a:pt x="37847" y="27983"/>
                    <a:pt x="39646" y="11739"/>
                    <a:pt x="30856" y="4023"/>
                  </a:cubicBezTo>
                  <a:cubicBezTo>
                    <a:pt x="21516" y="-4099"/>
                    <a:pt x="4343" y="745"/>
                    <a:pt x="688" y="12580"/>
                  </a:cubicBezTo>
                  <a:cubicBezTo>
                    <a:pt x="-1865" y="20905"/>
                    <a:pt x="2980" y="30130"/>
                    <a:pt x="10348" y="3436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6" name="Google Shape;1216;p30"/>
            <p:cNvSpPr/>
            <p:nvPr/>
          </p:nvSpPr>
          <p:spPr>
            <a:xfrm>
              <a:off x="2622273" y="4627618"/>
              <a:ext cx="33105" cy="35284"/>
            </a:xfrm>
            <a:custGeom>
              <a:rect b="b" l="l" r="r" t="t"/>
              <a:pathLst>
                <a:path extrusionOk="0" h="35284" w="33105">
                  <a:moveTo>
                    <a:pt x="31249" y="13880"/>
                  </a:moveTo>
                  <a:cubicBezTo>
                    <a:pt x="30988" y="13213"/>
                    <a:pt x="30698" y="12546"/>
                    <a:pt x="30321" y="11908"/>
                  </a:cubicBezTo>
                  <a:lnTo>
                    <a:pt x="32352" y="6280"/>
                  </a:lnTo>
                  <a:cubicBezTo>
                    <a:pt x="32613" y="6164"/>
                    <a:pt x="32845" y="6019"/>
                    <a:pt x="33106" y="5903"/>
                  </a:cubicBezTo>
                  <a:cubicBezTo>
                    <a:pt x="25361" y="-1842"/>
                    <a:pt x="10799" y="-2219"/>
                    <a:pt x="3692" y="6280"/>
                  </a:cubicBezTo>
                  <a:cubicBezTo>
                    <a:pt x="-4111" y="15563"/>
                    <a:pt x="1139" y="32590"/>
                    <a:pt x="13032" y="35027"/>
                  </a:cubicBezTo>
                  <a:cubicBezTo>
                    <a:pt x="22634" y="36970"/>
                    <a:pt x="31945" y="27572"/>
                    <a:pt x="32003" y="18348"/>
                  </a:cubicBezTo>
                  <a:cubicBezTo>
                    <a:pt x="30988" y="17187"/>
                    <a:pt x="30582" y="15505"/>
                    <a:pt x="31249" y="1390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7" name="Google Shape;1217;p30"/>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18" name="Google Shape;1218;p30"/>
          <p:cNvGrpSpPr/>
          <p:nvPr/>
        </p:nvGrpSpPr>
        <p:grpSpPr>
          <a:xfrm>
            <a:off x="228600" y="228600"/>
            <a:ext cx="8686800" cy="4686300"/>
            <a:chOff x="228600" y="228600"/>
            <a:chExt cx="8686800" cy="4686300"/>
          </a:xfrm>
        </p:grpSpPr>
        <p:sp>
          <p:nvSpPr>
            <p:cNvPr id="1219" name="Google Shape;1219;p30"/>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1220" name="Google Shape;1220;p30"/>
            <p:cNvGrpSpPr/>
            <p:nvPr/>
          </p:nvGrpSpPr>
          <p:grpSpPr>
            <a:xfrm>
              <a:off x="333904" y="365653"/>
              <a:ext cx="1210874" cy="1218592"/>
              <a:chOff x="2083365" y="2107621"/>
              <a:chExt cx="309829" cy="311796"/>
            </a:xfrm>
          </p:grpSpPr>
          <p:sp>
            <p:nvSpPr>
              <p:cNvPr id="1221" name="Google Shape;1221;p30"/>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2" name="Google Shape;1222;p30"/>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3" name="Google Shape;1223;p30"/>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4" name="Google Shape;1224;p30"/>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25" name="Google Shape;1225;p30"/>
            <p:cNvGrpSpPr/>
            <p:nvPr/>
          </p:nvGrpSpPr>
          <p:grpSpPr>
            <a:xfrm>
              <a:off x="7599218" y="365653"/>
              <a:ext cx="1210878" cy="1218592"/>
              <a:chOff x="3498340" y="2107621"/>
              <a:chExt cx="309830" cy="311796"/>
            </a:xfrm>
          </p:grpSpPr>
          <p:sp>
            <p:nvSpPr>
              <p:cNvPr id="1226" name="Google Shape;1226;p30"/>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7" name="Google Shape;1227;p30"/>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8" name="Google Shape;1228;p30"/>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9" name="Google Shape;1229;p30"/>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30" name="Google Shape;1230;p30"/>
            <p:cNvGrpSpPr/>
            <p:nvPr/>
          </p:nvGrpSpPr>
          <p:grpSpPr>
            <a:xfrm>
              <a:off x="333904" y="3559446"/>
              <a:ext cx="1210874" cy="1218588"/>
              <a:chOff x="2083365" y="2914852"/>
              <a:chExt cx="309829" cy="311795"/>
            </a:xfrm>
          </p:grpSpPr>
          <p:sp>
            <p:nvSpPr>
              <p:cNvPr id="1231" name="Google Shape;1231;p30"/>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2" name="Google Shape;1232;p30"/>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3" name="Google Shape;1233;p30"/>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4" name="Google Shape;1234;p30"/>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35" name="Google Shape;1235;p30"/>
            <p:cNvGrpSpPr/>
            <p:nvPr/>
          </p:nvGrpSpPr>
          <p:grpSpPr>
            <a:xfrm>
              <a:off x="7523018" y="3559446"/>
              <a:ext cx="1210878" cy="1218588"/>
              <a:chOff x="3478843" y="2914852"/>
              <a:chExt cx="309830" cy="311795"/>
            </a:xfrm>
          </p:grpSpPr>
          <p:sp>
            <p:nvSpPr>
              <p:cNvPr id="1236" name="Google Shape;1236;p30"/>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7" name="Google Shape;1237;p30"/>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8" name="Google Shape;1238;p30"/>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9" name="Google Shape;1239;p30"/>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240" name="Google Shape;1240;p30"/>
          <p:cNvGrpSpPr/>
          <p:nvPr/>
        </p:nvGrpSpPr>
        <p:grpSpPr>
          <a:xfrm>
            <a:off x="-229756" y="2791313"/>
            <a:ext cx="994509" cy="983671"/>
            <a:chOff x="2435725" y="4245851"/>
            <a:chExt cx="667142" cy="659916"/>
          </a:xfrm>
        </p:grpSpPr>
        <p:sp>
          <p:nvSpPr>
            <p:cNvPr id="1241" name="Google Shape;1241;p30"/>
            <p:cNvSpPr/>
            <p:nvPr/>
          </p:nvSpPr>
          <p:spPr>
            <a:xfrm>
              <a:off x="2435725" y="4245851"/>
              <a:ext cx="667142" cy="659916"/>
            </a:xfrm>
            <a:custGeom>
              <a:rect b="b" l="l" r="r" t="t"/>
              <a:pathLst>
                <a:path extrusionOk="0" h="659916" w="667142">
                  <a:moveTo>
                    <a:pt x="439272" y="304447"/>
                  </a:moveTo>
                  <a:cubicBezTo>
                    <a:pt x="443101" y="312859"/>
                    <a:pt x="452412" y="318951"/>
                    <a:pt x="461695" y="317935"/>
                  </a:cubicBezTo>
                  <a:cubicBezTo>
                    <a:pt x="473704" y="316630"/>
                    <a:pt x="483248" y="304070"/>
                    <a:pt x="481188" y="292176"/>
                  </a:cubicBezTo>
                  <a:cubicBezTo>
                    <a:pt x="479013" y="279906"/>
                    <a:pt x="464770" y="271233"/>
                    <a:pt x="453022" y="275323"/>
                  </a:cubicBezTo>
                  <a:cubicBezTo>
                    <a:pt x="442173" y="279094"/>
                    <a:pt x="436487" y="293221"/>
                    <a:pt x="441186" y="303577"/>
                  </a:cubicBezTo>
                  <a:lnTo>
                    <a:pt x="439272" y="304447"/>
                  </a:lnTo>
                  <a:close/>
                  <a:moveTo>
                    <a:pt x="453457" y="391035"/>
                  </a:moveTo>
                  <a:lnTo>
                    <a:pt x="454820" y="393704"/>
                  </a:lnTo>
                  <a:cubicBezTo>
                    <a:pt x="443101" y="402000"/>
                    <a:pt x="448119" y="423988"/>
                    <a:pt x="462130" y="426889"/>
                  </a:cubicBezTo>
                  <a:cubicBezTo>
                    <a:pt x="476199" y="429790"/>
                    <a:pt x="489572" y="412588"/>
                    <a:pt x="483741" y="399505"/>
                  </a:cubicBezTo>
                  <a:cubicBezTo>
                    <a:pt x="478897" y="388541"/>
                    <a:pt x="463551" y="385263"/>
                    <a:pt x="453457" y="391035"/>
                  </a:cubicBezTo>
                  <a:close/>
                  <a:moveTo>
                    <a:pt x="326199" y="209330"/>
                  </a:moveTo>
                  <a:cubicBezTo>
                    <a:pt x="337396" y="205849"/>
                    <a:pt x="345402" y="192477"/>
                    <a:pt x="341196" y="181337"/>
                  </a:cubicBezTo>
                  <a:cubicBezTo>
                    <a:pt x="336236" y="168516"/>
                    <a:pt x="316047" y="164919"/>
                    <a:pt x="307634" y="175826"/>
                  </a:cubicBezTo>
                  <a:cubicBezTo>
                    <a:pt x="299512" y="186414"/>
                    <a:pt x="308621" y="204747"/>
                    <a:pt x="321703" y="204747"/>
                  </a:cubicBezTo>
                  <a:lnTo>
                    <a:pt x="326112" y="206371"/>
                  </a:lnTo>
                  <a:cubicBezTo>
                    <a:pt x="326170" y="207358"/>
                    <a:pt x="326228" y="208344"/>
                    <a:pt x="326228" y="209330"/>
                  </a:cubicBezTo>
                  <a:close/>
                  <a:moveTo>
                    <a:pt x="396543" y="221020"/>
                  </a:moveTo>
                  <a:lnTo>
                    <a:pt x="399212" y="221078"/>
                  </a:lnTo>
                  <a:cubicBezTo>
                    <a:pt x="412033" y="225052"/>
                    <a:pt x="426712" y="211970"/>
                    <a:pt x="424304" y="198771"/>
                  </a:cubicBezTo>
                  <a:cubicBezTo>
                    <a:pt x="421896" y="185573"/>
                    <a:pt x="403563" y="178582"/>
                    <a:pt x="392975" y="186762"/>
                  </a:cubicBezTo>
                  <a:cubicBezTo>
                    <a:pt x="382387" y="195000"/>
                    <a:pt x="384563" y="214493"/>
                    <a:pt x="396746" y="220150"/>
                  </a:cubicBezTo>
                  <a:lnTo>
                    <a:pt x="396572" y="221020"/>
                  </a:lnTo>
                  <a:close/>
                  <a:moveTo>
                    <a:pt x="272303" y="256816"/>
                  </a:moveTo>
                  <a:cubicBezTo>
                    <a:pt x="271316" y="255017"/>
                    <a:pt x="270330" y="253103"/>
                    <a:pt x="269402" y="251246"/>
                  </a:cubicBezTo>
                  <a:cubicBezTo>
                    <a:pt x="279120" y="245184"/>
                    <a:pt x="280918" y="228939"/>
                    <a:pt x="272129" y="221223"/>
                  </a:cubicBezTo>
                  <a:cubicBezTo>
                    <a:pt x="262788" y="213101"/>
                    <a:pt x="245615" y="217945"/>
                    <a:pt x="241961" y="229781"/>
                  </a:cubicBezTo>
                  <a:cubicBezTo>
                    <a:pt x="238480" y="241064"/>
                    <a:pt x="248574" y="254002"/>
                    <a:pt x="260177" y="254002"/>
                  </a:cubicBezTo>
                  <a:lnTo>
                    <a:pt x="272303" y="256845"/>
                  </a:lnTo>
                  <a:close/>
                  <a:moveTo>
                    <a:pt x="282774" y="472373"/>
                  </a:moveTo>
                  <a:lnTo>
                    <a:pt x="282339" y="472315"/>
                  </a:lnTo>
                  <a:cubicBezTo>
                    <a:pt x="270562" y="467355"/>
                    <a:pt x="255391" y="478320"/>
                    <a:pt x="256406" y="491083"/>
                  </a:cubicBezTo>
                  <a:cubicBezTo>
                    <a:pt x="257393" y="503789"/>
                    <a:pt x="274130" y="512201"/>
                    <a:pt x="284950" y="505442"/>
                  </a:cubicBezTo>
                  <a:cubicBezTo>
                    <a:pt x="295857" y="498625"/>
                    <a:pt x="295538" y="479915"/>
                    <a:pt x="284515" y="473418"/>
                  </a:cubicBezTo>
                  <a:lnTo>
                    <a:pt x="282717" y="473156"/>
                  </a:lnTo>
                  <a:cubicBezTo>
                    <a:pt x="282717" y="472895"/>
                    <a:pt x="282717" y="472605"/>
                    <a:pt x="282774" y="472344"/>
                  </a:cubicBezTo>
                  <a:close/>
                  <a:moveTo>
                    <a:pt x="325068" y="270914"/>
                  </a:moveTo>
                  <a:cubicBezTo>
                    <a:pt x="317381" y="271030"/>
                    <a:pt x="309897" y="273263"/>
                    <a:pt x="303834" y="278108"/>
                  </a:cubicBezTo>
                  <a:cubicBezTo>
                    <a:pt x="295654" y="280660"/>
                    <a:pt x="288112" y="285360"/>
                    <a:pt x="282339" y="291683"/>
                  </a:cubicBezTo>
                  <a:cubicBezTo>
                    <a:pt x="264180" y="311379"/>
                    <a:pt x="265863" y="345754"/>
                    <a:pt x="285443" y="364000"/>
                  </a:cubicBezTo>
                  <a:cubicBezTo>
                    <a:pt x="305081" y="382217"/>
                    <a:pt x="338963" y="381724"/>
                    <a:pt x="358398" y="363188"/>
                  </a:cubicBezTo>
                  <a:cubicBezTo>
                    <a:pt x="363242" y="358546"/>
                    <a:pt x="367071" y="353035"/>
                    <a:pt x="369740" y="346972"/>
                  </a:cubicBezTo>
                  <a:cubicBezTo>
                    <a:pt x="377862" y="328813"/>
                    <a:pt x="376180" y="306042"/>
                    <a:pt x="364113" y="290001"/>
                  </a:cubicBezTo>
                  <a:cubicBezTo>
                    <a:pt x="362749" y="288202"/>
                    <a:pt x="361270" y="286520"/>
                    <a:pt x="359645" y="284924"/>
                  </a:cubicBezTo>
                  <a:cubicBezTo>
                    <a:pt x="350479" y="276019"/>
                    <a:pt x="337483" y="270740"/>
                    <a:pt x="325097" y="270943"/>
                  </a:cubicBezTo>
                  <a:close/>
                  <a:moveTo>
                    <a:pt x="145538" y="380331"/>
                  </a:moveTo>
                  <a:cubicBezTo>
                    <a:pt x="123928" y="389991"/>
                    <a:pt x="99213" y="392544"/>
                    <a:pt x="76123" y="387467"/>
                  </a:cubicBezTo>
                  <a:cubicBezTo>
                    <a:pt x="37049" y="378794"/>
                    <a:pt x="2849" y="345116"/>
                    <a:pt x="151" y="305172"/>
                  </a:cubicBezTo>
                  <a:cubicBezTo>
                    <a:pt x="-2576" y="265170"/>
                    <a:pt x="32031" y="224675"/>
                    <a:pt x="72062" y="226822"/>
                  </a:cubicBezTo>
                  <a:cubicBezTo>
                    <a:pt x="44069" y="202484"/>
                    <a:pt x="43837" y="154621"/>
                    <a:pt x="68407" y="126861"/>
                  </a:cubicBezTo>
                  <a:cubicBezTo>
                    <a:pt x="93005" y="99042"/>
                    <a:pt x="136720" y="92428"/>
                    <a:pt x="170659" y="107425"/>
                  </a:cubicBezTo>
                  <a:cubicBezTo>
                    <a:pt x="195432" y="118390"/>
                    <a:pt x="214751" y="139305"/>
                    <a:pt x="226383" y="163904"/>
                  </a:cubicBezTo>
                  <a:cubicBezTo>
                    <a:pt x="219769" y="140552"/>
                    <a:pt x="215302" y="116650"/>
                    <a:pt x="213069" y="92515"/>
                  </a:cubicBezTo>
                  <a:cubicBezTo>
                    <a:pt x="211531" y="75720"/>
                    <a:pt x="211096" y="58199"/>
                    <a:pt x="217217" y="42477"/>
                  </a:cubicBezTo>
                  <a:cubicBezTo>
                    <a:pt x="228791" y="12454"/>
                    <a:pt x="264413" y="-5154"/>
                    <a:pt x="296002" y="1344"/>
                  </a:cubicBezTo>
                  <a:cubicBezTo>
                    <a:pt x="327534" y="7784"/>
                    <a:pt x="352654" y="35834"/>
                    <a:pt x="358427" y="67540"/>
                  </a:cubicBezTo>
                  <a:cubicBezTo>
                    <a:pt x="360980" y="39924"/>
                    <a:pt x="388943" y="20663"/>
                    <a:pt x="416385" y="16892"/>
                  </a:cubicBezTo>
                  <a:cubicBezTo>
                    <a:pt x="428017" y="15355"/>
                    <a:pt x="440229" y="15848"/>
                    <a:pt x="450875" y="20663"/>
                  </a:cubicBezTo>
                  <a:cubicBezTo>
                    <a:pt x="472544" y="30381"/>
                    <a:pt x="483190" y="55414"/>
                    <a:pt x="486294" y="78998"/>
                  </a:cubicBezTo>
                  <a:cubicBezTo>
                    <a:pt x="491544" y="119319"/>
                    <a:pt x="479680" y="161612"/>
                    <a:pt x="454472" y="193492"/>
                  </a:cubicBezTo>
                  <a:lnTo>
                    <a:pt x="457083" y="195406"/>
                  </a:lnTo>
                  <a:cubicBezTo>
                    <a:pt x="470571" y="177334"/>
                    <a:pt x="485394" y="159930"/>
                    <a:pt x="503843" y="146992"/>
                  </a:cubicBezTo>
                  <a:cubicBezTo>
                    <a:pt x="523598" y="133126"/>
                    <a:pt x="548051" y="124685"/>
                    <a:pt x="571896" y="128485"/>
                  </a:cubicBezTo>
                  <a:cubicBezTo>
                    <a:pt x="593274" y="131879"/>
                    <a:pt x="612884" y="145397"/>
                    <a:pt x="623675" y="164223"/>
                  </a:cubicBezTo>
                  <a:cubicBezTo>
                    <a:pt x="634437" y="182991"/>
                    <a:pt x="636177" y="206777"/>
                    <a:pt x="628316" y="226967"/>
                  </a:cubicBezTo>
                  <a:cubicBezTo>
                    <a:pt x="622863" y="240833"/>
                    <a:pt x="612449" y="253335"/>
                    <a:pt x="598351" y="258237"/>
                  </a:cubicBezTo>
                  <a:cubicBezTo>
                    <a:pt x="617554" y="262937"/>
                    <a:pt x="637802" y="268216"/>
                    <a:pt x="651493" y="282401"/>
                  </a:cubicBezTo>
                  <a:cubicBezTo>
                    <a:pt x="666490" y="297891"/>
                    <a:pt x="670580" y="322026"/>
                    <a:pt x="664315" y="342650"/>
                  </a:cubicBezTo>
                  <a:cubicBezTo>
                    <a:pt x="658049" y="363275"/>
                    <a:pt x="642588" y="380302"/>
                    <a:pt x="624110" y="391441"/>
                  </a:cubicBezTo>
                  <a:cubicBezTo>
                    <a:pt x="597423" y="407541"/>
                    <a:pt x="563977" y="411631"/>
                    <a:pt x="534012" y="403218"/>
                  </a:cubicBezTo>
                  <a:cubicBezTo>
                    <a:pt x="556928" y="415663"/>
                    <a:pt x="576914" y="433503"/>
                    <a:pt x="591795" y="454940"/>
                  </a:cubicBezTo>
                  <a:cubicBezTo>
                    <a:pt x="603804" y="472228"/>
                    <a:pt x="612652" y="492969"/>
                    <a:pt x="610447" y="513971"/>
                  </a:cubicBezTo>
                  <a:cubicBezTo>
                    <a:pt x="607546" y="540861"/>
                    <a:pt x="585181" y="563893"/>
                    <a:pt x="558813" y="569840"/>
                  </a:cubicBezTo>
                  <a:cubicBezTo>
                    <a:pt x="532358" y="575786"/>
                    <a:pt x="503524" y="565518"/>
                    <a:pt x="484930" y="545821"/>
                  </a:cubicBezTo>
                  <a:cubicBezTo>
                    <a:pt x="487396" y="582980"/>
                    <a:pt x="484756" y="626579"/>
                    <a:pt x="454211" y="647871"/>
                  </a:cubicBezTo>
                  <a:cubicBezTo>
                    <a:pt x="422012" y="670352"/>
                    <a:pt x="374584" y="653324"/>
                    <a:pt x="350914" y="622054"/>
                  </a:cubicBezTo>
                  <a:cubicBezTo>
                    <a:pt x="327185" y="590783"/>
                    <a:pt x="321065" y="550027"/>
                    <a:pt x="315669" y="511128"/>
                  </a:cubicBezTo>
                  <a:lnTo>
                    <a:pt x="311637" y="511128"/>
                  </a:lnTo>
                  <a:cubicBezTo>
                    <a:pt x="311579" y="546227"/>
                    <a:pt x="311028" y="582719"/>
                    <a:pt x="294929" y="613815"/>
                  </a:cubicBezTo>
                  <a:cubicBezTo>
                    <a:pt x="278655" y="645202"/>
                    <a:pt x="241061" y="668611"/>
                    <a:pt x="207731" y="656805"/>
                  </a:cubicBezTo>
                  <a:cubicBezTo>
                    <a:pt x="183713" y="648248"/>
                    <a:pt x="168106" y="623417"/>
                    <a:pt x="164887" y="598093"/>
                  </a:cubicBezTo>
                  <a:cubicBezTo>
                    <a:pt x="161667" y="572827"/>
                    <a:pt x="168977" y="547243"/>
                    <a:pt x="179448" y="524036"/>
                  </a:cubicBezTo>
                  <a:cubicBezTo>
                    <a:pt x="149484" y="542746"/>
                    <a:pt x="109917" y="558962"/>
                    <a:pt x="80619" y="539149"/>
                  </a:cubicBezTo>
                  <a:cubicBezTo>
                    <a:pt x="52626" y="520323"/>
                    <a:pt x="51872" y="476898"/>
                    <a:pt x="69857" y="448355"/>
                  </a:cubicBezTo>
                  <a:cubicBezTo>
                    <a:pt x="87871" y="419869"/>
                    <a:pt x="118851" y="402638"/>
                    <a:pt x="148555" y="386626"/>
                  </a:cubicBezTo>
                  <a:lnTo>
                    <a:pt x="145654" y="380447"/>
                  </a:lnTo>
                  <a:close/>
                  <a:moveTo>
                    <a:pt x="188267" y="299196"/>
                  </a:moveTo>
                  <a:cubicBezTo>
                    <a:pt x="186469" y="286926"/>
                    <a:pt x="171674" y="277586"/>
                    <a:pt x="160100" y="282662"/>
                  </a:cubicBezTo>
                  <a:cubicBezTo>
                    <a:pt x="147453" y="288173"/>
                    <a:pt x="145248" y="308595"/>
                    <a:pt x="156619" y="316282"/>
                  </a:cubicBezTo>
                  <a:cubicBezTo>
                    <a:pt x="168019" y="323969"/>
                    <a:pt x="186469" y="313381"/>
                    <a:pt x="185163" y="299748"/>
                  </a:cubicBezTo>
                  <a:lnTo>
                    <a:pt x="188267" y="299196"/>
                  </a:lnTo>
                  <a:close/>
                  <a:moveTo>
                    <a:pt x="219654" y="387641"/>
                  </a:moveTo>
                  <a:cubicBezTo>
                    <a:pt x="211908" y="379896"/>
                    <a:pt x="197346" y="379519"/>
                    <a:pt x="190240" y="388018"/>
                  </a:cubicBezTo>
                  <a:cubicBezTo>
                    <a:pt x="182436" y="397301"/>
                    <a:pt x="187687" y="414329"/>
                    <a:pt x="199580" y="416765"/>
                  </a:cubicBezTo>
                  <a:cubicBezTo>
                    <a:pt x="211473" y="419173"/>
                    <a:pt x="222989" y="404118"/>
                    <a:pt x="216869" y="393675"/>
                  </a:cubicBezTo>
                  <a:lnTo>
                    <a:pt x="218899" y="388047"/>
                  </a:lnTo>
                  <a:lnTo>
                    <a:pt x="219654" y="387670"/>
                  </a:lnTo>
                  <a:close/>
                  <a:moveTo>
                    <a:pt x="365737" y="460712"/>
                  </a:moveTo>
                  <a:cubicBezTo>
                    <a:pt x="377021" y="466223"/>
                    <a:pt x="392424" y="455752"/>
                    <a:pt x="391496" y="443249"/>
                  </a:cubicBezTo>
                  <a:cubicBezTo>
                    <a:pt x="390568" y="430747"/>
                    <a:pt x="373859" y="422625"/>
                    <a:pt x="363445" y="429674"/>
                  </a:cubicBezTo>
                  <a:cubicBezTo>
                    <a:pt x="353032" y="436723"/>
                    <a:pt x="354395" y="455259"/>
                    <a:pt x="365737" y="4607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2" name="Google Shape;1242;p30"/>
            <p:cNvSpPr/>
            <p:nvPr/>
          </p:nvSpPr>
          <p:spPr>
            <a:xfrm>
              <a:off x="2884002" y="4634085"/>
              <a:ext cx="36835" cy="38977"/>
            </a:xfrm>
            <a:custGeom>
              <a:rect b="b" l="l" r="r" t="t"/>
              <a:pathLst>
                <a:path extrusionOk="0" h="38977" w="36835">
                  <a:moveTo>
                    <a:pt x="35435" y="11271"/>
                  </a:moveTo>
                  <a:cubicBezTo>
                    <a:pt x="41266" y="24325"/>
                    <a:pt x="27893" y="41555"/>
                    <a:pt x="13824" y="38655"/>
                  </a:cubicBezTo>
                  <a:cubicBezTo>
                    <a:pt x="-158" y="35754"/>
                    <a:pt x="-5176" y="13766"/>
                    <a:pt x="6514" y="5470"/>
                  </a:cubicBezTo>
                  <a:lnTo>
                    <a:pt x="5151" y="2801"/>
                  </a:lnTo>
                  <a:cubicBezTo>
                    <a:pt x="15246" y="-2972"/>
                    <a:pt x="30591" y="335"/>
                    <a:pt x="35435" y="1127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3" name="Google Shape;1243;p30"/>
            <p:cNvSpPr/>
            <p:nvPr/>
          </p:nvSpPr>
          <p:spPr>
            <a:xfrm>
              <a:off x="2874997" y="4520150"/>
              <a:ext cx="42190" cy="43742"/>
            </a:xfrm>
            <a:custGeom>
              <a:rect b="b" l="l" r="r" t="t"/>
              <a:pathLst>
                <a:path extrusionOk="0" h="43742" w="42190">
                  <a:moveTo>
                    <a:pt x="1915" y="29278"/>
                  </a:moveTo>
                  <a:cubicBezTo>
                    <a:pt x="-2785" y="18922"/>
                    <a:pt x="2901" y="4824"/>
                    <a:pt x="13750" y="1024"/>
                  </a:cubicBezTo>
                  <a:cubicBezTo>
                    <a:pt x="25527" y="-3066"/>
                    <a:pt x="39770" y="5608"/>
                    <a:pt x="41916" y="17878"/>
                  </a:cubicBezTo>
                  <a:cubicBezTo>
                    <a:pt x="43947" y="29771"/>
                    <a:pt x="34432" y="42332"/>
                    <a:pt x="22423" y="43637"/>
                  </a:cubicBezTo>
                  <a:cubicBezTo>
                    <a:pt x="13141" y="44623"/>
                    <a:pt x="3858" y="38560"/>
                    <a:pt x="0" y="30148"/>
                  </a:cubicBezTo>
                  <a:lnTo>
                    <a:pt x="1915" y="2927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4" name="Google Shape;1244;p30"/>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5" name="Google Shape;1245;p30"/>
            <p:cNvSpPr/>
            <p:nvPr/>
          </p:nvSpPr>
          <p:spPr>
            <a:xfrm>
              <a:off x="2792129" y="4672938"/>
              <a:ext cx="35160" cy="35160"/>
            </a:xfrm>
            <a:custGeom>
              <a:rect b="b" l="l" r="r" t="t"/>
              <a:pathLst>
                <a:path extrusionOk="0" h="35160" w="35160">
                  <a:moveTo>
                    <a:pt x="35121" y="16192"/>
                  </a:moveTo>
                  <a:cubicBezTo>
                    <a:pt x="36049" y="28694"/>
                    <a:pt x="20617" y="39166"/>
                    <a:pt x="9362" y="33655"/>
                  </a:cubicBezTo>
                  <a:cubicBezTo>
                    <a:pt x="-1980" y="28201"/>
                    <a:pt x="-3344" y="9694"/>
                    <a:pt x="7070" y="2616"/>
                  </a:cubicBezTo>
                  <a:cubicBezTo>
                    <a:pt x="17484" y="-4433"/>
                    <a:pt x="34192" y="3660"/>
                    <a:pt x="35121" y="161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6" name="Google Shape;1246;p30"/>
            <p:cNvSpPr/>
            <p:nvPr/>
          </p:nvSpPr>
          <p:spPr>
            <a:xfrm>
              <a:off x="2705390" y="4516761"/>
              <a:ext cx="105052" cy="106420"/>
            </a:xfrm>
            <a:custGeom>
              <a:rect b="b" l="l" r="r" t="t"/>
              <a:pathLst>
                <a:path extrusionOk="0" h="106420" w="105052">
                  <a:moveTo>
                    <a:pt x="34169" y="7198"/>
                  </a:moveTo>
                  <a:cubicBezTo>
                    <a:pt x="40232" y="2354"/>
                    <a:pt x="47745" y="149"/>
                    <a:pt x="55403" y="4"/>
                  </a:cubicBezTo>
                  <a:cubicBezTo>
                    <a:pt x="67790" y="-170"/>
                    <a:pt x="80785" y="5081"/>
                    <a:pt x="89952" y="13986"/>
                  </a:cubicBezTo>
                  <a:cubicBezTo>
                    <a:pt x="91576" y="15581"/>
                    <a:pt x="93055" y="17264"/>
                    <a:pt x="94419" y="19063"/>
                  </a:cubicBezTo>
                  <a:cubicBezTo>
                    <a:pt x="106486" y="35104"/>
                    <a:pt x="108168" y="57904"/>
                    <a:pt x="100046" y="76034"/>
                  </a:cubicBezTo>
                  <a:cubicBezTo>
                    <a:pt x="97378" y="82097"/>
                    <a:pt x="93549" y="87608"/>
                    <a:pt x="88704" y="92249"/>
                  </a:cubicBezTo>
                  <a:cubicBezTo>
                    <a:pt x="69269" y="110756"/>
                    <a:pt x="35388" y="111249"/>
                    <a:pt x="15749" y="93061"/>
                  </a:cubicBezTo>
                  <a:cubicBezTo>
                    <a:pt x="-3831" y="74787"/>
                    <a:pt x="-5484" y="40412"/>
                    <a:pt x="12646" y="20745"/>
                  </a:cubicBezTo>
                  <a:cubicBezTo>
                    <a:pt x="18418" y="14421"/>
                    <a:pt x="25960" y="9722"/>
                    <a:pt x="34140" y="7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7" name="Google Shape;1247;p30"/>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8" name="Google Shape;1248;p30"/>
            <p:cNvSpPr/>
            <p:nvPr/>
          </p:nvSpPr>
          <p:spPr>
            <a:xfrm>
              <a:off x="2692085" y="4716977"/>
              <a:ext cx="36598" cy="36737"/>
            </a:xfrm>
            <a:custGeom>
              <a:rect b="b" l="l" r="r" t="t"/>
              <a:pathLst>
                <a:path extrusionOk="0" h="36737" w="36598">
                  <a:moveTo>
                    <a:pt x="26356" y="2060"/>
                  </a:moveTo>
                  <a:lnTo>
                    <a:pt x="28154" y="2321"/>
                  </a:lnTo>
                  <a:cubicBezTo>
                    <a:pt x="39177" y="8819"/>
                    <a:pt x="39496" y="27529"/>
                    <a:pt x="28589" y="34345"/>
                  </a:cubicBezTo>
                  <a:cubicBezTo>
                    <a:pt x="17740" y="41104"/>
                    <a:pt x="1032" y="32663"/>
                    <a:pt x="46" y="19987"/>
                  </a:cubicBezTo>
                  <a:cubicBezTo>
                    <a:pt x="-941" y="7223"/>
                    <a:pt x="14231" y="-3742"/>
                    <a:pt x="25979" y="1219"/>
                  </a:cubicBezTo>
                  <a:lnTo>
                    <a:pt x="26414" y="1276"/>
                  </a:lnTo>
                  <a:cubicBezTo>
                    <a:pt x="26356" y="1538"/>
                    <a:pt x="26356" y="1828"/>
                    <a:pt x="26356" y="208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9" name="Google Shape;1249;p30"/>
            <p:cNvSpPr/>
            <p:nvPr/>
          </p:nvSpPr>
          <p:spPr>
            <a:xfrm>
              <a:off x="2676998" y="4463036"/>
              <a:ext cx="36535" cy="39631"/>
            </a:xfrm>
            <a:custGeom>
              <a:rect b="b" l="l" r="r" t="t"/>
              <a:pathLst>
                <a:path extrusionOk="0" h="39631" w="36535">
                  <a:moveTo>
                    <a:pt x="28128" y="34062"/>
                  </a:moveTo>
                  <a:cubicBezTo>
                    <a:pt x="29057" y="35918"/>
                    <a:pt x="30043" y="37833"/>
                    <a:pt x="31029" y="39632"/>
                  </a:cubicBezTo>
                  <a:lnTo>
                    <a:pt x="18904" y="36789"/>
                  </a:lnTo>
                  <a:cubicBezTo>
                    <a:pt x="7330" y="36789"/>
                    <a:pt x="-2765" y="23851"/>
                    <a:pt x="687" y="12567"/>
                  </a:cubicBezTo>
                  <a:cubicBezTo>
                    <a:pt x="4342" y="732"/>
                    <a:pt x="21486" y="-4083"/>
                    <a:pt x="30855" y="4010"/>
                  </a:cubicBezTo>
                  <a:cubicBezTo>
                    <a:pt x="39645" y="11755"/>
                    <a:pt x="37846" y="27970"/>
                    <a:pt x="28128" y="340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0" name="Google Shape;1250;p30"/>
            <p:cNvSpPr/>
            <p:nvPr/>
          </p:nvSpPr>
          <p:spPr>
            <a:xfrm>
              <a:off x="2622273" y="4627600"/>
              <a:ext cx="33105" cy="35278"/>
            </a:xfrm>
            <a:custGeom>
              <a:rect b="b" l="l" r="r" t="t"/>
              <a:pathLst>
                <a:path extrusionOk="0" h="35278" w="33105">
                  <a:moveTo>
                    <a:pt x="33106" y="5921"/>
                  </a:moveTo>
                  <a:lnTo>
                    <a:pt x="32352" y="6298"/>
                  </a:lnTo>
                  <a:lnTo>
                    <a:pt x="30321" y="11926"/>
                  </a:lnTo>
                  <a:cubicBezTo>
                    <a:pt x="36442" y="22398"/>
                    <a:pt x="24926" y="37453"/>
                    <a:pt x="13032" y="35016"/>
                  </a:cubicBezTo>
                  <a:cubicBezTo>
                    <a:pt x="1139" y="32608"/>
                    <a:pt x="-4111" y="15581"/>
                    <a:pt x="3692" y="6269"/>
                  </a:cubicBezTo>
                  <a:cubicBezTo>
                    <a:pt x="10828" y="-2201"/>
                    <a:pt x="25361" y="-1853"/>
                    <a:pt x="33106" y="58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1" name="Google Shape;1251;p30"/>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2" name="Google Shape;1252;p30"/>
            <p:cNvSpPr/>
            <p:nvPr/>
          </p:nvSpPr>
          <p:spPr>
            <a:xfrm>
              <a:off x="2640845" y="4475893"/>
              <a:ext cx="227769" cy="225448"/>
            </a:xfrm>
            <a:custGeom>
              <a:rect b="b" l="l" r="r" t="t"/>
              <a:pathLst>
                <a:path extrusionOk="0" h="225448" w="227769">
                  <a:moveTo>
                    <a:pt x="201895" y="119831"/>
                  </a:moveTo>
                  <a:cubicBezTo>
                    <a:pt x="199081" y="102775"/>
                    <a:pt x="206681" y="87459"/>
                    <a:pt x="217617" y="75043"/>
                  </a:cubicBezTo>
                  <a:cubicBezTo>
                    <a:pt x="204737" y="77074"/>
                    <a:pt x="191597" y="75478"/>
                    <a:pt x="181444" y="65848"/>
                  </a:cubicBezTo>
                  <a:cubicBezTo>
                    <a:pt x="173032" y="57871"/>
                    <a:pt x="169232" y="47051"/>
                    <a:pt x="169580" y="35593"/>
                  </a:cubicBezTo>
                  <a:cubicBezTo>
                    <a:pt x="169870" y="26223"/>
                    <a:pt x="172365" y="17144"/>
                    <a:pt x="173148" y="7861"/>
                  </a:cubicBezTo>
                  <a:cubicBezTo>
                    <a:pt x="162183" y="16186"/>
                    <a:pt x="149042" y="24772"/>
                    <a:pt x="135612" y="23380"/>
                  </a:cubicBezTo>
                  <a:cubicBezTo>
                    <a:pt x="123022" y="22075"/>
                    <a:pt x="116060" y="11371"/>
                    <a:pt x="111796" y="0"/>
                  </a:cubicBezTo>
                  <a:cubicBezTo>
                    <a:pt x="108083" y="11400"/>
                    <a:pt x="102746" y="22597"/>
                    <a:pt x="93434" y="29820"/>
                  </a:cubicBezTo>
                  <a:cubicBezTo>
                    <a:pt x="81599" y="38986"/>
                    <a:pt x="67153" y="36898"/>
                    <a:pt x="54274" y="31590"/>
                  </a:cubicBezTo>
                  <a:cubicBezTo>
                    <a:pt x="55086" y="46528"/>
                    <a:pt x="54941" y="65848"/>
                    <a:pt x="40872" y="73245"/>
                  </a:cubicBezTo>
                  <a:cubicBezTo>
                    <a:pt x="34751" y="76465"/>
                    <a:pt x="27615" y="77161"/>
                    <a:pt x="20886" y="78031"/>
                  </a:cubicBezTo>
                  <a:cubicBezTo>
                    <a:pt x="13866" y="78930"/>
                    <a:pt x="6904" y="79974"/>
                    <a:pt x="0" y="81396"/>
                  </a:cubicBezTo>
                  <a:cubicBezTo>
                    <a:pt x="6585" y="85486"/>
                    <a:pt x="13315" y="89315"/>
                    <a:pt x="19725" y="93695"/>
                  </a:cubicBezTo>
                  <a:cubicBezTo>
                    <a:pt x="28022" y="99381"/>
                    <a:pt x="37014" y="106023"/>
                    <a:pt x="41162" y="115480"/>
                  </a:cubicBezTo>
                  <a:cubicBezTo>
                    <a:pt x="45339" y="124995"/>
                    <a:pt x="45136" y="134857"/>
                    <a:pt x="39625" y="143734"/>
                  </a:cubicBezTo>
                  <a:cubicBezTo>
                    <a:pt x="36086" y="149449"/>
                    <a:pt x="31561" y="154409"/>
                    <a:pt x="27354" y="159601"/>
                  </a:cubicBezTo>
                  <a:cubicBezTo>
                    <a:pt x="34519" y="157222"/>
                    <a:pt x="41626" y="154641"/>
                    <a:pt x="48994" y="152958"/>
                  </a:cubicBezTo>
                  <a:cubicBezTo>
                    <a:pt x="58103" y="150841"/>
                    <a:pt x="67849" y="150580"/>
                    <a:pt x="75420" y="156874"/>
                  </a:cubicBezTo>
                  <a:cubicBezTo>
                    <a:pt x="85370" y="165171"/>
                    <a:pt x="88822" y="181038"/>
                    <a:pt x="89692" y="193279"/>
                  </a:cubicBezTo>
                  <a:cubicBezTo>
                    <a:pt x="90446" y="204070"/>
                    <a:pt x="88880" y="214803"/>
                    <a:pt x="87024" y="225449"/>
                  </a:cubicBezTo>
                  <a:cubicBezTo>
                    <a:pt x="87691" y="224173"/>
                    <a:pt x="88329" y="222896"/>
                    <a:pt x="88996" y="221678"/>
                  </a:cubicBezTo>
                  <a:cubicBezTo>
                    <a:pt x="97089" y="206391"/>
                    <a:pt x="105124" y="188087"/>
                    <a:pt x="119570" y="177673"/>
                  </a:cubicBezTo>
                  <a:cubicBezTo>
                    <a:pt x="131870" y="168826"/>
                    <a:pt x="143763" y="173351"/>
                    <a:pt x="153306" y="181850"/>
                  </a:cubicBezTo>
                  <a:cubicBezTo>
                    <a:pt x="153161" y="176078"/>
                    <a:pt x="153945" y="170334"/>
                    <a:pt x="156613" y="165200"/>
                  </a:cubicBezTo>
                  <a:cubicBezTo>
                    <a:pt x="163865" y="151276"/>
                    <a:pt x="181763" y="150754"/>
                    <a:pt x="195426" y="152001"/>
                  </a:cubicBezTo>
                  <a:cubicBezTo>
                    <a:pt x="206275" y="152987"/>
                    <a:pt x="217008" y="155250"/>
                    <a:pt x="227770" y="157020"/>
                  </a:cubicBezTo>
                  <a:cubicBezTo>
                    <a:pt x="215093" y="147766"/>
                    <a:pt x="204447" y="135554"/>
                    <a:pt x="201866" y="119860"/>
                  </a:cubicBezTo>
                  <a:close/>
                  <a:moveTo>
                    <a:pt x="164591" y="116960"/>
                  </a:moveTo>
                  <a:cubicBezTo>
                    <a:pt x="161922" y="123022"/>
                    <a:pt x="158093" y="128534"/>
                    <a:pt x="153248" y="133175"/>
                  </a:cubicBezTo>
                  <a:cubicBezTo>
                    <a:pt x="133813" y="151682"/>
                    <a:pt x="99932" y="152175"/>
                    <a:pt x="80294" y="133987"/>
                  </a:cubicBezTo>
                  <a:cubicBezTo>
                    <a:pt x="60713" y="115712"/>
                    <a:pt x="59060" y="81338"/>
                    <a:pt x="77190" y="61642"/>
                  </a:cubicBezTo>
                  <a:cubicBezTo>
                    <a:pt x="80033" y="58509"/>
                    <a:pt x="83340" y="55782"/>
                    <a:pt x="86936" y="53519"/>
                  </a:cubicBezTo>
                  <a:cubicBezTo>
                    <a:pt x="91462" y="49429"/>
                    <a:pt x="96973" y="46471"/>
                    <a:pt x="103413" y="44991"/>
                  </a:cubicBezTo>
                  <a:cubicBezTo>
                    <a:pt x="108460" y="42293"/>
                    <a:pt x="114146" y="40988"/>
                    <a:pt x="119918" y="40901"/>
                  </a:cubicBezTo>
                  <a:cubicBezTo>
                    <a:pt x="132305" y="40727"/>
                    <a:pt x="145300" y="45977"/>
                    <a:pt x="154467" y="54883"/>
                  </a:cubicBezTo>
                  <a:cubicBezTo>
                    <a:pt x="156091" y="56507"/>
                    <a:pt x="157571" y="58161"/>
                    <a:pt x="158934" y="59959"/>
                  </a:cubicBezTo>
                  <a:cubicBezTo>
                    <a:pt x="171001" y="76000"/>
                    <a:pt x="172684" y="98801"/>
                    <a:pt x="164561" y="11693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3" name="Google Shape;1253;p30"/>
            <p:cNvSpPr/>
            <p:nvPr/>
          </p:nvSpPr>
          <p:spPr>
            <a:xfrm>
              <a:off x="2884017" y="4634159"/>
              <a:ext cx="36820" cy="38875"/>
            </a:xfrm>
            <a:custGeom>
              <a:rect b="b" l="l" r="r" t="t"/>
              <a:pathLst>
                <a:path extrusionOk="0" h="38875" w="36820">
                  <a:moveTo>
                    <a:pt x="35419" y="11197"/>
                  </a:moveTo>
                  <a:cubicBezTo>
                    <a:pt x="30807" y="754"/>
                    <a:pt x="16709" y="-2610"/>
                    <a:pt x="6643" y="2060"/>
                  </a:cubicBezTo>
                  <a:cubicBezTo>
                    <a:pt x="9602" y="4322"/>
                    <a:pt x="7891" y="9921"/>
                    <a:pt x="3917" y="9689"/>
                  </a:cubicBezTo>
                  <a:cubicBezTo>
                    <a:pt x="3482" y="9689"/>
                    <a:pt x="3047" y="9602"/>
                    <a:pt x="2582" y="9573"/>
                  </a:cubicBezTo>
                  <a:cubicBezTo>
                    <a:pt x="-3596" y="19465"/>
                    <a:pt x="1770" y="36057"/>
                    <a:pt x="13808" y="38552"/>
                  </a:cubicBezTo>
                  <a:cubicBezTo>
                    <a:pt x="27877" y="41453"/>
                    <a:pt x="41250" y="24251"/>
                    <a:pt x="35419" y="11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4" name="Google Shape;1254;p30"/>
            <p:cNvSpPr/>
            <p:nvPr/>
          </p:nvSpPr>
          <p:spPr>
            <a:xfrm>
              <a:off x="2875026" y="4520150"/>
              <a:ext cx="42197" cy="43747"/>
            </a:xfrm>
            <a:custGeom>
              <a:rect b="b" l="l" r="r" t="t"/>
              <a:pathLst>
                <a:path extrusionOk="0" h="43747" w="42197">
                  <a:moveTo>
                    <a:pt x="41887" y="17878"/>
                  </a:moveTo>
                  <a:cubicBezTo>
                    <a:pt x="39712" y="5608"/>
                    <a:pt x="25469" y="-3066"/>
                    <a:pt x="13721" y="1024"/>
                  </a:cubicBezTo>
                  <a:cubicBezTo>
                    <a:pt x="6324" y="3606"/>
                    <a:pt x="1421" y="11032"/>
                    <a:pt x="493" y="18748"/>
                  </a:cubicBezTo>
                  <a:cubicBezTo>
                    <a:pt x="2640" y="20199"/>
                    <a:pt x="3626" y="23564"/>
                    <a:pt x="1363" y="25478"/>
                  </a:cubicBezTo>
                  <a:cubicBezTo>
                    <a:pt x="1189" y="25623"/>
                    <a:pt x="1015" y="25797"/>
                    <a:pt x="841" y="25942"/>
                  </a:cubicBezTo>
                  <a:cubicBezTo>
                    <a:pt x="1102" y="27073"/>
                    <a:pt x="1421" y="28205"/>
                    <a:pt x="1915" y="29278"/>
                  </a:cubicBezTo>
                  <a:lnTo>
                    <a:pt x="0" y="30148"/>
                  </a:lnTo>
                  <a:cubicBezTo>
                    <a:pt x="3829" y="38560"/>
                    <a:pt x="13141" y="44652"/>
                    <a:pt x="22423" y="43637"/>
                  </a:cubicBezTo>
                  <a:cubicBezTo>
                    <a:pt x="34432" y="42332"/>
                    <a:pt x="43976" y="29771"/>
                    <a:pt x="41916" y="1787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5" name="Google Shape;1255;p30"/>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6" name="Google Shape;1256;p30"/>
            <p:cNvSpPr/>
            <p:nvPr/>
          </p:nvSpPr>
          <p:spPr>
            <a:xfrm>
              <a:off x="2792129" y="4672970"/>
              <a:ext cx="35160" cy="35129"/>
            </a:xfrm>
            <a:custGeom>
              <a:rect b="b" l="l" r="r" t="t"/>
              <a:pathLst>
                <a:path extrusionOk="0" h="35129" w="35160">
                  <a:moveTo>
                    <a:pt x="10928" y="757"/>
                  </a:moveTo>
                  <a:cubicBezTo>
                    <a:pt x="10261" y="1337"/>
                    <a:pt x="9449" y="1656"/>
                    <a:pt x="8549" y="1743"/>
                  </a:cubicBezTo>
                  <a:cubicBezTo>
                    <a:pt x="8056" y="2004"/>
                    <a:pt x="7534" y="2265"/>
                    <a:pt x="7070" y="2584"/>
                  </a:cubicBezTo>
                  <a:cubicBezTo>
                    <a:pt x="-3344" y="9633"/>
                    <a:pt x="-1980" y="28169"/>
                    <a:pt x="9362" y="33623"/>
                  </a:cubicBezTo>
                  <a:cubicBezTo>
                    <a:pt x="20646" y="39134"/>
                    <a:pt x="36049" y="28662"/>
                    <a:pt x="35121" y="16160"/>
                  </a:cubicBezTo>
                  <a:cubicBezTo>
                    <a:pt x="34308" y="5108"/>
                    <a:pt x="21168" y="-2492"/>
                    <a:pt x="10928" y="75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7" name="Google Shape;1257;p30"/>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8" name="Google Shape;1258;p30"/>
            <p:cNvSpPr/>
            <p:nvPr/>
          </p:nvSpPr>
          <p:spPr>
            <a:xfrm>
              <a:off x="2692083" y="4717015"/>
              <a:ext cx="36549" cy="36703"/>
            </a:xfrm>
            <a:custGeom>
              <a:rect b="b" l="l" r="r" t="t"/>
              <a:pathLst>
                <a:path extrusionOk="0" h="36703" w="36549">
                  <a:moveTo>
                    <a:pt x="30651" y="7881"/>
                  </a:moveTo>
                  <a:cubicBezTo>
                    <a:pt x="26764" y="11884"/>
                    <a:pt x="20643" y="5764"/>
                    <a:pt x="24530" y="1761"/>
                  </a:cubicBezTo>
                  <a:cubicBezTo>
                    <a:pt x="24791" y="1500"/>
                    <a:pt x="24994" y="1181"/>
                    <a:pt x="25227" y="919"/>
                  </a:cubicBezTo>
                  <a:cubicBezTo>
                    <a:pt x="13565" y="-3258"/>
                    <a:pt x="-939" y="7446"/>
                    <a:pt x="48" y="19949"/>
                  </a:cubicBezTo>
                  <a:cubicBezTo>
                    <a:pt x="1034" y="32654"/>
                    <a:pt x="17771" y="41066"/>
                    <a:pt x="28591" y="34307"/>
                  </a:cubicBezTo>
                  <a:cubicBezTo>
                    <a:pt x="37874" y="28506"/>
                    <a:pt x="38947" y="14118"/>
                    <a:pt x="32275" y="5967"/>
                  </a:cubicBezTo>
                  <a:cubicBezTo>
                    <a:pt x="31724" y="6605"/>
                    <a:pt x="31231" y="7301"/>
                    <a:pt x="30651" y="791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9" name="Google Shape;1259;p30"/>
            <p:cNvSpPr/>
            <p:nvPr/>
          </p:nvSpPr>
          <p:spPr>
            <a:xfrm>
              <a:off x="2676968" y="4463052"/>
              <a:ext cx="36536" cy="39470"/>
            </a:xfrm>
            <a:custGeom>
              <a:rect b="b" l="l" r="r" t="t"/>
              <a:pathLst>
                <a:path extrusionOk="0" h="39470" w="36536">
                  <a:moveTo>
                    <a:pt x="10377" y="34336"/>
                  </a:moveTo>
                  <a:cubicBezTo>
                    <a:pt x="11740" y="33147"/>
                    <a:pt x="13916" y="32828"/>
                    <a:pt x="15598" y="33698"/>
                  </a:cubicBezTo>
                  <a:cubicBezTo>
                    <a:pt x="20355" y="36135"/>
                    <a:pt x="25635" y="38310"/>
                    <a:pt x="30972" y="39470"/>
                  </a:cubicBezTo>
                  <a:cubicBezTo>
                    <a:pt x="30015" y="37701"/>
                    <a:pt x="29029" y="35844"/>
                    <a:pt x="28129" y="34046"/>
                  </a:cubicBezTo>
                  <a:cubicBezTo>
                    <a:pt x="37847" y="27983"/>
                    <a:pt x="39646" y="11739"/>
                    <a:pt x="30856" y="4023"/>
                  </a:cubicBezTo>
                  <a:cubicBezTo>
                    <a:pt x="21516" y="-4099"/>
                    <a:pt x="4343" y="745"/>
                    <a:pt x="688" y="12580"/>
                  </a:cubicBezTo>
                  <a:cubicBezTo>
                    <a:pt x="-1865" y="20905"/>
                    <a:pt x="2980" y="30130"/>
                    <a:pt x="10348" y="3436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0" name="Google Shape;1260;p30"/>
            <p:cNvSpPr/>
            <p:nvPr/>
          </p:nvSpPr>
          <p:spPr>
            <a:xfrm>
              <a:off x="2622273" y="4627618"/>
              <a:ext cx="33105" cy="35284"/>
            </a:xfrm>
            <a:custGeom>
              <a:rect b="b" l="l" r="r" t="t"/>
              <a:pathLst>
                <a:path extrusionOk="0" h="35284" w="33105">
                  <a:moveTo>
                    <a:pt x="31249" y="13880"/>
                  </a:moveTo>
                  <a:cubicBezTo>
                    <a:pt x="30988" y="13213"/>
                    <a:pt x="30698" y="12546"/>
                    <a:pt x="30321" y="11908"/>
                  </a:cubicBezTo>
                  <a:lnTo>
                    <a:pt x="32352" y="6280"/>
                  </a:lnTo>
                  <a:cubicBezTo>
                    <a:pt x="32613" y="6164"/>
                    <a:pt x="32845" y="6019"/>
                    <a:pt x="33106" y="5903"/>
                  </a:cubicBezTo>
                  <a:cubicBezTo>
                    <a:pt x="25361" y="-1842"/>
                    <a:pt x="10799" y="-2219"/>
                    <a:pt x="3692" y="6280"/>
                  </a:cubicBezTo>
                  <a:cubicBezTo>
                    <a:pt x="-4111" y="15563"/>
                    <a:pt x="1139" y="32590"/>
                    <a:pt x="13032" y="35027"/>
                  </a:cubicBezTo>
                  <a:cubicBezTo>
                    <a:pt x="22634" y="36970"/>
                    <a:pt x="31945" y="27572"/>
                    <a:pt x="32003" y="18348"/>
                  </a:cubicBezTo>
                  <a:cubicBezTo>
                    <a:pt x="30988" y="17187"/>
                    <a:pt x="30582" y="15505"/>
                    <a:pt x="31249" y="1390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1" name="Google Shape;1261;p30"/>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62" name="Google Shape;1262;p30"/>
          <p:cNvGrpSpPr/>
          <p:nvPr/>
        </p:nvGrpSpPr>
        <p:grpSpPr>
          <a:xfrm>
            <a:off x="1258035" y="908964"/>
            <a:ext cx="7863429" cy="4176441"/>
            <a:chOff x="1258035" y="908964"/>
            <a:chExt cx="7863429" cy="4176441"/>
          </a:xfrm>
        </p:grpSpPr>
        <p:grpSp>
          <p:nvGrpSpPr>
            <p:cNvPr id="1263" name="Google Shape;1263;p30"/>
            <p:cNvGrpSpPr/>
            <p:nvPr/>
          </p:nvGrpSpPr>
          <p:grpSpPr>
            <a:xfrm>
              <a:off x="1258035" y="4442172"/>
              <a:ext cx="2160685" cy="643232"/>
              <a:chOff x="1217135" y="4680822"/>
              <a:chExt cx="2160685" cy="643232"/>
            </a:xfrm>
          </p:grpSpPr>
          <p:sp>
            <p:nvSpPr>
              <p:cNvPr id="1264" name="Google Shape;1264;p30"/>
              <p:cNvSpPr/>
              <p:nvPr/>
            </p:nvSpPr>
            <p:spPr>
              <a:xfrm flipH="1">
                <a:off x="1219462" y="4682330"/>
                <a:ext cx="2135819" cy="640458"/>
              </a:xfrm>
              <a:custGeom>
                <a:rect b="b" l="l" r="r" t="t"/>
                <a:pathLst>
                  <a:path extrusionOk="0" h="1191549" w="3973616">
                    <a:moveTo>
                      <a:pt x="1356787" y="389076"/>
                    </a:moveTo>
                    <a:cubicBezTo>
                      <a:pt x="1349289" y="368136"/>
                      <a:pt x="1344168" y="346465"/>
                      <a:pt x="1341699" y="324336"/>
                    </a:cubicBezTo>
                    <a:cubicBezTo>
                      <a:pt x="1327343" y="184981"/>
                      <a:pt x="1427104" y="42609"/>
                      <a:pt x="1562801" y="9051"/>
                    </a:cubicBezTo>
                    <a:cubicBezTo>
                      <a:pt x="1591788" y="1736"/>
                      <a:pt x="1621688" y="-916"/>
                      <a:pt x="1651315" y="273"/>
                    </a:cubicBezTo>
                    <a:cubicBezTo>
                      <a:pt x="1734709" y="3473"/>
                      <a:pt x="1818650" y="39684"/>
                      <a:pt x="1868759" y="106069"/>
                    </a:cubicBezTo>
                    <a:cubicBezTo>
                      <a:pt x="1916400" y="169345"/>
                      <a:pt x="1928378" y="260054"/>
                      <a:pt x="1891894" y="329365"/>
                    </a:cubicBezTo>
                    <a:lnTo>
                      <a:pt x="1908719" y="339332"/>
                    </a:lnTo>
                    <a:cubicBezTo>
                      <a:pt x="1917222" y="320130"/>
                      <a:pt x="1929384" y="302391"/>
                      <a:pt x="1945478" y="288766"/>
                    </a:cubicBezTo>
                    <a:cubicBezTo>
                      <a:pt x="2004547" y="238200"/>
                      <a:pt x="2095348" y="237194"/>
                      <a:pt x="2165391" y="271209"/>
                    </a:cubicBezTo>
                    <a:cubicBezTo>
                      <a:pt x="2235708" y="305042"/>
                      <a:pt x="2287463" y="368044"/>
                      <a:pt x="2327422" y="434887"/>
                    </a:cubicBezTo>
                    <a:cubicBezTo>
                      <a:pt x="2354946" y="319307"/>
                      <a:pt x="2488448" y="241491"/>
                      <a:pt x="2602565" y="274135"/>
                    </a:cubicBezTo>
                    <a:cubicBezTo>
                      <a:pt x="2716408" y="306963"/>
                      <a:pt x="2788463" y="443665"/>
                      <a:pt x="2750698" y="556045"/>
                    </a:cubicBezTo>
                    <a:cubicBezTo>
                      <a:pt x="2776484" y="463873"/>
                      <a:pt x="2908066" y="422451"/>
                      <a:pt x="2982041" y="483350"/>
                    </a:cubicBezTo>
                    <a:cubicBezTo>
                      <a:pt x="3013680" y="509411"/>
                      <a:pt x="3032608" y="547084"/>
                      <a:pt x="3054553" y="581648"/>
                    </a:cubicBezTo>
                    <a:cubicBezTo>
                      <a:pt x="3149468" y="730513"/>
                      <a:pt x="3316803" y="831005"/>
                      <a:pt x="3492643" y="844813"/>
                    </a:cubicBezTo>
                    <a:cubicBezTo>
                      <a:pt x="3668756" y="858437"/>
                      <a:pt x="3849533" y="785011"/>
                      <a:pt x="3966302" y="652423"/>
                    </a:cubicBezTo>
                    <a:lnTo>
                      <a:pt x="3973617" y="656355"/>
                    </a:lnTo>
                    <a:cubicBezTo>
                      <a:pt x="3872667" y="857065"/>
                      <a:pt x="3677077" y="1007393"/>
                      <a:pt x="3457164" y="1052656"/>
                    </a:cubicBezTo>
                    <a:cubicBezTo>
                      <a:pt x="3236244" y="1098102"/>
                      <a:pt x="2996214" y="1037111"/>
                      <a:pt x="2823942" y="891630"/>
                    </a:cubicBezTo>
                    <a:cubicBezTo>
                      <a:pt x="2805471" y="1028058"/>
                      <a:pt x="2663373" y="1134860"/>
                      <a:pt x="2527127" y="1114926"/>
                    </a:cubicBezTo>
                    <a:cubicBezTo>
                      <a:pt x="2390882" y="1094718"/>
                      <a:pt x="2285817" y="951706"/>
                      <a:pt x="2307488" y="815735"/>
                    </a:cubicBezTo>
                    <a:cubicBezTo>
                      <a:pt x="2262500" y="879194"/>
                      <a:pt x="2168866" y="902328"/>
                      <a:pt x="2099280" y="867307"/>
                    </a:cubicBezTo>
                    <a:cubicBezTo>
                      <a:pt x="2142074" y="1021017"/>
                      <a:pt x="1997873" y="1185701"/>
                      <a:pt x="1838310" y="1191370"/>
                    </a:cubicBezTo>
                    <a:cubicBezTo>
                      <a:pt x="1679021" y="1196948"/>
                      <a:pt x="1533998" y="1071949"/>
                      <a:pt x="1483614" y="920616"/>
                    </a:cubicBezTo>
                    <a:cubicBezTo>
                      <a:pt x="1419606" y="1004558"/>
                      <a:pt x="1278331" y="1012605"/>
                      <a:pt x="1205362" y="936161"/>
                    </a:cubicBezTo>
                    <a:lnTo>
                      <a:pt x="1198596" y="934698"/>
                    </a:lnTo>
                    <a:cubicBezTo>
                      <a:pt x="1158453" y="1009862"/>
                      <a:pt x="1066465" y="1053387"/>
                      <a:pt x="982797" y="1037111"/>
                    </a:cubicBezTo>
                    <a:cubicBezTo>
                      <a:pt x="899129" y="1020835"/>
                      <a:pt x="830549" y="945671"/>
                      <a:pt x="821497" y="860997"/>
                    </a:cubicBezTo>
                    <a:cubicBezTo>
                      <a:pt x="755294" y="964416"/>
                      <a:pt x="643920" y="1037842"/>
                      <a:pt x="522488" y="1057776"/>
                    </a:cubicBezTo>
                    <a:cubicBezTo>
                      <a:pt x="401330" y="1077985"/>
                      <a:pt x="272217" y="1044426"/>
                      <a:pt x="176114" y="967982"/>
                    </a:cubicBezTo>
                    <a:cubicBezTo>
                      <a:pt x="111648" y="916684"/>
                      <a:pt x="62271" y="847556"/>
                      <a:pt x="0" y="793789"/>
                    </a:cubicBezTo>
                    <a:cubicBezTo>
                      <a:pt x="215250" y="942196"/>
                      <a:pt x="536387" y="920799"/>
                      <a:pt x="725393" y="737828"/>
                    </a:cubicBezTo>
                    <a:cubicBezTo>
                      <a:pt x="761604" y="702806"/>
                      <a:pt x="793516" y="662664"/>
                      <a:pt x="835121" y="633952"/>
                    </a:cubicBezTo>
                    <a:cubicBezTo>
                      <a:pt x="915680" y="577716"/>
                      <a:pt x="1029523" y="574150"/>
                      <a:pt x="1113922" y="624717"/>
                    </a:cubicBezTo>
                    <a:cubicBezTo>
                      <a:pt x="1067196" y="556868"/>
                      <a:pt x="1079358" y="455187"/>
                      <a:pt x="1140440" y="399957"/>
                    </a:cubicBezTo>
                    <a:cubicBezTo>
                      <a:pt x="1198596" y="347928"/>
                      <a:pt x="1293693" y="343722"/>
                      <a:pt x="1356970" y="38898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5" name="Google Shape;1265;p30"/>
              <p:cNvSpPr/>
              <p:nvPr/>
            </p:nvSpPr>
            <p:spPr>
              <a:xfrm flipH="1">
                <a:off x="2619063" y="4873220"/>
                <a:ext cx="758756" cy="381968"/>
              </a:xfrm>
              <a:custGeom>
                <a:rect b="b" l="l" r="r" t="t"/>
                <a:pathLst>
                  <a:path extrusionOk="0" h="710506" w="1411377">
                    <a:moveTo>
                      <a:pt x="1016491" y="464040"/>
                    </a:moveTo>
                    <a:cubicBezTo>
                      <a:pt x="1010456" y="403324"/>
                      <a:pt x="1067515" y="357695"/>
                      <a:pt x="1123476" y="351386"/>
                    </a:cubicBezTo>
                    <a:cubicBezTo>
                      <a:pt x="1188033" y="344162"/>
                      <a:pt x="1237867" y="393174"/>
                      <a:pt x="1252772" y="452884"/>
                    </a:cubicBezTo>
                    <a:cubicBezTo>
                      <a:pt x="1268866" y="517258"/>
                      <a:pt x="1247286" y="584466"/>
                      <a:pt x="1198365" y="628814"/>
                    </a:cubicBezTo>
                    <a:cubicBezTo>
                      <a:pt x="1147525" y="675083"/>
                      <a:pt x="1072818" y="695108"/>
                      <a:pt x="1006524" y="674626"/>
                    </a:cubicBezTo>
                    <a:cubicBezTo>
                      <a:pt x="932184" y="651766"/>
                      <a:pt x="874851" y="583003"/>
                      <a:pt x="866073" y="505736"/>
                    </a:cubicBezTo>
                    <a:cubicBezTo>
                      <a:pt x="865798" y="503176"/>
                      <a:pt x="862598" y="501987"/>
                      <a:pt x="861043" y="504365"/>
                    </a:cubicBezTo>
                    <a:cubicBezTo>
                      <a:pt x="789994" y="614276"/>
                      <a:pt x="669202" y="690079"/>
                      <a:pt x="538626" y="703521"/>
                    </a:cubicBezTo>
                    <a:cubicBezTo>
                      <a:pt x="470960" y="710471"/>
                      <a:pt x="401832" y="701235"/>
                      <a:pt x="338189" y="677461"/>
                    </a:cubicBezTo>
                    <a:cubicBezTo>
                      <a:pt x="274547" y="653686"/>
                      <a:pt x="216300" y="612538"/>
                      <a:pt x="167014" y="562795"/>
                    </a:cubicBezTo>
                    <a:cubicBezTo>
                      <a:pt x="113979" y="509211"/>
                      <a:pt x="66612" y="449227"/>
                      <a:pt x="3793" y="406433"/>
                    </a:cubicBezTo>
                    <a:cubicBezTo>
                      <a:pt x="1507" y="404878"/>
                      <a:pt x="-1419" y="408536"/>
                      <a:pt x="776" y="410365"/>
                    </a:cubicBezTo>
                    <a:cubicBezTo>
                      <a:pt x="122117" y="512137"/>
                      <a:pt x="285886" y="553376"/>
                      <a:pt x="441974" y="534814"/>
                    </a:cubicBezTo>
                    <a:cubicBezTo>
                      <a:pt x="518966" y="525670"/>
                      <a:pt x="594404" y="502170"/>
                      <a:pt x="662070" y="464131"/>
                    </a:cubicBezTo>
                    <a:cubicBezTo>
                      <a:pt x="695811" y="445112"/>
                      <a:pt x="727541" y="422526"/>
                      <a:pt x="756253" y="396557"/>
                    </a:cubicBezTo>
                    <a:cubicBezTo>
                      <a:pt x="792189" y="364187"/>
                      <a:pt x="822273" y="325783"/>
                      <a:pt x="859672" y="295058"/>
                    </a:cubicBezTo>
                    <a:cubicBezTo>
                      <a:pt x="941968" y="227393"/>
                      <a:pt x="1062394" y="217517"/>
                      <a:pt x="1154383" y="271833"/>
                    </a:cubicBezTo>
                    <a:cubicBezTo>
                      <a:pt x="1156486" y="273113"/>
                      <a:pt x="1159320" y="270553"/>
                      <a:pt x="1157858" y="268358"/>
                    </a:cubicBezTo>
                    <a:cubicBezTo>
                      <a:pt x="1122928" y="216146"/>
                      <a:pt x="1121190" y="146103"/>
                      <a:pt x="1150176" y="90782"/>
                    </a:cubicBezTo>
                    <a:cubicBezTo>
                      <a:pt x="1179163" y="35461"/>
                      <a:pt x="1242257" y="2450"/>
                      <a:pt x="1306173" y="5285"/>
                    </a:cubicBezTo>
                    <a:cubicBezTo>
                      <a:pt x="1342841" y="6931"/>
                      <a:pt x="1378594" y="19916"/>
                      <a:pt x="1406940" y="43416"/>
                    </a:cubicBezTo>
                    <a:cubicBezTo>
                      <a:pt x="1409409" y="45519"/>
                      <a:pt x="1413067" y="41953"/>
                      <a:pt x="1410506" y="39850"/>
                    </a:cubicBezTo>
                    <a:cubicBezTo>
                      <a:pt x="1360032" y="-2122"/>
                      <a:pt x="1287062" y="-11266"/>
                      <a:pt x="1226804" y="13972"/>
                    </a:cubicBezTo>
                    <a:cubicBezTo>
                      <a:pt x="1166544" y="39209"/>
                      <a:pt x="1127774" y="100748"/>
                      <a:pt x="1124939" y="166585"/>
                    </a:cubicBezTo>
                    <a:cubicBezTo>
                      <a:pt x="1123385" y="203436"/>
                      <a:pt x="1132894" y="240194"/>
                      <a:pt x="1153468" y="270827"/>
                    </a:cubicBezTo>
                    <a:lnTo>
                      <a:pt x="1156943" y="267352"/>
                    </a:lnTo>
                    <a:cubicBezTo>
                      <a:pt x="1084431" y="224467"/>
                      <a:pt x="992077" y="219986"/>
                      <a:pt x="915267" y="254276"/>
                    </a:cubicBezTo>
                    <a:cubicBezTo>
                      <a:pt x="872108" y="273570"/>
                      <a:pt x="838183" y="305757"/>
                      <a:pt x="805905" y="339499"/>
                    </a:cubicBezTo>
                    <a:cubicBezTo>
                      <a:pt x="773627" y="373240"/>
                      <a:pt x="744092" y="403141"/>
                      <a:pt x="707516" y="429201"/>
                    </a:cubicBezTo>
                    <a:cubicBezTo>
                      <a:pt x="576025" y="523019"/>
                      <a:pt x="403935" y="553925"/>
                      <a:pt x="246567" y="521738"/>
                    </a:cubicBezTo>
                    <a:cubicBezTo>
                      <a:pt x="157961" y="503633"/>
                      <a:pt x="73745" y="465046"/>
                      <a:pt x="4342" y="406707"/>
                    </a:cubicBezTo>
                    <a:lnTo>
                      <a:pt x="1324" y="410639"/>
                    </a:lnTo>
                    <a:cubicBezTo>
                      <a:pt x="61126" y="451513"/>
                      <a:pt x="106755" y="508114"/>
                      <a:pt x="156772" y="559686"/>
                    </a:cubicBezTo>
                    <a:cubicBezTo>
                      <a:pt x="204961" y="609338"/>
                      <a:pt x="258636" y="650669"/>
                      <a:pt x="323010" y="677095"/>
                    </a:cubicBezTo>
                    <a:cubicBezTo>
                      <a:pt x="448100" y="728393"/>
                      <a:pt x="591112" y="720529"/>
                      <a:pt x="708978" y="654143"/>
                    </a:cubicBezTo>
                    <a:cubicBezTo>
                      <a:pt x="772164" y="618573"/>
                      <a:pt x="826388" y="567916"/>
                      <a:pt x="865798" y="507017"/>
                    </a:cubicBezTo>
                    <a:lnTo>
                      <a:pt x="860769" y="505645"/>
                    </a:lnTo>
                    <a:cubicBezTo>
                      <a:pt x="868907" y="577060"/>
                      <a:pt x="916547" y="641251"/>
                      <a:pt x="982018" y="670877"/>
                    </a:cubicBezTo>
                    <a:cubicBezTo>
                      <a:pt x="1049044" y="701235"/>
                      <a:pt x="1128322" y="688891"/>
                      <a:pt x="1186661" y="645274"/>
                    </a:cubicBezTo>
                    <a:cubicBezTo>
                      <a:pt x="1245000" y="601657"/>
                      <a:pt x="1271792" y="536460"/>
                      <a:pt x="1260819" y="467332"/>
                    </a:cubicBezTo>
                    <a:cubicBezTo>
                      <a:pt x="1251126" y="406067"/>
                      <a:pt x="1206046" y="347362"/>
                      <a:pt x="1139752" y="346174"/>
                    </a:cubicBezTo>
                    <a:cubicBezTo>
                      <a:pt x="1076567" y="345076"/>
                      <a:pt x="1006250" y="395094"/>
                      <a:pt x="1013657" y="463857"/>
                    </a:cubicBezTo>
                    <a:cubicBezTo>
                      <a:pt x="1013840" y="465686"/>
                      <a:pt x="1016766" y="465777"/>
                      <a:pt x="1016583" y="463857"/>
                    </a:cubicBezTo>
                    <a:lnTo>
                      <a:pt x="1016583" y="463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6" name="Google Shape;1266;p30"/>
              <p:cNvSpPr/>
              <p:nvPr/>
            </p:nvSpPr>
            <p:spPr>
              <a:xfrm flipH="1">
                <a:off x="2325317" y="4680822"/>
                <a:ext cx="310690" cy="317839"/>
              </a:xfrm>
              <a:custGeom>
                <a:rect b="b" l="l" r="r" t="t"/>
                <a:pathLst>
                  <a:path extrusionOk="0" h="591218" w="577920">
                    <a:moveTo>
                      <a:pt x="285216" y="588476"/>
                    </a:moveTo>
                    <a:cubicBezTo>
                      <a:pt x="162413" y="581984"/>
                      <a:pt x="50032" y="491366"/>
                      <a:pt x="15560" y="373591"/>
                    </a:cubicBezTo>
                    <a:cubicBezTo>
                      <a:pt x="-18913" y="255817"/>
                      <a:pt x="37505" y="121857"/>
                      <a:pt x="139004" y="53186"/>
                    </a:cubicBezTo>
                    <a:cubicBezTo>
                      <a:pt x="250652" y="-22344"/>
                      <a:pt x="418627" y="-8353"/>
                      <a:pt x="512353" y="90585"/>
                    </a:cubicBezTo>
                    <a:cubicBezTo>
                      <a:pt x="558805" y="139688"/>
                      <a:pt x="581848" y="210280"/>
                      <a:pt x="569869" y="277214"/>
                    </a:cubicBezTo>
                    <a:cubicBezTo>
                      <a:pt x="558713" y="339850"/>
                      <a:pt x="515645" y="390599"/>
                      <a:pt x="455112" y="410534"/>
                    </a:cubicBezTo>
                    <a:cubicBezTo>
                      <a:pt x="394578" y="430467"/>
                      <a:pt x="328650" y="416660"/>
                      <a:pt x="291526" y="364539"/>
                    </a:cubicBezTo>
                    <a:cubicBezTo>
                      <a:pt x="273238" y="338844"/>
                      <a:pt x="263911" y="303914"/>
                      <a:pt x="275615" y="273465"/>
                    </a:cubicBezTo>
                    <a:cubicBezTo>
                      <a:pt x="286039" y="246399"/>
                      <a:pt x="313014" y="226007"/>
                      <a:pt x="341635" y="222258"/>
                    </a:cubicBezTo>
                    <a:cubicBezTo>
                      <a:pt x="355899" y="220338"/>
                      <a:pt x="369890" y="222990"/>
                      <a:pt x="382326" y="230214"/>
                    </a:cubicBezTo>
                    <a:cubicBezTo>
                      <a:pt x="384886" y="231677"/>
                      <a:pt x="387081" y="227836"/>
                      <a:pt x="384612" y="226282"/>
                    </a:cubicBezTo>
                    <a:cubicBezTo>
                      <a:pt x="335508" y="196472"/>
                      <a:pt x="271866" y="239084"/>
                      <a:pt x="265740" y="292119"/>
                    </a:cubicBezTo>
                    <a:cubicBezTo>
                      <a:pt x="258333" y="357315"/>
                      <a:pt x="315483" y="412453"/>
                      <a:pt x="376290" y="422421"/>
                    </a:cubicBezTo>
                    <a:cubicBezTo>
                      <a:pt x="437098" y="432387"/>
                      <a:pt x="498363" y="407516"/>
                      <a:pt x="536585" y="362253"/>
                    </a:cubicBezTo>
                    <a:cubicBezTo>
                      <a:pt x="580751" y="309950"/>
                      <a:pt x="587517" y="234512"/>
                      <a:pt x="566394" y="171143"/>
                    </a:cubicBezTo>
                    <a:cubicBezTo>
                      <a:pt x="518846" y="28223"/>
                      <a:pt x="340812" y="-29750"/>
                      <a:pt x="205847" y="14598"/>
                    </a:cubicBezTo>
                    <a:cubicBezTo>
                      <a:pt x="82403" y="55197"/>
                      <a:pt x="-6569" y="184037"/>
                      <a:pt x="381" y="313973"/>
                    </a:cubicBezTo>
                    <a:cubicBezTo>
                      <a:pt x="7330" y="443543"/>
                      <a:pt x="112121" y="560038"/>
                      <a:pt x="238491" y="585915"/>
                    </a:cubicBezTo>
                    <a:cubicBezTo>
                      <a:pt x="253853" y="589024"/>
                      <a:pt x="269488" y="590762"/>
                      <a:pt x="285216" y="591219"/>
                    </a:cubicBezTo>
                    <a:cubicBezTo>
                      <a:pt x="287136" y="591219"/>
                      <a:pt x="287136" y="588384"/>
                      <a:pt x="285216" y="588293"/>
                    </a:cubicBezTo>
                    <a:lnTo>
                      <a:pt x="285216" y="58829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7" name="Google Shape;1267;p30"/>
              <p:cNvSpPr/>
              <p:nvPr/>
            </p:nvSpPr>
            <p:spPr>
              <a:xfrm flipH="1">
                <a:off x="1221857" y="4814460"/>
                <a:ext cx="1115277" cy="324138"/>
              </a:xfrm>
              <a:custGeom>
                <a:rect b="b" l="l" r="r" t="t"/>
                <a:pathLst>
                  <a:path extrusionOk="0" h="602936" w="2074548">
                    <a:moveTo>
                      <a:pt x="126859" y="155823"/>
                    </a:moveTo>
                    <a:cubicBezTo>
                      <a:pt x="153925" y="157927"/>
                      <a:pt x="169378" y="184536"/>
                      <a:pt x="169927" y="209682"/>
                    </a:cubicBezTo>
                    <a:cubicBezTo>
                      <a:pt x="170567" y="239674"/>
                      <a:pt x="149078" y="261528"/>
                      <a:pt x="120275" y="267015"/>
                    </a:cubicBezTo>
                    <a:cubicBezTo>
                      <a:pt x="56633" y="279085"/>
                      <a:pt x="8261" y="222301"/>
                      <a:pt x="4878" y="163413"/>
                    </a:cubicBezTo>
                    <a:cubicBezTo>
                      <a:pt x="1494" y="104526"/>
                      <a:pt x="33316" y="49388"/>
                      <a:pt x="86259" y="23144"/>
                    </a:cubicBezTo>
                    <a:cubicBezTo>
                      <a:pt x="144598" y="-5659"/>
                      <a:pt x="216653" y="559"/>
                      <a:pt x="273803" y="29088"/>
                    </a:cubicBezTo>
                    <a:cubicBezTo>
                      <a:pt x="342657" y="63561"/>
                      <a:pt x="392766" y="125465"/>
                      <a:pt x="431628" y="190388"/>
                    </a:cubicBezTo>
                    <a:cubicBezTo>
                      <a:pt x="432634" y="192034"/>
                      <a:pt x="435377" y="191851"/>
                      <a:pt x="435926" y="189839"/>
                    </a:cubicBezTo>
                    <a:cubicBezTo>
                      <a:pt x="458146" y="100137"/>
                      <a:pt x="542637" y="33568"/>
                      <a:pt x="633436" y="24516"/>
                    </a:cubicBezTo>
                    <a:cubicBezTo>
                      <a:pt x="727711" y="15098"/>
                      <a:pt x="811561" y="75173"/>
                      <a:pt x="846857" y="160762"/>
                    </a:cubicBezTo>
                    <a:cubicBezTo>
                      <a:pt x="866334" y="207944"/>
                      <a:pt x="870266" y="260888"/>
                      <a:pt x="854355" y="309717"/>
                    </a:cubicBezTo>
                    <a:lnTo>
                      <a:pt x="859202" y="311089"/>
                    </a:lnTo>
                    <a:cubicBezTo>
                      <a:pt x="882244" y="232816"/>
                      <a:pt x="980085" y="191759"/>
                      <a:pt x="1054426" y="220929"/>
                    </a:cubicBezTo>
                    <a:cubicBezTo>
                      <a:pt x="1103255" y="240131"/>
                      <a:pt x="1128401" y="288869"/>
                      <a:pt x="1154553" y="331023"/>
                    </a:cubicBezTo>
                    <a:cubicBezTo>
                      <a:pt x="1180705" y="373177"/>
                      <a:pt x="1211794" y="411033"/>
                      <a:pt x="1247639" y="444683"/>
                    </a:cubicBezTo>
                    <a:cubicBezTo>
                      <a:pt x="1318139" y="510977"/>
                      <a:pt x="1405190" y="559714"/>
                      <a:pt x="1498824" y="584586"/>
                    </a:cubicBezTo>
                    <a:cubicBezTo>
                      <a:pt x="1592459" y="609458"/>
                      <a:pt x="1695512" y="609092"/>
                      <a:pt x="1790884" y="583214"/>
                    </a:cubicBezTo>
                    <a:cubicBezTo>
                      <a:pt x="1899332" y="553862"/>
                      <a:pt x="2000190" y="493420"/>
                      <a:pt x="2073982" y="408381"/>
                    </a:cubicBezTo>
                    <a:cubicBezTo>
                      <a:pt x="2075811" y="406186"/>
                      <a:pt x="2072793" y="403078"/>
                      <a:pt x="2070873" y="405272"/>
                    </a:cubicBezTo>
                    <a:cubicBezTo>
                      <a:pt x="1930056" y="561086"/>
                      <a:pt x="1708222" y="633506"/>
                      <a:pt x="1503671" y="580379"/>
                    </a:cubicBezTo>
                    <a:cubicBezTo>
                      <a:pt x="1405190" y="554776"/>
                      <a:pt x="1313841" y="502747"/>
                      <a:pt x="1241421" y="431332"/>
                    </a:cubicBezTo>
                    <a:cubicBezTo>
                      <a:pt x="1204388" y="394848"/>
                      <a:pt x="1174487" y="353517"/>
                      <a:pt x="1147420" y="309260"/>
                    </a:cubicBezTo>
                    <a:cubicBezTo>
                      <a:pt x="1124195" y="271130"/>
                      <a:pt x="1098135" y="231993"/>
                      <a:pt x="1054609" y="215534"/>
                    </a:cubicBezTo>
                    <a:cubicBezTo>
                      <a:pt x="977799" y="186365"/>
                      <a:pt x="878038" y="229433"/>
                      <a:pt x="854447" y="309900"/>
                    </a:cubicBezTo>
                    <a:cubicBezTo>
                      <a:pt x="853533" y="313009"/>
                      <a:pt x="858287" y="314289"/>
                      <a:pt x="859293" y="311271"/>
                    </a:cubicBezTo>
                    <a:cubicBezTo>
                      <a:pt x="888645" y="221295"/>
                      <a:pt x="851155" y="117876"/>
                      <a:pt x="777088" y="60909"/>
                    </a:cubicBezTo>
                    <a:cubicBezTo>
                      <a:pt x="700828" y="2296"/>
                      <a:pt x="596312" y="8605"/>
                      <a:pt x="519594" y="63012"/>
                    </a:cubicBezTo>
                    <a:cubicBezTo>
                      <a:pt x="476708" y="93370"/>
                      <a:pt x="444156" y="137444"/>
                      <a:pt x="431537" y="188742"/>
                    </a:cubicBezTo>
                    <a:lnTo>
                      <a:pt x="435834" y="188194"/>
                    </a:lnTo>
                    <a:cubicBezTo>
                      <a:pt x="396607" y="122722"/>
                      <a:pt x="345766" y="60086"/>
                      <a:pt x="276272" y="25339"/>
                    </a:cubicBezTo>
                    <a:cubicBezTo>
                      <a:pt x="214824" y="-5385"/>
                      <a:pt x="136368" y="-10871"/>
                      <a:pt x="75286" y="23967"/>
                    </a:cubicBezTo>
                    <a:cubicBezTo>
                      <a:pt x="21520" y="54599"/>
                      <a:pt x="-7924" y="117236"/>
                      <a:pt x="1860" y="178409"/>
                    </a:cubicBezTo>
                    <a:cubicBezTo>
                      <a:pt x="11644" y="239583"/>
                      <a:pt x="68337" y="289326"/>
                      <a:pt x="130425" y="269575"/>
                    </a:cubicBezTo>
                    <a:cubicBezTo>
                      <a:pt x="159137" y="260431"/>
                      <a:pt x="176785" y="235102"/>
                      <a:pt x="173676" y="204927"/>
                    </a:cubicBezTo>
                    <a:cubicBezTo>
                      <a:pt x="171024" y="179507"/>
                      <a:pt x="154291" y="154909"/>
                      <a:pt x="126950" y="153537"/>
                    </a:cubicBezTo>
                    <a:cubicBezTo>
                      <a:pt x="125304" y="153537"/>
                      <a:pt x="125396" y="155915"/>
                      <a:pt x="126950" y="156007"/>
                    </a:cubicBezTo>
                    <a:lnTo>
                      <a:pt x="126950" y="15600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8" name="Google Shape;1268;p30"/>
              <p:cNvSpPr/>
              <p:nvPr/>
            </p:nvSpPr>
            <p:spPr>
              <a:xfrm flipH="1">
                <a:off x="1217135" y="5032671"/>
                <a:ext cx="1491036" cy="291384"/>
              </a:xfrm>
              <a:custGeom>
                <a:rect b="b" l="l" r="r" t="t"/>
                <a:pathLst>
                  <a:path extrusionOk="0" h="542009" w="2773504">
                    <a:moveTo>
                      <a:pt x="379" y="285673"/>
                    </a:moveTo>
                    <a:cubicBezTo>
                      <a:pt x="75543" y="363123"/>
                      <a:pt x="214714" y="354619"/>
                      <a:pt x="281374" y="270312"/>
                    </a:cubicBezTo>
                    <a:lnTo>
                      <a:pt x="277717" y="269397"/>
                    </a:lnTo>
                    <a:cubicBezTo>
                      <a:pt x="317676" y="390006"/>
                      <a:pt x="416980" y="495437"/>
                      <a:pt x="540698" y="530458"/>
                    </a:cubicBezTo>
                    <a:cubicBezTo>
                      <a:pt x="601872" y="547740"/>
                      <a:pt x="667068" y="546277"/>
                      <a:pt x="726047" y="521680"/>
                    </a:cubicBezTo>
                    <a:cubicBezTo>
                      <a:pt x="781917" y="498454"/>
                      <a:pt x="830472" y="457672"/>
                      <a:pt x="863481" y="407014"/>
                    </a:cubicBezTo>
                    <a:cubicBezTo>
                      <a:pt x="900423" y="350322"/>
                      <a:pt x="915968" y="281101"/>
                      <a:pt x="898228" y="214990"/>
                    </a:cubicBezTo>
                    <a:lnTo>
                      <a:pt x="894388" y="217916"/>
                    </a:lnTo>
                    <a:cubicBezTo>
                      <a:pt x="966534" y="253121"/>
                      <a:pt x="1058705" y="230078"/>
                      <a:pt x="1105980" y="165247"/>
                    </a:cubicBezTo>
                    <a:lnTo>
                      <a:pt x="1101225" y="163235"/>
                    </a:lnTo>
                    <a:cubicBezTo>
                      <a:pt x="1085132" y="270769"/>
                      <a:pt x="1144019" y="381228"/>
                      <a:pt x="1237105" y="435178"/>
                    </a:cubicBezTo>
                    <a:cubicBezTo>
                      <a:pt x="1333483" y="491048"/>
                      <a:pt x="1452172" y="470656"/>
                      <a:pt x="1534376" y="398693"/>
                    </a:cubicBezTo>
                    <a:cubicBezTo>
                      <a:pt x="1581011" y="357911"/>
                      <a:pt x="1613929" y="302224"/>
                      <a:pt x="1622890" y="240594"/>
                    </a:cubicBezTo>
                    <a:lnTo>
                      <a:pt x="1618501" y="241782"/>
                    </a:lnTo>
                    <a:cubicBezTo>
                      <a:pt x="1757490" y="358460"/>
                      <a:pt x="1938541" y="421370"/>
                      <a:pt x="2119776" y="418261"/>
                    </a:cubicBezTo>
                    <a:cubicBezTo>
                      <a:pt x="2294426" y="415244"/>
                      <a:pt x="2463133" y="347395"/>
                      <a:pt x="2594715" y="233095"/>
                    </a:cubicBezTo>
                    <a:cubicBezTo>
                      <a:pt x="2668416" y="169087"/>
                      <a:pt x="2729497" y="90998"/>
                      <a:pt x="2773205" y="3764"/>
                    </a:cubicBezTo>
                    <a:cubicBezTo>
                      <a:pt x="2774669" y="929"/>
                      <a:pt x="2770371" y="-1631"/>
                      <a:pt x="2768908" y="1295"/>
                    </a:cubicBezTo>
                    <a:cubicBezTo>
                      <a:pt x="2692738" y="152811"/>
                      <a:pt x="2563808" y="275432"/>
                      <a:pt x="2410006" y="346390"/>
                    </a:cubicBezTo>
                    <a:cubicBezTo>
                      <a:pt x="2247974" y="421188"/>
                      <a:pt x="2062626" y="432160"/>
                      <a:pt x="1891724" y="381959"/>
                    </a:cubicBezTo>
                    <a:cubicBezTo>
                      <a:pt x="1793243" y="352973"/>
                      <a:pt x="1700980" y="304235"/>
                      <a:pt x="1622250" y="238124"/>
                    </a:cubicBezTo>
                    <a:cubicBezTo>
                      <a:pt x="1620879" y="237027"/>
                      <a:pt x="1618135" y="237119"/>
                      <a:pt x="1617861" y="239313"/>
                    </a:cubicBezTo>
                    <a:cubicBezTo>
                      <a:pt x="1602591" y="344652"/>
                      <a:pt x="1516363" y="431337"/>
                      <a:pt x="1414041" y="456118"/>
                    </a:cubicBezTo>
                    <a:cubicBezTo>
                      <a:pt x="1307148" y="481904"/>
                      <a:pt x="1200712" y="428411"/>
                      <a:pt x="1144019" y="336788"/>
                    </a:cubicBezTo>
                    <a:cubicBezTo>
                      <a:pt x="1112289" y="285582"/>
                      <a:pt x="1097293" y="224592"/>
                      <a:pt x="1106254" y="164698"/>
                    </a:cubicBezTo>
                    <a:cubicBezTo>
                      <a:pt x="1106711" y="161772"/>
                      <a:pt x="1103328" y="160217"/>
                      <a:pt x="1101499" y="162686"/>
                    </a:cubicBezTo>
                    <a:cubicBezTo>
                      <a:pt x="1056054" y="225140"/>
                      <a:pt x="966443" y="247360"/>
                      <a:pt x="897040" y="213527"/>
                    </a:cubicBezTo>
                    <a:cubicBezTo>
                      <a:pt x="895028" y="212521"/>
                      <a:pt x="892651" y="214167"/>
                      <a:pt x="893199" y="216453"/>
                    </a:cubicBezTo>
                    <a:cubicBezTo>
                      <a:pt x="925477" y="336422"/>
                      <a:pt x="845925" y="457946"/>
                      <a:pt x="739763" y="510067"/>
                    </a:cubicBezTo>
                    <a:cubicBezTo>
                      <a:pt x="623634" y="567034"/>
                      <a:pt x="488760" y="527075"/>
                      <a:pt x="396771" y="443316"/>
                    </a:cubicBezTo>
                    <a:cubicBezTo>
                      <a:pt x="344468" y="395584"/>
                      <a:pt x="305149" y="335142"/>
                      <a:pt x="281922" y="268300"/>
                    </a:cubicBezTo>
                    <a:cubicBezTo>
                      <a:pt x="281283" y="266380"/>
                      <a:pt x="279088" y="266288"/>
                      <a:pt x="277991" y="267751"/>
                    </a:cubicBezTo>
                    <a:cubicBezTo>
                      <a:pt x="213891" y="351419"/>
                      <a:pt x="76182" y="357911"/>
                      <a:pt x="2756" y="283387"/>
                    </a:cubicBezTo>
                    <a:cubicBezTo>
                      <a:pt x="1293" y="281924"/>
                      <a:pt x="-993" y="284210"/>
                      <a:pt x="470" y="285673"/>
                    </a:cubicBezTo>
                    <a:lnTo>
                      <a:pt x="470" y="28567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69" name="Google Shape;1269;p30"/>
            <p:cNvSpPr/>
            <p:nvPr/>
          </p:nvSpPr>
          <p:spPr>
            <a:xfrm flipH="1">
              <a:off x="6985248" y="908964"/>
              <a:ext cx="2136216" cy="640577"/>
            </a:xfrm>
            <a:custGeom>
              <a:rect b="b" l="l" r="r" t="t"/>
              <a:pathLst>
                <a:path extrusionOk="0" h="1191549" w="3973616">
                  <a:moveTo>
                    <a:pt x="1356787" y="389076"/>
                  </a:moveTo>
                  <a:cubicBezTo>
                    <a:pt x="1349289" y="368136"/>
                    <a:pt x="1344168" y="346465"/>
                    <a:pt x="1341699" y="324336"/>
                  </a:cubicBezTo>
                  <a:cubicBezTo>
                    <a:pt x="1327343" y="184981"/>
                    <a:pt x="1427104" y="42609"/>
                    <a:pt x="1562801" y="9051"/>
                  </a:cubicBezTo>
                  <a:cubicBezTo>
                    <a:pt x="1591788" y="1736"/>
                    <a:pt x="1621688" y="-916"/>
                    <a:pt x="1651315" y="273"/>
                  </a:cubicBezTo>
                  <a:cubicBezTo>
                    <a:pt x="1734709" y="3473"/>
                    <a:pt x="1818650" y="39684"/>
                    <a:pt x="1868759" y="106069"/>
                  </a:cubicBezTo>
                  <a:cubicBezTo>
                    <a:pt x="1916400" y="169345"/>
                    <a:pt x="1928378" y="260054"/>
                    <a:pt x="1891894" y="329365"/>
                  </a:cubicBezTo>
                  <a:lnTo>
                    <a:pt x="1908719" y="339332"/>
                  </a:lnTo>
                  <a:cubicBezTo>
                    <a:pt x="1917222" y="320130"/>
                    <a:pt x="1929384" y="302391"/>
                    <a:pt x="1945478" y="288766"/>
                  </a:cubicBezTo>
                  <a:cubicBezTo>
                    <a:pt x="2004547" y="238200"/>
                    <a:pt x="2095348" y="237194"/>
                    <a:pt x="2165391" y="271209"/>
                  </a:cubicBezTo>
                  <a:cubicBezTo>
                    <a:pt x="2235708" y="305042"/>
                    <a:pt x="2287463" y="368044"/>
                    <a:pt x="2327422" y="434887"/>
                  </a:cubicBezTo>
                  <a:cubicBezTo>
                    <a:pt x="2354946" y="319307"/>
                    <a:pt x="2488448" y="241491"/>
                    <a:pt x="2602565" y="274135"/>
                  </a:cubicBezTo>
                  <a:cubicBezTo>
                    <a:pt x="2716408" y="306963"/>
                    <a:pt x="2788463" y="443665"/>
                    <a:pt x="2750698" y="556045"/>
                  </a:cubicBezTo>
                  <a:cubicBezTo>
                    <a:pt x="2776484" y="463873"/>
                    <a:pt x="2908066" y="422451"/>
                    <a:pt x="2982041" y="483350"/>
                  </a:cubicBezTo>
                  <a:cubicBezTo>
                    <a:pt x="3013680" y="509411"/>
                    <a:pt x="3032608" y="547084"/>
                    <a:pt x="3054553" y="581648"/>
                  </a:cubicBezTo>
                  <a:cubicBezTo>
                    <a:pt x="3149468" y="730513"/>
                    <a:pt x="3316803" y="831005"/>
                    <a:pt x="3492643" y="844813"/>
                  </a:cubicBezTo>
                  <a:cubicBezTo>
                    <a:pt x="3668756" y="858437"/>
                    <a:pt x="3849533" y="785011"/>
                    <a:pt x="3966302" y="652423"/>
                  </a:cubicBezTo>
                  <a:lnTo>
                    <a:pt x="3973617" y="656355"/>
                  </a:lnTo>
                  <a:cubicBezTo>
                    <a:pt x="3872667" y="857065"/>
                    <a:pt x="3677077" y="1007393"/>
                    <a:pt x="3457164" y="1052656"/>
                  </a:cubicBezTo>
                  <a:cubicBezTo>
                    <a:pt x="3236244" y="1098102"/>
                    <a:pt x="2996214" y="1037111"/>
                    <a:pt x="2823942" y="891630"/>
                  </a:cubicBezTo>
                  <a:cubicBezTo>
                    <a:pt x="2805471" y="1028058"/>
                    <a:pt x="2663373" y="1134860"/>
                    <a:pt x="2527127" y="1114926"/>
                  </a:cubicBezTo>
                  <a:cubicBezTo>
                    <a:pt x="2390882" y="1094718"/>
                    <a:pt x="2285817" y="951706"/>
                    <a:pt x="2307488" y="815735"/>
                  </a:cubicBezTo>
                  <a:cubicBezTo>
                    <a:pt x="2262500" y="879194"/>
                    <a:pt x="2168866" y="902328"/>
                    <a:pt x="2099280" y="867307"/>
                  </a:cubicBezTo>
                  <a:cubicBezTo>
                    <a:pt x="2142074" y="1021017"/>
                    <a:pt x="1997873" y="1185701"/>
                    <a:pt x="1838310" y="1191370"/>
                  </a:cubicBezTo>
                  <a:cubicBezTo>
                    <a:pt x="1679021" y="1196948"/>
                    <a:pt x="1533998" y="1071949"/>
                    <a:pt x="1483614" y="920616"/>
                  </a:cubicBezTo>
                  <a:cubicBezTo>
                    <a:pt x="1419606" y="1004558"/>
                    <a:pt x="1278331" y="1012605"/>
                    <a:pt x="1205362" y="936161"/>
                  </a:cubicBezTo>
                  <a:lnTo>
                    <a:pt x="1198596" y="934698"/>
                  </a:lnTo>
                  <a:cubicBezTo>
                    <a:pt x="1158453" y="1009862"/>
                    <a:pt x="1066465" y="1053387"/>
                    <a:pt x="982797" y="1037111"/>
                  </a:cubicBezTo>
                  <a:cubicBezTo>
                    <a:pt x="899129" y="1020835"/>
                    <a:pt x="830549" y="945671"/>
                    <a:pt x="821497" y="860997"/>
                  </a:cubicBezTo>
                  <a:cubicBezTo>
                    <a:pt x="755294" y="964416"/>
                    <a:pt x="643920" y="1037842"/>
                    <a:pt x="522488" y="1057776"/>
                  </a:cubicBezTo>
                  <a:cubicBezTo>
                    <a:pt x="401330" y="1077985"/>
                    <a:pt x="272217" y="1044426"/>
                    <a:pt x="176114" y="967982"/>
                  </a:cubicBezTo>
                  <a:cubicBezTo>
                    <a:pt x="111648" y="916684"/>
                    <a:pt x="62271" y="847556"/>
                    <a:pt x="0" y="793789"/>
                  </a:cubicBezTo>
                  <a:cubicBezTo>
                    <a:pt x="215250" y="942196"/>
                    <a:pt x="536387" y="920799"/>
                    <a:pt x="725393" y="737828"/>
                  </a:cubicBezTo>
                  <a:cubicBezTo>
                    <a:pt x="761604" y="702806"/>
                    <a:pt x="793516" y="662664"/>
                    <a:pt x="835121" y="633952"/>
                  </a:cubicBezTo>
                  <a:cubicBezTo>
                    <a:pt x="915680" y="577716"/>
                    <a:pt x="1029523" y="574150"/>
                    <a:pt x="1113922" y="624717"/>
                  </a:cubicBezTo>
                  <a:cubicBezTo>
                    <a:pt x="1067196" y="556868"/>
                    <a:pt x="1079358" y="455187"/>
                    <a:pt x="1140440" y="399957"/>
                  </a:cubicBezTo>
                  <a:cubicBezTo>
                    <a:pt x="1198596" y="347928"/>
                    <a:pt x="1293693" y="343722"/>
                    <a:pt x="1356970" y="38898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70" name="Google Shape;1270;p30"/>
          <p:cNvSpPr/>
          <p:nvPr/>
        </p:nvSpPr>
        <p:spPr>
          <a:xfrm flipH="1">
            <a:off x="8385246" y="1099854"/>
            <a:ext cx="758756" cy="381968"/>
          </a:xfrm>
          <a:custGeom>
            <a:rect b="b" l="l" r="r" t="t"/>
            <a:pathLst>
              <a:path extrusionOk="0" h="710506" w="1411377">
                <a:moveTo>
                  <a:pt x="1016491" y="464040"/>
                </a:moveTo>
                <a:cubicBezTo>
                  <a:pt x="1010456" y="403324"/>
                  <a:pt x="1067515" y="357695"/>
                  <a:pt x="1123476" y="351386"/>
                </a:cubicBezTo>
                <a:cubicBezTo>
                  <a:pt x="1188033" y="344162"/>
                  <a:pt x="1237867" y="393174"/>
                  <a:pt x="1252772" y="452884"/>
                </a:cubicBezTo>
                <a:cubicBezTo>
                  <a:pt x="1268866" y="517258"/>
                  <a:pt x="1247286" y="584466"/>
                  <a:pt x="1198365" y="628814"/>
                </a:cubicBezTo>
                <a:cubicBezTo>
                  <a:pt x="1147525" y="675083"/>
                  <a:pt x="1072818" y="695108"/>
                  <a:pt x="1006524" y="674626"/>
                </a:cubicBezTo>
                <a:cubicBezTo>
                  <a:pt x="932184" y="651766"/>
                  <a:pt x="874851" y="583003"/>
                  <a:pt x="866073" y="505736"/>
                </a:cubicBezTo>
                <a:cubicBezTo>
                  <a:pt x="865798" y="503176"/>
                  <a:pt x="862598" y="501987"/>
                  <a:pt x="861043" y="504365"/>
                </a:cubicBezTo>
                <a:cubicBezTo>
                  <a:pt x="789994" y="614276"/>
                  <a:pt x="669202" y="690079"/>
                  <a:pt x="538626" y="703521"/>
                </a:cubicBezTo>
                <a:cubicBezTo>
                  <a:pt x="470960" y="710471"/>
                  <a:pt x="401832" y="701235"/>
                  <a:pt x="338189" y="677461"/>
                </a:cubicBezTo>
                <a:cubicBezTo>
                  <a:pt x="274547" y="653686"/>
                  <a:pt x="216300" y="612538"/>
                  <a:pt x="167014" y="562795"/>
                </a:cubicBezTo>
                <a:cubicBezTo>
                  <a:pt x="113979" y="509211"/>
                  <a:pt x="66612" y="449227"/>
                  <a:pt x="3793" y="406433"/>
                </a:cubicBezTo>
                <a:cubicBezTo>
                  <a:pt x="1507" y="404878"/>
                  <a:pt x="-1419" y="408536"/>
                  <a:pt x="776" y="410365"/>
                </a:cubicBezTo>
                <a:cubicBezTo>
                  <a:pt x="122117" y="512137"/>
                  <a:pt x="285886" y="553376"/>
                  <a:pt x="441974" y="534814"/>
                </a:cubicBezTo>
                <a:cubicBezTo>
                  <a:pt x="518966" y="525670"/>
                  <a:pt x="594404" y="502170"/>
                  <a:pt x="662070" y="464131"/>
                </a:cubicBezTo>
                <a:cubicBezTo>
                  <a:pt x="695811" y="445112"/>
                  <a:pt x="727541" y="422526"/>
                  <a:pt x="756253" y="396557"/>
                </a:cubicBezTo>
                <a:cubicBezTo>
                  <a:pt x="792189" y="364187"/>
                  <a:pt x="822273" y="325783"/>
                  <a:pt x="859672" y="295058"/>
                </a:cubicBezTo>
                <a:cubicBezTo>
                  <a:pt x="941968" y="227393"/>
                  <a:pt x="1062394" y="217517"/>
                  <a:pt x="1154383" y="271833"/>
                </a:cubicBezTo>
                <a:cubicBezTo>
                  <a:pt x="1156486" y="273113"/>
                  <a:pt x="1159320" y="270553"/>
                  <a:pt x="1157858" y="268358"/>
                </a:cubicBezTo>
                <a:cubicBezTo>
                  <a:pt x="1122928" y="216146"/>
                  <a:pt x="1121190" y="146103"/>
                  <a:pt x="1150176" y="90782"/>
                </a:cubicBezTo>
                <a:cubicBezTo>
                  <a:pt x="1179163" y="35461"/>
                  <a:pt x="1242257" y="2450"/>
                  <a:pt x="1306173" y="5285"/>
                </a:cubicBezTo>
                <a:cubicBezTo>
                  <a:pt x="1342841" y="6931"/>
                  <a:pt x="1378594" y="19916"/>
                  <a:pt x="1406940" y="43416"/>
                </a:cubicBezTo>
                <a:cubicBezTo>
                  <a:pt x="1409409" y="45519"/>
                  <a:pt x="1413067" y="41953"/>
                  <a:pt x="1410506" y="39850"/>
                </a:cubicBezTo>
                <a:cubicBezTo>
                  <a:pt x="1360032" y="-2122"/>
                  <a:pt x="1287062" y="-11266"/>
                  <a:pt x="1226804" y="13972"/>
                </a:cubicBezTo>
                <a:cubicBezTo>
                  <a:pt x="1166544" y="39209"/>
                  <a:pt x="1127774" y="100748"/>
                  <a:pt x="1124939" y="166585"/>
                </a:cubicBezTo>
                <a:cubicBezTo>
                  <a:pt x="1123385" y="203436"/>
                  <a:pt x="1132894" y="240194"/>
                  <a:pt x="1153468" y="270827"/>
                </a:cubicBezTo>
                <a:lnTo>
                  <a:pt x="1156943" y="267352"/>
                </a:lnTo>
                <a:cubicBezTo>
                  <a:pt x="1084431" y="224467"/>
                  <a:pt x="992077" y="219986"/>
                  <a:pt x="915267" y="254276"/>
                </a:cubicBezTo>
                <a:cubicBezTo>
                  <a:pt x="872108" y="273570"/>
                  <a:pt x="838183" y="305757"/>
                  <a:pt x="805905" y="339499"/>
                </a:cubicBezTo>
                <a:cubicBezTo>
                  <a:pt x="773627" y="373240"/>
                  <a:pt x="744092" y="403141"/>
                  <a:pt x="707516" y="429201"/>
                </a:cubicBezTo>
                <a:cubicBezTo>
                  <a:pt x="576025" y="523019"/>
                  <a:pt x="403935" y="553925"/>
                  <a:pt x="246567" y="521738"/>
                </a:cubicBezTo>
                <a:cubicBezTo>
                  <a:pt x="157961" y="503633"/>
                  <a:pt x="73745" y="465046"/>
                  <a:pt x="4342" y="406707"/>
                </a:cubicBezTo>
                <a:lnTo>
                  <a:pt x="1324" y="410639"/>
                </a:lnTo>
                <a:cubicBezTo>
                  <a:pt x="61126" y="451513"/>
                  <a:pt x="106755" y="508114"/>
                  <a:pt x="156772" y="559686"/>
                </a:cubicBezTo>
                <a:cubicBezTo>
                  <a:pt x="204961" y="609338"/>
                  <a:pt x="258636" y="650669"/>
                  <a:pt x="323010" y="677095"/>
                </a:cubicBezTo>
                <a:cubicBezTo>
                  <a:pt x="448100" y="728393"/>
                  <a:pt x="591112" y="720529"/>
                  <a:pt x="708978" y="654143"/>
                </a:cubicBezTo>
                <a:cubicBezTo>
                  <a:pt x="772164" y="618573"/>
                  <a:pt x="826388" y="567916"/>
                  <a:pt x="865798" y="507017"/>
                </a:cubicBezTo>
                <a:lnTo>
                  <a:pt x="860769" y="505645"/>
                </a:lnTo>
                <a:cubicBezTo>
                  <a:pt x="868907" y="577060"/>
                  <a:pt x="916547" y="641251"/>
                  <a:pt x="982018" y="670877"/>
                </a:cubicBezTo>
                <a:cubicBezTo>
                  <a:pt x="1049044" y="701235"/>
                  <a:pt x="1128322" y="688891"/>
                  <a:pt x="1186661" y="645274"/>
                </a:cubicBezTo>
                <a:cubicBezTo>
                  <a:pt x="1245000" y="601657"/>
                  <a:pt x="1271792" y="536460"/>
                  <a:pt x="1260819" y="467332"/>
                </a:cubicBezTo>
                <a:cubicBezTo>
                  <a:pt x="1251126" y="406067"/>
                  <a:pt x="1206046" y="347362"/>
                  <a:pt x="1139752" y="346174"/>
                </a:cubicBezTo>
                <a:cubicBezTo>
                  <a:pt x="1076567" y="345076"/>
                  <a:pt x="1006250" y="395094"/>
                  <a:pt x="1013657" y="463857"/>
                </a:cubicBezTo>
                <a:cubicBezTo>
                  <a:pt x="1013840" y="465686"/>
                  <a:pt x="1016766" y="465777"/>
                  <a:pt x="1016583" y="463857"/>
                </a:cubicBezTo>
                <a:lnTo>
                  <a:pt x="1016583" y="463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1" name="Google Shape;1271;p30"/>
          <p:cNvSpPr/>
          <p:nvPr/>
        </p:nvSpPr>
        <p:spPr>
          <a:xfrm flipH="1">
            <a:off x="8091500" y="907456"/>
            <a:ext cx="310690" cy="317839"/>
          </a:xfrm>
          <a:custGeom>
            <a:rect b="b" l="l" r="r" t="t"/>
            <a:pathLst>
              <a:path extrusionOk="0" h="591218" w="577920">
                <a:moveTo>
                  <a:pt x="285216" y="588476"/>
                </a:moveTo>
                <a:cubicBezTo>
                  <a:pt x="162413" y="581984"/>
                  <a:pt x="50032" y="491366"/>
                  <a:pt x="15560" y="373591"/>
                </a:cubicBezTo>
                <a:cubicBezTo>
                  <a:pt x="-18913" y="255817"/>
                  <a:pt x="37505" y="121857"/>
                  <a:pt x="139004" y="53186"/>
                </a:cubicBezTo>
                <a:cubicBezTo>
                  <a:pt x="250652" y="-22344"/>
                  <a:pt x="418627" y="-8353"/>
                  <a:pt x="512353" y="90585"/>
                </a:cubicBezTo>
                <a:cubicBezTo>
                  <a:pt x="558805" y="139688"/>
                  <a:pt x="581848" y="210280"/>
                  <a:pt x="569869" y="277214"/>
                </a:cubicBezTo>
                <a:cubicBezTo>
                  <a:pt x="558713" y="339850"/>
                  <a:pt x="515645" y="390599"/>
                  <a:pt x="455112" y="410534"/>
                </a:cubicBezTo>
                <a:cubicBezTo>
                  <a:pt x="394578" y="430467"/>
                  <a:pt x="328650" y="416660"/>
                  <a:pt x="291526" y="364539"/>
                </a:cubicBezTo>
                <a:cubicBezTo>
                  <a:pt x="273238" y="338844"/>
                  <a:pt x="263911" y="303914"/>
                  <a:pt x="275615" y="273465"/>
                </a:cubicBezTo>
                <a:cubicBezTo>
                  <a:pt x="286039" y="246399"/>
                  <a:pt x="313014" y="226007"/>
                  <a:pt x="341635" y="222258"/>
                </a:cubicBezTo>
                <a:cubicBezTo>
                  <a:pt x="355899" y="220338"/>
                  <a:pt x="369890" y="222990"/>
                  <a:pt x="382326" y="230214"/>
                </a:cubicBezTo>
                <a:cubicBezTo>
                  <a:pt x="384886" y="231677"/>
                  <a:pt x="387081" y="227836"/>
                  <a:pt x="384612" y="226282"/>
                </a:cubicBezTo>
                <a:cubicBezTo>
                  <a:pt x="335508" y="196472"/>
                  <a:pt x="271866" y="239084"/>
                  <a:pt x="265740" y="292119"/>
                </a:cubicBezTo>
                <a:cubicBezTo>
                  <a:pt x="258333" y="357315"/>
                  <a:pt x="315483" y="412453"/>
                  <a:pt x="376290" y="422421"/>
                </a:cubicBezTo>
                <a:cubicBezTo>
                  <a:pt x="437098" y="432387"/>
                  <a:pt x="498363" y="407516"/>
                  <a:pt x="536585" y="362253"/>
                </a:cubicBezTo>
                <a:cubicBezTo>
                  <a:pt x="580751" y="309950"/>
                  <a:pt x="587517" y="234512"/>
                  <a:pt x="566394" y="171143"/>
                </a:cubicBezTo>
                <a:cubicBezTo>
                  <a:pt x="518846" y="28223"/>
                  <a:pt x="340812" y="-29750"/>
                  <a:pt x="205847" y="14598"/>
                </a:cubicBezTo>
                <a:cubicBezTo>
                  <a:pt x="82403" y="55197"/>
                  <a:pt x="-6569" y="184037"/>
                  <a:pt x="381" y="313973"/>
                </a:cubicBezTo>
                <a:cubicBezTo>
                  <a:pt x="7330" y="443543"/>
                  <a:pt x="112121" y="560038"/>
                  <a:pt x="238491" y="585915"/>
                </a:cubicBezTo>
                <a:cubicBezTo>
                  <a:pt x="253853" y="589024"/>
                  <a:pt x="269488" y="590762"/>
                  <a:pt x="285216" y="591219"/>
                </a:cubicBezTo>
                <a:cubicBezTo>
                  <a:pt x="287136" y="591219"/>
                  <a:pt x="287136" y="588384"/>
                  <a:pt x="285216" y="588293"/>
                </a:cubicBezTo>
                <a:lnTo>
                  <a:pt x="285216" y="58829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2" name="Google Shape;1272;p30"/>
          <p:cNvSpPr/>
          <p:nvPr/>
        </p:nvSpPr>
        <p:spPr>
          <a:xfrm flipH="1">
            <a:off x="6988040" y="1041095"/>
            <a:ext cx="1115277" cy="324138"/>
          </a:xfrm>
          <a:custGeom>
            <a:rect b="b" l="l" r="r" t="t"/>
            <a:pathLst>
              <a:path extrusionOk="0" h="602936" w="2074548">
                <a:moveTo>
                  <a:pt x="126859" y="155823"/>
                </a:moveTo>
                <a:cubicBezTo>
                  <a:pt x="153925" y="157927"/>
                  <a:pt x="169378" y="184536"/>
                  <a:pt x="169927" y="209682"/>
                </a:cubicBezTo>
                <a:cubicBezTo>
                  <a:pt x="170567" y="239674"/>
                  <a:pt x="149078" y="261528"/>
                  <a:pt x="120275" y="267015"/>
                </a:cubicBezTo>
                <a:cubicBezTo>
                  <a:pt x="56633" y="279085"/>
                  <a:pt x="8261" y="222301"/>
                  <a:pt x="4878" y="163413"/>
                </a:cubicBezTo>
                <a:cubicBezTo>
                  <a:pt x="1494" y="104526"/>
                  <a:pt x="33316" y="49388"/>
                  <a:pt x="86259" y="23144"/>
                </a:cubicBezTo>
                <a:cubicBezTo>
                  <a:pt x="144598" y="-5659"/>
                  <a:pt x="216653" y="559"/>
                  <a:pt x="273803" y="29088"/>
                </a:cubicBezTo>
                <a:cubicBezTo>
                  <a:pt x="342657" y="63561"/>
                  <a:pt x="392766" y="125465"/>
                  <a:pt x="431628" y="190388"/>
                </a:cubicBezTo>
                <a:cubicBezTo>
                  <a:pt x="432634" y="192034"/>
                  <a:pt x="435377" y="191851"/>
                  <a:pt x="435926" y="189839"/>
                </a:cubicBezTo>
                <a:cubicBezTo>
                  <a:pt x="458146" y="100137"/>
                  <a:pt x="542637" y="33568"/>
                  <a:pt x="633436" y="24516"/>
                </a:cubicBezTo>
                <a:cubicBezTo>
                  <a:pt x="727711" y="15098"/>
                  <a:pt x="811561" y="75173"/>
                  <a:pt x="846857" y="160762"/>
                </a:cubicBezTo>
                <a:cubicBezTo>
                  <a:pt x="866334" y="207944"/>
                  <a:pt x="870266" y="260888"/>
                  <a:pt x="854355" y="309717"/>
                </a:cubicBezTo>
                <a:lnTo>
                  <a:pt x="859202" y="311089"/>
                </a:lnTo>
                <a:cubicBezTo>
                  <a:pt x="882244" y="232816"/>
                  <a:pt x="980085" y="191759"/>
                  <a:pt x="1054426" y="220929"/>
                </a:cubicBezTo>
                <a:cubicBezTo>
                  <a:pt x="1103255" y="240131"/>
                  <a:pt x="1128401" y="288869"/>
                  <a:pt x="1154553" y="331023"/>
                </a:cubicBezTo>
                <a:cubicBezTo>
                  <a:pt x="1180705" y="373177"/>
                  <a:pt x="1211794" y="411033"/>
                  <a:pt x="1247639" y="444683"/>
                </a:cubicBezTo>
                <a:cubicBezTo>
                  <a:pt x="1318139" y="510977"/>
                  <a:pt x="1405190" y="559714"/>
                  <a:pt x="1498824" y="584586"/>
                </a:cubicBezTo>
                <a:cubicBezTo>
                  <a:pt x="1592459" y="609458"/>
                  <a:pt x="1695512" y="609092"/>
                  <a:pt x="1790884" y="583214"/>
                </a:cubicBezTo>
                <a:cubicBezTo>
                  <a:pt x="1899332" y="553862"/>
                  <a:pt x="2000190" y="493420"/>
                  <a:pt x="2073982" y="408381"/>
                </a:cubicBezTo>
                <a:cubicBezTo>
                  <a:pt x="2075811" y="406186"/>
                  <a:pt x="2072793" y="403078"/>
                  <a:pt x="2070873" y="405272"/>
                </a:cubicBezTo>
                <a:cubicBezTo>
                  <a:pt x="1930056" y="561086"/>
                  <a:pt x="1708222" y="633506"/>
                  <a:pt x="1503671" y="580379"/>
                </a:cubicBezTo>
                <a:cubicBezTo>
                  <a:pt x="1405190" y="554776"/>
                  <a:pt x="1313841" y="502747"/>
                  <a:pt x="1241421" y="431332"/>
                </a:cubicBezTo>
                <a:cubicBezTo>
                  <a:pt x="1204388" y="394848"/>
                  <a:pt x="1174487" y="353517"/>
                  <a:pt x="1147420" y="309260"/>
                </a:cubicBezTo>
                <a:cubicBezTo>
                  <a:pt x="1124195" y="271130"/>
                  <a:pt x="1098135" y="231993"/>
                  <a:pt x="1054609" y="215534"/>
                </a:cubicBezTo>
                <a:cubicBezTo>
                  <a:pt x="977799" y="186365"/>
                  <a:pt x="878038" y="229433"/>
                  <a:pt x="854447" y="309900"/>
                </a:cubicBezTo>
                <a:cubicBezTo>
                  <a:pt x="853533" y="313009"/>
                  <a:pt x="858287" y="314289"/>
                  <a:pt x="859293" y="311271"/>
                </a:cubicBezTo>
                <a:cubicBezTo>
                  <a:pt x="888645" y="221295"/>
                  <a:pt x="851155" y="117876"/>
                  <a:pt x="777088" y="60909"/>
                </a:cubicBezTo>
                <a:cubicBezTo>
                  <a:pt x="700828" y="2296"/>
                  <a:pt x="596312" y="8605"/>
                  <a:pt x="519594" y="63012"/>
                </a:cubicBezTo>
                <a:cubicBezTo>
                  <a:pt x="476708" y="93370"/>
                  <a:pt x="444156" y="137444"/>
                  <a:pt x="431537" y="188742"/>
                </a:cubicBezTo>
                <a:lnTo>
                  <a:pt x="435834" y="188194"/>
                </a:lnTo>
                <a:cubicBezTo>
                  <a:pt x="396607" y="122722"/>
                  <a:pt x="345766" y="60086"/>
                  <a:pt x="276272" y="25339"/>
                </a:cubicBezTo>
                <a:cubicBezTo>
                  <a:pt x="214824" y="-5385"/>
                  <a:pt x="136368" y="-10871"/>
                  <a:pt x="75286" y="23967"/>
                </a:cubicBezTo>
                <a:cubicBezTo>
                  <a:pt x="21520" y="54599"/>
                  <a:pt x="-7924" y="117236"/>
                  <a:pt x="1860" y="178409"/>
                </a:cubicBezTo>
                <a:cubicBezTo>
                  <a:pt x="11644" y="239583"/>
                  <a:pt x="68337" y="289326"/>
                  <a:pt x="130425" y="269575"/>
                </a:cubicBezTo>
                <a:cubicBezTo>
                  <a:pt x="159137" y="260431"/>
                  <a:pt x="176785" y="235102"/>
                  <a:pt x="173676" y="204927"/>
                </a:cubicBezTo>
                <a:cubicBezTo>
                  <a:pt x="171024" y="179507"/>
                  <a:pt x="154291" y="154909"/>
                  <a:pt x="126950" y="153537"/>
                </a:cubicBezTo>
                <a:cubicBezTo>
                  <a:pt x="125304" y="153537"/>
                  <a:pt x="125396" y="155915"/>
                  <a:pt x="126950" y="156007"/>
                </a:cubicBezTo>
                <a:lnTo>
                  <a:pt x="126950" y="15600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3" name="Google Shape;1273;p30"/>
          <p:cNvSpPr/>
          <p:nvPr/>
        </p:nvSpPr>
        <p:spPr>
          <a:xfrm flipH="1">
            <a:off x="6983317" y="1259305"/>
            <a:ext cx="1491036" cy="291384"/>
          </a:xfrm>
          <a:custGeom>
            <a:rect b="b" l="l" r="r" t="t"/>
            <a:pathLst>
              <a:path extrusionOk="0" h="542009" w="2773504">
                <a:moveTo>
                  <a:pt x="379" y="285673"/>
                </a:moveTo>
                <a:cubicBezTo>
                  <a:pt x="75543" y="363123"/>
                  <a:pt x="214714" y="354619"/>
                  <a:pt x="281374" y="270312"/>
                </a:cubicBezTo>
                <a:lnTo>
                  <a:pt x="277717" y="269397"/>
                </a:lnTo>
                <a:cubicBezTo>
                  <a:pt x="317676" y="390006"/>
                  <a:pt x="416980" y="495437"/>
                  <a:pt x="540698" y="530458"/>
                </a:cubicBezTo>
                <a:cubicBezTo>
                  <a:pt x="601872" y="547740"/>
                  <a:pt x="667068" y="546277"/>
                  <a:pt x="726047" y="521680"/>
                </a:cubicBezTo>
                <a:cubicBezTo>
                  <a:pt x="781917" y="498454"/>
                  <a:pt x="830472" y="457672"/>
                  <a:pt x="863481" y="407014"/>
                </a:cubicBezTo>
                <a:cubicBezTo>
                  <a:pt x="900423" y="350322"/>
                  <a:pt x="915968" y="281101"/>
                  <a:pt x="898228" y="214990"/>
                </a:cubicBezTo>
                <a:lnTo>
                  <a:pt x="894388" y="217916"/>
                </a:lnTo>
                <a:cubicBezTo>
                  <a:pt x="966534" y="253121"/>
                  <a:pt x="1058705" y="230078"/>
                  <a:pt x="1105980" y="165247"/>
                </a:cubicBezTo>
                <a:lnTo>
                  <a:pt x="1101225" y="163235"/>
                </a:lnTo>
                <a:cubicBezTo>
                  <a:pt x="1085132" y="270769"/>
                  <a:pt x="1144019" y="381228"/>
                  <a:pt x="1237105" y="435178"/>
                </a:cubicBezTo>
                <a:cubicBezTo>
                  <a:pt x="1333483" y="491048"/>
                  <a:pt x="1452172" y="470656"/>
                  <a:pt x="1534376" y="398693"/>
                </a:cubicBezTo>
                <a:cubicBezTo>
                  <a:pt x="1581011" y="357911"/>
                  <a:pt x="1613929" y="302224"/>
                  <a:pt x="1622890" y="240594"/>
                </a:cubicBezTo>
                <a:lnTo>
                  <a:pt x="1618501" y="241782"/>
                </a:lnTo>
                <a:cubicBezTo>
                  <a:pt x="1757490" y="358460"/>
                  <a:pt x="1938541" y="421370"/>
                  <a:pt x="2119776" y="418261"/>
                </a:cubicBezTo>
                <a:cubicBezTo>
                  <a:pt x="2294426" y="415244"/>
                  <a:pt x="2463133" y="347395"/>
                  <a:pt x="2594715" y="233095"/>
                </a:cubicBezTo>
                <a:cubicBezTo>
                  <a:pt x="2668416" y="169087"/>
                  <a:pt x="2729497" y="90998"/>
                  <a:pt x="2773205" y="3764"/>
                </a:cubicBezTo>
                <a:cubicBezTo>
                  <a:pt x="2774669" y="929"/>
                  <a:pt x="2770371" y="-1631"/>
                  <a:pt x="2768908" y="1295"/>
                </a:cubicBezTo>
                <a:cubicBezTo>
                  <a:pt x="2692738" y="152811"/>
                  <a:pt x="2563808" y="275432"/>
                  <a:pt x="2410006" y="346390"/>
                </a:cubicBezTo>
                <a:cubicBezTo>
                  <a:pt x="2247974" y="421188"/>
                  <a:pt x="2062626" y="432160"/>
                  <a:pt x="1891724" y="381959"/>
                </a:cubicBezTo>
                <a:cubicBezTo>
                  <a:pt x="1793243" y="352973"/>
                  <a:pt x="1700980" y="304235"/>
                  <a:pt x="1622250" y="238124"/>
                </a:cubicBezTo>
                <a:cubicBezTo>
                  <a:pt x="1620879" y="237027"/>
                  <a:pt x="1618135" y="237119"/>
                  <a:pt x="1617861" y="239313"/>
                </a:cubicBezTo>
                <a:cubicBezTo>
                  <a:pt x="1602591" y="344652"/>
                  <a:pt x="1516363" y="431337"/>
                  <a:pt x="1414041" y="456118"/>
                </a:cubicBezTo>
                <a:cubicBezTo>
                  <a:pt x="1307148" y="481904"/>
                  <a:pt x="1200712" y="428411"/>
                  <a:pt x="1144019" y="336788"/>
                </a:cubicBezTo>
                <a:cubicBezTo>
                  <a:pt x="1112289" y="285582"/>
                  <a:pt x="1097293" y="224592"/>
                  <a:pt x="1106254" y="164698"/>
                </a:cubicBezTo>
                <a:cubicBezTo>
                  <a:pt x="1106711" y="161772"/>
                  <a:pt x="1103328" y="160217"/>
                  <a:pt x="1101499" y="162686"/>
                </a:cubicBezTo>
                <a:cubicBezTo>
                  <a:pt x="1056054" y="225140"/>
                  <a:pt x="966443" y="247360"/>
                  <a:pt x="897040" y="213527"/>
                </a:cubicBezTo>
                <a:cubicBezTo>
                  <a:pt x="895028" y="212521"/>
                  <a:pt x="892651" y="214167"/>
                  <a:pt x="893199" y="216453"/>
                </a:cubicBezTo>
                <a:cubicBezTo>
                  <a:pt x="925477" y="336422"/>
                  <a:pt x="845925" y="457946"/>
                  <a:pt x="739763" y="510067"/>
                </a:cubicBezTo>
                <a:cubicBezTo>
                  <a:pt x="623634" y="567034"/>
                  <a:pt x="488760" y="527075"/>
                  <a:pt x="396771" y="443316"/>
                </a:cubicBezTo>
                <a:cubicBezTo>
                  <a:pt x="344468" y="395584"/>
                  <a:pt x="305149" y="335142"/>
                  <a:pt x="281922" y="268300"/>
                </a:cubicBezTo>
                <a:cubicBezTo>
                  <a:pt x="281283" y="266380"/>
                  <a:pt x="279088" y="266288"/>
                  <a:pt x="277991" y="267751"/>
                </a:cubicBezTo>
                <a:cubicBezTo>
                  <a:pt x="213891" y="351419"/>
                  <a:pt x="76182" y="357911"/>
                  <a:pt x="2756" y="283387"/>
                </a:cubicBezTo>
                <a:cubicBezTo>
                  <a:pt x="1293" y="281924"/>
                  <a:pt x="-993" y="284210"/>
                  <a:pt x="470" y="285673"/>
                </a:cubicBezTo>
                <a:lnTo>
                  <a:pt x="470" y="28567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274" name="Shape 1274"/>
        <p:cNvGrpSpPr/>
        <p:nvPr/>
      </p:nvGrpSpPr>
      <p:grpSpPr>
        <a:xfrm>
          <a:off x="0" y="0"/>
          <a:ext cx="0" cy="0"/>
          <a:chOff x="0" y="0"/>
          <a:chExt cx="0" cy="0"/>
        </a:xfrm>
      </p:grpSpPr>
      <p:grpSp>
        <p:nvGrpSpPr>
          <p:cNvPr id="1275" name="Google Shape;1275;p31"/>
          <p:cNvGrpSpPr/>
          <p:nvPr/>
        </p:nvGrpSpPr>
        <p:grpSpPr>
          <a:xfrm>
            <a:off x="-341456" y="-257579"/>
            <a:ext cx="1247131" cy="1247672"/>
            <a:chOff x="4021503" y="1921113"/>
            <a:chExt cx="805692" cy="806042"/>
          </a:xfrm>
        </p:grpSpPr>
        <p:sp>
          <p:nvSpPr>
            <p:cNvPr id="1276" name="Google Shape;1276;p31"/>
            <p:cNvSpPr/>
            <p:nvPr/>
          </p:nvSpPr>
          <p:spPr>
            <a:xfrm>
              <a:off x="4635425" y="2198798"/>
              <a:ext cx="191770" cy="244983"/>
            </a:xfrm>
            <a:custGeom>
              <a:rect b="b" l="l" r="r" t="t"/>
              <a:pathLst>
                <a:path extrusionOk="0" h="244983" w="191770">
                  <a:moveTo>
                    <a:pt x="65703" y="238974"/>
                  </a:moveTo>
                  <a:lnTo>
                    <a:pt x="65616" y="239148"/>
                  </a:lnTo>
                  <a:cubicBezTo>
                    <a:pt x="64920" y="238771"/>
                    <a:pt x="64165" y="238452"/>
                    <a:pt x="63440" y="238133"/>
                  </a:cubicBezTo>
                  <a:cubicBezTo>
                    <a:pt x="53665" y="230968"/>
                    <a:pt x="50097" y="217247"/>
                    <a:pt x="49893" y="204774"/>
                  </a:cubicBezTo>
                  <a:cubicBezTo>
                    <a:pt x="49720" y="191198"/>
                    <a:pt x="52417" y="177419"/>
                    <a:pt x="49574" y="164134"/>
                  </a:cubicBezTo>
                  <a:cubicBezTo>
                    <a:pt x="44788" y="141740"/>
                    <a:pt x="22626" y="124886"/>
                    <a:pt x="0" y="124886"/>
                  </a:cubicBezTo>
                  <a:lnTo>
                    <a:pt x="0" y="123494"/>
                  </a:lnTo>
                  <a:cubicBezTo>
                    <a:pt x="16534" y="123320"/>
                    <a:pt x="33939" y="120970"/>
                    <a:pt x="44527" y="108729"/>
                  </a:cubicBezTo>
                  <a:cubicBezTo>
                    <a:pt x="56304" y="95095"/>
                    <a:pt x="54622" y="74790"/>
                    <a:pt x="52707" y="56892"/>
                  </a:cubicBezTo>
                  <a:cubicBezTo>
                    <a:pt x="50880" y="39864"/>
                    <a:pt x="50300" y="20313"/>
                    <a:pt x="61468" y="7694"/>
                  </a:cubicBezTo>
                  <a:lnTo>
                    <a:pt x="63179" y="9145"/>
                  </a:lnTo>
                  <a:cubicBezTo>
                    <a:pt x="89895" y="-8347"/>
                    <a:pt x="130187" y="152"/>
                    <a:pt x="147563" y="26985"/>
                  </a:cubicBezTo>
                  <a:cubicBezTo>
                    <a:pt x="159746" y="45869"/>
                    <a:pt x="160558" y="69626"/>
                    <a:pt x="165896" y="91440"/>
                  </a:cubicBezTo>
                  <a:cubicBezTo>
                    <a:pt x="169261" y="104987"/>
                    <a:pt x="177847" y="120477"/>
                    <a:pt x="191771" y="120013"/>
                  </a:cubicBezTo>
                  <a:cubicBezTo>
                    <a:pt x="178602" y="129469"/>
                    <a:pt x="168536" y="143132"/>
                    <a:pt x="163430" y="158506"/>
                  </a:cubicBezTo>
                  <a:cubicBezTo>
                    <a:pt x="158122" y="174460"/>
                    <a:pt x="158122" y="191981"/>
                    <a:pt x="151566" y="207500"/>
                  </a:cubicBezTo>
                  <a:cubicBezTo>
                    <a:pt x="138310" y="239003"/>
                    <a:pt x="96190" y="254319"/>
                    <a:pt x="65703" y="23897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7" name="Google Shape;1277;p31"/>
            <p:cNvSpPr/>
            <p:nvPr/>
          </p:nvSpPr>
          <p:spPr>
            <a:xfrm>
              <a:off x="4552933" y="2012202"/>
              <a:ext cx="191518" cy="194494"/>
            </a:xfrm>
            <a:custGeom>
              <a:rect b="b" l="l" r="r" t="t"/>
              <a:pathLst>
                <a:path extrusionOk="0" h="194494" w="191518">
                  <a:moveTo>
                    <a:pt x="36427" y="143353"/>
                  </a:moveTo>
                  <a:cubicBezTo>
                    <a:pt x="37965" y="140713"/>
                    <a:pt x="39183" y="137870"/>
                    <a:pt x="40053" y="134941"/>
                  </a:cubicBezTo>
                  <a:cubicBezTo>
                    <a:pt x="43911" y="122235"/>
                    <a:pt x="41649" y="107760"/>
                    <a:pt x="33962" y="96882"/>
                  </a:cubicBezTo>
                  <a:cubicBezTo>
                    <a:pt x="27174" y="87252"/>
                    <a:pt x="16789" y="80696"/>
                    <a:pt x="9653" y="71239"/>
                  </a:cubicBezTo>
                  <a:cubicBezTo>
                    <a:pt x="2575" y="61870"/>
                    <a:pt x="-819" y="49774"/>
                    <a:pt x="168" y="38112"/>
                  </a:cubicBezTo>
                  <a:lnTo>
                    <a:pt x="1038" y="38112"/>
                  </a:lnTo>
                  <a:cubicBezTo>
                    <a:pt x="15136" y="5101"/>
                    <a:pt x="60156" y="-10186"/>
                    <a:pt x="91455" y="7335"/>
                  </a:cubicBezTo>
                  <a:cubicBezTo>
                    <a:pt x="104161" y="14413"/>
                    <a:pt x="114023" y="25581"/>
                    <a:pt x="125858" y="34109"/>
                  </a:cubicBezTo>
                  <a:cubicBezTo>
                    <a:pt x="137694" y="42638"/>
                    <a:pt x="153213" y="48439"/>
                    <a:pt x="166673" y="42899"/>
                  </a:cubicBezTo>
                  <a:cubicBezTo>
                    <a:pt x="154025" y="56445"/>
                    <a:pt x="160117" y="78694"/>
                    <a:pt x="169747" y="94504"/>
                  </a:cubicBezTo>
                  <a:cubicBezTo>
                    <a:pt x="179378" y="110371"/>
                    <a:pt x="192374" y="126209"/>
                    <a:pt x="191475" y="144774"/>
                  </a:cubicBezTo>
                  <a:cubicBezTo>
                    <a:pt x="190343" y="168126"/>
                    <a:pt x="167746" y="184341"/>
                    <a:pt x="145642" y="192260"/>
                  </a:cubicBezTo>
                  <a:lnTo>
                    <a:pt x="145729" y="192492"/>
                  </a:lnTo>
                  <a:cubicBezTo>
                    <a:pt x="132472" y="198816"/>
                    <a:pt x="117011" y="189127"/>
                    <a:pt x="107671" y="177843"/>
                  </a:cubicBezTo>
                  <a:cubicBezTo>
                    <a:pt x="98359" y="166501"/>
                    <a:pt x="91136" y="152519"/>
                    <a:pt x="78112" y="145731"/>
                  </a:cubicBezTo>
                  <a:cubicBezTo>
                    <a:pt x="64246" y="138480"/>
                    <a:pt x="47015" y="141438"/>
                    <a:pt x="32976" y="148661"/>
                  </a:cubicBezTo>
                  <a:cubicBezTo>
                    <a:pt x="34223" y="146979"/>
                    <a:pt x="35383" y="145209"/>
                    <a:pt x="36427" y="14341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8" name="Google Shape;1278;p31"/>
            <p:cNvSpPr/>
            <p:nvPr/>
          </p:nvSpPr>
          <p:spPr>
            <a:xfrm>
              <a:off x="4532621" y="2436931"/>
              <a:ext cx="206840" cy="202644"/>
            </a:xfrm>
            <a:custGeom>
              <a:rect b="b" l="l" r="r" t="t"/>
              <a:pathLst>
                <a:path extrusionOk="0" h="202644" w="206840">
                  <a:moveTo>
                    <a:pt x="44875" y="37420"/>
                  </a:moveTo>
                  <a:lnTo>
                    <a:pt x="44817" y="37362"/>
                  </a:lnTo>
                  <a:cubicBezTo>
                    <a:pt x="43889" y="35419"/>
                    <a:pt x="42873" y="33504"/>
                    <a:pt x="41655" y="31648"/>
                  </a:cubicBezTo>
                  <a:cubicBezTo>
                    <a:pt x="48820" y="38725"/>
                    <a:pt x="57377" y="44353"/>
                    <a:pt x="66979" y="47370"/>
                  </a:cubicBezTo>
                  <a:cubicBezTo>
                    <a:pt x="80206" y="51518"/>
                    <a:pt x="95378" y="50213"/>
                    <a:pt x="106720" y="42351"/>
                  </a:cubicBezTo>
                  <a:cubicBezTo>
                    <a:pt x="117191" y="35128"/>
                    <a:pt x="123573" y="23351"/>
                    <a:pt x="133059" y="14939"/>
                  </a:cubicBezTo>
                  <a:cubicBezTo>
                    <a:pt x="142893" y="6324"/>
                    <a:pt x="156004" y="1537"/>
                    <a:pt x="169028" y="1915"/>
                  </a:cubicBezTo>
                  <a:cubicBezTo>
                    <a:pt x="168042" y="1363"/>
                    <a:pt x="167085" y="754"/>
                    <a:pt x="166186" y="0"/>
                  </a:cubicBezTo>
                  <a:cubicBezTo>
                    <a:pt x="166940" y="319"/>
                    <a:pt x="167665" y="638"/>
                    <a:pt x="168361" y="1015"/>
                  </a:cubicBezTo>
                  <a:cubicBezTo>
                    <a:pt x="191771" y="12473"/>
                    <a:pt x="208073" y="37971"/>
                    <a:pt x="206768" y="64020"/>
                  </a:cubicBezTo>
                  <a:cubicBezTo>
                    <a:pt x="205985" y="80410"/>
                    <a:pt x="198820" y="95668"/>
                    <a:pt x="193772" y="111303"/>
                  </a:cubicBezTo>
                  <a:cubicBezTo>
                    <a:pt x="188783" y="126880"/>
                    <a:pt x="185998" y="144633"/>
                    <a:pt x="193482" y="159195"/>
                  </a:cubicBezTo>
                  <a:cubicBezTo>
                    <a:pt x="172597" y="153277"/>
                    <a:pt x="150667" y="163488"/>
                    <a:pt x="132276" y="175062"/>
                  </a:cubicBezTo>
                  <a:cubicBezTo>
                    <a:pt x="113885" y="186637"/>
                    <a:pt x="95465" y="200328"/>
                    <a:pt x="73825" y="202388"/>
                  </a:cubicBezTo>
                  <a:cubicBezTo>
                    <a:pt x="49893" y="204621"/>
                    <a:pt x="27557" y="191974"/>
                    <a:pt x="9166" y="175759"/>
                  </a:cubicBezTo>
                  <a:cubicBezTo>
                    <a:pt x="6004" y="173003"/>
                    <a:pt x="2930" y="170073"/>
                    <a:pt x="0" y="167143"/>
                  </a:cubicBezTo>
                  <a:lnTo>
                    <a:pt x="145" y="166969"/>
                  </a:lnTo>
                  <a:cubicBezTo>
                    <a:pt x="1218" y="167723"/>
                    <a:pt x="2233" y="168594"/>
                    <a:pt x="3220" y="169522"/>
                  </a:cubicBezTo>
                  <a:cubicBezTo>
                    <a:pt x="-2611" y="158963"/>
                    <a:pt x="2088" y="145416"/>
                    <a:pt x="9747" y="136105"/>
                  </a:cubicBezTo>
                  <a:cubicBezTo>
                    <a:pt x="17434" y="126793"/>
                    <a:pt x="27818" y="120005"/>
                    <a:pt x="35767" y="110984"/>
                  </a:cubicBezTo>
                  <a:cubicBezTo>
                    <a:pt x="53084" y="91288"/>
                    <a:pt x="56188" y="60859"/>
                    <a:pt x="44846" y="3739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9" name="Google Shape;1279;p31"/>
            <p:cNvSpPr/>
            <p:nvPr/>
          </p:nvSpPr>
          <p:spPr>
            <a:xfrm>
              <a:off x="4527922" y="2322321"/>
              <a:ext cx="173814" cy="164317"/>
            </a:xfrm>
            <a:custGeom>
              <a:rect b="b" l="l" r="r" t="t"/>
              <a:pathLst>
                <a:path extrusionOk="0" h="164317" w="173814">
                  <a:moveTo>
                    <a:pt x="46384" y="146258"/>
                  </a:moveTo>
                  <a:cubicBezTo>
                    <a:pt x="43773" y="143705"/>
                    <a:pt x="41365" y="140949"/>
                    <a:pt x="39161" y="138077"/>
                  </a:cubicBezTo>
                  <a:lnTo>
                    <a:pt x="40234" y="137207"/>
                  </a:lnTo>
                  <a:cubicBezTo>
                    <a:pt x="41307" y="137671"/>
                    <a:pt x="42293" y="138280"/>
                    <a:pt x="43221" y="139035"/>
                  </a:cubicBezTo>
                  <a:cubicBezTo>
                    <a:pt x="38696" y="134422"/>
                    <a:pt x="38986" y="126793"/>
                    <a:pt x="41278" y="120731"/>
                  </a:cubicBezTo>
                  <a:cubicBezTo>
                    <a:pt x="43569" y="114668"/>
                    <a:pt x="47457" y="109273"/>
                    <a:pt x="49458" y="103152"/>
                  </a:cubicBezTo>
                  <a:cubicBezTo>
                    <a:pt x="54680" y="86675"/>
                    <a:pt x="44440" y="68488"/>
                    <a:pt x="29965" y="58973"/>
                  </a:cubicBezTo>
                  <a:cubicBezTo>
                    <a:pt x="20944" y="53026"/>
                    <a:pt x="10646" y="49749"/>
                    <a:pt x="0" y="47486"/>
                  </a:cubicBezTo>
                  <a:lnTo>
                    <a:pt x="58" y="47341"/>
                  </a:lnTo>
                  <a:cubicBezTo>
                    <a:pt x="15838" y="51025"/>
                    <a:pt x="31937" y="53578"/>
                    <a:pt x="48095" y="55028"/>
                  </a:cubicBezTo>
                  <a:cubicBezTo>
                    <a:pt x="52881" y="55434"/>
                    <a:pt x="57958" y="55724"/>
                    <a:pt x="62338" y="53723"/>
                  </a:cubicBezTo>
                  <a:cubicBezTo>
                    <a:pt x="73187" y="48849"/>
                    <a:pt x="73941" y="34142"/>
                    <a:pt x="78263" y="23003"/>
                  </a:cubicBezTo>
                  <a:cubicBezTo>
                    <a:pt x="82266" y="12589"/>
                    <a:pt x="90823" y="4061"/>
                    <a:pt x="101208" y="0"/>
                  </a:cubicBezTo>
                  <a:cubicBezTo>
                    <a:pt x="103297" y="58"/>
                    <a:pt x="105385" y="58"/>
                    <a:pt x="107532" y="0"/>
                  </a:cubicBezTo>
                  <a:lnTo>
                    <a:pt x="107532" y="1392"/>
                  </a:lnTo>
                  <a:cubicBezTo>
                    <a:pt x="130158" y="1392"/>
                    <a:pt x="152291" y="18246"/>
                    <a:pt x="157106" y="40640"/>
                  </a:cubicBezTo>
                  <a:cubicBezTo>
                    <a:pt x="159949" y="53897"/>
                    <a:pt x="157251" y="67675"/>
                    <a:pt x="157425" y="81280"/>
                  </a:cubicBezTo>
                  <a:cubicBezTo>
                    <a:pt x="157600" y="93753"/>
                    <a:pt x="161196" y="107474"/>
                    <a:pt x="170972" y="114639"/>
                  </a:cubicBezTo>
                  <a:cubicBezTo>
                    <a:pt x="171842" y="115393"/>
                    <a:pt x="172829" y="116002"/>
                    <a:pt x="173815" y="116554"/>
                  </a:cubicBezTo>
                  <a:cubicBezTo>
                    <a:pt x="160790" y="116176"/>
                    <a:pt x="147650" y="120963"/>
                    <a:pt x="137845" y="129578"/>
                  </a:cubicBezTo>
                  <a:cubicBezTo>
                    <a:pt x="128360" y="137990"/>
                    <a:pt x="121978" y="149768"/>
                    <a:pt x="111506" y="156990"/>
                  </a:cubicBezTo>
                  <a:cubicBezTo>
                    <a:pt x="100164" y="164852"/>
                    <a:pt x="84964" y="166157"/>
                    <a:pt x="71765" y="162009"/>
                  </a:cubicBezTo>
                  <a:cubicBezTo>
                    <a:pt x="62164" y="158992"/>
                    <a:pt x="53606" y="153364"/>
                    <a:pt x="46441" y="14628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0" name="Google Shape;1280;p31"/>
            <p:cNvSpPr/>
            <p:nvPr/>
          </p:nvSpPr>
          <p:spPr>
            <a:xfrm>
              <a:off x="4540134" y="2153694"/>
              <a:ext cx="158557" cy="168641"/>
            </a:xfrm>
            <a:custGeom>
              <a:rect b="b" l="l" r="r" t="t"/>
              <a:pathLst>
                <a:path extrusionOk="0" h="168641" w="158557">
                  <a:moveTo>
                    <a:pt x="158557" y="50943"/>
                  </a:moveTo>
                  <a:cubicBezTo>
                    <a:pt x="157919" y="51552"/>
                    <a:pt x="157339" y="52161"/>
                    <a:pt x="156730" y="52799"/>
                  </a:cubicBezTo>
                  <a:cubicBezTo>
                    <a:pt x="145561" y="65417"/>
                    <a:pt x="146171" y="84969"/>
                    <a:pt x="147969" y="101996"/>
                  </a:cubicBezTo>
                  <a:cubicBezTo>
                    <a:pt x="149884" y="119923"/>
                    <a:pt x="151566" y="140200"/>
                    <a:pt x="139789" y="153833"/>
                  </a:cubicBezTo>
                  <a:cubicBezTo>
                    <a:pt x="129172" y="166075"/>
                    <a:pt x="111767" y="168395"/>
                    <a:pt x="95262" y="168598"/>
                  </a:cubicBezTo>
                  <a:cubicBezTo>
                    <a:pt x="93115" y="168656"/>
                    <a:pt x="91027" y="168656"/>
                    <a:pt x="88938" y="168598"/>
                  </a:cubicBezTo>
                  <a:cubicBezTo>
                    <a:pt x="89344" y="168424"/>
                    <a:pt x="89779" y="168221"/>
                    <a:pt x="90243" y="168076"/>
                  </a:cubicBezTo>
                  <a:cubicBezTo>
                    <a:pt x="81396" y="165843"/>
                    <a:pt x="73680" y="159316"/>
                    <a:pt x="69996" y="150962"/>
                  </a:cubicBezTo>
                  <a:cubicBezTo>
                    <a:pt x="65529" y="140780"/>
                    <a:pt x="66602" y="128074"/>
                    <a:pt x="59466" y="119546"/>
                  </a:cubicBezTo>
                  <a:cubicBezTo>
                    <a:pt x="52533" y="111221"/>
                    <a:pt x="40350" y="109915"/>
                    <a:pt x="29501" y="110438"/>
                  </a:cubicBezTo>
                  <a:cubicBezTo>
                    <a:pt x="19493" y="110960"/>
                    <a:pt x="9630" y="112439"/>
                    <a:pt x="0" y="114963"/>
                  </a:cubicBezTo>
                  <a:cubicBezTo>
                    <a:pt x="4641" y="113338"/>
                    <a:pt x="9253" y="111656"/>
                    <a:pt x="13692" y="109480"/>
                  </a:cubicBezTo>
                  <a:cubicBezTo>
                    <a:pt x="27326" y="102780"/>
                    <a:pt x="39944" y="89900"/>
                    <a:pt x="38957" y="74700"/>
                  </a:cubicBezTo>
                  <a:cubicBezTo>
                    <a:pt x="38348" y="65156"/>
                    <a:pt x="32547" y="56831"/>
                    <a:pt x="28631" y="48071"/>
                  </a:cubicBezTo>
                  <a:cubicBezTo>
                    <a:pt x="24715" y="39281"/>
                    <a:pt x="23148" y="27881"/>
                    <a:pt x="29878" y="21035"/>
                  </a:cubicBezTo>
                  <a:lnTo>
                    <a:pt x="29559" y="20339"/>
                  </a:lnTo>
                  <a:cubicBezTo>
                    <a:pt x="35941" y="17351"/>
                    <a:pt x="41510" y="12739"/>
                    <a:pt x="45804" y="7112"/>
                  </a:cubicBezTo>
                  <a:cubicBezTo>
                    <a:pt x="59872" y="-111"/>
                    <a:pt x="77074" y="-3070"/>
                    <a:pt x="90940" y="4182"/>
                  </a:cubicBezTo>
                  <a:cubicBezTo>
                    <a:pt x="103964" y="10970"/>
                    <a:pt x="111187" y="24952"/>
                    <a:pt x="120499" y="36294"/>
                  </a:cubicBezTo>
                  <a:cubicBezTo>
                    <a:pt x="129868" y="47607"/>
                    <a:pt x="145300" y="57295"/>
                    <a:pt x="158557" y="5094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1" name="Google Shape;1281;p31"/>
            <p:cNvSpPr/>
            <p:nvPr/>
          </p:nvSpPr>
          <p:spPr>
            <a:xfrm>
              <a:off x="4506978" y="2264031"/>
              <a:ext cx="123399" cy="113611"/>
            </a:xfrm>
            <a:custGeom>
              <a:rect b="b" l="l" r="r" t="t"/>
              <a:pathLst>
                <a:path extrusionOk="0" h="113611" w="123399">
                  <a:moveTo>
                    <a:pt x="123400" y="57768"/>
                  </a:moveTo>
                  <a:cubicBezTo>
                    <a:pt x="122935" y="57913"/>
                    <a:pt x="122529" y="58087"/>
                    <a:pt x="122094" y="58290"/>
                  </a:cubicBezTo>
                  <a:cubicBezTo>
                    <a:pt x="111709" y="62351"/>
                    <a:pt x="103152" y="70850"/>
                    <a:pt x="99149" y="81293"/>
                  </a:cubicBezTo>
                  <a:cubicBezTo>
                    <a:pt x="94827" y="92403"/>
                    <a:pt x="94073" y="107110"/>
                    <a:pt x="83224" y="112012"/>
                  </a:cubicBezTo>
                  <a:cubicBezTo>
                    <a:pt x="78844" y="114014"/>
                    <a:pt x="73767" y="113724"/>
                    <a:pt x="68981" y="113318"/>
                  </a:cubicBezTo>
                  <a:cubicBezTo>
                    <a:pt x="52824" y="111867"/>
                    <a:pt x="36724" y="109315"/>
                    <a:pt x="20944" y="105631"/>
                  </a:cubicBezTo>
                  <a:cubicBezTo>
                    <a:pt x="14301" y="104151"/>
                    <a:pt x="7687" y="102382"/>
                    <a:pt x="1160" y="100467"/>
                  </a:cubicBezTo>
                  <a:lnTo>
                    <a:pt x="0" y="99858"/>
                  </a:lnTo>
                  <a:cubicBezTo>
                    <a:pt x="5367" y="89676"/>
                    <a:pt x="8993" y="78537"/>
                    <a:pt x="10414" y="67079"/>
                  </a:cubicBezTo>
                  <a:cubicBezTo>
                    <a:pt x="12561" y="49761"/>
                    <a:pt x="9660" y="32067"/>
                    <a:pt x="2814" y="16083"/>
                  </a:cubicBezTo>
                  <a:lnTo>
                    <a:pt x="4264" y="15474"/>
                  </a:lnTo>
                  <a:cubicBezTo>
                    <a:pt x="5947" y="14633"/>
                    <a:pt x="7658" y="13792"/>
                    <a:pt x="9369" y="13009"/>
                  </a:cubicBezTo>
                  <a:cubicBezTo>
                    <a:pt x="9544" y="12951"/>
                    <a:pt x="9689" y="12864"/>
                    <a:pt x="9892" y="12776"/>
                  </a:cubicBezTo>
                  <a:cubicBezTo>
                    <a:pt x="17434" y="9557"/>
                    <a:pt x="25353" y="7294"/>
                    <a:pt x="33127" y="4625"/>
                  </a:cubicBezTo>
                  <a:cubicBezTo>
                    <a:pt x="42758" y="2102"/>
                    <a:pt x="52620" y="622"/>
                    <a:pt x="62628" y="100"/>
                  </a:cubicBezTo>
                  <a:cubicBezTo>
                    <a:pt x="73477" y="-422"/>
                    <a:pt x="85660" y="883"/>
                    <a:pt x="92593" y="9209"/>
                  </a:cubicBezTo>
                  <a:cubicBezTo>
                    <a:pt x="99700" y="17737"/>
                    <a:pt x="98656" y="30442"/>
                    <a:pt x="103123" y="40624"/>
                  </a:cubicBezTo>
                  <a:cubicBezTo>
                    <a:pt x="106807" y="49007"/>
                    <a:pt x="114523" y="55505"/>
                    <a:pt x="123370" y="5773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2" name="Google Shape;1282;p31"/>
            <p:cNvSpPr/>
            <p:nvPr/>
          </p:nvSpPr>
          <p:spPr>
            <a:xfrm>
              <a:off x="4426308" y="2046253"/>
              <a:ext cx="168525" cy="147794"/>
            </a:xfrm>
            <a:custGeom>
              <a:rect b="b" l="l" r="r" t="t"/>
              <a:pathLst>
                <a:path extrusionOk="0" h="147794" w="168525">
                  <a:moveTo>
                    <a:pt x="55724" y="132421"/>
                  </a:moveTo>
                  <a:cubicBezTo>
                    <a:pt x="57203" y="121659"/>
                    <a:pt x="55550" y="110491"/>
                    <a:pt x="47805" y="103297"/>
                  </a:cubicBezTo>
                  <a:cubicBezTo>
                    <a:pt x="40495" y="96451"/>
                    <a:pt x="29878" y="95001"/>
                    <a:pt x="20305" y="92129"/>
                  </a:cubicBezTo>
                  <a:cubicBezTo>
                    <a:pt x="11516" y="89431"/>
                    <a:pt x="2147" y="83891"/>
                    <a:pt x="0" y="75246"/>
                  </a:cubicBezTo>
                  <a:cubicBezTo>
                    <a:pt x="1711" y="61700"/>
                    <a:pt x="3684" y="48008"/>
                    <a:pt x="9224" y="35535"/>
                  </a:cubicBezTo>
                  <a:cubicBezTo>
                    <a:pt x="14765" y="23061"/>
                    <a:pt x="24453" y="11835"/>
                    <a:pt x="37333" y="7455"/>
                  </a:cubicBezTo>
                  <a:cubicBezTo>
                    <a:pt x="52127" y="2437"/>
                    <a:pt x="68197" y="7078"/>
                    <a:pt x="83600" y="9689"/>
                  </a:cubicBezTo>
                  <a:cubicBezTo>
                    <a:pt x="99004" y="12241"/>
                    <a:pt x="117105" y="11864"/>
                    <a:pt x="127316" y="0"/>
                  </a:cubicBezTo>
                  <a:cubicBezTo>
                    <a:pt x="127316" y="87"/>
                    <a:pt x="127257" y="145"/>
                    <a:pt x="127257" y="232"/>
                  </a:cubicBezTo>
                  <a:cubicBezTo>
                    <a:pt x="127083" y="1479"/>
                    <a:pt x="126880" y="2756"/>
                    <a:pt x="126793" y="4003"/>
                  </a:cubicBezTo>
                  <a:cubicBezTo>
                    <a:pt x="125807" y="15693"/>
                    <a:pt x="129201" y="27789"/>
                    <a:pt x="136279" y="37130"/>
                  </a:cubicBezTo>
                  <a:cubicBezTo>
                    <a:pt x="143415" y="46587"/>
                    <a:pt x="153771" y="53142"/>
                    <a:pt x="160587" y="62773"/>
                  </a:cubicBezTo>
                  <a:cubicBezTo>
                    <a:pt x="168275" y="73651"/>
                    <a:pt x="170537" y="88126"/>
                    <a:pt x="166679" y="100831"/>
                  </a:cubicBezTo>
                  <a:cubicBezTo>
                    <a:pt x="165809" y="103761"/>
                    <a:pt x="164591" y="106604"/>
                    <a:pt x="163053" y="109244"/>
                  </a:cubicBezTo>
                  <a:cubicBezTo>
                    <a:pt x="162038" y="111071"/>
                    <a:pt x="160877" y="112841"/>
                    <a:pt x="159601" y="114494"/>
                  </a:cubicBezTo>
                  <a:cubicBezTo>
                    <a:pt x="155308" y="120121"/>
                    <a:pt x="149739" y="124734"/>
                    <a:pt x="143357" y="127722"/>
                  </a:cubicBezTo>
                  <a:lnTo>
                    <a:pt x="143676" y="128418"/>
                  </a:lnTo>
                  <a:cubicBezTo>
                    <a:pt x="135583" y="134480"/>
                    <a:pt x="124096" y="132189"/>
                    <a:pt x="114813" y="128186"/>
                  </a:cubicBezTo>
                  <a:cubicBezTo>
                    <a:pt x="105560" y="124183"/>
                    <a:pt x="96393" y="118642"/>
                    <a:pt x="86327" y="118787"/>
                  </a:cubicBezTo>
                  <a:cubicBezTo>
                    <a:pt x="70489" y="119077"/>
                    <a:pt x="58509" y="133349"/>
                    <a:pt x="52040" y="147795"/>
                  </a:cubicBezTo>
                  <a:lnTo>
                    <a:pt x="51663" y="147650"/>
                  </a:lnTo>
                  <a:cubicBezTo>
                    <a:pt x="52359" y="145793"/>
                    <a:pt x="53026" y="143879"/>
                    <a:pt x="53606" y="141964"/>
                  </a:cubicBezTo>
                  <a:cubicBezTo>
                    <a:pt x="54593" y="138890"/>
                    <a:pt x="55318" y="135641"/>
                    <a:pt x="55695" y="1323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3" name="Google Shape;1283;p31"/>
            <p:cNvSpPr/>
            <p:nvPr/>
          </p:nvSpPr>
          <p:spPr>
            <a:xfrm>
              <a:off x="4465323" y="2165067"/>
              <a:ext cx="113794" cy="115018"/>
            </a:xfrm>
            <a:custGeom>
              <a:rect b="b" l="l" r="r" t="t"/>
              <a:pathLst>
                <a:path extrusionOk="0" h="115018" w="113794">
                  <a:moveTo>
                    <a:pt x="37391" y="101211"/>
                  </a:moveTo>
                  <a:cubicBezTo>
                    <a:pt x="33562" y="94974"/>
                    <a:pt x="29095" y="89115"/>
                    <a:pt x="24077" y="83748"/>
                  </a:cubicBezTo>
                  <a:cubicBezTo>
                    <a:pt x="20305" y="79745"/>
                    <a:pt x="16215" y="76061"/>
                    <a:pt x="11835" y="72725"/>
                  </a:cubicBezTo>
                  <a:cubicBezTo>
                    <a:pt x="8122" y="69883"/>
                    <a:pt x="4148" y="67272"/>
                    <a:pt x="0" y="65038"/>
                  </a:cubicBezTo>
                  <a:lnTo>
                    <a:pt x="1479" y="62341"/>
                  </a:lnTo>
                  <a:cubicBezTo>
                    <a:pt x="3017" y="50651"/>
                    <a:pt x="8499" y="39947"/>
                    <a:pt x="12647" y="28866"/>
                  </a:cubicBezTo>
                  <a:lnTo>
                    <a:pt x="13024" y="29011"/>
                  </a:lnTo>
                  <a:cubicBezTo>
                    <a:pt x="19493" y="14594"/>
                    <a:pt x="31502" y="293"/>
                    <a:pt x="47312" y="3"/>
                  </a:cubicBezTo>
                  <a:cubicBezTo>
                    <a:pt x="57378" y="-142"/>
                    <a:pt x="66544" y="5398"/>
                    <a:pt x="75798" y="9401"/>
                  </a:cubicBezTo>
                  <a:cubicBezTo>
                    <a:pt x="85051" y="13404"/>
                    <a:pt x="96567" y="15696"/>
                    <a:pt x="104661" y="9633"/>
                  </a:cubicBezTo>
                  <a:cubicBezTo>
                    <a:pt x="97902" y="16479"/>
                    <a:pt x="99497" y="27879"/>
                    <a:pt x="103413" y="36669"/>
                  </a:cubicBezTo>
                  <a:cubicBezTo>
                    <a:pt x="107329" y="45429"/>
                    <a:pt x="113131" y="53754"/>
                    <a:pt x="113740" y="63298"/>
                  </a:cubicBezTo>
                  <a:cubicBezTo>
                    <a:pt x="114726" y="78469"/>
                    <a:pt x="102108" y="91378"/>
                    <a:pt x="88474" y="98078"/>
                  </a:cubicBezTo>
                  <a:cubicBezTo>
                    <a:pt x="84065" y="100254"/>
                    <a:pt x="79453" y="101936"/>
                    <a:pt x="74782" y="103561"/>
                  </a:cubicBezTo>
                  <a:cubicBezTo>
                    <a:pt x="66834" y="105620"/>
                    <a:pt x="59060" y="108347"/>
                    <a:pt x="51547" y="111712"/>
                  </a:cubicBezTo>
                  <a:cubicBezTo>
                    <a:pt x="51373" y="111799"/>
                    <a:pt x="51228" y="111886"/>
                    <a:pt x="51025" y="111944"/>
                  </a:cubicBezTo>
                  <a:cubicBezTo>
                    <a:pt x="49313" y="112698"/>
                    <a:pt x="47573" y="113540"/>
                    <a:pt x="45920" y="114410"/>
                  </a:cubicBezTo>
                  <a:lnTo>
                    <a:pt x="44469" y="115019"/>
                  </a:lnTo>
                  <a:cubicBezTo>
                    <a:pt x="42409" y="110233"/>
                    <a:pt x="40060" y="105620"/>
                    <a:pt x="37362" y="10118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4" name="Google Shape;1284;p31"/>
            <p:cNvSpPr/>
            <p:nvPr/>
          </p:nvSpPr>
          <p:spPr>
            <a:xfrm>
              <a:off x="4428251" y="2410534"/>
              <a:ext cx="155996" cy="195919"/>
            </a:xfrm>
            <a:custGeom>
              <a:rect b="b" l="l" r="r" t="t"/>
              <a:pathLst>
                <a:path extrusionOk="0" h="195919" w="155996">
                  <a:moveTo>
                    <a:pt x="2466" y="124473"/>
                  </a:moveTo>
                  <a:lnTo>
                    <a:pt x="1160" y="124560"/>
                  </a:lnTo>
                  <a:cubicBezTo>
                    <a:pt x="1016" y="121862"/>
                    <a:pt x="609" y="119193"/>
                    <a:pt x="0" y="116554"/>
                  </a:cubicBezTo>
                  <a:cubicBezTo>
                    <a:pt x="5163" y="96770"/>
                    <a:pt x="40524" y="100135"/>
                    <a:pt x="49575" y="81077"/>
                  </a:cubicBezTo>
                  <a:cubicBezTo>
                    <a:pt x="52214" y="75478"/>
                    <a:pt x="51953" y="69010"/>
                    <a:pt x="51257" y="62889"/>
                  </a:cubicBezTo>
                  <a:cubicBezTo>
                    <a:pt x="48879" y="41394"/>
                    <a:pt x="42178" y="20625"/>
                    <a:pt x="35535" y="0"/>
                  </a:cubicBezTo>
                  <a:cubicBezTo>
                    <a:pt x="41598" y="15693"/>
                    <a:pt x="48879" y="30864"/>
                    <a:pt x="57262" y="45426"/>
                  </a:cubicBezTo>
                  <a:cubicBezTo>
                    <a:pt x="65355" y="59524"/>
                    <a:pt x="78756" y="74840"/>
                    <a:pt x="94537" y="71156"/>
                  </a:cubicBezTo>
                  <a:cubicBezTo>
                    <a:pt x="103703" y="69010"/>
                    <a:pt x="110085" y="61004"/>
                    <a:pt x="117308" y="54970"/>
                  </a:cubicBezTo>
                  <a:cubicBezTo>
                    <a:pt x="123603" y="49719"/>
                    <a:pt x="132885" y="45890"/>
                    <a:pt x="139934" y="48965"/>
                  </a:cubicBezTo>
                  <a:lnTo>
                    <a:pt x="138861" y="49835"/>
                  </a:lnTo>
                  <a:cubicBezTo>
                    <a:pt x="141036" y="52707"/>
                    <a:pt x="143473" y="55463"/>
                    <a:pt x="146084" y="58016"/>
                  </a:cubicBezTo>
                  <a:cubicBezTo>
                    <a:pt x="147302" y="59872"/>
                    <a:pt x="148317" y="61787"/>
                    <a:pt x="149246" y="63730"/>
                  </a:cubicBezTo>
                  <a:lnTo>
                    <a:pt x="149304" y="63788"/>
                  </a:lnTo>
                  <a:cubicBezTo>
                    <a:pt x="160646" y="87256"/>
                    <a:pt x="157542" y="117685"/>
                    <a:pt x="140224" y="137381"/>
                  </a:cubicBezTo>
                  <a:cubicBezTo>
                    <a:pt x="132276" y="146403"/>
                    <a:pt x="121891" y="153219"/>
                    <a:pt x="114204" y="162502"/>
                  </a:cubicBezTo>
                  <a:cubicBezTo>
                    <a:pt x="106575" y="171814"/>
                    <a:pt x="101876" y="185360"/>
                    <a:pt x="107677" y="195919"/>
                  </a:cubicBezTo>
                  <a:cubicBezTo>
                    <a:pt x="106691" y="194991"/>
                    <a:pt x="105676" y="194092"/>
                    <a:pt x="104602" y="193366"/>
                  </a:cubicBezTo>
                  <a:cubicBezTo>
                    <a:pt x="81831" y="176136"/>
                    <a:pt x="43483" y="190582"/>
                    <a:pt x="20538" y="172191"/>
                  </a:cubicBezTo>
                  <a:cubicBezTo>
                    <a:pt x="6817" y="161197"/>
                    <a:pt x="3539" y="142458"/>
                    <a:pt x="2466" y="12444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5" name="Google Shape;1285;p31"/>
            <p:cNvSpPr/>
            <p:nvPr/>
          </p:nvSpPr>
          <p:spPr>
            <a:xfrm>
              <a:off x="4459406" y="2363860"/>
              <a:ext cx="119327" cy="118385"/>
            </a:xfrm>
            <a:custGeom>
              <a:rect b="b" l="l" r="r" t="t"/>
              <a:pathLst>
                <a:path extrusionOk="0" h="118385" w="119327">
                  <a:moveTo>
                    <a:pt x="68487" y="5918"/>
                  </a:moveTo>
                  <a:cubicBezTo>
                    <a:pt x="79133" y="8209"/>
                    <a:pt x="89431" y="11458"/>
                    <a:pt x="98452" y="17405"/>
                  </a:cubicBezTo>
                  <a:cubicBezTo>
                    <a:pt x="112927" y="26890"/>
                    <a:pt x="123167" y="45107"/>
                    <a:pt x="117946" y="61584"/>
                  </a:cubicBezTo>
                  <a:cubicBezTo>
                    <a:pt x="115944" y="67733"/>
                    <a:pt x="112028" y="73129"/>
                    <a:pt x="109766" y="79162"/>
                  </a:cubicBezTo>
                  <a:cubicBezTo>
                    <a:pt x="107474" y="85225"/>
                    <a:pt x="107213" y="92854"/>
                    <a:pt x="111709" y="97466"/>
                  </a:cubicBezTo>
                  <a:cubicBezTo>
                    <a:pt x="110781" y="96712"/>
                    <a:pt x="109795" y="96103"/>
                    <a:pt x="108721" y="95639"/>
                  </a:cubicBezTo>
                  <a:cubicBezTo>
                    <a:pt x="101701" y="92564"/>
                    <a:pt x="92390" y="96393"/>
                    <a:pt x="86095" y="101644"/>
                  </a:cubicBezTo>
                  <a:cubicBezTo>
                    <a:pt x="78872" y="107706"/>
                    <a:pt x="72520" y="115712"/>
                    <a:pt x="63324" y="117830"/>
                  </a:cubicBezTo>
                  <a:cubicBezTo>
                    <a:pt x="47544" y="121514"/>
                    <a:pt x="34142" y="106198"/>
                    <a:pt x="26049" y="92100"/>
                  </a:cubicBezTo>
                  <a:cubicBezTo>
                    <a:pt x="17666" y="77538"/>
                    <a:pt x="10356" y="62367"/>
                    <a:pt x="4322" y="46674"/>
                  </a:cubicBezTo>
                  <a:lnTo>
                    <a:pt x="0" y="45803"/>
                  </a:lnTo>
                  <a:cubicBezTo>
                    <a:pt x="20189" y="36318"/>
                    <a:pt x="37188" y="19841"/>
                    <a:pt x="47573" y="0"/>
                  </a:cubicBezTo>
                  <a:lnTo>
                    <a:pt x="48733" y="609"/>
                  </a:lnTo>
                  <a:cubicBezTo>
                    <a:pt x="55260" y="2524"/>
                    <a:pt x="61845" y="4293"/>
                    <a:pt x="68517" y="5773"/>
                  </a:cubicBezTo>
                  <a:lnTo>
                    <a:pt x="68458" y="591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6" name="Google Shape;1286;p31"/>
            <p:cNvSpPr/>
            <p:nvPr/>
          </p:nvSpPr>
          <p:spPr>
            <a:xfrm>
              <a:off x="4316099" y="1921113"/>
              <a:ext cx="246026" cy="200966"/>
            </a:xfrm>
            <a:custGeom>
              <a:rect b="b" l="l" r="r" t="t"/>
              <a:pathLst>
                <a:path extrusionOk="0" h="200966" w="246026">
                  <a:moveTo>
                    <a:pt x="240366" y="77132"/>
                  </a:moveTo>
                  <a:cubicBezTo>
                    <a:pt x="248431" y="92216"/>
                    <a:pt x="248227" y="112318"/>
                    <a:pt x="237495" y="125401"/>
                  </a:cubicBezTo>
                  <a:cubicBezTo>
                    <a:pt x="237495" y="125314"/>
                    <a:pt x="237553" y="125256"/>
                    <a:pt x="237553" y="125169"/>
                  </a:cubicBezTo>
                  <a:cubicBezTo>
                    <a:pt x="227371" y="137033"/>
                    <a:pt x="209241" y="137410"/>
                    <a:pt x="193838" y="134858"/>
                  </a:cubicBezTo>
                  <a:cubicBezTo>
                    <a:pt x="178435" y="132247"/>
                    <a:pt x="162364" y="127606"/>
                    <a:pt x="147570" y="132624"/>
                  </a:cubicBezTo>
                  <a:cubicBezTo>
                    <a:pt x="134691" y="137004"/>
                    <a:pt x="125002" y="148201"/>
                    <a:pt x="119462" y="160704"/>
                  </a:cubicBezTo>
                  <a:cubicBezTo>
                    <a:pt x="113921" y="173177"/>
                    <a:pt x="111978" y="186869"/>
                    <a:pt x="110237" y="200415"/>
                  </a:cubicBezTo>
                  <a:cubicBezTo>
                    <a:pt x="110005" y="199661"/>
                    <a:pt x="109918" y="198936"/>
                    <a:pt x="109831" y="198124"/>
                  </a:cubicBezTo>
                  <a:cubicBezTo>
                    <a:pt x="109512" y="199139"/>
                    <a:pt x="109077" y="200067"/>
                    <a:pt x="108613" y="200966"/>
                  </a:cubicBezTo>
                  <a:lnTo>
                    <a:pt x="107626" y="200502"/>
                  </a:lnTo>
                  <a:cubicBezTo>
                    <a:pt x="108613" y="188087"/>
                    <a:pt x="109541" y="175469"/>
                    <a:pt x="107075" y="163256"/>
                  </a:cubicBezTo>
                  <a:cubicBezTo>
                    <a:pt x="104668" y="151015"/>
                    <a:pt x="98431" y="139006"/>
                    <a:pt x="87843" y="132392"/>
                  </a:cubicBezTo>
                  <a:cubicBezTo>
                    <a:pt x="74528" y="124096"/>
                    <a:pt x="57675" y="125778"/>
                    <a:pt x="42040" y="125981"/>
                  </a:cubicBezTo>
                  <a:cubicBezTo>
                    <a:pt x="26955" y="126126"/>
                    <a:pt x="9754" y="123370"/>
                    <a:pt x="1139" y="111274"/>
                  </a:cubicBezTo>
                  <a:lnTo>
                    <a:pt x="1690" y="110897"/>
                  </a:lnTo>
                  <a:cubicBezTo>
                    <a:pt x="-5533" y="82411"/>
                    <a:pt x="11088" y="49836"/>
                    <a:pt x="38414" y="38987"/>
                  </a:cubicBezTo>
                  <a:cubicBezTo>
                    <a:pt x="54368" y="32605"/>
                    <a:pt x="72208" y="33272"/>
                    <a:pt x="89061" y="29878"/>
                  </a:cubicBezTo>
                  <a:cubicBezTo>
                    <a:pt x="105915" y="26484"/>
                    <a:pt x="123726" y="16767"/>
                    <a:pt x="127555" y="0"/>
                  </a:cubicBezTo>
                  <a:cubicBezTo>
                    <a:pt x="130166" y="14620"/>
                    <a:pt x="142958" y="25411"/>
                    <a:pt x="156592" y="31328"/>
                  </a:cubicBezTo>
                  <a:cubicBezTo>
                    <a:pt x="170167" y="37188"/>
                    <a:pt x="185135" y="39480"/>
                    <a:pt x="199030" y="44440"/>
                  </a:cubicBezTo>
                  <a:cubicBezTo>
                    <a:pt x="215971" y="50532"/>
                    <a:pt x="231925" y="61294"/>
                    <a:pt x="240366" y="7716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7" name="Google Shape;1287;p31"/>
            <p:cNvSpPr/>
            <p:nvPr/>
          </p:nvSpPr>
          <p:spPr>
            <a:xfrm>
              <a:off x="4272512" y="2534978"/>
              <a:ext cx="274980" cy="192177"/>
            </a:xfrm>
            <a:custGeom>
              <a:rect b="b" l="l" r="r" t="t"/>
              <a:pathLst>
                <a:path extrusionOk="0" h="192177" w="274980">
                  <a:moveTo>
                    <a:pt x="3216" y="66341"/>
                  </a:moveTo>
                  <a:cubicBezTo>
                    <a:pt x="3767" y="64629"/>
                    <a:pt x="4377" y="62889"/>
                    <a:pt x="5131" y="61265"/>
                  </a:cubicBezTo>
                  <a:cubicBezTo>
                    <a:pt x="19548" y="48878"/>
                    <a:pt x="41333" y="48849"/>
                    <a:pt x="60420" y="51808"/>
                  </a:cubicBezTo>
                  <a:cubicBezTo>
                    <a:pt x="80435" y="54941"/>
                    <a:pt x="101234" y="60365"/>
                    <a:pt x="120553" y="54274"/>
                  </a:cubicBezTo>
                  <a:cubicBezTo>
                    <a:pt x="142889" y="47196"/>
                    <a:pt x="158350" y="23380"/>
                    <a:pt x="156900" y="87"/>
                  </a:cubicBezTo>
                  <a:lnTo>
                    <a:pt x="158205" y="0"/>
                  </a:lnTo>
                  <a:cubicBezTo>
                    <a:pt x="159279" y="18014"/>
                    <a:pt x="162527" y="36782"/>
                    <a:pt x="176277" y="47747"/>
                  </a:cubicBezTo>
                  <a:cubicBezTo>
                    <a:pt x="199222" y="66138"/>
                    <a:pt x="237571" y="51692"/>
                    <a:pt x="260342" y="68923"/>
                  </a:cubicBezTo>
                  <a:lnTo>
                    <a:pt x="260197" y="69097"/>
                  </a:lnTo>
                  <a:cubicBezTo>
                    <a:pt x="263126" y="72027"/>
                    <a:pt x="266201" y="74956"/>
                    <a:pt x="269363" y="77712"/>
                  </a:cubicBezTo>
                  <a:cubicBezTo>
                    <a:pt x="282156" y="102804"/>
                    <a:pt x="272438" y="138484"/>
                    <a:pt x="246940" y="151653"/>
                  </a:cubicBezTo>
                  <a:cubicBezTo>
                    <a:pt x="229913" y="160442"/>
                    <a:pt x="209752" y="159601"/>
                    <a:pt x="190752" y="162299"/>
                  </a:cubicBezTo>
                  <a:cubicBezTo>
                    <a:pt x="171752" y="165055"/>
                    <a:pt x="150953" y="173873"/>
                    <a:pt x="145238" y="192177"/>
                  </a:cubicBezTo>
                  <a:cubicBezTo>
                    <a:pt x="133926" y="173699"/>
                    <a:pt x="114664" y="160355"/>
                    <a:pt x="93401" y="156149"/>
                  </a:cubicBezTo>
                  <a:cubicBezTo>
                    <a:pt x="79072" y="153365"/>
                    <a:pt x="64075" y="154554"/>
                    <a:pt x="49890" y="151044"/>
                  </a:cubicBezTo>
                  <a:cubicBezTo>
                    <a:pt x="31238" y="146345"/>
                    <a:pt x="14935" y="133088"/>
                    <a:pt x="6523" y="115770"/>
                  </a:cubicBezTo>
                  <a:cubicBezTo>
                    <a:pt x="-845" y="100541"/>
                    <a:pt x="-2005" y="82440"/>
                    <a:pt x="3216" y="66399"/>
                  </a:cubicBezTo>
                  <a:cubicBezTo>
                    <a:pt x="3216" y="66341"/>
                    <a:pt x="3274" y="66312"/>
                    <a:pt x="3274" y="663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8" name="Google Shape;1288;p31"/>
            <p:cNvSpPr/>
            <p:nvPr/>
          </p:nvSpPr>
          <p:spPr>
            <a:xfrm>
              <a:off x="4320642" y="2218082"/>
              <a:ext cx="197491" cy="200390"/>
            </a:xfrm>
            <a:custGeom>
              <a:rect b="b" l="l" r="r" t="t"/>
              <a:pathLst>
                <a:path extrusionOk="0" h="200390" w="197491">
                  <a:moveTo>
                    <a:pt x="6980" y="60467"/>
                  </a:moveTo>
                  <a:cubicBezTo>
                    <a:pt x="10896" y="49066"/>
                    <a:pt x="16524" y="38218"/>
                    <a:pt x="23515" y="28442"/>
                  </a:cubicBezTo>
                  <a:lnTo>
                    <a:pt x="24037" y="28761"/>
                  </a:lnTo>
                  <a:cubicBezTo>
                    <a:pt x="33436" y="19594"/>
                    <a:pt x="44662" y="12517"/>
                    <a:pt x="56845" y="7672"/>
                  </a:cubicBezTo>
                  <a:cubicBezTo>
                    <a:pt x="70682" y="2132"/>
                    <a:pt x="85708" y="-479"/>
                    <a:pt x="100560" y="72"/>
                  </a:cubicBezTo>
                  <a:cubicBezTo>
                    <a:pt x="114338" y="536"/>
                    <a:pt x="127972" y="3698"/>
                    <a:pt x="140387" y="9703"/>
                  </a:cubicBezTo>
                  <a:cubicBezTo>
                    <a:pt x="141867" y="10399"/>
                    <a:pt x="143317" y="11153"/>
                    <a:pt x="144710" y="11994"/>
                  </a:cubicBezTo>
                  <a:cubicBezTo>
                    <a:pt x="148858" y="14228"/>
                    <a:pt x="152803" y="16839"/>
                    <a:pt x="156545" y="19682"/>
                  </a:cubicBezTo>
                  <a:cubicBezTo>
                    <a:pt x="160925" y="23046"/>
                    <a:pt x="165015" y="26701"/>
                    <a:pt x="168786" y="30705"/>
                  </a:cubicBezTo>
                  <a:cubicBezTo>
                    <a:pt x="173805" y="36071"/>
                    <a:pt x="178272" y="41931"/>
                    <a:pt x="182101" y="48167"/>
                  </a:cubicBezTo>
                  <a:cubicBezTo>
                    <a:pt x="184799" y="52576"/>
                    <a:pt x="187177" y="57189"/>
                    <a:pt x="189208" y="62004"/>
                  </a:cubicBezTo>
                  <a:cubicBezTo>
                    <a:pt x="196054" y="78016"/>
                    <a:pt x="198925" y="95711"/>
                    <a:pt x="196808" y="113000"/>
                  </a:cubicBezTo>
                  <a:cubicBezTo>
                    <a:pt x="195357" y="124458"/>
                    <a:pt x="191731" y="135568"/>
                    <a:pt x="186394" y="145779"/>
                  </a:cubicBezTo>
                  <a:cubicBezTo>
                    <a:pt x="176009" y="165620"/>
                    <a:pt x="159040" y="182067"/>
                    <a:pt x="138821" y="191582"/>
                  </a:cubicBezTo>
                  <a:cubicBezTo>
                    <a:pt x="131743" y="194889"/>
                    <a:pt x="124288" y="197355"/>
                    <a:pt x="116572" y="198805"/>
                  </a:cubicBezTo>
                  <a:cubicBezTo>
                    <a:pt x="99486" y="202054"/>
                    <a:pt x="81705" y="200197"/>
                    <a:pt x="65373" y="194280"/>
                  </a:cubicBezTo>
                  <a:cubicBezTo>
                    <a:pt x="42428" y="185897"/>
                    <a:pt x="22326" y="169507"/>
                    <a:pt x="11071" y="147838"/>
                  </a:cubicBezTo>
                  <a:cubicBezTo>
                    <a:pt x="10229" y="146214"/>
                    <a:pt x="9446" y="144589"/>
                    <a:pt x="8692" y="142907"/>
                  </a:cubicBezTo>
                  <a:cubicBezTo>
                    <a:pt x="-2795" y="117264"/>
                    <a:pt x="-2418" y="87328"/>
                    <a:pt x="7009" y="6046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9" name="Google Shape;1289;p31"/>
            <p:cNvSpPr/>
            <p:nvPr/>
          </p:nvSpPr>
          <p:spPr>
            <a:xfrm>
              <a:off x="4364562" y="2119208"/>
              <a:ext cx="117957" cy="110926"/>
            </a:xfrm>
            <a:custGeom>
              <a:rect b="b" l="l" r="r" t="t"/>
              <a:pathLst>
                <a:path extrusionOk="0" h="110926" w="117957">
                  <a:moveTo>
                    <a:pt x="56611" y="98975"/>
                  </a:moveTo>
                  <a:cubicBezTo>
                    <a:pt x="41759" y="98424"/>
                    <a:pt x="26733" y="101034"/>
                    <a:pt x="12897" y="106575"/>
                  </a:cubicBezTo>
                  <a:lnTo>
                    <a:pt x="12287" y="105182"/>
                  </a:lnTo>
                  <a:cubicBezTo>
                    <a:pt x="11736" y="92071"/>
                    <a:pt x="5673" y="79859"/>
                    <a:pt x="2222" y="67211"/>
                  </a:cubicBezTo>
                  <a:cubicBezTo>
                    <a:pt x="-1230" y="54564"/>
                    <a:pt x="-1491" y="39480"/>
                    <a:pt x="7530" y="29936"/>
                  </a:cubicBezTo>
                  <a:cubicBezTo>
                    <a:pt x="21454" y="15316"/>
                    <a:pt x="51361" y="19638"/>
                    <a:pt x="60121" y="2843"/>
                  </a:cubicBezTo>
                  <a:cubicBezTo>
                    <a:pt x="60585" y="1973"/>
                    <a:pt x="60992" y="1015"/>
                    <a:pt x="61340" y="0"/>
                  </a:cubicBezTo>
                  <a:cubicBezTo>
                    <a:pt x="61427" y="783"/>
                    <a:pt x="61514" y="1537"/>
                    <a:pt x="61746" y="2292"/>
                  </a:cubicBezTo>
                  <a:cubicBezTo>
                    <a:pt x="63892" y="10936"/>
                    <a:pt x="73233" y="16476"/>
                    <a:pt x="82051" y="19174"/>
                  </a:cubicBezTo>
                  <a:cubicBezTo>
                    <a:pt x="91653" y="22046"/>
                    <a:pt x="102241" y="23496"/>
                    <a:pt x="109551" y="30342"/>
                  </a:cubicBezTo>
                  <a:cubicBezTo>
                    <a:pt x="117267" y="37565"/>
                    <a:pt x="118949" y="48733"/>
                    <a:pt x="117470" y="59466"/>
                  </a:cubicBezTo>
                  <a:cubicBezTo>
                    <a:pt x="117093" y="62715"/>
                    <a:pt x="116339" y="65993"/>
                    <a:pt x="115381" y="69068"/>
                  </a:cubicBezTo>
                  <a:cubicBezTo>
                    <a:pt x="114772" y="70982"/>
                    <a:pt x="114134" y="72897"/>
                    <a:pt x="113438" y="74753"/>
                  </a:cubicBezTo>
                  <a:cubicBezTo>
                    <a:pt x="109290" y="85834"/>
                    <a:pt x="103807" y="96538"/>
                    <a:pt x="102270" y="108228"/>
                  </a:cubicBezTo>
                  <a:lnTo>
                    <a:pt x="100790" y="110926"/>
                  </a:lnTo>
                  <a:cubicBezTo>
                    <a:pt x="99398" y="110085"/>
                    <a:pt x="97948" y="109331"/>
                    <a:pt x="96468" y="108634"/>
                  </a:cubicBezTo>
                  <a:cubicBezTo>
                    <a:pt x="84053" y="102630"/>
                    <a:pt x="70419" y="99468"/>
                    <a:pt x="56640" y="990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0" name="Google Shape;1290;p31"/>
            <p:cNvSpPr/>
            <p:nvPr/>
          </p:nvSpPr>
          <p:spPr>
            <a:xfrm>
              <a:off x="4371610" y="2409664"/>
              <a:ext cx="108375" cy="118671"/>
            </a:xfrm>
            <a:custGeom>
              <a:rect b="b" l="l" r="r" t="t"/>
              <a:pathLst>
                <a:path extrusionOk="0" h="118671" w="108375">
                  <a:moveTo>
                    <a:pt x="56640" y="117424"/>
                  </a:moveTo>
                  <a:cubicBezTo>
                    <a:pt x="56496" y="117801"/>
                    <a:pt x="56409" y="118265"/>
                    <a:pt x="56321" y="118671"/>
                  </a:cubicBezTo>
                  <a:cubicBezTo>
                    <a:pt x="54407" y="108721"/>
                    <a:pt x="43703" y="103210"/>
                    <a:pt x="33927" y="100570"/>
                  </a:cubicBezTo>
                  <a:cubicBezTo>
                    <a:pt x="24152" y="97872"/>
                    <a:pt x="13274" y="96103"/>
                    <a:pt x="6515" y="88503"/>
                  </a:cubicBezTo>
                  <a:cubicBezTo>
                    <a:pt x="-969" y="80091"/>
                    <a:pt x="-650" y="67414"/>
                    <a:pt x="887" y="56217"/>
                  </a:cubicBezTo>
                  <a:cubicBezTo>
                    <a:pt x="3208" y="39190"/>
                    <a:pt x="7211" y="22394"/>
                    <a:pt x="12955" y="6179"/>
                  </a:cubicBezTo>
                  <a:cubicBezTo>
                    <a:pt x="13245" y="5569"/>
                    <a:pt x="13506" y="4931"/>
                    <a:pt x="13796" y="4322"/>
                  </a:cubicBezTo>
                  <a:lnTo>
                    <a:pt x="14405" y="2698"/>
                  </a:lnTo>
                  <a:cubicBezTo>
                    <a:pt x="30737" y="8615"/>
                    <a:pt x="48518" y="10472"/>
                    <a:pt x="65604" y="7223"/>
                  </a:cubicBezTo>
                  <a:cubicBezTo>
                    <a:pt x="73320" y="5773"/>
                    <a:pt x="80775" y="3307"/>
                    <a:pt x="87853" y="0"/>
                  </a:cubicBezTo>
                  <a:lnTo>
                    <a:pt x="92175" y="870"/>
                  </a:lnTo>
                  <a:cubicBezTo>
                    <a:pt x="98818" y="21495"/>
                    <a:pt x="105519" y="42235"/>
                    <a:pt x="107897" y="63759"/>
                  </a:cubicBezTo>
                  <a:cubicBezTo>
                    <a:pt x="108594" y="69909"/>
                    <a:pt x="108884" y="76378"/>
                    <a:pt x="106215" y="81947"/>
                  </a:cubicBezTo>
                  <a:cubicBezTo>
                    <a:pt x="97194" y="100976"/>
                    <a:pt x="61804" y="97640"/>
                    <a:pt x="56640" y="11742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1" name="Google Shape;1291;p31"/>
            <p:cNvSpPr/>
            <p:nvPr/>
          </p:nvSpPr>
          <p:spPr>
            <a:xfrm>
              <a:off x="4247058" y="2415813"/>
              <a:ext cx="182447" cy="182343"/>
            </a:xfrm>
            <a:custGeom>
              <a:rect b="b" l="l" r="r" t="t"/>
              <a:pathLst>
                <a:path extrusionOk="0" h="182343" w="182447">
                  <a:moveTo>
                    <a:pt x="30585" y="180429"/>
                  </a:moveTo>
                  <a:cubicBezTo>
                    <a:pt x="29830" y="181038"/>
                    <a:pt x="29192" y="181676"/>
                    <a:pt x="28496" y="182343"/>
                  </a:cubicBezTo>
                  <a:cubicBezTo>
                    <a:pt x="32035" y="172742"/>
                    <a:pt x="28322" y="161951"/>
                    <a:pt x="22810" y="153394"/>
                  </a:cubicBezTo>
                  <a:cubicBezTo>
                    <a:pt x="17328" y="144778"/>
                    <a:pt x="10047" y="137323"/>
                    <a:pt x="5319" y="128302"/>
                  </a:cubicBezTo>
                  <a:cubicBezTo>
                    <a:pt x="-3703" y="111042"/>
                    <a:pt x="-744" y="89199"/>
                    <a:pt x="10395" y="73419"/>
                  </a:cubicBezTo>
                  <a:cubicBezTo>
                    <a:pt x="14253" y="67820"/>
                    <a:pt x="19184" y="63005"/>
                    <a:pt x="24957" y="59408"/>
                  </a:cubicBezTo>
                  <a:cubicBezTo>
                    <a:pt x="27132" y="58016"/>
                    <a:pt x="29482" y="56797"/>
                    <a:pt x="31948" y="55811"/>
                  </a:cubicBezTo>
                  <a:lnTo>
                    <a:pt x="31426" y="54825"/>
                  </a:lnTo>
                  <a:cubicBezTo>
                    <a:pt x="52776" y="42903"/>
                    <a:pt x="79956" y="71823"/>
                    <a:pt x="102118" y="61468"/>
                  </a:cubicBezTo>
                  <a:cubicBezTo>
                    <a:pt x="111661" y="57000"/>
                    <a:pt x="116680" y="46616"/>
                    <a:pt x="120973" y="37043"/>
                  </a:cubicBezTo>
                  <a:cubicBezTo>
                    <a:pt x="126455" y="24657"/>
                    <a:pt x="131967" y="12386"/>
                    <a:pt x="137508" y="0"/>
                  </a:cubicBezTo>
                  <a:cubicBezTo>
                    <a:pt x="131793" y="16186"/>
                    <a:pt x="127790" y="33011"/>
                    <a:pt x="125440" y="50039"/>
                  </a:cubicBezTo>
                  <a:cubicBezTo>
                    <a:pt x="123903" y="61265"/>
                    <a:pt x="123584" y="73912"/>
                    <a:pt x="131068" y="82324"/>
                  </a:cubicBezTo>
                  <a:cubicBezTo>
                    <a:pt x="137827" y="89924"/>
                    <a:pt x="148704" y="91694"/>
                    <a:pt x="158480" y="94392"/>
                  </a:cubicBezTo>
                  <a:cubicBezTo>
                    <a:pt x="168256" y="97031"/>
                    <a:pt x="178960" y="102543"/>
                    <a:pt x="180874" y="112492"/>
                  </a:cubicBezTo>
                  <a:cubicBezTo>
                    <a:pt x="180961" y="112086"/>
                    <a:pt x="181048" y="111622"/>
                    <a:pt x="181193" y="111245"/>
                  </a:cubicBezTo>
                  <a:cubicBezTo>
                    <a:pt x="181803" y="113885"/>
                    <a:pt x="182209" y="116554"/>
                    <a:pt x="182354" y="119251"/>
                  </a:cubicBezTo>
                  <a:cubicBezTo>
                    <a:pt x="183804" y="142516"/>
                    <a:pt x="168343" y="166360"/>
                    <a:pt x="146007" y="173438"/>
                  </a:cubicBezTo>
                  <a:cubicBezTo>
                    <a:pt x="126688" y="179530"/>
                    <a:pt x="105889" y="174076"/>
                    <a:pt x="85873" y="170972"/>
                  </a:cubicBezTo>
                  <a:cubicBezTo>
                    <a:pt x="66786" y="167984"/>
                    <a:pt x="45001" y="168042"/>
                    <a:pt x="30585" y="18042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2" name="Google Shape;1292;p31"/>
            <p:cNvSpPr/>
            <p:nvPr/>
          </p:nvSpPr>
          <p:spPr>
            <a:xfrm>
              <a:off x="4261972" y="2030995"/>
              <a:ext cx="162776" cy="193395"/>
            </a:xfrm>
            <a:custGeom>
              <a:rect b="b" l="l" r="r" t="t"/>
              <a:pathLst>
                <a:path extrusionOk="0" h="193395" w="162776">
                  <a:moveTo>
                    <a:pt x="54048" y="1450"/>
                  </a:moveTo>
                  <a:cubicBezTo>
                    <a:pt x="54135" y="986"/>
                    <a:pt x="54222" y="464"/>
                    <a:pt x="54338" y="0"/>
                  </a:cubicBezTo>
                  <a:cubicBezTo>
                    <a:pt x="54628" y="464"/>
                    <a:pt x="54947" y="928"/>
                    <a:pt x="55266" y="1363"/>
                  </a:cubicBezTo>
                  <a:cubicBezTo>
                    <a:pt x="63882" y="13460"/>
                    <a:pt x="81083" y="16215"/>
                    <a:pt x="96167" y="16070"/>
                  </a:cubicBezTo>
                  <a:cubicBezTo>
                    <a:pt x="111803" y="15896"/>
                    <a:pt x="128656" y="14214"/>
                    <a:pt x="141971" y="22481"/>
                  </a:cubicBezTo>
                  <a:cubicBezTo>
                    <a:pt x="152530" y="29095"/>
                    <a:pt x="158766" y="41104"/>
                    <a:pt x="161203" y="53345"/>
                  </a:cubicBezTo>
                  <a:cubicBezTo>
                    <a:pt x="163669" y="65529"/>
                    <a:pt x="162740" y="78147"/>
                    <a:pt x="161754" y="90592"/>
                  </a:cubicBezTo>
                  <a:lnTo>
                    <a:pt x="162740" y="91056"/>
                  </a:lnTo>
                  <a:cubicBezTo>
                    <a:pt x="153980" y="107851"/>
                    <a:pt x="124073" y="103529"/>
                    <a:pt x="110149" y="118149"/>
                  </a:cubicBezTo>
                  <a:cubicBezTo>
                    <a:pt x="101128" y="127693"/>
                    <a:pt x="101389" y="142777"/>
                    <a:pt x="104841" y="155424"/>
                  </a:cubicBezTo>
                  <a:cubicBezTo>
                    <a:pt x="108293" y="168071"/>
                    <a:pt x="114326" y="180284"/>
                    <a:pt x="114906" y="193395"/>
                  </a:cubicBezTo>
                  <a:cubicBezTo>
                    <a:pt x="111919" y="179907"/>
                    <a:pt x="108815" y="166070"/>
                    <a:pt x="101128" y="154583"/>
                  </a:cubicBezTo>
                  <a:cubicBezTo>
                    <a:pt x="93441" y="143096"/>
                    <a:pt x="80039" y="134393"/>
                    <a:pt x="66347" y="136250"/>
                  </a:cubicBezTo>
                  <a:cubicBezTo>
                    <a:pt x="51931" y="138309"/>
                    <a:pt x="37078" y="151044"/>
                    <a:pt x="24750" y="145706"/>
                  </a:cubicBezTo>
                  <a:lnTo>
                    <a:pt x="24924" y="145329"/>
                  </a:lnTo>
                  <a:cubicBezTo>
                    <a:pt x="16599" y="134393"/>
                    <a:pt x="8158" y="123254"/>
                    <a:pt x="3458" y="110375"/>
                  </a:cubicBezTo>
                  <a:cubicBezTo>
                    <a:pt x="-1241" y="97437"/>
                    <a:pt x="-1705" y="82266"/>
                    <a:pt x="5547" y="70634"/>
                  </a:cubicBezTo>
                  <a:cubicBezTo>
                    <a:pt x="10797" y="62222"/>
                    <a:pt x="19384" y="56565"/>
                    <a:pt x="26664" y="49865"/>
                  </a:cubicBezTo>
                  <a:cubicBezTo>
                    <a:pt x="40530" y="37159"/>
                    <a:pt x="50248" y="19899"/>
                    <a:pt x="54019" y="145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3" name="Google Shape;1293;p31"/>
            <p:cNvSpPr/>
            <p:nvPr/>
          </p:nvSpPr>
          <p:spPr>
            <a:xfrm>
              <a:off x="4263903" y="2360959"/>
              <a:ext cx="122083" cy="118624"/>
            </a:xfrm>
            <a:custGeom>
              <a:rect b="b" l="l" r="r" t="t"/>
              <a:pathLst>
                <a:path extrusionOk="0" h="118624" w="122083">
                  <a:moveTo>
                    <a:pt x="120633" y="54883"/>
                  </a:moveTo>
                  <a:cubicBezTo>
                    <a:pt x="115093" y="67269"/>
                    <a:pt x="109610" y="79540"/>
                    <a:pt x="104099" y="91926"/>
                  </a:cubicBezTo>
                  <a:cubicBezTo>
                    <a:pt x="99806" y="101527"/>
                    <a:pt x="94787" y="111883"/>
                    <a:pt x="85244" y="116351"/>
                  </a:cubicBezTo>
                  <a:cubicBezTo>
                    <a:pt x="63082" y="126677"/>
                    <a:pt x="35902" y="97785"/>
                    <a:pt x="14552" y="109708"/>
                  </a:cubicBezTo>
                  <a:lnTo>
                    <a:pt x="14494" y="109708"/>
                  </a:lnTo>
                  <a:cubicBezTo>
                    <a:pt x="21252" y="88822"/>
                    <a:pt x="-5000" y="68110"/>
                    <a:pt x="860" y="46964"/>
                  </a:cubicBezTo>
                  <a:cubicBezTo>
                    <a:pt x="3413" y="37884"/>
                    <a:pt x="11274" y="31474"/>
                    <a:pt x="19019" y="26107"/>
                  </a:cubicBezTo>
                  <a:cubicBezTo>
                    <a:pt x="33204" y="16244"/>
                    <a:pt x="48288" y="7687"/>
                    <a:pt x="64039" y="609"/>
                  </a:cubicBezTo>
                  <a:lnTo>
                    <a:pt x="65402" y="0"/>
                  </a:lnTo>
                  <a:cubicBezTo>
                    <a:pt x="66157" y="1683"/>
                    <a:pt x="66940" y="3307"/>
                    <a:pt x="67781" y="4931"/>
                  </a:cubicBezTo>
                  <a:cubicBezTo>
                    <a:pt x="79036" y="26629"/>
                    <a:pt x="99139" y="42990"/>
                    <a:pt x="122084" y="51373"/>
                  </a:cubicBezTo>
                  <a:lnTo>
                    <a:pt x="121475" y="52997"/>
                  </a:lnTo>
                  <a:cubicBezTo>
                    <a:pt x="121184" y="53607"/>
                    <a:pt x="120923" y="54245"/>
                    <a:pt x="120633" y="5485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4" name="Google Shape;1294;p31"/>
            <p:cNvSpPr/>
            <p:nvPr/>
          </p:nvSpPr>
          <p:spPr>
            <a:xfrm>
              <a:off x="4265932" y="2166937"/>
              <a:ext cx="111526" cy="111611"/>
            </a:xfrm>
            <a:custGeom>
              <a:rect b="b" l="l" r="r" t="t"/>
              <a:pathLst>
                <a:path extrusionOk="0" h="111611" w="111526">
                  <a:moveTo>
                    <a:pt x="78197" y="79587"/>
                  </a:moveTo>
                  <a:cubicBezTo>
                    <a:pt x="71206" y="89363"/>
                    <a:pt x="65578" y="100211"/>
                    <a:pt x="61662" y="111612"/>
                  </a:cubicBezTo>
                  <a:cubicBezTo>
                    <a:pt x="57253" y="109552"/>
                    <a:pt x="52670" y="107899"/>
                    <a:pt x="48116" y="106303"/>
                  </a:cubicBezTo>
                  <a:cubicBezTo>
                    <a:pt x="48058" y="106245"/>
                    <a:pt x="48029" y="106245"/>
                    <a:pt x="47971" y="106245"/>
                  </a:cubicBezTo>
                  <a:cubicBezTo>
                    <a:pt x="42372" y="103837"/>
                    <a:pt x="36745" y="101720"/>
                    <a:pt x="30943" y="100298"/>
                  </a:cubicBezTo>
                  <a:cubicBezTo>
                    <a:pt x="28855" y="99457"/>
                    <a:pt x="26766" y="98529"/>
                    <a:pt x="24706" y="97543"/>
                  </a:cubicBezTo>
                  <a:cubicBezTo>
                    <a:pt x="12755" y="91712"/>
                    <a:pt x="1616" y="81530"/>
                    <a:pt x="166" y="68361"/>
                  </a:cubicBezTo>
                  <a:cubicBezTo>
                    <a:pt x="-2068" y="48055"/>
                    <a:pt x="19021" y="30651"/>
                    <a:pt x="18180" y="10635"/>
                  </a:cubicBezTo>
                  <a:cubicBezTo>
                    <a:pt x="18180" y="9794"/>
                    <a:pt x="18092" y="9011"/>
                    <a:pt x="18005" y="8170"/>
                  </a:cubicBezTo>
                  <a:cubicBezTo>
                    <a:pt x="18876" y="8779"/>
                    <a:pt x="19833" y="9301"/>
                    <a:pt x="20761" y="9707"/>
                  </a:cubicBezTo>
                  <a:cubicBezTo>
                    <a:pt x="33090" y="15073"/>
                    <a:pt x="47942" y="2310"/>
                    <a:pt x="62358" y="250"/>
                  </a:cubicBezTo>
                  <a:cubicBezTo>
                    <a:pt x="76050" y="-1606"/>
                    <a:pt x="89452" y="7096"/>
                    <a:pt x="97139" y="18583"/>
                  </a:cubicBezTo>
                  <a:cubicBezTo>
                    <a:pt x="104826" y="30070"/>
                    <a:pt x="107930" y="43907"/>
                    <a:pt x="110918" y="57396"/>
                  </a:cubicBezTo>
                  <a:lnTo>
                    <a:pt x="111527" y="58788"/>
                  </a:lnTo>
                  <a:cubicBezTo>
                    <a:pt x="99343" y="63633"/>
                    <a:pt x="88117" y="70710"/>
                    <a:pt x="78719" y="79877"/>
                  </a:cubicBezTo>
                  <a:lnTo>
                    <a:pt x="78197" y="7955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5" name="Google Shape;1295;p31"/>
            <p:cNvSpPr/>
            <p:nvPr/>
          </p:nvSpPr>
          <p:spPr>
            <a:xfrm>
              <a:off x="4217973" y="2265146"/>
              <a:ext cx="111332" cy="116566"/>
            </a:xfrm>
            <a:custGeom>
              <a:rect b="b" l="l" r="r" t="t"/>
              <a:pathLst>
                <a:path extrusionOk="0" h="116566" w="111332">
                  <a:moveTo>
                    <a:pt x="1016" y="56275"/>
                  </a:moveTo>
                  <a:cubicBezTo>
                    <a:pt x="696" y="56101"/>
                    <a:pt x="319" y="55898"/>
                    <a:pt x="0" y="55753"/>
                  </a:cubicBezTo>
                  <a:cubicBezTo>
                    <a:pt x="9225" y="55115"/>
                    <a:pt x="16012" y="46877"/>
                    <a:pt x="19871" y="38493"/>
                  </a:cubicBezTo>
                  <a:cubicBezTo>
                    <a:pt x="23700" y="30168"/>
                    <a:pt x="25875" y="20857"/>
                    <a:pt x="31590" y="13634"/>
                  </a:cubicBezTo>
                  <a:cubicBezTo>
                    <a:pt x="40147" y="2756"/>
                    <a:pt x="55289" y="-1160"/>
                    <a:pt x="69010" y="290"/>
                  </a:cubicBezTo>
                  <a:cubicBezTo>
                    <a:pt x="72375" y="609"/>
                    <a:pt x="75653" y="1276"/>
                    <a:pt x="78931" y="2118"/>
                  </a:cubicBezTo>
                  <a:cubicBezTo>
                    <a:pt x="84529" y="4293"/>
                    <a:pt x="90243" y="6121"/>
                    <a:pt x="95958" y="8064"/>
                  </a:cubicBezTo>
                  <a:cubicBezTo>
                    <a:pt x="96016" y="8064"/>
                    <a:pt x="96045" y="8064"/>
                    <a:pt x="96103" y="8122"/>
                  </a:cubicBezTo>
                  <a:cubicBezTo>
                    <a:pt x="100657" y="9718"/>
                    <a:pt x="105212" y="11371"/>
                    <a:pt x="109650" y="13431"/>
                  </a:cubicBezTo>
                  <a:cubicBezTo>
                    <a:pt x="100193" y="40292"/>
                    <a:pt x="99816" y="70199"/>
                    <a:pt x="111332" y="95871"/>
                  </a:cubicBezTo>
                  <a:lnTo>
                    <a:pt x="109969" y="96480"/>
                  </a:lnTo>
                  <a:cubicBezTo>
                    <a:pt x="96741" y="100164"/>
                    <a:pt x="85109" y="108025"/>
                    <a:pt x="72259" y="112812"/>
                  </a:cubicBezTo>
                  <a:cubicBezTo>
                    <a:pt x="59466" y="117598"/>
                    <a:pt x="43715" y="118874"/>
                    <a:pt x="33127" y="110201"/>
                  </a:cubicBezTo>
                  <a:cubicBezTo>
                    <a:pt x="17956" y="97815"/>
                    <a:pt x="19290" y="70924"/>
                    <a:pt x="5309" y="59147"/>
                  </a:cubicBezTo>
                  <a:cubicBezTo>
                    <a:pt x="4061" y="58074"/>
                    <a:pt x="2611" y="57088"/>
                    <a:pt x="1016" y="5630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6" name="Google Shape;1296;p31"/>
            <p:cNvSpPr/>
            <p:nvPr/>
          </p:nvSpPr>
          <p:spPr>
            <a:xfrm>
              <a:off x="4130311" y="2323393"/>
              <a:ext cx="197601" cy="169522"/>
            </a:xfrm>
            <a:custGeom>
              <a:rect b="b" l="l" r="r" t="t"/>
              <a:pathLst>
                <a:path extrusionOk="0" h="169522" w="197601">
                  <a:moveTo>
                    <a:pt x="141588" y="151712"/>
                  </a:moveTo>
                  <a:cubicBezTo>
                    <a:pt x="131492" y="157659"/>
                    <a:pt x="121108" y="163431"/>
                    <a:pt x="109882" y="166738"/>
                  </a:cubicBezTo>
                  <a:cubicBezTo>
                    <a:pt x="97408" y="170451"/>
                    <a:pt x="83485" y="170915"/>
                    <a:pt x="71765" y="165259"/>
                  </a:cubicBezTo>
                  <a:cubicBezTo>
                    <a:pt x="57581" y="158384"/>
                    <a:pt x="48907" y="143996"/>
                    <a:pt x="39190" y="131523"/>
                  </a:cubicBezTo>
                  <a:cubicBezTo>
                    <a:pt x="29472" y="119107"/>
                    <a:pt x="15693" y="107127"/>
                    <a:pt x="0" y="108810"/>
                  </a:cubicBezTo>
                  <a:cubicBezTo>
                    <a:pt x="9950" y="95118"/>
                    <a:pt x="15635" y="78322"/>
                    <a:pt x="16099" y="61382"/>
                  </a:cubicBezTo>
                  <a:cubicBezTo>
                    <a:pt x="16390" y="50040"/>
                    <a:pt x="14417" y="38205"/>
                    <a:pt x="18333" y="27559"/>
                  </a:cubicBezTo>
                  <a:cubicBezTo>
                    <a:pt x="23206" y="14244"/>
                    <a:pt x="36492" y="5455"/>
                    <a:pt x="50270" y="2148"/>
                  </a:cubicBezTo>
                  <a:cubicBezTo>
                    <a:pt x="63991" y="-1217"/>
                    <a:pt x="78437" y="59"/>
                    <a:pt x="92535" y="1364"/>
                  </a:cubicBezTo>
                  <a:lnTo>
                    <a:pt x="92941" y="900"/>
                  </a:lnTo>
                  <a:cubicBezTo>
                    <a:pt x="106952" y="12678"/>
                    <a:pt x="105589" y="39568"/>
                    <a:pt x="120760" y="51954"/>
                  </a:cubicBezTo>
                  <a:cubicBezTo>
                    <a:pt x="131377" y="60599"/>
                    <a:pt x="147099" y="59351"/>
                    <a:pt x="159891" y="54565"/>
                  </a:cubicBezTo>
                  <a:cubicBezTo>
                    <a:pt x="172742" y="49779"/>
                    <a:pt x="184374" y="41918"/>
                    <a:pt x="197601" y="38234"/>
                  </a:cubicBezTo>
                  <a:cubicBezTo>
                    <a:pt x="181879" y="45311"/>
                    <a:pt x="166795" y="53869"/>
                    <a:pt x="152581" y="63731"/>
                  </a:cubicBezTo>
                  <a:cubicBezTo>
                    <a:pt x="144865" y="69098"/>
                    <a:pt x="137004" y="75509"/>
                    <a:pt x="134422" y="84588"/>
                  </a:cubicBezTo>
                  <a:cubicBezTo>
                    <a:pt x="128563" y="105706"/>
                    <a:pt x="154815" y="126417"/>
                    <a:pt x="148056" y="147332"/>
                  </a:cubicBezTo>
                  <a:lnTo>
                    <a:pt x="148114" y="147332"/>
                  </a:lnTo>
                  <a:lnTo>
                    <a:pt x="148636" y="148318"/>
                  </a:lnTo>
                  <a:cubicBezTo>
                    <a:pt x="146171" y="149305"/>
                    <a:pt x="143850" y="150494"/>
                    <a:pt x="141645" y="151915"/>
                  </a:cubicBezTo>
                  <a:lnTo>
                    <a:pt x="141558" y="151770"/>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7" name="Google Shape;1297;p31"/>
            <p:cNvSpPr/>
            <p:nvPr/>
          </p:nvSpPr>
          <p:spPr>
            <a:xfrm>
              <a:off x="4117720" y="1995683"/>
              <a:ext cx="198357" cy="186255"/>
            </a:xfrm>
            <a:custGeom>
              <a:rect b="b" l="l" r="r" t="t"/>
              <a:pathLst>
                <a:path extrusionOk="0" h="186255" w="198357">
                  <a:moveTo>
                    <a:pt x="198299" y="36763"/>
                  </a:moveTo>
                  <a:cubicBezTo>
                    <a:pt x="194528" y="55183"/>
                    <a:pt x="184811" y="72471"/>
                    <a:pt x="170945" y="85177"/>
                  </a:cubicBezTo>
                  <a:cubicBezTo>
                    <a:pt x="163635" y="91878"/>
                    <a:pt x="155078" y="97505"/>
                    <a:pt x="149827" y="105946"/>
                  </a:cubicBezTo>
                  <a:cubicBezTo>
                    <a:pt x="142575" y="117579"/>
                    <a:pt x="143039" y="132750"/>
                    <a:pt x="147739" y="145687"/>
                  </a:cubicBezTo>
                  <a:cubicBezTo>
                    <a:pt x="152438" y="158567"/>
                    <a:pt x="160850" y="169706"/>
                    <a:pt x="169204" y="180642"/>
                  </a:cubicBezTo>
                  <a:lnTo>
                    <a:pt x="169031" y="181019"/>
                  </a:lnTo>
                  <a:cubicBezTo>
                    <a:pt x="168102" y="180613"/>
                    <a:pt x="167174" y="180090"/>
                    <a:pt x="166275" y="179481"/>
                  </a:cubicBezTo>
                  <a:cubicBezTo>
                    <a:pt x="166362" y="180323"/>
                    <a:pt x="166449" y="181106"/>
                    <a:pt x="166449" y="181947"/>
                  </a:cubicBezTo>
                  <a:lnTo>
                    <a:pt x="165985" y="181947"/>
                  </a:lnTo>
                  <a:cubicBezTo>
                    <a:pt x="157050" y="167153"/>
                    <a:pt x="141502" y="156536"/>
                    <a:pt x="124475" y="153606"/>
                  </a:cubicBezTo>
                  <a:cubicBezTo>
                    <a:pt x="107476" y="150618"/>
                    <a:pt x="89288" y="155376"/>
                    <a:pt x="75886" y="166225"/>
                  </a:cubicBezTo>
                  <a:cubicBezTo>
                    <a:pt x="69185" y="171678"/>
                    <a:pt x="63587" y="178553"/>
                    <a:pt x="55929" y="182411"/>
                  </a:cubicBezTo>
                  <a:cubicBezTo>
                    <a:pt x="47371" y="186704"/>
                    <a:pt x="37451" y="186646"/>
                    <a:pt x="27762" y="185805"/>
                  </a:cubicBezTo>
                  <a:cubicBezTo>
                    <a:pt x="8530" y="181193"/>
                    <a:pt x="-1594" y="158480"/>
                    <a:pt x="205" y="138754"/>
                  </a:cubicBezTo>
                  <a:cubicBezTo>
                    <a:pt x="2061" y="118971"/>
                    <a:pt x="12620" y="101247"/>
                    <a:pt x="21671" y="83494"/>
                  </a:cubicBezTo>
                  <a:cubicBezTo>
                    <a:pt x="30692" y="65770"/>
                    <a:pt x="38553" y="45900"/>
                    <a:pt x="34521" y="26436"/>
                  </a:cubicBezTo>
                  <a:cubicBezTo>
                    <a:pt x="44471" y="37430"/>
                    <a:pt x="62572" y="35921"/>
                    <a:pt x="75857" y="29221"/>
                  </a:cubicBezTo>
                  <a:cubicBezTo>
                    <a:pt x="89085" y="22462"/>
                    <a:pt x="99963" y="11671"/>
                    <a:pt x="113422" y="5405"/>
                  </a:cubicBezTo>
                  <a:cubicBezTo>
                    <a:pt x="143823" y="-8896"/>
                    <a:pt x="184346" y="6420"/>
                    <a:pt x="198358" y="367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8" name="Google Shape;1298;p31"/>
            <p:cNvSpPr/>
            <p:nvPr/>
          </p:nvSpPr>
          <p:spPr>
            <a:xfrm>
              <a:off x="4139536" y="2148395"/>
              <a:ext cx="157367" cy="173027"/>
            </a:xfrm>
            <a:custGeom>
              <a:rect b="b" l="l" r="r" t="t"/>
              <a:pathLst>
                <a:path extrusionOk="0" h="173027" w="157367">
                  <a:moveTo>
                    <a:pt x="5917" y="33064"/>
                  </a:moveTo>
                  <a:cubicBezTo>
                    <a:pt x="15606" y="33906"/>
                    <a:pt x="25498" y="33935"/>
                    <a:pt x="34084" y="29670"/>
                  </a:cubicBezTo>
                  <a:cubicBezTo>
                    <a:pt x="41771" y="25812"/>
                    <a:pt x="47341" y="18909"/>
                    <a:pt x="54042" y="13484"/>
                  </a:cubicBezTo>
                  <a:cubicBezTo>
                    <a:pt x="67443" y="2635"/>
                    <a:pt x="85631" y="-2093"/>
                    <a:pt x="102630" y="866"/>
                  </a:cubicBezTo>
                  <a:cubicBezTo>
                    <a:pt x="119657" y="3795"/>
                    <a:pt x="135206" y="14412"/>
                    <a:pt x="144140" y="29206"/>
                  </a:cubicBezTo>
                  <a:lnTo>
                    <a:pt x="144604" y="29206"/>
                  </a:lnTo>
                  <a:cubicBezTo>
                    <a:pt x="145445" y="49222"/>
                    <a:pt x="124357" y="66626"/>
                    <a:pt x="126590" y="86932"/>
                  </a:cubicBezTo>
                  <a:cubicBezTo>
                    <a:pt x="128041" y="100102"/>
                    <a:pt x="139151" y="110283"/>
                    <a:pt x="151131" y="116114"/>
                  </a:cubicBezTo>
                  <a:cubicBezTo>
                    <a:pt x="153190" y="117100"/>
                    <a:pt x="155279" y="118028"/>
                    <a:pt x="157368" y="118870"/>
                  </a:cubicBezTo>
                  <a:cubicBezTo>
                    <a:pt x="154119" y="118028"/>
                    <a:pt x="150812" y="117390"/>
                    <a:pt x="147447" y="117042"/>
                  </a:cubicBezTo>
                  <a:cubicBezTo>
                    <a:pt x="133726" y="115592"/>
                    <a:pt x="118584" y="119508"/>
                    <a:pt x="110027" y="130386"/>
                  </a:cubicBezTo>
                  <a:cubicBezTo>
                    <a:pt x="104312" y="137609"/>
                    <a:pt x="102107" y="146920"/>
                    <a:pt x="98308" y="155245"/>
                  </a:cubicBezTo>
                  <a:cubicBezTo>
                    <a:pt x="94449" y="163629"/>
                    <a:pt x="87662" y="171867"/>
                    <a:pt x="78437" y="172505"/>
                  </a:cubicBezTo>
                  <a:cubicBezTo>
                    <a:pt x="78756" y="172650"/>
                    <a:pt x="79133" y="172824"/>
                    <a:pt x="79453" y="173027"/>
                  </a:cubicBezTo>
                  <a:cubicBezTo>
                    <a:pt x="63962" y="170939"/>
                    <a:pt x="48501" y="166239"/>
                    <a:pt x="35621" y="157334"/>
                  </a:cubicBezTo>
                  <a:cubicBezTo>
                    <a:pt x="22539" y="148255"/>
                    <a:pt x="12299" y="134476"/>
                    <a:pt x="9689" y="118841"/>
                  </a:cubicBezTo>
                  <a:cubicBezTo>
                    <a:pt x="7165" y="103902"/>
                    <a:pt x="11545" y="88817"/>
                    <a:pt x="13083" y="73791"/>
                  </a:cubicBezTo>
                  <a:cubicBezTo>
                    <a:pt x="14446" y="60100"/>
                    <a:pt x="12560" y="44697"/>
                    <a:pt x="3162" y="35240"/>
                  </a:cubicBezTo>
                  <a:cubicBezTo>
                    <a:pt x="3162" y="35182"/>
                    <a:pt x="3104" y="35182"/>
                    <a:pt x="3104" y="35182"/>
                  </a:cubicBezTo>
                  <a:cubicBezTo>
                    <a:pt x="2118" y="34167"/>
                    <a:pt x="1102" y="33267"/>
                    <a:pt x="0" y="32426"/>
                  </a:cubicBezTo>
                  <a:cubicBezTo>
                    <a:pt x="1943" y="32658"/>
                    <a:pt x="3916" y="32832"/>
                    <a:pt x="5917" y="3303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9" name="Google Shape;1299;p31"/>
            <p:cNvSpPr/>
            <p:nvPr/>
          </p:nvSpPr>
          <p:spPr>
            <a:xfrm>
              <a:off x="4097792" y="2432044"/>
              <a:ext cx="179849" cy="217464"/>
            </a:xfrm>
            <a:custGeom>
              <a:rect b="b" l="l" r="r" t="t"/>
              <a:pathLst>
                <a:path extrusionOk="0" h="217464" w="179849">
                  <a:moveTo>
                    <a:pt x="26108" y="7933"/>
                  </a:moveTo>
                  <a:lnTo>
                    <a:pt x="25470" y="7237"/>
                  </a:lnTo>
                  <a:cubicBezTo>
                    <a:pt x="27936" y="5322"/>
                    <a:pt x="30256" y="3146"/>
                    <a:pt x="32258" y="710"/>
                  </a:cubicBezTo>
                  <a:lnTo>
                    <a:pt x="32548" y="159"/>
                  </a:lnTo>
                  <a:cubicBezTo>
                    <a:pt x="48241" y="-1524"/>
                    <a:pt x="62020" y="10456"/>
                    <a:pt x="71738" y="22872"/>
                  </a:cubicBezTo>
                  <a:cubicBezTo>
                    <a:pt x="81455" y="35345"/>
                    <a:pt x="90128" y="49733"/>
                    <a:pt x="104313" y="56608"/>
                  </a:cubicBezTo>
                  <a:cubicBezTo>
                    <a:pt x="116033" y="62293"/>
                    <a:pt x="129956" y="61829"/>
                    <a:pt x="142430" y="58087"/>
                  </a:cubicBezTo>
                  <a:cubicBezTo>
                    <a:pt x="153656" y="54780"/>
                    <a:pt x="164011" y="49008"/>
                    <a:pt x="174135" y="43061"/>
                  </a:cubicBezTo>
                  <a:lnTo>
                    <a:pt x="174222" y="43206"/>
                  </a:lnTo>
                  <a:cubicBezTo>
                    <a:pt x="168450" y="46803"/>
                    <a:pt x="163518" y="51619"/>
                    <a:pt x="159660" y="57217"/>
                  </a:cubicBezTo>
                  <a:cubicBezTo>
                    <a:pt x="148550" y="72997"/>
                    <a:pt x="145562" y="94811"/>
                    <a:pt x="154584" y="112100"/>
                  </a:cubicBezTo>
                  <a:cubicBezTo>
                    <a:pt x="159341" y="121121"/>
                    <a:pt x="166593" y="128576"/>
                    <a:pt x="172076" y="137192"/>
                  </a:cubicBezTo>
                  <a:cubicBezTo>
                    <a:pt x="177558" y="145749"/>
                    <a:pt x="181300" y="156540"/>
                    <a:pt x="177761" y="166142"/>
                  </a:cubicBezTo>
                  <a:cubicBezTo>
                    <a:pt x="178458" y="165503"/>
                    <a:pt x="179125" y="164836"/>
                    <a:pt x="179850" y="164227"/>
                  </a:cubicBezTo>
                  <a:cubicBezTo>
                    <a:pt x="179096" y="165851"/>
                    <a:pt x="178487" y="167592"/>
                    <a:pt x="177935" y="169303"/>
                  </a:cubicBezTo>
                  <a:cubicBezTo>
                    <a:pt x="177935" y="169303"/>
                    <a:pt x="177877" y="169361"/>
                    <a:pt x="177877" y="169390"/>
                  </a:cubicBezTo>
                  <a:cubicBezTo>
                    <a:pt x="164853" y="194018"/>
                    <a:pt x="142865" y="216963"/>
                    <a:pt x="115220" y="217456"/>
                  </a:cubicBezTo>
                  <a:cubicBezTo>
                    <a:pt x="75944" y="218153"/>
                    <a:pt x="48908" y="174728"/>
                    <a:pt x="10270" y="167795"/>
                  </a:cubicBezTo>
                  <a:cubicBezTo>
                    <a:pt x="17493" y="152450"/>
                    <a:pt x="19146" y="134610"/>
                    <a:pt x="14911" y="118192"/>
                  </a:cubicBezTo>
                  <a:cubicBezTo>
                    <a:pt x="11691" y="105660"/>
                    <a:pt x="5280" y="94173"/>
                    <a:pt x="2061" y="81700"/>
                  </a:cubicBezTo>
                  <a:cubicBezTo>
                    <a:pt x="-4640" y="55274"/>
                    <a:pt x="5426" y="25511"/>
                    <a:pt x="26079" y="79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0" name="Google Shape;1300;p31"/>
            <p:cNvSpPr/>
            <p:nvPr/>
          </p:nvSpPr>
          <p:spPr>
            <a:xfrm>
              <a:off x="4021503" y="2180731"/>
              <a:ext cx="201778" cy="267547"/>
            </a:xfrm>
            <a:custGeom>
              <a:rect b="b" l="l" r="r" t="t"/>
              <a:pathLst>
                <a:path extrusionOk="0" h="267547" w="201778">
                  <a:moveTo>
                    <a:pt x="201779" y="143534"/>
                  </a:moveTo>
                  <a:lnTo>
                    <a:pt x="201373" y="143998"/>
                  </a:lnTo>
                  <a:cubicBezTo>
                    <a:pt x="187275" y="142692"/>
                    <a:pt x="172829" y="141445"/>
                    <a:pt x="159108" y="144781"/>
                  </a:cubicBezTo>
                  <a:cubicBezTo>
                    <a:pt x="145329" y="148088"/>
                    <a:pt x="132073" y="156877"/>
                    <a:pt x="127170" y="170192"/>
                  </a:cubicBezTo>
                  <a:cubicBezTo>
                    <a:pt x="123254" y="180838"/>
                    <a:pt x="125227" y="192673"/>
                    <a:pt x="124937" y="204015"/>
                  </a:cubicBezTo>
                  <a:cubicBezTo>
                    <a:pt x="124473" y="220956"/>
                    <a:pt x="118787" y="237751"/>
                    <a:pt x="108838" y="251443"/>
                  </a:cubicBezTo>
                  <a:lnTo>
                    <a:pt x="108548" y="251994"/>
                  </a:lnTo>
                  <a:cubicBezTo>
                    <a:pt x="106546" y="254402"/>
                    <a:pt x="104225" y="256606"/>
                    <a:pt x="101760" y="258521"/>
                  </a:cubicBezTo>
                  <a:cubicBezTo>
                    <a:pt x="93231" y="265048"/>
                    <a:pt x="82295" y="268384"/>
                    <a:pt x="71592" y="267368"/>
                  </a:cubicBezTo>
                  <a:cubicBezTo>
                    <a:pt x="57755" y="266063"/>
                    <a:pt x="44817" y="257593"/>
                    <a:pt x="38087" y="245438"/>
                  </a:cubicBezTo>
                  <a:cubicBezTo>
                    <a:pt x="28776" y="228498"/>
                    <a:pt x="31851" y="207873"/>
                    <a:pt x="30487" y="188612"/>
                  </a:cubicBezTo>
                  <a:cubicBezTo>
                    <a:pt x="29182" y="169351"/>
                    <a:pt x="19232" y="146957"/>
                    <a:pt x="0" y="145013"/>
                  </a:cubicBezTo>
                  <a:cubicBezTo>
                    <a:pt x="21553" y="136369"/>
                    <a:pt x="33562" y="113366"/>
                    <a:pt x="40350" y="91174"/>
                  </a:cubicBezTo>
                  <a:cubicBezTo>
                    <a:pt x="47109" y="68983"/>
                    <a:pt x="50735" y="45226"/>
                    <a:pt x="63527" y="25878"/>
                  </a:cubicBezTo>
                  <a:cubicBezTo>
                    <a:pt x="75943" y="7110"/>
                    <a:pt x="100889" y="-6089"/>
                    <a:pt x="121137" y="2875"/>
                  </a:cubicBezTo>
                  <a:cubicBezTo>
                    <a:pt x="121137" y="2875"/>
                    <a:pt x="121195" y="2875"/>
                    <a:pt x="121195" y="2933"/>
                  </a:cubicBezTo>
                  <a:cubicBezTo>
                    <a:pt x="130593" y="12389"/>
                    <a:pt x="132450" y="27792"/>
                    <a:pt x="131116" y="41484"/>
                  </a:cubicBezTo>
                  <a:cubicBezTo>
                    <a:pt x="129578" y="56510"/>
                    <a:pt x="125198" y="71594"/>
                    <a:pt x="127722" y="86533"/>
                  </a:cubicBezTo>
                  <a:cubicBezTo>
                    <a:pt x="130332" y="102168"/>
                    <a:pt x="140572" y="115947"/>
                    <a:pt x="153655" y="125027"/>
                  </a:cubicBezTo>
                  <a:cubicBezTo>
                    <a:pt x="166534" y="133903"/>
                    <a:pt x="181995" y="138631"/>
                    <a:pt x="197486" y="140720"/>
                  </a:cubicBezTo>
                  <a:cubicBezTo>
                    <a:pt x="199081" y="141503"/>
                    <a:pt x="200502" y="142489"/>
                    <a:pt x="201779" y="14356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1" name="Google Shape;1301;p31"/>
            <p:cNvSpPr/>
            <p:nvPr/>
          </p:nvSpPr>
          <p:spPr>
            <a:xfrm>
              <a:off x="4507065" y="2264060"/>
              <a:ext cx="97118" cy="107661"/>
            </a:xfrm>
            <a:custGeom>
              <a:rect b="b" l="l" r="r" t="t"/>
              <a:pathLst>
                <a:path extrusionOk="0" h="107661" w="97118">
                  <a:moveTo>
                    <a:pt x="8819" y="99191"/>
                  </a:moveTo>
                  <a:cubicBezTo>
                    <a:pt x="6411" y="97944"/>
                    <a:pt x="6875" y="93766"/>
                    <a:pt x="9602" y="93244"/>
                  </a:cubicBezTo>
                  <a:cubicBezTo>
                    <a:pt x="20683" y="91069"/>
                    <a:pt x="32576" y="89937"/>
                    <a:pt x="43048" y="85412"/>
                  </a:cubicBezTo>
                  <a:cubicBezTo>
                    <a:pt x="34113" y="81380"/>
                    <a:pt x="24541" y="78769"/>
                    <a:pt x="15693" y="74447"/>
                  </a:cubicBezTo>
                  <a:cubicBezTo>
                    <a:pt x="13634" y="73461"/>
                    <a:pt x="13489" y="69777"/>
                    <a:pt x="15693" y="68820"/>
                  </a:cubicBezTo>
                  <a:cubicBezTo>
                    <a:pt x="26600" y="64149"/>
                    <a:pt x="39073" y="63511"/>
                    <a:pt x="49865" y="58667"/>
                  </a:cubicBezTo>
                  <a:cubicBezTo>
                    <a:pt x="41336" y="53010"/>
                    <a:pt x="30110" y="51821"/>
                    <a:pt x="21205" y="46948"/>
                  </a:cubicBezTo>
                  <a:cubicBezTo>
                    <a:pt x="18739" y="45584"/>
                    <a:pt x="19319" y="41726"/>
                    <a:pt x="21988" y="41001"/>
                  </a:cubicBezTo>
                  <a:cubicBezTo>
                    <a:pt x="30226" y="38767"/>
                    <a:pt x="38725" y="38216"/>
                    <a:pt x="47196" y="37491"/>
                  </a:cubicBezTo>
                  <a:cubicBezTo>
                    <a:pt x="38290" y="30442"/>
                    <a:pt x="25933" y="28035"/>
                    <a:pt x="15722" y="23596"/>
                  </a:cubicBezTo>
                  <a:cubicBezTo>
                    <a:pt x="12822" y="22349"/>
                    <a:pt x="14301" y="18578"/>
                    <a:pt x="16506" y="17650"/>
                  </a:cubicBezTo>
                  <a:cubicBezTo>
                    <a:pt x="26397" y="13531"/>
                    <a:pt x="36347" y="9412"/>
                    <a:pt x="46703" y="6569"/>
                  </a:cubicBezTo>
                  <a:cubicBezTo>
                    <a:pt x="63904" y="1870"/>
                    <a:pt x="83398" y="622"/>
                    <a:pt x="95639" y="15880"/>
                  </a:cubicBezTo>
                  <a:cubicBezTo>
                    <a:pt x="96161" y="16519"/>
                    <a:pt x="96625" y="17186"/>
                    <a:pt x="97118" y="17882"/>
                  </a:cubicBezTo>
                  <a:cubicBezTo>
                    <a:pt x="96074" y="14749"/>
                    <a:pt x="94740" y="11790"/>
                    <a:pt x="92593" y="9208"/>
                  </a:cubicBezTo>
                  <a:cubicBezTo>
                    <a:pt x="85660" y="883"/>
                    <a:pt x="73477" y="-422"/>
                    <a:pt x="62628" y="100"/>
                  </a:cubicBezTo>
                  <a:cubicBezTo>
                    <a:pt x="52620" y="622"/>
                    <a:pt x="42758" y="2102"/>
                    <a:pt x="33127" y="4625"/>
                  </a:cubicBezTo>
                  <a:cubicBezTo>
                    <a:pt x="25353" y="7265"/>
                    <a:pt x="17434" y="9557"/>
                    <a:pt x="9892" y="12776"/>
                  </a:cubicBezTo>
                  <a:cubicBezTo>
                    <a:pt x="9718" y="12864"/>
                    <a:pt x="9573" y="12951"/>
                    <a:pt x="9369" y="13009"/>
                  </a:cubicBezTo>
                  <a:cubicBezTo>
                    <a:pt x="7658" y="13792"/>
                    <a:pt x="5918" y="14633"/>
                    <a:pt x="4264" y="15474"/>
                  </a:cubicBezTo>
                  <a:lnTo>
                    <a:pt x="2814" y="16083"/>
                  </a:lnTo>
                  <a:cubicBezTo>
                    <a:pt x="9659" y="32096"/>
                    <a:pt x="12532" y="49791"/>
                    <a:pt x="10414" y="67079"/>
                  </a:cubicBezTo>
                  <a:cubicBezTo>
                    <a:pt x="8963" y="78537"/>
                    <a:pt x="5337" y="89647"/>
                    <a:pt x="0" y="99858"/>
                  </a:cubicBezTo>
                  <a:lnTo>
                    <a:pt x="1160" y="100467"/>
                  </a:lnTo>
                  <a:cubicBezTo>
                    <a:pt x="7687" y="102382"/>
                    <a:pt x="14272" y="104151"/>
                    <a:pt x="20944" y="105631"/>
                  </a:cubicBezTo>
                  <a:cubicBezTo>
                    <a:pt x="24077" y="106356"/>
                    <a:pt x="27209" y="107023"/>
                    <a:pt x="30371" y="107661"/>
                  </a:cubicBezTo>
                  <a:cubicBezTo>
                    <a:pt x="22800" y="105573"/>
                    <a:pt x="15519" y="102730"/>
                    <a:pt x="8906" y="9924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2" name="Google Shape;1302;p31"/>
            <p:cNvSpPr/>
            <p:nvPr/>
          </p:nvSpPr>
          <p:spPr>
            <a:xfrm>
              <a:off x="4465294" y="2165125"/>
              <a:ext cx="113823" cy="115047"/>
            </a:xfrm>
            <a:custGeom>
              <a:rect b="b" l="l" r="r" t="t"/>
              <a:pathLst>
                <a:path extrusionOk="0" h="115047" w="113823">
                  <a:moveTo>
                    <a:pt x="113798" y="63269"/>
                  </a:moveTo>
                  <a:cubicBezTo>
                    <a:pt x="113334" y="55930"/>
                    <a:pt x="109795" y="49316"/>
                    <a:pt x="106401" y="42673"/>
                  </a:cubicBezTo>
                  <a:cubicBezTo>
                    <a:pt x="106923" y="44327"/>
                    <a:pt x="107445" y="46009"/>
                    <a:pt x="107880" y="47721"/>
                  </a:cubicBezTo>
                  <a:cubicBezTo>
                    <a:pt x="110404" y="57467"/>
                    <a:pt x="109244" y="68548"/>
                    <a:pt x="104167" y="77338"/>
                  </a:cubicBezTo>
                  <a:cubicBezTo>
                    <a:pt x="94682" y="93727"/>
                    <a:pt x="74173" y="98020"/>
                    <a:pt x="57232" y="102255"/>
                  </a:cubicBezTo>
                  <a:cubicBezTo>
                    <a:pt x="54709" y="102894"/>
                    <a:pt x="51779" y="99877"/>
                    <a:pt x="53549" y="97469"/>
                  </a:cubicBezTo>
                  <a:cubicBezTo>
                    <a:pt x="56304" y="93727"/>
                    <a:pt x="58770" y="89782"/>
                    <a:pt x="61091" y="85750"/>
                  </a:cubicBezTo>
                  <a:cubicBezTo>
                    <a:pt x="54535" y="87113"/>
                    <a:pt x="47950" y="88506"/>
                    <a:pt x="41220" y="88622"/>
                  </a:cubicBezTo>
                  <a:cubicBezTo>
                    <a:pt x="38639" y="88680"/>
                    <a:pt x="37333" y="85866"/>
                    <a:pt x="38406" y="83719"/>
                  </a:cubicBezTo>
                  <a:cubicBezTo>
                    <a:pt x="41365" y="77918"/>
                    <a:pt x="44759" y="72377"/>
                    <a:pt x="48182" y="66837"/>
                  </a:cubicBezTo>
                  <a:cubicBezTo>
                    <a:pt x="41598" y="68664"/>
                    <a:pt x="35274" y="71362"/>
                    <a:pt x="29124" y="74437"/>
                  </a:cubicBezTo>
                  <a:cubicBezTo>
                    <a:pt x="26455" y="75742"/>
                    <a:pt x="23845" y="73596"/>
                    <a:pt x="24338" y="70753"/>
                  </a:cubicBezTo>
                  <a:cubicBezTo>
                    <a:pt x="25295" y="65270"/>
                    <a:pt x="26774" y="59904"/>
                    <a:pt x="28138" y="54538"/>
                  </a:cubicBezTo>
                  <a:cubicBezTo>
                    <a:pt x="23206" y="57641"/>
                    <a:pt x="18826" y="61557"/>
                    <a:pt x="14649" y="65677"/>
                  </a:cubicBezTo>
                  <a:cubicBezTo>
                    <a:pt x="12213" y="68084"/>
                    <a:pt x="8587" y="65590"/>
                    <a:pt x="9196" y="62515"/>
                  </a:cubicBezTo>
                  <a:cubicBezTo>
                    <a:pt x="12967" y="43776"/>
                    <a:pt x="18855" y="19699"/>
                    <a:pt x="38349" y="11374"/>
                  </a:cubicBezTo>
                  <a:cubicBezTo>
                    <a:pt x="48704" y="6965"/>
                    <a:pt x="59756" y="8212"/>
                    <a:pt x="69851" y="12505"/>
                  </a:cubicBezTo>
                  <a:cubicBezTo>
                    <a:pt x="74695" y="14565"/>
                    <a:pt x="79714" y="17175"/>
                    <a:pt x="84993" y="17785"/>
                  </a:cubicBezTo>
                  <a:cubicBezTo>
                    <a:pt x="90070" y="18365"/>
                    <a:pt x="94102" y="16160"/>
                    <a:pt x="97409" y="12824"/>
                  </a:cubicBezTo>
                  <a:cubicBezTo>
                    <a:pt x="90476" y="14304"/>
                    <a:pt x="82557" y="12331"/>
                    <a:pt x="75798" y="9401"/>
                  </a:cubicBezTo>
                  <a:cubicBezTo>
                    <a:pt x="66544" y="5398"/>
                    <a:pt x="57378" y="-142"/>
                    <a:pt x="47312" y="3"/>
                  </a:cubicBezTo>
                  <a:cubicBezTo>
                    <a:pt x="35099" y="206"/>
                    <a:pt x="25208" y="8763"/>
                    <a:pt x="18333" y="19293"/>
                  </a:cubicBezTo>
                  <a:cubicBezTo>
                    <a:pt x="16621" y="25791"/>
                    <a:pt x="13431" y="31969"/>
                    <a:pt x="9283" y="37394"/>
                  </a:cubicBezTo>
                  <a:cubicBezTo>
                    <a:pt x="5947" y="45545"/>
                    <a:pt x="2640" y="53667"/>
                    <a:pt x="1479" y="62341"/>
                  </a:cubicBezTo>
                  <a:lnTo>
                    <a:pt x="0" y="65038"/>
                  </a:lnTo>
                  <a:cubicBezTo>
                    <a:pt x="4148" y="67272"/>
                    <a:pt x="8093" y="69883"/>
                    <a:pt x="11835" y="72725"/>
                  </a:cubicBezTo>
                  <a:cubicBezTo>
                    <a:pt x="16216" y="76090"/>
                    <a:pt x="20305" y="79745"/>
                    <a:pt x="24077" y="83748"/>
                  </a:cubicBezTo>
                  <a:cubicBezTo>
                    <a:pt x="29095" y="89115"/>
                    <a:pt x="33562" y="94975"/>
                    <a:pt x="37391" y="101211"/>
                  </a:cubicBezTo>
                  <a:cubicBezTo>
                    <a:pt x="40089" y="105620"/>
                    <a:pt x="42468" y="110233"/>
                    <a:pt x="44498" y="115048"/>
                  </a:cubicBezTo>
                  <a:lnTo>
                    <a:pt x="45949" y="114439"/>
                  </a:lnTo>
                  <a:cubicBezTo>
                    <a:pt x="47631" y="113569"/>
                    <a:pt x="49342" y="112727"/>
                    <a:pt x="51054" y="111973"/>
                  </a:cubicBezTo>
                  <a:cubicBezTo>
                    <a:pt x="51228" y="111915"/>
                    <a:pt x="51373" y="111828"/>
                    <a:pt x="51576" y="111741"/>
                  </a:cubicBezTo>
                  <a:cubicBezTo>
                    <a:pt x="59060" y="108376"/>
                    <a:pt x="66834" y="105649"/>
                    <a:pt x="74811" y="103590"/>
                  </a:cubicBezTo>
                  <a:cubicBezTo>
                    <a:pt x="79453" y="101965"/>
                    <a:pt x="84065" y="100283"/>
                    <a:pt x="88503" y="98107"/>
                  </a:cubicBezTo>
                  <a:cubicBezTo>
                    <a:pt x="102137" y="91407"/>
                    <a:pt x="114755" y="78527"/>
                    <a:pt x="113769" y="6332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3" name="Google Shape;1303;p31"/>
            <p:cNvSpPr/>
            <p:nvPr/>
          </p:nvSpPr>
          <p:spPr>
            <a:xfrm>
              <a:off x="4459463" y="2363889"/>
              <a:ext cx="111825" cy="118322"/>
            </a:xfrm>
            <a:custGeom>
              <a:rect b="b" l="l" r="r" t="t"/>
              <a:pathLst>
                <a:path extrusionOk="0" h="118322" w="111825">
                  <a:moveTo>
                    <a:pt x="37710" y="103732"/>
                  </a:moveTo>
                  <a:cubicBezTo>
                    <a:pt x="25672" y="88039"/>
                    <a:pt x="19523" y="68284"/>
                    <a:pt x="13692" y="49661"/>
                  </a:cubicBezTo>
                  <a:cubicBezTo>
                    <a:pt x="12705" y="46529"/>
                    <a:pt x="16883" y="44237"/>
                    <a:pt x="19145" y="46500"/>
                  </a:cubicBezTo>
                  <a:cubicBezTo>
                    <a:pt x="25121" y="52562"/>
                    <a:pt x="30661" y="59669"/>
                    <a:pt x="37826" y="64426"/>
                  </a:cubicBezTo>
                  <a:cubicBezTo>
                    <a:pt x="35187" y="55376"/>
                    <a:pt x="31938" y="46529"/>
                    <a:pt x="27790" y="38087"/>
                  </a:cubicBezTo>
                  <a:cubicBezTo>
                    <a:pt x="26397" y="35274"/>
                    <a:pt x="29298" y="31909"/>
                    <a:pt x="32257" y="33620"/>
                  </a:cubicBezTo>
                  <a:cubicBezTo>
                    <a:pt x="40205" y="38232"/>
                    <a:pt x="47689" y="44266"/>
                    <a:pt x="56450" y="47109"/>
                  </a:cubicBezTo>
                  <a:cubicBezTo>
                    <a:pt x="54158" y="39451"/>
                    <a:pt x="49894" y="32547"/>
                    <a:pt x="44788" y="26368"/>
                  </a:cubicBezTo>
                  <a:cubicBezTo>
                    <a:pt x="42932" y="24106"/>
                    <a:pt x="44585" y="19725"/>
                    <a:pt x="47950" y="20915"/>
                  </a:cubicBezTo>
                  <a:cubicBezTo>
                    <a:pt x="53607" y="22916"/>
                    <a:pt x="58712" y="25933"/>
                    <a:pt x="63846" y="28979"/>
                  </a:cubicBezTo>
                  <a:cubicBezTo>
                    <a:pt x="61004" y="23525"/>
                    <a:pt x="57378" y="18507"/>
                    <a:pt x="53897" y="13344"/>
                  </a:cubicBezTo>
                  <a:cubicBezTo>
                    <a:pt x="52359" y="11052"/>
                    <a:pt x="54941" y="7600"/>
                    <a:pt x="57581" y="8557"/>
                  </a:cubicBezTo>
                  <a:cubicBezTo>
                    <a:pt x="66979" y="12009"/>
                    <a:pt x="76929" y="13257"/>
                    <a:pt x="86617" y="15722"/>
                  </a:cubicBezTo>
                  <a:cubicBezTo>
                    <a:pt x="96161" y="18159"/>
                    <a:pt x="105734" y="23090"/>
                    <a:pt x="111825" y="30603"/>
                  </a:cubicBezTo>
                  <a:cubicBezTo>
                    <a:pt x="108228" y="25411"/>
                    <a:pt x="103645" y="20828"/>
                    <a:pt x="98424" y="17405"/>
                  </a:cubicBezTo>
                  <a:cubicBezTo>
                    <a:pt x="89402" y="11458"/>
                    <a:pt x="79104" y="8180"/>
                    <a:pt x="68459" y="5918"/>
                  </a:cubicBezTo>
                  <a:lnTo>
                    <a:pt x="68517" y="5773"/>
                  </a:lnTo>
                  <a:cubicBezTo>
                    <a:pt x="61874" y="4293"/>
                    <a:pt x="55260" y="2524"/>
                    <a:pt x="48733" y="609"/>
                  </a:cubicBezTo>
                  <a:lnTo>
                    <a:pt x="47573" y="0"/>
                  </a:lnTo>
                  <a:cubicBezTo>
                    <a:pt x="37188" y="19812"/>
                    <a:pt x="20219" y="36289"/>
                    <a:pt x="0" y="45803"/>
                  </a:cubicBezTo>
                  <a:lnTo>
                    <a:pt x="4322" y="46674"/>
                  </a:lnTo>
                  <a:cubicBezTo>
                    <a:pt x="10385" y="62367"/>
                    <a:pt x="17666" y="77538"/>
                    <a:pt x="26049" y="92100"/>
                  </a:cubicBezTo>
                  <a:cubicBezTo>
                    <a:pt x="33098" y="104370"/>
                    <a:pt x="44150" y="117511"/>
                    <a:pt x="57291" y="118323"/>
                  </a:cubicBezTo>
                  <a:cubicBezTo>
                    <a:pt x="49198" y="116234"/>
                    <a:pt x="42729" y="110230"/>
                    <a:pt x="37739" y="10373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4" name="Google Shape;1304;p31"/>
            <p:cNvSpPr/>
            <p:nvPr/>
          </p:nvSpPr>
          <p:spPr>
            <a:xfrm>
              <a:off x="4364562" y="2134176"/>
              <a:ext cx="110044" cy="95899"/>
            </a:xfrm>
            <a:custGeom>
              <a:rect b="b" l="l" r="r" t="t"/>
              <a:pathLst>
                <a:path extrusionOk="0" h="95899" w="110044">
                  <a:moveTo>
                    <a:pt x="96874" y="80613"/>
                  </a:moveTo>
                  <a:cubicBezTo>
                    <a:pt x="95047" y="81831"/>
                    <a:pt x="92697" y="80555"/>
                    <a:pt x="92088" y="78669"/>
                  </a:cubicBezTo>
                  <a:cubicBezTo>
                    <a:pt x="89013" y="69213"/>
                    <a:pt x="87505" y="58277"/>
                    <a:pt x="81587" y="50068"/>
                  </a:cubicBezTo>
                  <a:cubicBezTo>
                    <a:pt x="76308" y="57581"/>
                    <a:pt x="72827" y="66254"/>
                    <a:pt x="67808" y="73941"/>
                  </a:cubicBezTo>
                  <a:cubicBezTo>
                    <a:pt x="66561" y="75827"/>
                    <a:pt x="63312" y="76262"/>
                    <a:pt x="62181" y="73941"/>
                  </a:cubicBezTo>
                  <a:cubicBezTo>
                    <a:pt x="57975" y="65210"/>
                    <a:pt x="56147" y="55753"/>
                    <a:pt x="53653" y="46471"/>
                  </a:cubicBezTo>
                  <a:cubicBezTo>
                    <a:pt x="50172" y="56565"/>
                    <a:pt x="47793" y="67037"/>
                    <a:pt x="44747" y="77277"/>
                  </a:cubicBezTo>
                  <a:cubicBezTo>
                    <a:pt x="44022" y="79714"/>
                    <a:pt x="39961" y="80787"/>
                    <a:pt x="38801" y="78060"/>
                  </a:cubicBezTo>
                  <a:cubicBezTo>
                    <a:pt x="34624" y="68313"/>
                    <a:pt x="33318" y="57407"/>
                    <a:pt x="28938" y="47805"/>
                  </a:cubicBezTo>
                  <a:cubicBezTo>
                    <a:pt x="26443" y="58074"/>
                    <a:pt x="25312" y="68633"/>
                    <a:pt x="24268" y="79162"/>
                  </a:cubicBezTo>
                  <a:cubicBezTo>
                    <a:pt x="24007" y="81773"/>
                    <a:pt x="20816" y="83717"/>
                    <a:pt x="18698" y="81454"/>
                  </a:cubicBezTo>
                  <a:cubicBezTo>
                    <a:pt x="4803" y="66544"/>
                    <a:pt x="-3493" y="45310"/>
                    <a:pt x="6863" y="26078"/>
                  </a:cubicBezTo>
                  <a:cubicBezTo>
                    <a:pt x="11591" y="17318"/>
                    <a:pt x="19568" y="10588"/>
                    <a:pt x="28445" y="6324"/>
                  </a:cubicBezTo>
                  <a:cubicBezTo>
                    <a:pt x="33260" y="4003"/>
                    <a:pt x="38192" y="2060"/>
                    <a:pt x="43123" y="0"/>
                  </a:cubicBezTo>
                  <a:cubicBezTo>
                    <a:pt x="31027" y="4061"/>
                    <a:pt x="16174" y="5831"/>
                    <a:pt x="7530" y="14939"/>
                  </a:cubicBezTo>
                  <a:cubicBezTo>
                    <a:pt x="-1491" y="24483"/>
                    <a:pt x="-1230" y="39567"/>
                    <a:pt x="2222" y="52214"/>
                  </a:cubicBezTo>
                  <a:cubicBezTo>
                    <a:pt x="5673" y="64862"/>
                    <a:pt x="11707" y="77074"/>
                    <a:pt x="12287" y="90185"/>
                  </a:cubicBezTo>
                  <a:lnTo>
                    <a:pt x="12897" y="91578"/>
                  </a:lnTo>
                  <a:cubicBezTo>
                    <a:pt x="26733" y="86037"/>
                    <a:pt x="41759" y="83427"/>
                    <a:pt x="56611" y="83978"/>
                  </a:cubicBezTo>
                  <a:cubicBezTo>
                    <a:pt x="70390" y="84442"/>
                    <a:pt x="84024" y="87604"/>
                    <a:pt x="96439" y="93608"/>
                  </a:cubicBezTo>
                  <a:cubicBezTo>
                    <a:pt x="97919" y="94305"/>
                    <a:pt x="99369" y="95059"/>
                    <a:pt x="100761" y="95900"/>
                  </a:cubicBezTo>
                  <a:lnTo>
                    <a:pt x="102241" y="93202"/>
                  </a:lnTo>
                  <a:cubicBezTo>
                    <a:pt x="103372" y="84529"/>
                    <a:pt x="106708" y="76407"/>
                    <a:pt x="110044" y="68255"/>
                  </a:cubicBezTo>
                  <a:cubicBezTo>
                    <a:pt x="106302" y="73100"/>
                    <a:pt x="101806" y="77335"/>
                    <a:pt x="96874" y="80584"/>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5" name="Google Shape;1305;p31"/>
            <p:cNvSpPr/>
            <p:nvPr/>
          </p:nvSpPr>
          <p:spPr>
            <a:xfrm>
              <a:off x="4371582" y="2409664"/>
              <a:ext cx="108396" cy="118671"/>
            </a:xfrm>
            <a:custGeom>
              <a:rect b="b" l="l" r="r" t="t"/>
              <a:pathLst>
                <a:path extrusionOk="0" h="118671" w="108396">
                  <a:moveTo>
                    <a:pt x="107897" y="63759"/>
                  </a:moveTo>
                  <a:cubicBezTo>
                    <a:pt x="105519" y="42264"/>
                    <a:pt x="98818" y="21495"/>
                    <a:pt x="92175" y="870"/>
                  </a:cubicBezTo>
                  <a:lnTo>
                    <a:pt x="87853" y="0"/>
                  </a:lnTo>
                  <a:cubicBezTo>
                    <a:pt x="80775" y="3307"/>
                    <a:pt x="73320" y="5773"/>
                    <a:pt x="65604" y="7223"/>
                  </a:cubicBezTo>
                  <a:cubicBezTo>
                    <a:pt x="48518" y="10472"/>
                    <a:pt x="30737" y="8615"/>
                    <a:pt x="14405" y="2698"/>
                  </a:cubicBezTo>
                  <a:lnTo>
                    <a:pt x="13796" y="4322"/>
                  </a:lnTo>
                  <a:cubicBezTo>
                    <a:pt x="13535" y="4902"/>
                    <a:pt x="13274" y="5511"/>
                    <a:pt x="12984" y="6121"/>
                  </a:cubicBezTo>
                  <a:cubicBezTo>
                    <a:pt x="13187" y="6672"/>
                    <a:pt x="13216" y="7310"/>
                    <a:pt x="12984" y="8006"/>
                  </a:cubicBezTo>
                  <a:cubicBezTo>
                    <a:pt x="10895" y="14591"/>
                    <a:pt x="8864" y="21205"/>
                    <a:pt x="6515" y="27674"/>
                  </a:cubicBezTo>
                  <a:cubicBezTo>
                    <a:pt x="4136" y="37072"/>
                    <a:pt x="2222" y="46616"/>
                    <a:pt x="887" y="56217"/>
                  </a:cubicBezTo>
                  <a:cubicBezTo>
                    <a:pt x="-650" y="67443"/>
                    <a:pt x="-969" y="80091"/>
                    <a:pt x="6515" y="88503"/>
                  </a:cubicBezTo>
                  <a:cubicBezTo>
                    <a:pt x="13274" y="96103"/>
                    <a:pt x="24152" y="97872"/>
                    <a:pt x="33927" y="100570"/>
                  </a:cubicBezTo>
                  <a:cubicBezTo>
                    <a:pt x="43703" y="103210"/>
                    <a:pt x="54407" y="108721"/>
                    <a:pt x="56321" y="118671"/>
                  </a:cubicBezTo>
                  <a:cubicBezTo>
                    <a:pt x="56408" y="118265"/>
                    <a:pt x="56495" y="117801"/>
                    <a:pt x="56641" y="117424"/>
                  </a:cubicBezTo>
                  <a:cubicBezTo>
                    <a:pt x="56902" y="116437"/>
                    <a:pt x="57279" y="115567"/>
                    <a:pt x="57685" y="114697"/>
                  </a:cubicBezTo>
                  <a:cubicBezTo>
                    <a:pt x="56641" y="114581"/>
                    <a:pt x="55654" y="114088"/>
                    <a:pt x="55103" y="113247"/>
                  </a:cubicBezTo>
                  <a:cubicBezTo>
                    <a:pt x="54291" y="112957"/>
                    <a:pt x="53624" y="112289"/>
                    <a:pt x="53450" y="111100"/>
                  </a:cubicBezTo>
                  <a:cubicBezTo>
                    <a:pt x="51999" y="101237"/>
                    <a:pt x="37611" y="98946"/>
                    <a:pt x="30011" y="95755"/>
                  </a:cubicBezTo>
                  <a:cubicBezTo>
                    <a:pt x="20410" y="91723"/>
                    <a:pt x="11736" y="84906"/>
                    <a:pt x="7153" y="75333"/>
                  </a:cubicBezTo>
                  <a:cubicBezTo>
                    <a:pt x="-2333" y="55492"/>
                    <a:pt x="6254" y="31996"/>
                    <a:pt x="18031" y="15113"/>
                  </a:cubicBezTo>
                  <a:cubicBezTo>
                    <a:pt x="19423" y="13112"/>
                    <a:pt x="23543" y="12850"/>
                    <a:pt x="23978" y="15896"/>
                  </a:cubicBezTo>
                  <a:cubicBezTo>
                    <a:pt x="24993" y="22916"/>
                    <a:pt x="26037" y="29936"/>
                    <a:pt x="28706" y="36434"/>
                  </a:cubicBezTo>
                  <a:cubicBezTo>
                    <a:pt x="31404" y="29269"/>
                    <a:pt x="33898" y="22017"/>
                    <a:pt x="37263" y="15142"/>
                  </a:cubicBezTo>
                  <a:cubicBezTo>
                    <a:pt x="38249" y="13112"/>
                    <a:pt x="41934" y="12937"/>
                    <a:pt x="42891" y="15142"/>
                  </a:cubicBezTo>
                  <a:cubicBezTo>
                    <a:pt x="46546" y="23728"/>
                    <a:pt x="49592" y="33011"/>
                    <a:pt x="54755" y="40901"/>
                  </a:cubicBezTo>
                  <a:cubicBezTo>
                    <a:pt x="58120" y="33446"/>
                    <a:pt x="59193" y="25092"/>
                    <a:pt x="61688" y="17289"/>
                  </a:cubicBezTo>
                  <a:cubicBezTo>
                    <a:pt x="62703" y="14156"/>
                    <a:pt x="66938" y="14243"/>
                    <a:pt x="67953" y="17289"/>
                  </a:cubicBezTo>
                  <a:cubicBezTo>
                    <a:pt x="70071" y="23612"/>
                    <a:pt x="72247" y="29907"/>
                    <a:pt x="74886" y="36028"/>
                  </a:cubicBezTo>
                  <a:cubicBezTo>
                    <a:pt x="78599" y="28979"/>
                    <a:pt x="80543" y="20915"/>
                    <a:pt x="84024" y="13750"/>
                  </a:cubicBezTo>
                  <a:cubicBezTo>
                    <a:pt x="85126" y="11487"/>
                    <a:pt x="88462" y="11777"/>
                    <a:pt x="89651" y="13750"/>
                  </a:cubicBezTo>
                  <a:cubicBezTo>
                    <a:pt x="94583" y="22046"/>
                    <a:pt x="98499" y="31067"/>
                    <a:pt x="101516" y="40234"/>
                  </a:cubicBezTo>
                  <a:cubicBezTo>
                    <a:pt x="106650" y="55724"/>
                    <a:pt x="110827" y="76320"/>
                    <a:pt x="97048" y="88648"/>
                  </a:cubicBezTo>
                  <a:cubicBezTo>
                    <a:pt x="91102" y="93985"/>
                    <a:pt x="83618" y="97002"/>
                    <a:pt x="76453" y="100309"/>
                  </a:cubicBezTo>
                  <a:cubicBezTo>
                    <a:pt x="73436" y="101702"/>
                    <a:pt x="69868" y="103239"/>
                    <a:pt x="66880" y="105328"/>
                  </a:cubicBezTo>
                  <a:cubicBezTo>
                    <a:pt x="79586" y="97843"/>
                    <a:pt x="99717" y="95697"/>
                    <a:pt x="106244" y="81976"/>
                  </a:cubicBezTo>
                  <a:cubicBezTo>
                    <a:pt x="108883" y="76378"/>
                    <a:pt x="108623" y="69909"/>
                    <a:pt x="107926" y="6378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6" name="Google Shape;1306;p31"/>
            <p:cNvSpPr/>
            <p:nvPr/>
          </p:nvSpPr>
          <p:spPr>
            <a:xfrm>
              <a:off x="4263877" y="2360988"/>
              <a:ext cx="122081" cy="65789"/>
            </a:xfrm>
            <a:custGeom>
              <a:rect b="b" l="l" r="r" t="t"/>
              <a:pathLst>
                <a:path extrusionOk="0" h="65789" w="122081">
                  <a:moveTo>
                    <a:pt x="67778" y="4931"/>
                  </a:moveTo>
                  <a:cubicBezTo>
                    <a:pt x="66937" y="3307"/>
                    <a:pt x="66154" y="1682"/>
                    <a:pt x="65400" y="0"/>
                  </a:cubicBezTo>
                  <a:lnTo>
                    <a:pt x="64036" y="609"/>
                  </a:lnTo>
                  <a:cubicBezTo>
                    <a:pt x="48314" y="7687"/>
                    <a:pt x="33230" y="16244"/>
                    <a:pt x="19016" y="26107"/>
                  </a:cubicBezTo>
                  <a:cubicBezTo>
                    <a:pt x="11300" y="31474"/>
                    <a:pt x="3439" y="37884"/>
                    <a:pt x="857" y="46964"/>
                  </a:cubicBezTo>
                  <a:cubicBezTo>
                    <a:pt x="-593" y="52214"/>
                    <a:pt x="-71" y="57436"/>
                    <a:pt x="1438" y="62657"/>
                  </a:cubicBezTo>
                  <a:cubicBezTo>
                    <a:pt x="1205" y="61671"/>
                    <a:pt x="973" y="60684"/>
                    <a:pt x="770" y="59698"/>
                  </a:cubicBezTo>
                  <a:cubicBezTo>
                    <a:pt x="219" y="56797"/>
                    <a:pt x="-303" y="53897"/>
                    <a:pt x="625" y="51025"/>
                  </a:cubicBezTo>
                  <a:cubicBezTo>
                    <a:pt x="1988" y="46761"/>
                    <a:pt x="4889" y="43019"/>
                    <a:pt x="7877" y="39741"/>
                  </a:cubicBezTo>
                  <a:cubicBezTo>
                    <a:pt x="15680" y="31183"/>
                    <a:pt x="25775" y="24425"/>
                    <a:pt x="35841" y="18913"/>
                  </a:cubicBezTo>
                  <a:cubicBezTo>
                    <a:pt x="44427" y="14185"/>
                    <a:pt x="54000" y="9515"/>
                    <a:pt x="63920" y="8557"/>
                  </a:cubicBezTo>
                  <a:cubicBezTo>
                    <a:pt x="67024" y="8267"/>
                    <a:pt x="67808" y="12183"/>
                    <a:pt x="66212" y="14127"/>
                  </a:cubicBezTo>
                  <a:cubicBezTo>
                    <a:pt x="61339" y="20044"/>
                    <a:pt x="57161" y="26484"/>
                    <a:pt x="52694" y="32721"/>
                  </a:cubicBezTo>
                  <a:cubicBezTo>
                    <a:pt x="58844" y="30893"/>
                    <a:pt x="64762" y="28370"/>
                    <a:pt x="70534" y="25527"/>
                  </a:cubicBezTo>
                  <a:cubicBezTo>
                    <a:pt x="72884" y="24367"/>
                    <a:pt x="76336" y="26310"/>
                    <a:pt x="75320" y="29211"/>
                  </a:cubicBezTo>
                  <a:cubicBezTo>
                    <a:pt x="72942" y="35970"/>
                    <a:pt x="69345" y="42206"/>
                    <a:pt x="66444" y="48733"/>
                  </a:cubicBezTo>
                  <a:cubicBezTo>
                    <a:pt x="74653" y="46819"/>
                    <a:pt x="82340" y="43483"/>
                    <a:pt x="89766" y="39277"/>
                  </a:cubicBezTo>
                  <a:cubicBezTo>
                    <a:pt x="92464" y="37768"/>
                    <a:pt x="94930" y="40263"/>
                    <a:pt x="94553" y="42961"/>
                  </a:cubicBezTo>
                  <a:cubicBezTo>
                    <a:pt x="93450" y="50735"/>
                    <a:pt x="92203" y="58451"/>
                    <a:pt x="89592" y="65790"/>
                  </a:cubicBezTo>
                  <a:cubicBezTo>
                    <a:pt x="98411" y="60887"/>
                    <a:pt x="106359" y="54129"/>
                    <a:pt x="116657" y="52707"/>
                  </a:cubicBezTo>
                  <a:cubicBezTo>
                    <a:pt x="118339" y="52475"/>
                    <a:pt x="120137" y="53316"/>
                    <a:pt x="120660" y="54825"/>
                  </a:cubicBezTo>
                  <a:cubicBezTo>
                    <a:pt x="120921" y="54245"/>
                    <a:pt x="121182" y="53606"/>
                    <a:pt x="121472" y="53026"/>
                  </a:cubicBezTo>
                  <a:lnTo>
                    <a:pt x="122081" y="51402"/>
                  </a:lnTo>
                  <a:cubicBezTo>
                    <a:pt x="99136" y="43019"/>
                    <a:pt x="79034" y="26629"/>
                    <a:pt x="67778" y="496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7" name="Google Shape;1307;p31"/>
            <p:cNvSpPr/>
            <p:nvPr/>
          </p:nvSpPr>
          <p:spPr>
            <a:xfrm>
              <a:off x="4265873" y="2166995"/>
              <a:ext cx="111527" cy="111205"/>
            </a:xfrm>
            <a:custGeom>
              <a:rect b="b" l="l" r="r" t="t"/>
              <a:pathLst>
                <a:path extrusionOk="0" h="111205" w="111527">
                  <a:moveTo>
                    <a:pt x="110976" y="57396"/>
                  </a:moveTo>
                  <a:cubicBezTo>
                    <a:pt x="107988" y="43907"/>
                    <a:pt x="104884" y="30070"/>
                    <a:pt x="97197" y="18583"/>
                  </a:cubicBezTo>
                  <a:cubicBezTo>
                    <a:pt x="89510" y="7096"/>
                    <a:pt x="76108" y="-1606"/>
                    <a:pt x="62417" y="250"/>
                  </a:cubicBezTo>
                  <a:cubicBezTo>
                    <a:pt x="58907" y="743"/>
                    <a:pt x="55397" y="1875"/>
                    <a:pt x="51887" y="3209"/>
                  </a:cubicBezTo>
                  <a:cubicBezTo>
                    <a:pt x="59110" y="1382"/>
                    <a:pt x="65926" y="1150"/>
                    <a:pt x="73295" y="4456"/>
                  </a:cubicBezTo>
                  <a:cubicBezTo>
                    <a:pt x="92121" y="12898"/>
                    <a:pt x="99518" y="35553"/>
                    <a:pt x="100910" y="54611"/>
                  </a:cubicBezTo>
                  <a:cubicBezTo>
                    <a:pt x="101084" y="57019"/>
                    <a:pt x="97980" y="58759"/>
                    <a:pt x="96008" y="57425"/>
                  </a:cubicBezTo>
                  <a:cubicBezTo>
                    <a:pt x="90003" y="53364"/>
                    <a:pt x="84289" y="48839"/>
                    <a:pt x="78342" y="44690"/>
                  </a:cubicBezTo>
                  <a:cubicBezTo>
                    <a:pt x="79589" y="50666"/>
                    <a:pt x="82055" y="56410"/>
                    <a:pt x="84289" y="62008"/>
                  </a:cubicBezTo>
                  <a:cubicBezTo>
                    <a:pt x="85362" y="64648"/>
                    <a:pt x="81736" y="67172"/>
                    <a:pt x="79502" y="65692"/>
                  </a:cubicBezTo>
                  <a:cubicBezTo>
                    <a:pt x="73121" y="61399"/>
                    <a:pt x="66942" y="56526"/>
                    <a:pt x="59980" y="53219"/>
                  </a:cubicBezTo>
                  <a:cubicBezTo>
                    <a:pt x="62649" y="62124"/>
                    <a:pt x="66072" y="70768"/>
                    <a:pt x="70220" y="79123"/>
                  </a:cubicBezTo>
                  <a:cubicBezTo>
                    <a:pt x="71757" y="82198"/>
                    <a:pt x="68740" y="84866"/>
                    <a:pt x="65753" y="83590"/>
                  </a:cubicBezTo>
                  <a:cubicBezTo>
                    <a:pt x="58211" y="80312"/>
                    <a:pt x="50843" y="76367"/>
                    <a:pt x="42923" y="74133"/>
                  </a:cubicBezTo>
                  <a:cubicBezTo>
                    <a:pt x="46027" y="83503"/>
                    <a:pt x="53279" y="90987"/>
                    <a:pt x="57834" y="99747"/>
                  </a:cubicBezTo>
                  <a:cubicBezTo>
                    <a:pt x="59081" y="102184"/>
                    <a:pt x="56992" y="105375"/>
                    <a:pt x="54149" y="104534"/>
                  </a:cubicBezTo>
                  <a:cubicBezTo>
                    <a:pt x="37064" y="99399"/>
                    <a:pt x="15018" y="92901"/>
                    <a:pt x="6518" y="75468"/>
                  </a:cubicBezTo>
                  <a:cubicBezTo>
                    <a:pt x="1993" y="66156"/>
                    <a:pt x="2429" y="55365"/>
                    <a:pt x="5503" y="45677"/>
                  </a:cubicBezTo>
                  <a:cubicBezTo>
                    <a:pt x="1964" y="53016"/>
                    <a:pt x="-704" y="60471"/>
                    <a:pt x="166" y="68361"/>
                  </a:cubicBezTo>
                  <a:cubicBezTo>
                    <a:pt x="1616" y="81530"/>
                    <a:pt x="12726" y="91712"/>
                    <a:pt x="24706" y="97543"/>
                  </a:cubicBezTo>
                  <a:cubicBezTo>
                    <a:pt x="26766" y="98529"/>
                    <a:pt x="28855" y="99457"/>
                    <a:pt x="30943" y="100298"/>
                  </a:cubicBezTo>
                  <a:cubicBezTo>
                    <a:pt x="36774" y="101749"/>
                    <a:pt x="42401" y="103837"/>
                    <a:pt x="47971" y="106245"/>
                  </a:cubicBezTo>
                  <a:cubicBezTo>
                    <a:pt x="48029" y="106245"/>
                    <a:pt x="48058" y="106245"/>
                    <a:pt x="48116" y="106303"/>
                  </a:cubicBezTo>
                  <a:cubicBezTo>
                    <a:pt x="52351" y="107782"/>
                    <a:pt x="56586" y="109349"/>
                    <a:pt x="60705" y="111205"/>
                  </a:cubicBezTo>
                  <a:cubicBezTo>
                    <a:pt x="64592" y="93685"/>
                    <a:pt x="73469" y="78020"/>
                    <a:pt x="89800" y="69028"/>
                  </a:cubicBezTo>
                  <a:cubicBezTo>
                    <a:pt x="90786" y="68477"/>
                    <a:pt x="91744" y="68506"/>
                    <a:pt x="92527" y="68854"/>
                  </a:cubicBezTo>
                  <a:cubicBezTo>
                    <a:pt x="98474" y="64880"/>
                    <a:pt x="104826" y="61486"/>
                    <a:pt x="111527" y="58846"/>
                  </a:cubicBezTo>
                  <a:lnTo>
                    <a:pt x="110918" y="57454"/>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8" name="Google Shape;1308;p31"/>
            <p:cNvSpPr/>
            <p:nvPr/>
          </p:nvSpPr>
          <p:spPr>
            <a:xfrm>
              <a:off x="4224703" y="2265146"/>
              <a:ext cx="104602" cy="113710"/>
            </a:xfrm>
            <a:custGeom>
              <a:rect b="b" l="l" r="r" t="t"/>
              <a:pathLst>
                <a:path extrusionOk="0" h="113710" w="104602">
                  <a:moveTo>
                    <a:pt x="100541" y="21060"/>
                  </a:moveTo>
                  <a:cubicBezTo>
                    <a:pt x="100918" y="18333"/>
                    <a:pt x="101382" y="15664"/>
                    <a:pt x="101963" y="13025"/>
                  </a:cubicBezTo>
                  <a:cubicBezTo>
                    <a:pt x="97843" y="11168"/>
                    <a:pt x="93608" y="9602"/>
                    <a:pt x="89373" y="8122"/>
                  </a:cubicBezTo>
                  <a:cubicBezTo>
                    <a:pt x="89315" y="8064"/>
                    <a:pt x="89286" y="8064"/>
                    <a:pt x="89228" y="8064"/>
                  </a:cubicBezTo>
                  <a:cubicBezTo>
                    <a:pt x="83513" y="6121"/>
                    <a:pt x="77770" y="4293"/>
                    <a:pt x="72201" y="2118"/>
                  </a:cubicBezTo>
                  <a:cubicBezTo>
                    <a:pt x="68952" y="1276"/>
                    <a:pt x="65645" y="638"/>
                    <a:pt x="62280" y="290"/>
                  </a:cubicBezTo>
                  <a:cubicBezTo>
                    <a:pt x="48559" y="-1160"/>
                    <a:pt x="33417" y="2756"/>
                    <a:pt x="24860" y="13634"/>
                  </a:cubicBezTo>
                  <a:cubicBezTo>
                    <a:pt x="19145" y="20857"/>
                    <a:pt x="16940" y="30168"/>
                    <a:pt x="13141" y="38493"/>
                  </a:cubicBezTo>
                  <a:cubicBezTo>
                    <a:pt x="10298" y="44672"/>
                    <a:pt x="5831" y="50764"/>
                    <a:pt x="0" y="53810"/>
                  </a:cubicBezTo>
                  <a:cubicBezTo>
                    <a:pt x="667" y="53781"/>
                    <a:pt x="1392" y="53897"/>
                    <a:pt x="2059" y="54332"/>
                  </a:cubicBezTo>
                  <a:cubicBezTo>
                    <a:pt x="9863" y="48153"/>
                    <a:pt x="13373" y="39190"/>
                    <a:pt x="17230" y="30342"/>
                  </a:cubicBezTo>
                  <a:cubicBezTo>
                    <a:pt x="20973" y="21785"/>
                    <a:pt x="25614" y="13779"/>
                    <a:pt x="33533" y="8470"/>
                  </a:cubicBezTo>
                  <a:cubicBezTo>
                    <a:pt x="53345" y="-4786"/>
                    <a:pt x="77509" y="4873"/>
                    <a:pt x="93057" y="20132"/>
                  </a:cubicBezTo>
                  <a:cubicBezTo>
                    <a:pt x="94797" y="21843"/>
                    <a:pt x="93986" y="24947"/>
                    <a:pt x="91607" y="25585"/>
                  </a:cubicBezTo>
                  <a:cubicBezTo>
                    <a:pt x="84007" y="27645"/>
                    <a:pt x="76059" y="28080"/>
                    <a:pt x="68400" y="29675"/>
                  </a:cubicBezTo>
                  <a:cubicBezTo>
                    <a:pt x="74985" y="35100"/>
                    <a:pt x="83194" y="38290"/>
                    <a:pt x="91027" y="41655"/>
                  </a:cubicBezTo>
                  <a:cubicBezTo>
                    <a:pt x="93666" y="42787"/>
                    <a:pt x="92767" y="46993"/>
                    <a:pt x="90243" y="47602"/>
                  </a:cubicBezTo>
                  <a:cubicBezTo>
                    <a:pt x="81048" y="49836"/>
                    <a:pt x="71533" y="51083"/>
                    <a:pt x="62483" y="53984"/>
                  </a:cubicBezTo>
                  <a:cubicBezTo>
                    <a:pt x="70808" y="60743"/>
                    <a:pt x="81889" y="63614"/>
                    <a:pt x="91027" y="69155"/>
                  </a:cubicBezTo>
                  <a:cubicBezTo>
                    <a:pt x="93231" y="70489"/>
                    <a:pt x="92999" y="73390"/>
                    <a:pt x="91027" y="74782"/>
                  </a:cubicBezTo>
                  <a:cubicBezTo>
                    <a:pt x="84239" y="79540"/>
                    <a:pt x="76958" y="83543"/>
                    <a:pt x="69300" y="86618"/>
                  </a:cubicBezTo>
                  <a:cubicBezTo>
                    <a:pt x="77248" y="87923"/>
                    <a:pt x="85399" y="87952"/>
                    <a:pt x="93492" y="87952"/>
                  </a:cubicBezTo>
                  <a:cubicBezTo>
                    <a:pt x="96828" y="87952"/>
                    <a:pt x="97785" y="92303"/>
                    <a:pt x="95146" y="94015"/>
                  </a:cubicBezTo>
                  <a:cubicBezTo>
                    <a:pt x="85718" y="100164"/>
                    <a:pt x="74608" y="109041"/>
                    <a:pt x="62860" y="113711"/>
                  </a:cubicBezTo>
                  <a:cubicBezTo>
                    <a:pt x="63759" y="113421"/>
                    <a:pt x="64658" y="113160"/>
                    <a:pt x="65529" y="112841"/>
                  </a:cubicBezTo>
                  <a:cubicBezTo>
                    <a:pt x="78379" y="108054"/>
                    <a:pt x="90011" y="100193"/>
                    <a:pt x="103239" y="96509"/>
                  </a:cubicBezTo>
                  <a:lnTo>
                    <a:pt x="104602" y="95900"/>
                  </a:lnTo>
                  <a:cubicBezTo>
                    <a:pt x="94188" y="72665"/>
                    <a:pt x="93550" y="45919"/>
                    <a:pt x="100541" y="211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09" name="Google Shape;1309;p31"/>
          <p:cNvGrpSpPr/>
          <p:nvPr/>
        </p:nvGrpSpPr>
        <p:grpSpPr>
          <a:xfrm>
            <a:off x="228600" y="228600"/>
            <a:ext cx="8686800" cy="4686300"/>
            <a:chOff x="228600" y="228600"/>
            <a:chExt cx="8686800" cy="4686300"/>
          </a:xfrm>
        </p:grpSpPr>
        <p:sp>
          <p:nvSpPr>
            <p:cNvPr id="1310" name="Google Shape;1310;p31"/>
            <p:cNvSpPr/>
            <p:nvPr/>
          </p:nvSpPr>
          <p:spPr>
            <a:xfrm>
              <a:off x="228600" y="228600"/>
              <a:ext cx="8686800" cy="468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cme"/>
                <a:ea typeface="Acme"/>
                <a:cs typeface="Acme"/>
                <a:sym typeface="Acme"/>
              </a:endParaRPr>
            </a:p>
          </p:txBody>
        </p:sp>
        <p:grpSp>
          <p:nvGrpSpPr>
            <p:cNvPr id="1311" name="Google Shape;1311;p31"/>
            <p:cNvGrpSpPr/>
            <p:nvPr/>
          </p:nvGrpSpPr>
          <p:grpSpPr>
            <a:xfrm>
              <a:off x="333904" y="365653"/>
              <a:ext cx="1210874" cy="1218592"/>
              <a:chOff x="2083365" y="2107621"/>
              <a:chExt cx="309829" cy="311796"/>
            </a:xfrm>
          </p:grpSpPr>
          <p:sp>
            <p:nvSpPr>
              <p:cNvPr id="1312" name="Google Shape;1312;p31"/>
              <p:cNvSpPr/>
              <p:nvPr/>
            </p:nvSpPr>
            <p:spPr>
              <a:xfrm>
                <a:off x="2083459" y="2135006"/>
                <a:ext cx="52874" cy="284411"/>
              </a:xfrm>
              <a:custGeom>
                <a:rect b="b" l="l" r="r" t="t"/>
                <a:pathLst>
                  <a:path extrusionOk="0" h="284411" w="52874">
                    <a:moveTo>
                      <a:pt x="4738" y="284412"/>
                    </a:moveTo>
                    <a:lnTo>
                      <a:pt x="0" y="284412"/>
                    </a:lnTo>
                    <a:lnTo>
                      <a:pt x="0" y="114940"/>
                    </a:lnTo>
                    <a:lnTo>
                      <a:pt x="48136" y="114940"/>
                    </a:lnTo>
                    <a:lnTo>
                      <a:pt x="48136" y="48160"/>
                    </a:lnTo>
                    <a:lnTo>
                      <a:pt x="32241" y="48160"/>
                    </a:lnTo>
                    <a:lnTo>
                      <a:pt x="32241" y="96297"/>
                    </a:lnTo>
                    <a:lnTo>
                      <a:pt x="0" y="96297"/>
                    </a:lnTo>
                    <a:lnTo>
                      <a:pt x="0" y="43422"/>
                    </a:lnTo>
                    <a:lnTo>
                      <a:pt x="27503" y="43422"/>
                    </a:lnTo>
                    <a:lnTo>
                      <a:pt x="27503" y="0"/>
                    </a:lnTo>
                    <a:lnTo>
                      <a:pt x="32241" y="0"/>
                    </a:lnTo>
                    <a:lnTo>
                      <a:pt x="32241" y="43422"/>
                    </a:lnTo>
                    <a:lnTo>
                      <a:pt x="52874" y="43422"/>
                    </a:lnTo>
                    <a:lnTo>
                      <a:pt x="52874" y="119677"/>
                    </a:lnTo>
                    <a:lnTo>
                      <a:pt x="4738" y="119677"/>
                    </a:lnTo>
                    <a:lnTo>
                      <a:pt x="4738" y="284412"/>
                    </a:lnTo>
                    <a:close/>
                    <a:moveTo>
                      <a:pt x="4738" y="91559"/>
                    </a:moveTo>
                    <a:lnTo>
                      <a:pt x="27503" y="91559"/>
                    </a:lnTo>
                    <a:lnTo>
                      <a:pt x="27503" y="48160"/>
                    </a:lnTo>
                    <a:lnTo>
                      <a:pt x="4738" y="48160"/>
                    </a:lnTo>
                    <a:lnTo>
                      <a:pt x="4738"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3" name="Google Shape;1313;p31"/>
              <p:cNvSpPr/>
              <p:nvPr/>
            </p:nvSpPr>
            <p:spPr>
              <a:xfrm>
                <a:off x="2083459" y="2109990"/>
                <a:ext cx="50505" cy="50504"/>
              </a:xfrm>
              <a:custGeom>
                <a:rect b="b" l="l" r="r" t="t"/>
                <a:pathLst>
                  <a:path extrusionOk="0" h="50504" w="50505">
                    <a:moveTo>
                      <a:pt x="50505" y="50505"/>
                    </a:moveTo>
                    <a:lnTo>
                      <a:pt x="0" y="50505"/>
                    </a:lnTo>
                    <a:lnTo>
                      <a:pt x="0" y="0"/>
                    </a:lnTo>
                    <a:lnTo>
                      <a:pt x="4738" y="0"/>
                    </a:lnTo>
                    <a:lnTo>
                      <a:pt x="4738" y="45767"/>
                    </a:lnTo>
                    <a:lnTo>
                      <a:pt x="50505" y="45767"/>
                    </a:lnTo>
                    <a:lnTo>
                      <a:pt x="50505"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4" name="Google Shape;1314;p31"/>
              <p:cNvSpPr/>
              <p:nvPr/>
            </p:nvSpPr>
            <p:spPr>
              <a:xfrm>
                <a:off x="2111934" y="2107621"/>
                <a:ext cx="281260" cy="52873"/>
              </a:xfrm>
              <a:custGeom>
                <a:rect b="b" l="l" r="r" t="t"/>
                <a:pathLst>
                  <a:path extrusionOk="0" h="52873" w="281260">
                    <a:moveTo>
                      <a:pt x="116527" y="52874"/>
                    </a:moveTo>
                    <a:lnTo>
                      <a:pt x="40272" y="52874"/>
                    </a:lnTo>
                    <a:lnTo>
                      <a:pt x="40272" y="32241"/>
                    </a:lnTo>
                    <a:lnTo>
                      <a:pt x="0" y="32241"/>
                    </a:lnTo>
                    <a:lnTo>
                      <a:pt x="0" y="27503"/>
                    </a:lnTo>
                    <a:lnTo>
                      <a:pt x="40272" y="27503"/>
                    </a:lnTo>
                    <a:lnTo>
                      <a:pt x="40272" y="0"/>
                    </a:lnTo>
                    <a:lnTo>
                      <a:pt x="93146" y="0"/>
                    </a:lnTo>
                    <a:lnTo>
                      <a:pt x="93146" y="32241"/>
                    </a:lnTo>
                    <a:lnTo>
                      <a:pt x="45009" y="32241"/>
                    </a:lnTo>
                    <a:lnTo>
                      <a:pt x="45009" y="48136"/>
                    </a:lnTo>
                    <a:lnTo>
                      <a:pt x="111789" y="48136"/>
                    </a:lnTo>
                    <a:lnTo>
                      <a:pt x="111789" y="0"/>
                    </a:lnTo>
                    <a:lnTo>
                      <a:pt x="281261" y="0"/>
                    </a:lnTo>
                    <a:lnTo>
                      <a:pt x="281261" y="4738"/>
                    </a:lnTo>
                    <a:lnTo>
                      <a:pt x="116527" y="4738"/>
                    </a:lnTo>
                    <a:lnTo>
                      <a:pt x="116527" y="52874"/>
                    </a:lnTo>
                    <a:close/>
                    <a:moveTo>
                      <a:pt x="45009" y="27503"/>
                    </a:moveTo>
                    <a:lnTo>
                      <a:pt x="88408" y="27503"/>
                    </a:lnTo>
                    <a:lnTo>
                      <a:pt x="88408" y="4738"/>
                    </a:lnTo>
                    <a:lnTo>
                      <a:pt x="45009" y="4738"/>
                    </a:lnTo>
                    <a:lnTo>
                      <a:pt x="45009"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5" name="Google Shape;1315;p31"/>
              <p:cNvSpPr/>
              <p:nvPr/>
            </p:nvSpPr>
            <p:spPr>
              <a:xfrm>
                <a:off x="2083365" y="2107621"/>
                <a:ext cx="50884" cy="50504"/>
              </a:xfrm>
              <a:custGeom>
                <a:rect b="b" l="l" r="r" t="t"/>
                <a:pathLst>
                  <a:path extrusionOk="0" h="50504" w="50884">
                    <a:moveTo>
                      <a:pt x="50884" y="50505"/>
                    </a:moveTo>
                    <a:lnTo>
                      <a:pt x="46146" y="50505"/>
                    </a:lnTo>
                    <a:lnTo>
                      <a:pt x="46146" y="4738"/>
                    </a:lnTo>
                    <a:lnTo>
                      <a:pt x="0" y="4738"/>
                    </a:lnTo>
                    <a:lnTo>
                      <a:pt x="0"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16" name="Google Shape;1316;p31"/>
            <p:cNvGrpSpPr/>
            <p:nvPr/>
          </p:nvGrpSpPr>
          <p:grpSpPr>
            <a:xfrm>
              <a:off x="7599218" y="365653"/>
              <a:ext cx="1210878" cy="1218592"/>
              <a:chOff x="3498340" y="2107621"/>
              <a:chExt cx="309830" cy="311796"/>
            </a:xfrm>
          </p:grpSpPr>
          <p:sp>
            <p:nvSpPr>
              <p:cNvPr id="1317" name="Google Shape;1317;p31"/>
              <p:cNvSpPr/>
              <p:nvPr/>
            </p:nvSpPr>
            <p:spPr>
              <a:xfrm>
                <a:off x="3755201" y="2135006"/>
                <a:ext cx="52874" cy="284411"/>
              </a:xfrm>
              <a:custGeom>
                <a:rect b="b" l="l" r="r" t="t"/>
                <a:pathLst>
                  <a:path extrusionOk="0" h="284411" w="52874">
                    <a:moveTo>
                      <a:pt x="52874" y="284412"/>
                    </a:moveTo>
                    <a:lnTo>
                      <a:pt x="48136" y="284412"/>
                    </a:lnTo>
                    <a:lnTo>
                      <a:pt x="48136" y="119677"/>
                    </a:lnTo>
                    <a:lnTo>
                      <a:pt x="0" y="119677"/>
                    </a:lnTo>
                    <a:lnTo>
                      <a:pt x="0" y="43422"/>
                    </a:lnTo>
                    <a:lnTo>
                      <a:pt x="20633" y="43422"/>
                    </a:lnTo>
                    <a:lnTo>
                      <a:pt x="20633" y="0"/>
                    </a:lnTo>
                    <a:lnTo>
                      <a:pt x="25371" y="0"/>
                    </a:lnTo>
                    <a:lnTo>
                      <a:pt x="25371" y="43422"/>
                    </a:lnTo>
                    <a:lnTo>
                      <a:pt x="52874" y="43422"/>
                    </a:lnTo>
                    <a:lnTo>
                      <a:pt x="52874" y="96297"/>
                    </a:lnTo>
                    <a:lnTo>
                      <a:pt x="20633" y="96297"/>
                    </a:lnTo>
                    <a:lnTo>
                      <a:pt x="20633" y="48160"/>
                    </a:lnTo>
                    <a:lnTo>
                      <a:pt x="4738" y="48160"/>
                    </a:lnTo>
                    <a:lnTo>
                      <a:pt x="4738" y="114940"/>
                    </a:lnTo>
                    <a:lnTo>
                      <a:pt x="52874" y="114940"/>
                    </a:lnTo>
                    <a:lnTo>
                      <a:pt x="52874" y="284412"/>
                    </a:lnTo>
                    <a:close/>
                    <a:moveTo>
                      <a:pt x="25371" y="91559"/>
                    </a:moveTo>
                    <a:lnTo>
                      <a:pt x="48136" y="91559"/>
                    </a:lnTo>
                    <a:lnTo>
                      <a:pt x="48136" y="48160"/>
                    </a:lnTo>
                    <a:lnTo>
                      <a:pt x="25371" y="48160"/>
                    </a:lnTo>
                    <a:lnTo>
                      <a:pt x="25371" y="9155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8" name="Google Shape;1318;p31"/>
              <p:cNvSpPr/>
              <p:nvPr/>
            </p:nvSpPr>
            <p:spPr>
              <a:xfrm>
                <a:off x="3757594" y="2109990"/>
                <a:ext cx="50481" cy="50504"/>
              </a:xfrm>
              <a:custGeom>
                <a:rect b="b" l="l" r="r" t="t"/>
                <a:pathLst>
                  <a:path extrusionOk="0" h="50504" w="50481">
                    <a:moveTo>
                      <a:pt x="50482" y="50505"/>
                    </a:moveTo>
                    <a:lnTo>
                      <a:pt x="0" y="50505"/>
                    </a:lnTo>
                    <a:lnTo>
                      <a:pt x="0" y="45767"/>
                    </a:lnTo>
                    <a:lnTo>
                      <a:pt x="45744" y="45767"/>
                    </a:lnTo>
                    <a:lnTo>
                      <a:pt x="45744"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9" name="Google Shape;1319;p31"/>
              <p:cNvSpPr/>
              <p:nvPr/>
            </p:nvSpPr>
            <p:spPr>
              <a:xfrm>
                <a:off x="3498340" y="2107621"/>
                <a:ext cx="281260" cy="52873"/>
              </a:xfrm>
              <a:custGeom>
                <a:rect b="b" l="l" r="r" t="t"/>
                <a:pathLst>
                  <a:path extrusionOk="0" h="52873" w="281260">
                    <a:moveTo>
                      <a:pt x="240989" y="52874"/>
                    </a:moveTo>
                    <a:lnTo>
                      <a:pt x="164734" y="52874"/>
                    </a:lnTo>
                    <a:lnTo>
                      <a:pt x="164734" y="4738"/>
                    </a:lnTo>
                    <a:lnTo>
                      <a:pt x="0" y="4738"/>
                    </a:lnTo>
                    <a:lnTo>
                      <a:pt x="0" y="0"/>
                    </a:lnTo>
                    <a:lnTo>
                      <a:pt x="169472" y="0"/>
                    </a:lnTo>
                    <a:lnTo>
                      <a:pt x="169472" y="48136"/>
                    </a:lnTo>
                    <a:lnTo>
                      <a:pt x="236252" y="48136"/>
                    </a:lnTo>
                    <a:lnTo>
                      <a:pt x="236252" y="32241"/>
                    </a:lnTo>
                    <a:lnTo>
                      <a:pt x="188115" y="32241"/>
                    </a:lnTo>
                    <a:lnTo>
                      <a:pt x="188115" y="0"/>
                    </a:lnTo>
                    <a:lnTo>
                      <a:pt x="240989" y="0"/>
                    </a:lnTo>
                    <a:lnTo>
                      <a:pt x="240989" y="27503"/>
                    </a:lnTo>
                    <a:lnTo>
                      <a:pt x="281261" y="27503"/>
                    </a:lnTo>
                    <a:lnTo>
                      <a:pt x="281261" y="32241"/>
                    </a:lnTo>
                    <a:lnTo>
                      <a:pt x="240989" y="32241"/>
                    </a:lnTo>
                    <a:lnTo>
                      <a:pt x="240989" y="52874"/>
                    </a:lnTo>
                    <a:close/>
                    <a:moveTo>
                      <a:pt x="192853" y="27503"/>
                    </a:moveTo>
                    <a:lnTo>
                      <a:pt x="236252" y="27503"/>
                    </a:lnTo>
                    <a:lnTo>
                      <a:pt x="236252" y="4738"/>
                    </a:lnTo>
                    <a:lnTo>
                      <a:pt x="192853" y="4738"/>
                    </a:lnTo>
                    <a:lnTo>
                      <a:pt x="192853" y="27503"/>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0" name="Google Shape;1320;p31"/>
              <p:cNvSpPr/>
              <p:nvPr/>
            </p:nvSpPr>
            <p:spPr>
              <a:xfrm>
                <a:off x="3757286" y="2107621"/>
                <a:ext cx="50884" cy="50504"/>
              </a:xfrm>
              <a:custGeom>
                <a:rect b="b" l="l" r="r" t="t"/>
                <a:pathLst>
                  <a:path extrusionOk="0" h="50504" w="50884">
                    <a:moveTo>
                      <a:pt x="4738" y="50505"/>
                    </a:moveTo>
                    <a:lnTo>
                      <a:pt x="0" y="50505"/>
                    </a:lnTo>
                    <a:lnTo>
                      <a:pt x="0" y="0"/>
                    </a:lnTo>
                    <a:lnTo>
                      <a:pt x="50884" y="0"/>
                    </a:lnTo>
                    <a:lnTo>
                      <a:pt x="50884"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21" name="Google Shape;1321;p31"/>
            <p:cNvGrpSpPr/>
            <p:nvPr/>
          </p:nvGrpSpPr>
          <p:grpSpPr>
            <a:xfrm>
              <a:off x="333904" y="3559446"/>
              <a:ext cx="1210874" cy="1218588"/>
              <a:chOff x="2083365" y="2914852"/>
              <a:chExt cx="309829" cy="311795"/>
            </a:xfrm>
          </p:grpSpPr>
          <p:sp>
            <p:nvSpPr>
              <p:cNvPr id="1322" name="Google Shape;1322;p31"/>
              <p:cNvSpPr/>
              <p:nvPr/>
            </p:nvSpPr>
            <p:spPr>
              <a:xfrm>
                <a:off x="2083459" y="2914852"/>
                <a:ext cx="52874" cy="284411"/>
              </a:xfrm>
              <a:custGeom>
                <a:rect b="b" l="l" r="r" t="t"/>
                <a:pathLst>
                  <a:path extrusionOk="0" h="284411" w="52874">
                    <a:moveTo>
                      <a:pt x="32241" y="284411"/>
                    </a:moveTo>
                    <a:lnTo>
                      <a:pt x="27503" y="284411"/>
                    </a:lnTo>
                    <a:lnTo>
                      <a:pt x="27503" y="240989"/>
                    </a:lnTo>
                    <a:lnTo>
                      <a:pt x="0" y="240989"/>
                    </a:lnTo>
                    <a:lnTo>
                      <a:pt x="0" y="188115"/>
                    </a:lnTo>
                    <a:lnTo>
                      <a:pt x="32241" y="188115"/>
                    </a:lnTo>
                    <a:lnTo>
                      <a:pt x="32241" y="236252"/>
                    </a:lnTo>
                    <a:lnTo>
                      <a:pt x="48136" y="236252"/>
                    </a:lnTo>
                    <a:lnTo>
                      <a:pt x="48136" y="169472"/>
                    </a:lnTo>
                    <a:lnTo>
                      <a:pt x="0" y="169472"/>
                    </a:lnTo>
                    <a:lnTo>
                      <a:pt x="0" y="0"/>
                    </a:lnTo>
                    <a:lnTo>
                      <a:pt x="4738" y="0"/>
                    </a:lnTo>
                    <a:lnTo>
                      <a:pt x="4738" y="164734"/>
                    </a:lnTo>
                    <a:lnTo>
                      <a:pt x="52874" y="164734"/>
                    </a:lnTo>
                    <a:lnTo>
                      <a:pt x="52874" y="240989"/>
                    </a:lnTo>
                    <a:lnTo>
                      <a:pt x="32241" y="240989"/>
                    </a:lnTo>
                    <a:lnTo>
                      <a:pt x="32241" y="284411"/>
                    </a:lnTo>
                    <a:close/>
                    <a:moveTo>
                      <a:pt x="4738" y="236252"/>
                    </a:moveTo>
                    <a:lnTo>
                      <a:pt x="27503" y="236252"/>
                    </a:lnTo>
                    <a:lnTo>
                      <a:pt x="27503" y="192853"/>
                    </a:lnTo>
                    <a:lnTo>
                      <a:pt x="4738" y="192853"/>
                    </a:lnTo>
                    <a:lnTo>
                      <a:pt x="4738"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3" name="Google Shape;1323;p31"/>
              <p:cNvSpPr/>
              <p:nvPr/>
            </p:nvSpPr>
            <p:spPr>
              <a:xfrm>
                <a:off x="2083459" y="3173773"/>
                <a:ext cx="50505" cy="50505"/>
              </a:xfrm>
              <a:custGeom>
                <a:rect b="b" l="l" r="r" t="t"/>
                <a:pathLst>
                  <a:path extrusionOk="0" h="50505" w="50505">
                    <a:moveTo>
                      <a:pt x="4738" y="50505"/>
                    </a:moveTo>
                    <a:lnTo>
                      <a:pt x="0" y="50505"/>
                    </a:lnTo>
                    <a:lnTo>
                      <a:pt x="0" y="0"/>
                    </a:lnTo>
                    <a:lnTo>
                      <a:pt x="50505" y="0"/>
                    </a:lnTo>
                    <a:lnTo>
                      <a:pt x="50505" y="4738"/>
                    </a:lnTo>
                    <a:lnTo>
                      <a:pt x="4738" y="4738"/>
                    </a:lnTo>
                    <a:lnTo>
                      <a:pt x="4738"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4" name="Google Shape;1324;p31"/>
              <p:cNvSpPr/>
              <p:nvPr/>
            </p:nvSpPr>
            <p:spPr>
              <a:xfrm>
                <a:off x="2111934" y="3173773"/>
                <a:ext cx="281260" cy="52874"/>
              </a:xfrm>
              <a:custGeom>
                <a:rect b="b" l="l" r="r" t="t"/>
                <a:pathLst>
                  <a:path extrusionOk="0" h="52874" w="281260">
                    <a:moveTo>
                      <a:pt x="281261" y="52874"/>
                    </a:moveTo>
                    <a:lnTo>
                      <a:pt x="111789" y="52874"/>
                    </a:lnTo>
                    <a:lnTo>
                      <a:pt x="111789" y="4738"/>
                    </a:lnTo>
                    <a:lnTo>
                      <a:pt x="45009" y="4738"/>
                    </a:lnTo>
                    <a:lnTo>
                      <a:pt x="45009" y="20634"/>
                    </a:lnTo>
                    <a:lnTo>
                      <a:pt x="93146" y="20634"/>
                    </a:lnTo>
                    <a:lnTo>
                      <a:pt x="93146" y="52874"/>
                    </a:lnTo>
                    <a:lnTo>
                      <a:pt x="40272" y="52874"/>
                    </a:lnTo>
                    <a:lnTo>
                      <a:pt x="40272" y="25372"/>
                    </a:lnTo>
                    <a:lnTo>
                      <a:pt x="0" y="25372"/>
                    </a:lnTo>
                    <a:lnTo>
                      <a:pt x="0" y="20634"/>
                    </a:lnTo>
                    <a:lnTo>
                      <a:pt x="40272" y="20634"/>
                    </a:lnTo>
                    <a:lnTo>
                      <a:pt x="40272" y="0"/>
                    </a:lnTo>
                    <a:lnTo>
                      <a:pt x="116527" y="0"/>
                    </a:lnTo>
                    <a:lnTo>
                      <a:pt x="116527" y="48136"/>
                    </a:lnTo>
                    <a:lnTo>
                      <a:pt x="281261" y="48136"/>
                    </a:lnTo>
                    <a:lnTo>
                      <a:pt x="281261" y="52874"/>
                    </a:lnTo>
                    <a:close/>
                    <a:moveTo>
                      <a:pt x="45009" y="48136"/>
                    </a:moveTo>
                    <a:lnTo>
                      <a:pt x="88408" y="48136"/>
                    </a:lnTo>
                    <a:lnTo>
                      <a:pt x="88408" y="25372"/>
                    </a:lnTo>
                    <a:lnTo>
                      <a:pt x="45009" y="25372"/>
                    </a:lnTo>
                    <a:lnTo>
                      <a:pt x="45009"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5" name="Google Shape;1325;p31"/>
              <p:cNvSpPr/>
              <p:nvPr/>
            </p:nvSpPr>
            <p:spPr>
              <a:xfrm>
                <a:off x="2083365" y="3176142"/>
                <a:ext cx="50884" cy="50505"/>
              </a:xfrm>
              <a:custGeom>
                <a:rect b="b" l="l" r="r" t="t"/>
                <a:pathLst>
                  <a:path extrusionOk="0" h="50505" w="50884">
                    <a:moveTo>
                      <a:pt x="50884" y="50505"/>
                    </a:moveTo>
                    <a:lnTo>
                      <a:pt x="0" y="50505"/>
                    </a:lnTo>
                    <a:lnTo>
                      <a:pt x="0" y="45768"/>
                    </a:lnTo>
                    <a:lnTo>
                      <a:pt x="46146" y="45768"/>
                    </a:lnTo>
                    <a:lnTo>
                      <a:pt x="46146" y="0"/>
                    </a:lnTo>
                    <a:lnTo>
                      <a:pt x="50884" y="0"/>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26" name="Google Shape;1326;p31"/>
            <p:cNvGrpSpPr/>
            <p:nvPr/>
          </p:nvGrpSpPr>
          <p:grpSpPr>
            <a:xfrm>
              <a:off x="7523018" y="3559446"/>
              <a:ext cx="1210878" cy="1218588"/>
              <a:chOff x="3478843" y="2914852"/>
              <a:chExt cx="309830" cy="311795"/>
            </a:xfrm>
          </p:grpSpPr>
          <p:sp>
            <p:nvSpPr>
              <p:cNvPr id="1327" name="Google Shape;1327;p31"/>
              <p:cNvSpPr/>
              <p:nvPr/>
            </p:nvSpPr>
            <p:spPr>
              <a:xfrm>
                <a:off x="3478843" y="3173773"/>
                <a:ext cx="281260" cy="52874"/>
              </a:xfrm>
              <a:custGeom>
                <a:rect b="b" l="l" r="r" t="t"/>
                <a:pathLst>
                  <a:path extrusionOk="0" h="52874" w="281260">
                    <a:moveTo>
                      <a:pt x="240989" y="52874"/>
                    </a:moveTo>
                    <a:lnTo>
                      <a:pt x="188115" y="52874"/>
                    </a:lnTo>
                    <a:lnTo>
                      <a:pt x="188115" y="20634"/>
                    </a:lnTo>
                    <a:lnTo>
                      <a:pt x="236252" y="20634"/>
                    </a:lnTo>
                    <a:lnTo>
                      <a:pt x="236252" y="4738"/>
                    </a:lnTo>
                    <a:lnTo>
                      <a:pt x="169472" y="4738"/>
                    </a:lnTo>
                    <a:lnTo>
                      <a:pt x="169472" y="52874"/>
                    </a:lnTo>
                    <a:lnTo>
                      <a:pt x="0" y="52874"/>
                    </a:lnTo>
                    <a:lnTo>
                      <a:pt x="0" y="48136"/>
                    </a:lnTo>
                    <a:lnTo>
                      <a:pt x="164734" y="48136"/>
                    </a:lnTo>
                    <a:lnTo>
                      <a:pt x="164734" y="0"/>
                    </a:lnTo>
                    <a:lnTo>
                      <a:pt x="240989" y="0"/>
                    </a:lnTo>
                    <a:lnTo>
                      <a:pt x="240989" y="20634"/>
                    </a:lnTo>
                    <a:lnTo>
                      <a:pt x="281261" y="20634"/>
                    </a:lnTo>
                    <a:lnTo>
                      <a:pt x="281261" y="25372"/>
                    </a:lnTo>
                    <a:lnTo>
                      <a:pt x="240989" y="25372"/>
                    </a:lnTo>
                    <a:lnTo>
                      <a:pt x="240989" y="52874"/>
                    </a:lnTo>
                    <a:close/>
                    <a:moveTo>
                      <a:pt x="192853" y="48136"/>
                    </a:moveTo>
                    <a:lnTo>
                      <a:pt x="236252" y="48136"/>
                    </a:lnTo>
                    <a:lnTo>
                      <a:pt x="236252" y="25372"/>
                    </a:lnTo>
                    <a:lnTo>
                      <a:pt x="192853" y="25372"/>
                    </a:lnTo>
                    <a:lnTo>
                      <a:pt x="192853" y="48136"/>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8" name="Google Shape;1328;p31"/>
              <p:cNvSpPr/>
              <p:nvPr/>
            </p:nvSpPr>
            <p:spPr>
              <a:xfrm>
                <a:off x="3737789" y="3176142"/>
                <a:ext cx="50884" cy="50505"/>
              </a:xfrm>
              <a:custGeom>
                <a:rect b="b" l="l" r="r" t="t"/>
                <a:pathLst>
                  <a:path extrusionOk="0" h="50505" w="50884">
                    <a:moveTo>
                      <a:pt x="50884" y="50505"/>
                    </a:moveTo>
                    <a:lnTo>
                      <a:pt x="0" y="50505"/>
                    </a:lnTo>
                    <a:lnTo>
                      <a:pt x="0" y="0"/>
                    </a:lnTo>
                    <a:lnTo>
                      <a:pt x="4738" y="0"/>
                    </a:lnTo>
                    <a:lnTo>
                      <a:pt x="4738" y="45768"/>
                    </a:lnTo>
                    <a:lnTo>
                      <a:pt x="50884" y="45768"/>
                    </a:lnTo>
                    <a:lnTo>
                      <a:pt x="50884"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9" name="Google Shape;1329;p31"/>
              <p:cNvSpPr/>
              <p:nvPr/>
            </p:nvSpPr>
            <p:spPr>
              <a:xfrm>
                <a:off x="3738097" y="3173773"/>
                <a:ext cx="50481" cy="50505"/>
              </a:xfrm>
              <a:custGeom>
                <a:rect b="b" l="l" r="r" t="t"/>
                <a:pathLst>
                  <a:path extrusionOk="0" h="50505" w="50481">
                    <a:moveTo>
                      <a:pt x="50482" y="50505"/>
                    </a:moveTo>
                    <a:lnTo>
                      <a:pt x="45744" y="50505"/>
                    </a:lnTo>
                    <a:lnTo>
                      <a:pt x="45744" y="4738"/>
                    </a:lnTo>
                    <a:lnTo>
                      <a:pt x="0" y="4738"/>
                    </a:lnTo>
                    <a:lnTo>
                      <a:pt x="0" y="0"/>
                    </a:lnTo>
                    <a:lnTo>
                      <a:pt x="50482" y="0"/>
                    </a:lnTo>
                    <a:lnTo>
                      <a:pt x="50482" y="5050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0" name="Google Shape;1330;p31"/>
              <p:cNvSpPr/>
              <p:nvPr/>
            </p:nvSpPr>
            <p:spPr>
              <a:xfrm>
                <a:off x="3735704" y="2914852"/>
                <a:ext cx="52874" cy="284411"/>
              </a:xfrm>
              <a:custGeom>
                <a:rect b="b" l="l" r="r" t="t"/>
                <a:pathLst>
                  <a:path extrusionOk="0" h="284411" w="52874">
                    <a:moveTo>
                      <a:pt x="25371" y="284411"/>
                    </a:moveTo>
                    <a:lnTo>
                      <a:pt x="20633" y="284411"/>
                    </a:lnTo>
                    <a:lnTo>
                      <a:pt x="20633" y="240989"/>
                    </a:lnTo>
                    <a:lnTo>
                      <a:pt x="0" y="240989"/>
                    </a:lnTo>
                    <a:lnTo>
                      <a:pt x="0" y="164734"/>
                    </a:lnTo>
                    <a:lnTo>
                      <a:pt x="48136" y="164734"/>
                    </a:lnTo>
                    <a:lnTo>
                      <a:pt x="48136" y="0"/>
                    </a:lnTo>
                    <a:lnTo>
                      <a:pt x="52874" y="0"/>
                    </a:lnTo>
                    <a:lnTo>
                      <a:pt x="52874" y="169472"/>
                    </a:lnTo>
                    <a:lnTo>
                      <a:pt x="4738" y="169472"/>
                    </a:lnTo>
                    <a:lnTo>
                      <a:pt x="4738" y="236252"/>
                    </a:lnTo>
                    <a:lnTo>
                      <a:pt x="20633" y="236252"/>
                    </a:lnTo>
                    <a:lnTo>
                      <a:pt x="20633" y="188115"/>
                    </a:lnTo>
                    <a:lnTo>
                      <a:pt x="52874" y="188115"/>
                    </a:lnTo>
                    <a:lnTo>
                      <a:pt x="52874" y="240989"/>
                    </a:lnTo>
                    <a:lnTo>
                      <a:pt x="25371" y="240989"/>
                    </a:lnTo>
                    <a:lnTo>
                      <a:pt x="25371" y="284411"/>
                    </a:lnTo>
                    <a:close/>
                    <a:moveTo>
                      <a:pt x="25371" y="236252"/>
                    </a:moveTo>
                    <a:lnTo>
                      <a:pt x="48136" y="236252"/>
                    </a:lnTo>
                    <a:lnTo>
                      <a:pt x="48136" y="192853"/>
                    </a:lnTo>
                    <a:lnTo>
                      <a:pt x="25371" y="192853"/>
                    </a:lnTo>
                    <a:lnTo>
                      <a:pt x="25371" y="23625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331" name="Google Shape;1331;p31"/>
          <p:cNvGrpSpPr/>
          <p:nvPr/>
        </p:nvGrpSpPr>
        <p:grpSpPr>
          <a:xfrm>
            <a:off x="992255" y="142145"/>
            <a:ext cx="2261540" cy="648421"/>
            <a:chOff x="352469" y="5829530"/>
            <a:chExt cx="2852239" cy="817784"/>
          </a:xfrm>
        </p:grpSpPr>
        <p:sp>
          <p:nvSpPr>
            <p:cNvPr id="1332" name="Google Shape;1332;p31"/>
            <p:cNvSpPr/>
            <p:nvPr/>
          </p:nvSpPr>
          <p:spPr>
            <a:xfrm>
              <a:off x="354958" y="5832094"/>
              <a:ext cx="2847350" cy="812355"/>
            </a:xfrm>
            <a:custGeom>
              <a:rect b="b" l="l" r="r" t="t"/>
              <a:pathLst>
                <a:path extrusionOk="0" h="812355" w="2847350">
                  <a:moveTo>
                    <a:pt x="1381933" y="220145"/>
                  </a:moveTo>
                  <a:lnTo>
                    <a:pt x="1392540" y="217218"/>
                  </a:lnTo>
                  <a:cubicBezTo>
                    <a:pt x="1402598" y="172596"/>
                    <a:pt x="1414760" y="127607"/>
                    <a:pt x="1438077" y="88380"/>
                  </a:cubicBezTo>
                  <a:cubicBezTo>
                    <a:pt x="1461577" y="49060"/>
                    <a:pt x="1497879" y="15502"/>
                    <a:pt x="1542136" y="4346"/>
                  </a:cubicBezTo>
                  <a:cubicBezTo>
                    <a:pt x="1574231" y="-3700"/>
                    <a:pt x="1608247" y="323"/>
                    <a:pt x="1640159" y="9101"/>
                  </a:cubicBezTo>
                  <a:cubicBezTo>
                    <a:pt x="1693926" y="23823"/>
                    <a:pt x="1745132" y="52261"/>
                    <a:pt x="1780245" y="95420"/>
                  </a:cubicBezTo>
                  <a:cubicBezTo>
                    <a:pt x="1804294" y="124956"/>
                    <a:pt x="1820113" y="161532"/>
                    <a:pt x="1823771" y="199113"/>
                  </a:cubicBezTo>
                  <a:cubicBezTo>
                    <a:pt x="1919600" y="197468"/>
                    <a:pt x="2010857" y="273637"/>
                    <a:pt x="2026036" y="368369"/>
                  </a:cubicBezTo>
                  <a:cubicBezTo>
                    <a:pt x="2074682" y="324660"/>
                    <a:pt x="2155241" y="343223"/>
                    <a:pt x="2204619" y="386017"/>
                  </a:cubicBezTo>
                  <a:cubicBezTo>
                    <a:pt x="2254179" y="428811"/>
                    <a:pt x="2283897" y="489709"/>
                    <a:pt x="2324131" y="541099"/>
                  </a:cubicBezTo>
                  <a:cubicBezTo>
                    <a:pt x="2364547" y="592489"/>
                    <a:pt x="2425446" y="637660"/>
                    <a:pt x="2490094" y="627236"/>
                  </a:cubicBezTo>
                  <a:cubicBezTo>
                    <a:pt x="2522007" y="622115"/>
                    <a:pt x="2550262" y="603919"/>
                    <a:pt x="2580071" y="591300"/>
                  </a:cubicBezTo>
                  <a:cubicBezTo>
                    <a:pt x="2666939" y="554906"/>
                    <a:pt x="2773193" y="569080"/>
                    <a:pt x="2847350" y="627236"/>
                  </a:cubicBezTo>
                  <a:cubicBezTo>
                    <a:pt x="2764049" y="598432"/>
                    <a:pt x="2679741" y="658051"/>
                    <a:pt x="2598268" y="691701"/>
                  </a:cubicBezTo>
                  <a:cubicBezTo>
                    <a:pt x="2462754" y="747662"/>
                    <a:pt x="2282525" y="718127"/>
                    <a:pt x="2207087" y="592397"/>
                  </a:cubicBezTo>
                  <a:cubicBezTo>
                    <a:pt x="2206356" y="661434"/>
                    <a:pt x="2136039" y="718858"/>
                    <a:pt x="2067184" y="712823"/>
                  </a:cubicBezTo>
                  <a:cubicBezTo>
                    <a:pt x="2026402" y="709165"/>
                    <a:pt x="1989552" y="686031"/>
                    <a:pt x="1964771" y="653387"/>
                  </a:cubicBezTo>
                  <a:cubicBezTo>
                    <a:pt x="1946758" y="692158"/>
                    <a:pt x="1906250" y="719864"/>
                    <a:pt x="1863456" y="721876"/>
                  </a:cubicBezTo>
                  <a:cubicBezTo>
                    <a:pt x="1817919" y="724070"/>
                    <a:pt x="1772199" y="697096"/>
                    <a:pt x="1752173" y="655948"/>
                  </a:cubicBezTo>
                  <a:cubicBezTo>
                    <a:pt x="1749613" y="712275"/>
                    <a:pt x="1712854" y="764029"/>
                    <a:pt x="1662928" y="790182"/>
                  </a:cubicBezTo>
                  <a:cubicBezTo>
                    <a:pt x="1613184" y="816425"/>
                    <a:pt x="1552468" y="818436"/>
                    <a:pt x="1499159" y="801154"/>
                  </a:cubicBezTo>
                  <a:cubicBezTo>
                    <a:pt x="1423355" y="776923"/>
                    <a:pt x="1360170" y="712275"/>
                    <a:pt x="1344808" y="634094"/>
                  </a:cubicBezTo>
                  <a:cubicBezTo>
                    <a:pt x="1341516" y="616994"/>
                    <a:pt x="1340602" y="599255"/>
                    <a:pt x="1342248" y="581973"/>
                  </a:cubicBezTo>
                  <a:lnTo>
                    <a:pt x="1338956" y="581607"/>
                  </a:lnTo>
                  <a:cubicBezTo>
                    <a:pt x="1284641" y="619097"/>
                    <a:pt x="1202893" y="608765"/>
                    <a:pt x="1159642" y="558838"/>
                  </a:cubicBezTo>
                  <a:cubicBezTo>
                    <a:pt x="1179485" y="626412"/>
                    <a:pt x="1146932" y="707520"/>
                    <a:pt x="1082924" y="737055"/>
                  </a:cubicBezTo>
                  <a:cubicBezTo>
                    <a:pt x="1018825" y="766590"/>
                    <a:pt x="931682" y="734311"/>
                    <a:pt x="907633" y="668201"/>
                  </a:cubicBezTo>
                  <a:lnTo>
                    <a:pt x="891449" y="662897"/>
                  </a:lnTo>
                  <a:cubicBezTo>
                    <a:pt x="878921" y="700388"/>
                    <a:pt x="845911" y="730654"/>
                    <a:pt x="807049" y="739067"/>
                  </a:cubicBezTo>
                  <a:cubicBezTo>
                    <a:pt x="762793" y="748576"/>
                    <a:pt x="713781" y="728460"/>
                    <a:pt x="688635" y="690787"/>
                  </a:cubicBezTo>
                  <a:cubicBezTo>
                    <a:pt x="684246" y="684019"/>
                    <a:pt x="680222" y="676613"/>
                    <a:pt x="673181" y="672773"/>
                  </a:cubicBezTo>
                  <a:cubicBezTo>
                    <a:pt x="660654" y="666006"/>
                    <a:pt x="645475" y="674418"/>
                    <a:pt x="632948" y="681368"/>
                  </a:cubicBezTo>
                  <a:cubicBezTo>
                    <a:pt x="506669" y="752417"/>
                    <a:pt x="349484" y="705782"/>
                    <a:pt x="212598" y="657685"/>
                  </a:cubicBezTo>
                  <a:cubicBezTo>
                    <a:pt x="120426" y="625407"/>
                    <a:pt x="13259" y="575663"/>
                    <a:pt x="0" y="478920"/>
                  </a:cubicBezTo>
                  <a:cubicBezTo>
                    <a:pt x="132862" y="642871"/>
                    <a:pt x="400507" y="674601"/>
                    <a:pt x="567934" y="546128"/>
                  </a:cubicBezTo>
                  <a:cubicBezTo>
                    <a:pt x="586130" y="532321"/>
                    <a:pt x="603687" y="516044"/>
                    <a:pt x="612008" y="494739"/>
                  </a:cubicBezTo>
                  <a:cubicBezTo>
                    <a:pt x="621883" y="470142"/>
                    <a:pt x="618226" y="441703"/>
                    <a:pt x="628193" y="417106"/>
                  </a:cubicBezTo>
                  <a:cubicBezTo>
                    <a:pt x="641452" y="384279"/>
                    <a:pt x="677388" y="364437"/>
                    <a:pt x="712775" y="362608"/>
                  </a:cubicBezTo>
                  <a:cubicBezTo>
                    <a:pt x="748162" y="360596"/>
                    <a:pt x="782544" y="373947"/>
                    <a:pt x="813359" y="391411"/>
                  </a:cubicBezTo>
                  <a:cubicBezTo>
                    <a:pt x="804032" y="330238"/>
                    <a:pt x="839602" y="265133"/>
                    <a:pt x="895929" y="239621"/>
                  </a:cubicBezTo>
                  <a:cubicBezTo>
                    <a:pt x="952256" y="214110"/>
                    <a:pt x="1024768" y="230477"/>
                    <a:pt x="1064453" y="277843"/>
                  </a:cubicBezTo>
                  <a:cubicBezTo>
                    <a:pt x="1071403" y="286073"/>
                    <a:pt x="1076980" y="295309"/>
                    <a:pt x="1081369" y="305367"/>
                  </a:cubicBezTo>
                  <a:lnTo>
                    <a:pt x="1082833" y="304818"/>
                  </a:lnTo>
                  <a:cubicBezTo>
                    <a:pt x="1101578" y="242731"/>
                    <a:pt x="1155344" y="192621"/>
                    <a:pt x="1218530" y="178174"/>
                  </a:cubicBezTo>
                  <a:cubicBezTo>
                    <a:pt x="1275405" y="165281"/>
                    <a:pt x="1338224" y="181648"/>
                    <a:pt x="1381933" y="219871"/>
                  </a:cubicBezTo>
                  <a:close/>
                  <a:moveTo>
                    <a:pt x="895838" y="618274"/>
                  </a:moveTo>
                  <a:cubicBezTo>
                    <a:pt x="891266" y="582521"/>
                    <a:pt x="867766" y="548871"/>
                    <a:pt x="833384" y="539911"/>
                  </a:cubicBezTo>
                  <a:cubicBezTo>
                    <a:pt x="789493" y="528571"/>
                    <a:pt x="738104" y="570543"/>
                    <a:pt x="748436" y="614617"/>
                  </a:cubicBezTo>
                  <a:cubicBezTo>
                    <a:pt x="758678" y="658691"/>
                    <a:pt x="835122" y="666372"/>
                    <a:pt x="848106" y="623029"/>
                  </a:cubicBezTo>
                  <a:lnTo>
                    <a:pt x="895838" y="6182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3" name="Google Shape;1333;p31"/>
            <p:cNvSpPr/>
            <p:nvPr/>
          </p:nvSpPr>
          <p:spPr>
            <a:xfrm>
              <a:off x="1102031" y="6370153"/>
              <a:ext cx="148764" cy="113852"/>
            </a:xfrm>
            <a:custGeom>
              <a:rect b="b" l="l" r="r" t="t"/>
              <a:pathLst>
                <a:path extrusionOk="0" h="113852" w="148764">
                  <a:moveTo>
                    <a:pt x="148765" y="80215"/>
                  </a:moveTo>
                  <a:lnTo>
                    <a:pt x="101033" y="84970"/>
                  </a:lnTo>
                  <a:cubicBezTo>
                    <a:pt x="88048" y="128313"/>
                    <a:pt x="11604" y="120723"/>
                    <a:pt x="1363" y="76558"/>
                  </a:cubicBezTo>
                  <a:cubicBezTo>
                    <a:pt x="-9061" y="32484"/>
                    <a:pt x="42328" y="-9396"/>
                    <a:pt x="86311" y="1851"/>
                  </a:cubicBezTo>
                  <a:cubicBezTo>
                    <a:pt x="120784" y="10812"/>
                    <a:pt x="144284" y="44462"/>
                    <a:pt x="148765" y="802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4" name="Google Shape;1334;p31"/>
            <p:cNvSpPr/>
            <p:nvPr/>
          </p:nvSpPr>
          <p:spPr>
            <a:xfrm>
              <a:off x="1106046" y="6430297"/>
              <a:ext cx="92623" cy="53518"/>
            </a:xfrm>
            <a:custGeom>
              <a:rect b="b" l="l" r="r" t="t"/>
              <a:pathLst>
                <a:path extrusionOk="0" h="53518" w="92623">
                  <a:moveTo>
                    <a:pt x="56327" y="47137"/>
                  </a:moveTo>
                  <a:cubicBezTo>
                    <a:pt x="35387" y="46771"/>
                    <a:pt x="12253" y="41925"/>
                    <a:pt x="0" y="24094"/>
                  </a:cubicBezTo>
                  <a:cubicBezTo>
                    <a:pt x="12893" y="52624"/>
                    <a:pt x="56053" y="61585"/>
                    <a:pt x="80924" y="45766"/>
                  </a:cubicBezTo>
                  <a:cubicBezTo>
                    <a:pt x="82022" y="44485"/>
                    <a:pt x="83119" y="43297"/>
                    <a:pt x="84125" y="42016"/>
                  </a:cubicBezTo>
                  <a:cubicBezTo>
                    <a:pt x="96926" y="25923"/>
                    <a:pt x="96561" y="6355"/>
                    <a:pt x="74066" y="960"/>
                  </a:cubicBezTo>
                  <a:cubicBezTo>
                    <a:pt x="67940" y="-503"/>
                    <a:pt x="60350" y="-686"/>
                    <a:pt x="58064" y="3246"/>
                  </a:cubicBezTo>
                  <a:cubicBezTo>
                    <a:pt x="58522" y="2423"/>
                    <a:pt x="57973" y="6812"/>
                    <a:pt x="58339" y="9098"/>
                  </a:cubicBezTo>
                  <a:cubicBezTo>
                    <a:pt x="59345" y="15865"/>
                    <a:pt x="63825" y="22357"/>
                    <a:pt x="67483" y="27935"/>
                  </a:cubicBezTo>
                  <a:cubicBezTo>
                    <a:pt x="72695" y="36073"/>
                    <a:pt x="65837" y="47229"/>
                    <a:pt x="56510" y="4713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5" name="Google Shape;1335;p31"/>
            <p:cNvSpPr/>
            <p:nvPr/>
          </p:nvSpPr>
          <p:spPr>
            <a:xfrm>
              <a:off x="1744683" y="5829530"/>
              <a:ext cx="437429" cy="423823"/>
            </a:xfrm>
            <a:custGeom>
              <a:rect b="b" l="l" r="r" t="t"/>
              <a:pathLst>
                <a:path extrusionOk="0" h="423823" w="437429">
                  <a:moveTo>
                    <a:pt x="241381" y="226274"/>
                  </a:moveTo>
                  <a:cubicBezTo>
                    <a:pt x="207823" y="202409"/>
                    <a:pt x="166401" y="226091"/>
                    <a:pt x="150582" y="259101"/>
                  </a:cubicBezTo>
                  <a:cubicBezTo>
                    <a:pt x="133391" y="294854"/>
                    <a:pt x="135860" y="340391"/>
                    <a:pt x="156617" y="374224"/>
                  </a:cubicBezTo>
                  <a:cubicBezTo>
                    <a:pt x="177373" y="408057"/>
                    <a:pt x="217241" y="425522"/>
                    <a:pt x="257109" y="423693"/>
                  </a:cubicBezTo>
                  <a:cubicBezTo>
                    <a:pt x="299537" y="421682"/>
                    <a:pt x="337302" y="399553"/>
                    <a:pt x="366380" y="369561"/>
                  </a:cubicBezTo>
                  <a:cubicBezTo>
                    <a:pt x="397378" y="337648"/>
                    <a:pt x="424627" y="295586"/>
                    <a:pt x="433863" y="251603"/>
                  </a:cubicBezTo>
                  <a:cubicBezTo>
                    <a:pt x="443098" y="207621"/>
                    <a:pt x="433771" y="164552"/>
                    <a:pt x="413106" y="126971"/>
                  </a:cubicBezTo>
                  <a:cubicBezTo>
                    <a:pt x="392440" y="89388"/>
                    <a:pt x="357876" y="57659"/>
                    <a:pt x="319288" y="36536"/>
                  </a:cubicBezTo>
                  <a:cubicBezTo>
                    <a:pt x="280701" y="15414"/>
                    <a:pt x="231140" y="-1045"/>
                    <a:pt x="184963" y="52"/>
                  </a:cubicBezTo>
                  <a:cubicBezTo>
                    <a:pt x="135220" y="1241"/>
                    <a:pt x="92151" y="27666"/>
                    <a:pt x="61976" y="66346"/>
                  </a:cubicBezTo>
                  <a:cubicBezTo>
                    <a:pt x="27595" y="110420"/>
                    <a:pt x="12141" y="165466"/>
                    <a:pt x="71" y="219142"/>
                  </a:cubicBezTo>
                  <a:cubicBezTo>
                    <a:pt x="-660" y="222525"/>
                    <a:pt x="4460" y="223897"/>
                    <a:pt x="5192" y="220605"/>
                  </a:cubicBezTo>
                  <a:cubicBezTo>
                    <a:pt x="23571" y="141235"/>
                    <a:pt x="53015" y="47783"/>
                    <a:pt x="136408" y="15048"/>
                  </a:cubicBezTo>
                  <a:cubicBezTo>
                    <a:pt x="178471" y="-1503"/>
                    <a:pt x="225288" y="5904"/>
                    <a:pt x="267076" y="19803"/>
                  </a:cubicBezTo>
                  <a:cubicBezTo>
                    <a:pt x="305664" y="32696"/>
                    <a:pt x="342240" y="52904"/>
                    <a:pt x="371409" y="81433"/>
                  </a:cubicBezTo>
                  <a:cubicBezTo>
                    <a:pt x="400579" y="109962"/>
                    <a:pt x="421610" y="146813"/>
                    <a:pt x="429108" y="187138"/>
                  </a:cubicBezTo>
                  <a:cubicBezTo>
                    <a:pt x="437337" y="231120"/>
                    <a:pt x="426273" y="273092"/>
                    <a:pt x="403870" y="311130"/>
                  </a:cubicBezTo>
                  <a:cubicBezTo>
                    <a:pt x="364917" y="377242"/>
                    <a:pt x="289845" y="443170"/>
                    <a:pt x="207823" y="411166"/>
                  </a:cubicBezTo>
                  <a:cubicBezTo>
                    <a:pt x="163475" y="393884"/>
                    <a:pt x="140706" y="346518"/>
                    <a:pt x="144547" y="300524"/>
                  </a:cubicBezTo>
                  <a:cubicBezTo>
                    <a:pt x="146467" y="277938"/>
                    <a:pt x="154513" y="254438"/>
                    <a:pt x="171064" y="238436"/>
                  </a:cubicBezTo>
                  <a:cubicBezTo>
                    <a:pt x="189169" y="220879"/>
                    <a:pt x="217699" y="215301"/>
                    <a:pt x="239736" y="229017"/>
                  </a:cubicBezTo>
                  <a:cubicBezTo>
                    <a:pt x="241381" y="230023"/>
                    <a:pt x="242753" y="227555"/>
                    <a:pt x="241290" y="226457"/>
                  </a:cubicBezTo>
                  <a:lnTo>
                    <a:pt x="241290" y="226457"/>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6" name="Google Shape;1336;p31"/>
            <p:cNvSpPr/>
            <p:nvPr/>
          </p:nvSpPr>
          <p:spPr>
            <a:xfrm>
              <a:off x="1435913" y="6003666"/>
              <a:ext cx="316084" cy="135065"/>
            </a:xfrm>
            <a:custGeom>
              <a:rect b="b" l="l" r="r" t="t"/>
              <a:pathLst>
                <a:path extrusionOk="0" h="135065" w="316084">
                  <a:moveTo>
                    <a:pt x="315790" y="61192"/>
                  </a:moveTo>
                  <a:cubicBezTo>
                    <a:pt x="270985" y="10626"/>
                    <a:pt x="197376" y="-11229"/>
                    <a:pt x="132088" y="5596"/>
                  </a:cubicBezTo>
                  <a:cubicBezTo>
                    <a:pt x="72377" y="20958"/>
                    <a:pt x="14221" y="71433"/>
                    <a:pt x="48" y="132972"/>
                  </a:cubicBezTo>
                  <a:cubicBezTo>
                    <a:pt x="-409" y="135167"/>
                    <a:pt x="2517" y="135898"/>
                    <a:pt x="3340" y="133887"/>
                  </a:cubicBezTo>
                  <a:cubicBezTo>
                    <a:pt x="15227" y="104169"/>
                    <a:pt x="29949" y="77377"/>
                    <a:pt x="53449" y="55065"/>
                  </a:cubicBezTo>
                  <a:cubicBezTo>
                    <a:pt x="76949" y="32754"/>
                    <a:pt x="103375" y="18032"/>
                    <a:pt x="133368" y="10259"/>
                  </a:cubicBezTo>
                  <a:cubicBezTo>
                    <a:pt x="198016" y="-6474"/>
                    <a:pt x="267510" y="16112"/>
                    <a:pt x="313870" y="63021"/>
                  </a:cubicBezTo>
                  <a:cubicBezTo>
                    <a:pt x="315059" y="64209"/>
                    <a:pt x="316888" y="62380"/>
                    <a:pt x="315699" y="61192"/>
                  </a:cubicBezTo>
                  <a:lnTo>
                    <a:pt x="315699" y="6119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7" name="Google Shape;1337;p31"/>
            <p:cNvSpPr/>
            <p:nvPr/>
          </p:nvSpPr>
          <p:spPr>
            <a:xfrm>
              <a:off x="352469" y="6057903"/>
              <a:ext cx="1096795" cy="517821"/>
            </a:xfrm>
            <a:custGeom>
              <a:rect b="b" l="l" r="r" t="t"/>
              <a:pathLst>
                <a:path extrusionOk="0" h="517821" w="1096795">
                  <a:moveTo>
                    <a:pt x="952916" y="146949"/>
                  </a:moveTo>
                  <a:cubicBezTo>
                    <a:pt x="948618" y="186268"/>
                    <a:pt x="988395" y="211780"/>
                    <a:pt x="1023782" y="212329"/>
                  </a:cubicBezTo>
                  <a:cubicBezTo>
                    <a:pt x="1068313" y="213060"/>
                    <a:pt x="1095654" y="173467"/>
                    <a:pt x="1096751" y="131952"/>
                  </a:cubicBezTo>
                  <a:cubicBezTo>
                    <a:pt x="1099586" y="24053"/>
                    <a:pt x="965443" y="-33919"/>
                    <a:pt x="880038" y="21127"/>
                  </a:cubicBezTo>
                  <a:cubicBezTo>
                    <a:pt x="832307" y="51942"/>
                    <a:pt x="805698" y="110281"/>
                    <a:pt x="813470" y="166425"/>
                  </a:cubicBezTo>
                  <a:lnTo>
                    <a:pt x="817036" y="163682"/>
                  </a:lnTo>
                  <a:cubicBezTo>
                    <a:pt x="784758" y="145577"/>
                    <a:pt x="747907" y="131130"/>
                    <a:pt x="710143" y="134970"/>
                  </a:cubicBezTo>
                  <a:cubicBezTo>
                    <a:pt x="681522" y="137896"/>
                    <a:pt x="652901" y="151795"/>
                    <a:pt x="636259" y="175844"/>
                  </a:cubicBezTo>
                  <a:cubicBezTo>
                    <a:pt x="614314" y="207665"/>
                    <a:pt x="625744" y="249910"/>
                    <a:pt x="604895" y="282188"/>
                  </a:cubicBezTo>
                  <a:cubicBezTo>
                    <a:pt x="586699" y="310443"/>
                    <a:pt x="554512" y="330743"/>
                    <a:pt x="525708" y="346928"/>
                  </a:cubicBezTo>
                  <a:cubicBezTo>
                    <a:pt x="418906" y="406730"/>
                    <a:pt x="285495" y="411759"/>
                    <a:pt x="171653" y="369514"/>
                  </a:cubicBezTo>
                  <a:cubicBezTo>
                    <a:pt x="106639" y="345374"/>
                    <a:pt x="48117" y="305323"/>
                    <a:pt x="4135" y="251465"/>
                  </a:cubicBezTo>
                  <a:cubicBezTo>
                    <a:pt x="2397" y="249362"/>
                    <a:pt x="-255" y="251739"/>
                    <a:pt x="20" y="253842"/>
                  </a:cubicBezTo>
                  <a:cubicBezTo>
                    <a:pt x="14924" y="354518"/>
                    <a:pt x="123647" y="402067"/>
                    <a:pt x="208503" y="432333"/>
                  </a:cubicBezTo>
                  <a:cubicBezTo>
                    <a:pt x="318505" y="471561"/>
                    <a:pt x="442041" y="512709"/>
                    <a:pt x="559724" y="486831"/>
                  </a:cubicBezTo>
                  <a:cubicBezTo>
                    <a:pt x="588070" y="480613"/>
                    <a:pt x="614222" y="469823"/>
                    <a:pt x="639734" y="456016"/>
                  </a:cubicBezTo>
                  <a:cubicBezTo>
                    <a:pt x="645952" y="452633"/>
                    <a:pt x="652444" y="449066"/>
                    <a:pt x="659485" y="447695"/>
                  </a:cubicBezTo>
                  <a:cubicBezTo>
                    <a:pt x="673384" y="445043"/>
                    <a:pt x="680242" y="453181"/>
                    <a:pt x="687100" y="463331"/>
                  </a:cubicBezTo>
                  <a:cubicBezTo>
                    <a:pt x="694781" y="474670"/>
                    <a:pt x="703193" y="484728"/>
                    <a:pt x="714166" y="493049"/>
                  </a:cubicBezTo>
                  <a:cubicBezTo>
                    <a:pt x="753120" y="523041"/>
                    <a:pt x="807984" y="526699"/>
                    <a:pt x="849132" y="499084"/>
                  </a:cubicBezTo>
                  <a:cubicBezTo>
                    <a:pt x="890280" y="471469"/>
                    <a:pt x="910396" y="424378"/>
                    <a:pt x="898052" y="378109"/>
                  </a:cubicBezTo>
                  <a:cubicBezTo>
                    <a:pt x="886988" y="336687"/>
                    <a:pt x="847851" y="300019"/>
                    <a:pt x="802589" y="312089"/>
                  </a:cubicBezTo>
                  <a:cubicBezTo>
                    <a:pt x="762172" y="322971"/>
                    <a:pt x="723859" y="378383"/>
                    <a:pt x="762812" y="413039"/>
                  </a:cubicBezTo>
                  <a:cubicBezTo>
                    <a:pt x="788781" y="436082"/>
                    <a:pt x="840628" y="434985"/>
                    <a:pt x="852881" y="397769"/>
                  </a:cubicBezTo>
                  <a:cubicBezTo>
                    <a:pt x="853886" y="394751"/>
                    <a:pt x="849132" y="393471"/>
                    <a:pt x="848126" y="396488"/>
                  </a:cubicBezTo>
                  <a:cubicBezTo>
                    <a:pt x="835964" y="433613"/>
                    <a:pt x="779089" y="430139"/>
                    <a:pt x="759337" y="401883"/>
                  </a:cubicBezTo>
                  <a:cubicBezTo>
                    <a:pt x="729711" y="359547"/>
                    <a:pt x="785581" y="310535"/>
                    <a:pt x="826912" y="314924"/>
                  </a:cubicBezTo>
                  <a:cubicBezTo>
                    <a:pt x="876655" y="320136"/>
                    <a:pt x="903813" y="378658"/>
                    <a:pt x="895034" y="423463"/>
                  </a:cubicBezTo>
                  <a:cubicBezTo>
                    <a:pt x="885708" y="471378"/>
                    <a:pt x="842274" y="510514"/>
                    <a:pt x="793262" y="513166"/>
                  </a:cubicBezTo>
                  <a:cubicBezTo>
                    <a:pt x="768299" y="514538"/>
                    <a:pt x="743153" y="507131"/>
                    <a:pt x="722579" y="493140"/>
                  </a:cubicBezTo>
                  <a:cubicBezTo>
                    <a:pt x="711972" y="485917"/>
                    <a:pt x="702645" y="476956"/>
                    <a:pt x="695238" y="466532"/>
                  </a:cubicBezTo>
                  <a:cubicBezTo>
                    <a:pt x="689477" y="458393"/>
                    <a:pt x="684997" y="448609"/>
                    <a:pt x="675396" y="444312"/>
                  </a:cubicBezTo>
                  <a:cubicBezTo>
                    <a:pt x="656102" y="435716"/>
                    <a:pt x="633882" y="454461"/>
                    <a:pt x="617423" y="462234"/>
                  </a:cubicBezTo>
                  <a:cubicBezTo>
                    <a:pt x="593100" y="473755"/>
                    <a:pt x="567039" y="481345"/>
                    <a:pt x="540522" y="485460"/>
                  </a:cubicBezTo>
                  <a:cubicBezTo>
                    <a:pt x="432988" y="502284"/>
                    <a:pt x="323443" y="467172"/>
                    <a:pt x="223042" y="432150"/>
                  </a:cubicBezTo>
                  <a:cubicBezTo>
                    <a:pt x="136265" y="401883"/>
                    <a:pt x="20319" y="356347"/>
                    <a:pt x="4957" y="252470"/>
                  </a:cubicBezTo>
                  <a:lnTo>
                    <a:pt x="843" y="254848"/>
                  </a:lnTo>
                  <a:cubicBezTo>
                    <a:pt x="76281" y="347203"/>
                    <a:pt x="193598" y="397860"/>
                    <a:pt x="311647" y="401700"/>
                  </a:cubicBezTo>
                  <a:cubicBezTo>
                    <a:pt x="371266" y="403621"/>
                    <a:pt x="431434" y="393745"/>
                    <a:pt x="486663" y="371068"/>
                  </a:cubicBezTo>
                  <a:cubicBezTo>
                    <a:pt x="513638" y="360004"/>
                    <a:pt x="539333" y="345922"/>
                    <a:pt x="563016" y="328915"/>
                  </a:cubicBezTo>
                  <a:cubicBezTo>
                    <a:pt x="589442" y="309895"/>
                    <a:pt x="614222" y="287583"/>
                    <a:pt x="621446" y="254482"/>
                  </a:cubicBezTo>
                  <a:cubicBezTo>
                    <a:pt x="626384" y="231896"/>
                    <a:pt x="624921" y="207665"/>
                    <a:pt x="635619" y="186542"/>
                  </a:cubicBezTo>
                  <a:cubicBezTo>
                    <a:pt x="644855" y="168254"/>
                    <a:pt x="661771" y="154904"/>
                    <a:pt x="680516" y="147223"/>
                  </a:cubicBezTo>
                  <a:cubicBezTo>
                    <a:pt x="725596" y="128661"/>
                    <a:pt x="774425" y="145211"/>
                    <a:pt x="814659" y="167797"/>
                  </a:cubicBezTo>
                  <a:cubicBezTo>
                    <a:pt x="816670" y="168986"/>
                    <a:pt x="818499" y="167066"/>
                    <a:pt x="818225" y="165054"/>
                  </a:cubicBezTo>
                  <a:cubicBezTo>
                    <a:pt x="811733" y="118419"/>
                    <a:pt x="830295" y="70230"/>
                    <a:pt x="865134" y="38684"/>
                  </a:cubicBezTo>
                  <a:cubicBezTo>
                    <a:pt x="899972" y="7137"/>
                    <a:pt x="950539" y="-2922"/>
                    <a:pt x="996076" y="10063"/>
                  </a:cubicBezTo>
                  <a:cubicBezTo>
                    <a:pt x="1041613" y="23048"/>
                    <a:pt x="1076543" y="54686"/>
                    <a:pt x="1088339" y="99126"/>
                  </a:cubicBezTo>
                  <a:cubicBezTo>
                    <a:pt x="1098854" y="138628"/>
                    <a:pt x="1087790" y="193583"/>
                    <a:pt x="1042801" y="205745"/>
                  </a:cubicBezTo>
                  <a:cubicBezTo>
                    <a:pt x="1005128" y="215894"/>
                    <a:pt x="952002" y="191206"/>
                    <a:pt x="956391" y="146857"/>
                  </a:cubicBezTo>
                  <a:cubicBezTo>
                    <a:pt x="956574" y="144571"/>
                    <a:pt x="953099" y="144663"/>
                    <a:pt x="952916" y="146857"/>
                  </a:cubicBezTo>
                  <a:lnTo>
                    <a:pt x="952916" y="146857"/>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8" name="Google Shape;1338;p31"/>
            <p:cNvSpPr/>
            <p:nvPr/>
          </p:nvSpPr>
          <p:spPr>
            <a:xfrm>
              <a:off x="1261040" y="6388778"/>
              <a:ext cx="435121" cy="193813"/>
            </a:xfrm>
            <a:custGeom>
              <a:rect b="b" l="l" r="r" t="t"/>
              <a:pathLst>
                <a:path extrusionOk="0" h="193813" w="435121">
                  <a:moveTo>
                    <a:pt x="88" y="112065"/>
                  </a:moveTo>
                  <a:cubicBezTo>
                    <a:pt x="18285" y="163271"/>
                    <a:pt x="72875" y="194087"/>
                    <a:pt x="125818" y="193812"/>
                  </a:cubicBezTo>
                  <a:cubicBezTo>
                    <a:pt x="184340" y="193538"/>
                    <a:pt x="232163" y="152756"/>
                    <a:pt x="251823" y="99172"/>
                  </a:cubicBezTo>
                  <a:cubicBezTo>
                    <a:pt x="263253" y="67991"/>
                    <a:pt x="264899" y="33701"/>
                    <a:pt x="255938" y="1697"/>
                  </a:cubicBezTo>
                  <a:lnTo>
                    <a:pt x="252006" y="3983"/>
                  </a:lnTo>
                  <a:cubicBezTo>
                    <a:pt x="296903" y="54732"/>
                    <a:pt x="377919" y="64973"/>
                    <a:pt x="434063" y="27117"/>
                  </a:cubicBezTo>
                  <a:cubicBezTo>
                    <a:pt x="436532" y="25471"/>
                    <a:pt x="434246" y="21356"/>
                    <a:pt x="431685" y="23094"/>
                  </a:cubicBezTo>
                  <a:cubicBezTo>
                    <a:pt x="377187" y="59853"/>
                    <a:pt x="298823" y="49886"/>
                    <a:pt x="255297" y="691"/>
                  </a:cubicBezTo>
                  <a:cubicBezTo>
                    <a:pt x="253743" y="-1046"/>
                    <a:pt x="250817" y="782"/>
                    <a:pt x="251366" y="2977"/>
                  </a:cubicBezTo>
                  <a:cubicBezTo>
                    <a:pt x="270477" y="70734"/>
                    <a:pt x="238381" y="153579"/>
                    <a:pt x="170807" y="180736"/>
                  </a:cubicBezTo>
                  <a:cubicBezTo>
                    <a:pt x="107896" y="206065"/>
                    <a:pt x="28618" y="174427"/>
                    <a:pt x="3197" y="111242"/>
                  </a:cubicBezTo>
                  <a:cubicBezTo>
                    <a:pt x="2466" y="109413"/>
                    <a:pt x="-552" y="110145"/>
                    <a:pt x="88" y="112065"/>
                  </a:cubicBezTo>
                  <a:lnTo>
                    <a:pt x="88" y="112065"/>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9" name="Google Shape;1339;p31"/>
            <p:cNvSpPr/>
            <p:nvPr/>
          </p:nvSpPr>
          <p:spPr>
            <a:xfrm>
              <a:off x="1694411" y="6263098"/>
              <a:ext cx="631353" cy="384216"/>
            </a:xfrm>
            <a:custGeom>
              <a:rect b="b" l="l" r="r" t="t"/>
              <a:pathLst>
                <a:path extrusionOk="0" h="384216" w="631353">
                  <a:moveTo>
                    <a:pt x="97892" y="275"/>
                  </a:moveTo>
                  <a:cubicBezTo>
                    <a:pt x="51898" y="23044"/>
                    <a:pt x="19802" y="67392"/>
                    <a:pt x="6544" y="116404"/>
                  </a:cubicBezTo>
                  <a:cubicBezTo>
                    <a:pt x="-6715" y="165416"/>
                    <a:pt x="326" y="220463"/>
                    <a:pt x="26295" y="265817"/>
                  </a:cubicBezTo>
                  <a:cubicBezTo>
                    <a:pt x="82256" y="363658"/>
                    <a:pt x="213472" y="414499"/>
                    <a:pt x="317988" y="365029"/>
                  </a:cubicBezTo>
                  <a:cubicBezTo>
                    <a:pt x="372121" y="339426"/>
                    <a:pt x="411806" y="285477"/>
                    <a:pt x="415280" y="225126"/>
                  </a:cubicBezTo>
                  <a:lnTo>
                    <a:pt x="410526" y="226406"/>
                  </a:lnTo>
                  <a:cubicBezTo>
                    <a:pt x="432105" y="269109"/>
                    <a:pt x="479288" y="297181"/>
                    <a:pt x="527386" y="293432"/>
                  </a:cubicBezTo>
                  <a:cubicBezTo>
                    <a:pt x="575483" y="289683"/>
                    <a:pt x="614437" y="258136"/>
                    <a:pt x="631170" y="215342"/>
                  </a:cubicBezTo>
                  <a:cubicBezTo>
                    <a:pt x="632359" y="212233"/>
                    <a:pt x="627421" y="210953"/>
                    <a:pt x="626232" y="213971"/>
                  </a:cubicBezTo>
                  <a:cubicBezTo>
                    <a:pt x="609956" y="255576"/>
                    <a:pt x="569082" y="286299"/>
                    <a:pt x="524186" y="288494"/>
                  </a:cubicBezTo>
                  <a:cubicBezTo>
                    <a:pt x="479288" y="290689"/>
                    <a:pt x="435306" y="263988"/>
                    <a:pt x="415006" y="223755"/>
                  </a:cubicBezTo>
                  <a:cubicBezTo>
                    <a:pt x="413817" y="221377"/>
                    <a:pt x="410343" y="222658"/>
                    <a:pt x="410251" y="225035"/>
                  </a:cubicBezTo>
                  <a:cubicBezTo>
                    <a:pt x="407234" y="278619"/>
                    <a:pt x="374315" y="327173"/>
                    <a:pt x="328321" y="353874"/>
                  </a:cubicBezTo>
                  <a:cubicBezTo>
                    <a:pt x="277480" y="383409"/>
                    <a:pt x="213838" y="385421"/>
                    <a:pt x="158791" y="367315"/>
                  </a:cubicBezTo>
                  <a:cubicBezTo>
                    <a:pt x="62139" y="335494"/>
                    <a:pt x="-11562" y="237013"/>
                    <a:pt x="7641" y="133321"/>
                  </a:cubicBezTo>
                  <a:cubicBezTo>
                    <a:pt x="17791" y="78640"/>
                    <a:pt x="50709" y="29902"/>
                    <a:pt x="99721" y="3019"/>
                  </a:cubicBezTo>
                  <a:cubicBezTo>
                    <a:pt x="101550" y="2013"/>
                    <a:pt x="99904" y="-731"/>
                    <a:pt x="98075" y="184"/>
                  </a:cubicBezTo>
                  <a:lnTo>
                    <a:pt x="98075" y="184"/>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0" name="Google Shape;1340;p31"/>
            <p:cNvSpPr/>
            <p:nvPr/>
          </p:nvSpPr>
          <p:spPr>
            <a:xfrm>
              <a:off x="2175780" y="6028633"/>
              <a:ext cx="1028928" cy="524756"/>
            </a:xfrm>
            <a:custGeom>
              <a:rect b="b" l="l" r="r" t="t"/>
              <a:pathLst>
                <a:path extrusionOk="0" h="524756" w="1028928">
                  <a:moveTo>
                    <a:pt x="197442" y="367237"/>
                  </a:moveTo>
                  <a:cubicBezTo>
                    <a:pt x="238498" y="400704"/>
                    <a:pt x="303146" y="356539"/>
                    <a:pt x="301409" y="307710"/>
                  </a:cubicBezTo>
                  <a:cubicBezTo>
                    <a:pt x="299306" y="250377"/>
                    <a:pt x="226794" y="223128"/>
                    <a:pt x="179428" y="241781"/>
                  </a:cubicBezTo>
                  <a:cubicBezTo>
                    <a:pt x="119901" y="265190"/>
                    <a:pt x="98229" y="340719"/>
                    <a:pt x="112677" y="398326"/>
                  </a:cubicBezTo>
                  <a:cubicBezTo>
                    <a:pt x="128039" y="459866"/>
                    <a:pt x="181897" y="513175"/>
                    <a:pt x="246454" y="518662"/>
                  </a:cubicBezTo>
                  <a:cubicBezTo>
                    <a:pt x="316497" y="524605"/>
                    <a:pt x="386723" y="467181"/>
                    <a:pt x="388734" y="395858"/>
                  </a:cubicBezTo>
                  <a:lnTo>
                    <a:pt x="384345" y="397047"/>
                  </a:lnTo>
                  <a:cubicBezTo>
                    <a:pt x="427322" y="467821"/>
                    <a:pt x="503583" y="508786"/>
                    <a:pt x="584142" y="520765"/>
                  </a:cubicBezTo>
                  <a:cubicBezTo>
                    <a:pt x="625107" y="526891"/>
                    <a:pt x="667078" y="525885"/>
                    <a:pt x="707860" y="518296"/>
                  </a:cubicBezTo>
                  <a:cubicBezTo>
                    <a:pt x="755683" y="509335"/>
                    <a:pt x="798568" y="488944"/>
                    <a:pt x="842185" y="468187"/>
                  </a:cubicBezTo>
                  <a:cubicBezTo>
                    <a:pt x="898970" y="441121"/>
                    <a:pt x="962429" y="412042"/>
                    <a:pt x="1025980" y="433165"/>
                  </a:cubicBezTo>
                  <a:cubicBezTo>
                    <a:pt x="1028814" y="434080"/>
                    <a:pt x="1029912" y="430239"/>
                    <a:pt x="1027900" y="428685"/>
                  </a:cubicBezTo>
                  <a:cubicBezTo>
                    <a:pt x="978888" y="390920"/>
                    <a:pt x="917258" y="371352"/>
                    <a:pt x="855444" y="372541"/>
                  </a:cubicBezTo>
                  <a:cubicBezTo>
                    <a:pt x="824080" y="373180"/>
                    <a:pt x="792716" y="379033"/>
                    <a:pt x="763547" y="390554"/>
                  </a:cubicBezTo>
                  <a:cubicBezTo>
                    <a:pt x="730994" y="403447"/>
                    <a:pt x="700819" y="424204"/>
                    <a:pt x="665432" y="428776"/>
                  </a:cubicBezTo>
                  <a:cubicBezTo>
                    <a:pt x="594383" y="438103"/>
                    <a:pt x="534033" y="382691"/>
                    <a:pt x="495262" y="329746"/>
                  </a:cubicBezTo>
                  <a:cubicBezTo>
                    <a:pt x="456491" y="276803"/>
                    <a:pt x="426133" y="215721"/>
                    <a:pt x="372367" y="177316"/>
                  </a:cubicBezTo>
                  <a:cubicBezTo>
                    <a:pt x="324178" y="142935"/>
                    <a:pt x="251849" y="128030"/>
                    <a:pt x="203568" y="170093"/>
                  </a:cubicBezTo>
                  <a:lnTo>
                    <a:pt x="207683" y="171190"/>
                  </a:lnTo>
                  <a:cubicBezTo>
                    <a:pt x="191407" y="74538"/>
                    <a:pt x="100333" y="-1175"/>
                    <a:pt x="2400" y="14"/>
                  </a:cubicBezTo>
                  <a:cubicBezTo>
                    <a:pt x="-800" y="14"/>
                    <a:pt x="-800" y="4952"/>
                    <a:pt x="2400" y="4952"/>
                  </a:cubicBezTo>
                  <a:cubicBezTo>
                    <a:pt x="98321" y="3763"/>
                    <a:pt x="186926" y="77921"/>
                    <a:pt x="202928" y="172470"/>
                  </a:cubicBezTo>
                  <a:cubicBezTo>
                    <a:pt x="203294" y="174390"/>
                    <a:pt x="205763" y="174665"/>
                    <a:pt x="207043" y="173567"/>
                  </a:cubicBezTo>
                  <a:cubicBezTo>
                    <a:pt x="255232" y="131596"/>
                    <a:pt x="328475" y="149610"/>
                    <a:pt x="374835" y="185271"/>
                  </a:cubicBezTo>
                  <a:cubicBezTo>
                    <a:pt x="427871" y="226145"/>
                    <a:pt x="457863" y="289147"/>
                    <a:pt x="497822" y="341268"/>
                  </a:cubicBezTo>
                  <a:cubicBezTo>
                    <a:pt x="532478" y="386531"/>
                    <a:pt x="582039" y="429873"/>
                    <a:pt x="641383" y="434263"/>
                  </a:cubicBezTo>
                  <a:cubicBezTo>
                    <a:pt x="672656" y="436549"/>
                    <a:pt x="701093" y="425027"/>
                    <a:pt x="728708" y="411768"/>
                  </a:cubicBezTo>
                  <a:cubicBezTo>
                    <a:pt x="758518" y="397412"/>
                    <a:pt x="788053" y="385159"/>
                    <a:pt x="820971" y="380130"/>
                  </a:cubicBezTo>
                  <a:cubicBezTo>
                    <a:pt x="892752" y="369340"/>
                    <a:pt x="967915" y="388451"/>
                    <a:pt x="1025431" y="432708"/>
                  </a:cubicBezTo>
                  <a:lnTo>
                    <a:pt x="1027351" y="428228"/>
                  </a:lnTo>
                  <a:cubicBezTo>
                    <a:pt x="926493" y="394852"/>
                    <a:pt x="834138" y="477788"/>
                    <a:pt x="742424" y="504854"/>
                  </a:cubicBezTo>
                  <a:cubicBezTo>
                    <a:pt x="660951" y="528812"/>
                    <a:pt x="568323" y="525154"/>
                    <a:pt x="491513" y="487298"/>
                  </a:cubicBezTo>
                  <a:cubicBezTo>
                    <a:pt x="449176" y="466449"/>
                    <a:pt x="413057" y="434902"/>
                    <a:pt x="388460" y="394486"/>
                  </a:cubicBezTo>
                  <a:cubicBezTo>
                    <a:pt x="387271" y="392475"/>
                    <a:pt x="384162" y="393297"/>
                    <a:pt x="384071" y="395675"/>
                  </a:cubicBezTo>
                  <a:cubicBezTo>
                    <a:pt x="382425" y="454471"/>
                    <a:pt x="332499" y="503208"/>
                    <a:pt x="275897" y="512626"/>
                  </a:cubicBezTo>
                  <a:cubicBezTo>
                    <a:pt x="217010" y="522502"/>
                    <a:pt x="160409" y="485652"/>
                    <a:pt x="132337" y="435360"/>
                  </a:cubicBezTo>
                  <a:cubicBezTo>
                    <a:pt x="104264" y="385068"/>
                    <a:pt x="105087" y="315573"/>
                    <a:pt x="145321" y="271042"/>
                  </a:cubicBezTo>
                  <a:cubicBezTo>
                    <a:pt x="163792" y="250560"/>
                    <a:pt x="189212" y="238673"/>
                    <a:pt x="216919" y="239861"/>
                  </a:cubicBezTo>
                  <a:cubicBezTo>
                    <a:pt x="242522" y="241050"/>
                    <a:pt x="268948" y="252571"/>
                    <a:pt x="284493" y="273420"/>
                  </a:cubicBezTo>
                  <a:cubicBezTo>
                    <a:pt x="303238" y="298566"/>
                    <a:pt x="299580" y="330570"/>
                    <a:pt x="278092" y="352698"/>
                  </a:cubicBezTo>
                  <a:cubicBezTo>
                    <a:pt x="257792" y="373547"/>
                    <a:pt x="224234" y="384519"/>
                    <a:pt x="199362" y="364951"/>
                  </a:cubicBezTo>
                  <a:cubicBezTo>
                    <a:pt x="197990" y="363854"/>
                    <a:pt x="195979" y="365774"/>
                    <a:pt x="197350" y="366963"/>
                  </a:cubicBezTo>
                  <a:lnTo>
                    <a:pt x="197350" y="366963"/>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212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Atomic Age"/>
              <a:buNone/>
              <a:defRPr sz="3200">
                <a:solidFill>
                  <a:schemeClr val="dk1"/>
                </a:solidFill>
                <a:latin typeface="Atomic Age"/>
                <a:ea typeface="Atomic Age"/>
                <a:cs typeface="Atomic Age"/>
                <a:sym typeface="Atomic Age"/>
              </a:defRPr>
            </a:lvl1pPr>
            <a:lvl2pPr lvl="1" rtl="0">
              <a:spcBef>
                <a:spcPts val="0"/>
              </a:spcBef>
              <a:spcAft>
                <a:spcPts val="0"/>
              </a:spcAft>
              <a:buClr>
                <a:schemeClr val="dk1"/>
              </a:buClr>
              <a:buSzPts val="3200"/>
              <a:buFont typeface="Atomic Age"/>
              <a:buNone/>
              <a:defRPr sz="3200">
                <a:solidFill>
                  <a:schemeClr val="dk1"/>
                </a:solidFill>
                <a:latin typeface="Atomic Age"/>
                <a:ea typeface="Atomic Age"/>
                <a:cs typeface="Atomic Age"/>
                <a:sym typeface="Atomic Age"/>
              </a:defRPr>
            </a:lvl2pPr>
            <a:lvl3pPr lvl="2" rtl="0">
              <a:spcBef>
                <a:spcPts val="0"/>
              </a:spcBef>
              <a:spcAft>
                <a:spcPts val="0"/>
              </a:spcAft>
              <a:buClr>
                <a:schemeClr val="dk1"/>
              </a:buClr>
              <a:buSzPts val="3200"/>
              <a:buFont typeface="Atomic Age"/>
              <a:buNone/>
              <a:defRPr sz="3200">
                <a:solidFill>
                  <a:schemeClr val="dk1"/>
                </a:solidFill>
                <a:latin typeface="Atomic Age"/>
                <a:ea typeface="Atomic Age"/>
                <a:cs typeface="Atomic Age"/>
                <a:sym typeface="Atomic Age"/>
              </a:defRPr>
            </a:lvl3pPr>
            <a:lvl4pPr lvl="3" rtl="0">
              <a:spcBef>
                <a:spcPts val="0"/>
              </a:spcBef>
              <a:spcAft>
                <a:spcPts val="0"/>
              </a:spcAft>
              <a:buClr>
                <a:schemeClr val="dk1"/>
              </a:buClr>
              <a:buSzPts val="3200"/>
              <a:buFont typeface="Atomic Age"/>
              <a:buNone/>
              <a:defRPr sz="3200">
                <a:solidFill>
                  <a:schemeClr val="dk1"/>
                </a:solidFill>
                <a:latin typeface="Atomic Age"/>
                <a:ea typeface="Atomic Age"/>
                <a:cs typeface="Atomic Age"/>
                <a:sym typeface="Atomic Age"/>
              </a:defRPr>
            </a:lvl4pPr>
            <a:lvl5pPr lvl="4" rtl="0">
              <a:spcBef>
                <a:spcPts val="0"/>
              </a:spcBef>
              <a:spcAft>
                <a:spcPts val="0"/>
              </a:spcAft>
              <a:buClr>
                <a:schemeClr val="dk1"/>
              </a:buClr>
              <a:buSzPts val="3200"/>
              <a:buFont typeface="Atomic Age"/>
              <a:buNone/>
              <a:defRPr sz="3200">
                <a:solidFill>
                  <a:schemeClr val="dk1"/>
                </a:solidFill>
                <a:latin typeface="Atomic Age"/>
                <a:ea typeface="Atomic Age"/>
                <a:cs typeface="Atomic Age"/>
                <a:sym typeface="Atomic Age"/>
              </a:defRPr>
            </a:lvl5pPr>
            <a:lvl6pPr lvl="5" rtl="0">
              <a:spcBef>
                <a:spcPts val="0"/>
              </a:spcBef>
              <a:spcAft>
                <a:spcPts val="0"/>
              </a:spcAft>
              <a:buClr>
                <a:schemeClr val="dk1"/>
              </a:buClr>
              <a:buSzPts val="3200"/>
              <a:buFont typeface="Atomic Age"/>
              <a:buNone/>
              <a:defRPr sz="3200">
                <a:solidFill>
                  <a:schemeClr val="dk1"/>
                </a:solidFill>
                <a:latin typeface="Atomic Age"/>
                <a:ea typeface="Atomic Age"/>
                <a:cs typeface="Atomic Age"/>
                <a:sym typeface="Atomic Age"/>
              </a:defRPr>
            </a:lvl6pPr>
            <a:lvl7pPr lvl="6" rtl="0">
              <a:spcBef>
                <a:spcPts val="0"/>
              </a:spcBef>
              <a:spcAft>
                <a:spcPts val="0"/>
              </a:spcAft>
              <a:buClr>
                <a:schemeClr val="dk1"/>
              </a:buClr>
              <a:buSzPts val="3200"/>
              <a:buFont typeface="Atomic Age"/>
              <a:buNone/>
              <a:defRPr sz="3200">
                <a:solidFill>
                  <a:schemeClr val="dk1"/>
                </a:solidFill>
                <a:latin typeface="Atomic Age"/>
                <a:ea typeface="Atomic Age"/>
                <a:cs typeface="Atomic Age"/>
                <a:sym typeface="Atomic Age"/>
              </a:defRPr>
            </a:lvl7pPr>
            <a:lvl8pPr lvl="7" rtl="0">
              <a:spcBef>
                <a:spcPts val="0"/>
              </a:spcBef>
              <a:spcAft>
                <a:spcPts val="0"/>
              </a:spcAft>
              <a:buClr>
                <a:schemeClr val="dk1"/>
              </a:buClr>
              <a:buSzPts val="3200"/>
              <a:buFont typeface="Atomic Age"/>
              <a:buNone/>
              <a:defRPr sz="3200">
                <a:solidFill>
                  <a:schemeClr val="dk1"/>
                </a:solidFill>
                <a:latin typeface="Atomic Age"/>
                <a:ea typeface="Atomic Age"/>
                <a:cs typeface="Atomic Age"/>
                <a:sym typeface="Atomic Age"/>
              </a:defRPr>
            </a:lvl8pPr>
            <a:lvl9pPr lvl="8" rtl="0">
              <a:spcBef>
                <a:spcPts val="0"/>
              </a:spcBef>
              <a:spcAft>
                <a:spcPts val="0"/>
              </a:spcAft>
              <a:buClr>
                <a:schemeClr val="dk1"/>
              </a:buClr>
              <a:buSzPts val="3200"/>
              <a:buFont typeface="Atomic Age"/>
              <a:buNone/>
              <a:defRPr sz="3200">
                <a:solidFill>
                  <a:schemeClr val="dk1"/>
                </a:solidFill>
                <a:latin typeface="Atomic Age"/>
                <a:ea typeface="Atomic Age"/>
                <a:cs typeface="Atomic Age"/>
                <a:sym typeface="Atomic Ag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Yuji Syuku"/>
              <a:buChar char="●"/>
              <a:defRPr>
                <a:solidFill>
                  <a:schemeClr val="dk1"/>
                </a:solidFill>
                <a:latin typeface="Yuji Syuku"/>
                <a:ea typeface="Yuji Syuku"/>
                <a:cs typeface="Yuji Syuku"/>
                <a:sym typeface="Yuji Syuku"/>
              </a:defRPr>
            </a:lvl1pPr>
            <a:lvl2pPr indent="-317500" lvl="1" marL="914400">
              <a:lnSpc>
                <a:spcPct val="100000"/>
              </a:lnSpc>
              <a:spcBef>
                <a:spcPts val="1600"/>
              </a:spcBef>
              <a:spcAft>
                <a:spcPts val="0"/>
              </a:spcAft>
              <a:buClr>
                <a:schemeClr val="dk1"/>
              </a:buClr>
              <a:buSzPts val="1400"/>
              <a:buFont typeface="Yuji Syuku"/>
              <a:buChar char="○"/>
              <a:defRPr>
                <a:solidFill>
                  <a:schemeClr val="dk1"/>
                </a:solidFill>
                <a:latin typeface="Yuji Syuku"/>
                <a:ea typeface="Yuji Syuku"/>
                <a:cs typeface="Yuji Syuku"/>
                <a:sym typeface="Yuji Syuku"/>
              </a:defRPr>
            </a:lvl2pPr>
            <a:lvl3pPr indent="-317500" lvl="2" marL="1371600">
              <a:lnSpc>
                <a:spcPct val="100000"/>
              </a:lnSpc>
              <a:spcBef>
                <a:spcPts val="1600"/>
              </a:spcBef>
              <a:spcAft>
                <a:spcPts val="0"/>
              </a:spcAft>
              <a:buClr>
                <a:schemeClr val="dk1"/>
              </a:buClr>
              <a:buSzPts val="1400"/>
              <a:buFont typeface="Yuji Syuku"/>
              <a:buChar char="■"/>
              <a:defRPr>
                <a:solidFill>
                  <a:schemeClr val="dk1"/>
                </a:solidFill>
                <a:latin typeface="Yuji Syuku"/>
                <a:ea typeface="Yuji Syuku"/>
                <a:cs typeface="Yuji Syuku"/>
                <a:sym typeface="Yuji Syuku"/>
              </a:defRPr>
            </a:lvl3pPr>
            <a:lvl4pPr indent="-317500" lvl="3" marL="1828800">
              <a:lnSpc>
                <a:spcPct val="100000"/>
              </a:lnSpc>
              <a:spcBef>
                <a:spcPts val="1600"/>
              </a:spcBef>
              <a:spcAft>
                <a:spcPts val="0"/>
              </a:spcAft>
              <a:buClr>
                <a:schemeClr val="dk1"/>
              </a:buClr>
              <a:buSzPts val="1400"/>
              <a:buFont typeface="Yuji Syuku"/>
              <a:buChar char="●"/>
              <a:defRPr>
                <a:solidFill>
                  <a:schemeClr val="dk1"/>
                </a:solidFill>
                <a:latin typeface="Yuji Syuku"/>
                <a:ea typeface="Yuji Syuku"/>
                <a:cs typeface="Yuji Syuku"/>
                <a:sym typeface="Yuji Syuku"/>
              </a:defRPr>
            </a:lvl4pPr>
            <a:lvl5pPr indent="-317500" lvl="4" marL="2286000">
              <a:lnSpc>
                <a:spcPct val="100000"/>
              </a:lnSpc>
              <a:spcBef>
                <a:spcPts val="1600"/>
              </a:spcBef>
              <a:spcAft>
                <a:spcPts val="0"/>
              </a:spcAft>
              <a:buClr>
                <a:schemeClr val="dk1"/>
              </a:buClr>
              <a:buSzPts val="1400"/>
              <a:buFont typeface="Yuji Syuku"/>
              <a:buChar char="○"/>
              <a:defRPr>
                <a:solidFill>
                  <a:schemeClr val="dk1"/>
                </a:solidFill>
                <a:latin typeface="Yuji Syuku"/>
                <a:ea typeface="Yuji Syuku"/>
                <a:cs typeface="Yuji Syuku"/>
                <a:sym typeface="Yuji Syuku"/>
              </a:defRPr>
            </a:lvl5pPr>
            <a:lvl6pPr indent="-317500" lvl="5" marL="2743200">
              <a:lnSpc>
                <a:spcPct val="100000"/>
              </a:lnSpc>
              <a:spcBef>
                <a:spcPts val="1600"/>
              </a:spcBef>
              <a:spcAft>
                <a:spcPts val="0"/>
              </a:spcAft>
              <a:buClr>
                <a:schemeClr val="dk1"/>
              </a:buClr>
              <a:buSzPts val="1400"/>
              <a:buFont typeface="Yuji Syuku"/>
              <a:buChar char="■"/>
              <a:defRPr>
                <a:solidFill>
                  <a:schemeClr val="dk1"/>
                </a:solidFill>
                <a:latin typeface="Yuji Syuku"/>
                <a:ea typeface="Yuji Syuku"/>
                <a:cs typeface="Yuji Syuku"/>
                <a:sym typeface="Yuji Syuku"/>
              </a:defRPr>
            </a:lvl6pPr>
            <a:lvl7pPr indent="-317500" lvl="6" marL="3200400">
              <a:lnSpc>
                <a:spcPct val="100000"/>
              </a:lnSpc>
              <a:spcBef>
                <a:spcPts val="1600"/>
              </a:spcBef>
              <a:spcAft>
                <a:spcPts val="0"/>
              </a:spcAft>
              <a:buClr>
                <a:schemeClr val="dk1"/>
              </a:buClr>
              <a:buSzPts val="1400"/>
              <a:buFont typeface="Yuji Syuku"/>
              <a:buChar char="●"/>
              <a:defRPr>
                <a:solidFill>
                  <a:schemeClr val="dk1"/>
                </a:solidFill>
                <a:latin typeface="Yuji Syuku"/>
                <a:ea typeface="Yuji Syuku"/>
                <a:cs typeface="Yuji Syuku"/>
                <a:sym typeface="Yuji Syuku"/>
              </a:defRPr>
            </a:lvl7pPr>
            <a:lvl8pPr indent="-317500" lvl="7" marL="3657600">
              <a:lnSpc>
                <a:spcPct val="100000"/>
              </a:lnSpc>
              <a:spcBef>
                <a:spcPts val="1600"/>
              </a:spcBef>
              <a:spcAft>
                <a:spcPts val="0"/>
              </a:spcAft>
              <a:buClr>
                <a:schemeClr val="dk1"/>
              </a:buClr>
              <a:buSzPts val="1400"/>
              <a:buFont typeface="Yuji Syuku"/>
              <a:buChar char="○"/>
              <a:defRPr>
                <a:solidFill>
                  <a:schemeClr val="dk1"/>
                </a:solidFill>
                <a:latin typeface="Yuji Syuku"/>
                <a:ea typeface="Yuji Syuku"/>
                <a:cs typeface="Yuji Syuku"/>
                <a:sym typeface="Yuji Syuku"/>
              </a:defRPr>
            </a:lvl8pPr>
            <a:lvl9pPr indent="-317500" lvl="8" marL="4114800">
              <a:lnSpc>
                <a:spcPct val="100000"/>
              </a:lnSpc>
              <a:spcBef>
                <a:spcPts val="1600"/>
              </a:spcBef>
              <a:spcAft>
                <a:spcPts val="1600"/>
              </a:spcAft>
              <a:buClr>
                <a:schemeClr val="dk1"/>
              </a:buClr>
              <a:buSzPts val="1400"/>
              <a:buFont typeface="Yuji Syuku"/>
              <a:buChar char="■"/>
              <a:defRPr>
                <a:solidFill>
                  <a:schemeClr val="dk1"/>
                </a:solidFill>
                <a:latin typeface="Yuji Syuku"/>
                <a:ea typeface="Yuji Syuku"/>
                <a:cs typeface="Yuji Syuku"/>
                <a:sym typeface="Yuji Syuku"/>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draw.io/"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hyperlink" Target="https://docs.google.com/document/d/1QMWm_ORE4uCqS1gZWHWgghU5bgUP5cbDD4p5HkXfoWI/edit"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4" name="Shape 1344"/>
        <p:cNvGrpSpPr/>
        <p:nvPr/>
      </p:nvGrpSpPr>
      <p:grpSpPr>
        <a:xfrm>
          <a:off x="0" y="0"/>
          <a:ext cx="0" cy="0"/>
          <a:chOff x="0" y="0"/>
          <a:chExt cx="0" cy="0"/>
        </a:xfrm>
      </p:grpSpPr>
      <p:sp>
        <p:nvSpPr>
          <p:cNvPr id="1345" name="Google Shape;1345;p32"/>
          <p:cNvSpPr txBox="1"/>
          <p:nvPr>
            <p:ph type="ctrTitle"/>
          </p:nvPr>
        </p:nvSpPr>
        <p:spPr>
          <a:xfrm>
            <a:off x="3122725" y="2256175"/>
            <a:ext cx="5239800" cy="100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5800"/>
              <a:t>BINARY</a:t>
            </a:r>
            <a:r>
              <a:rPr b="1" lang="en" sz="5800"/>
              <a:t> </a:t>
            </a:r>
            <a:r>
              <a:rPr b="1" lang="en" sz="5800">
                <a:solidFill>
                  <a:schemeClr val="dk2"/>
                </a:solidFill>
              </a:rPr>
              <a:t>TREE</a:t>
            </a:r>
            <a:endParaRPr b="1" sz="5800">
              <a:solidFill>
                <a:schemeClr val="dk2"/>
              </a:solidFill>
            </a:endParaRPr>
          </a:p>
        </p:txBody>
      </p:sp>
      <p:sp>
        <p:nvSpPr>
          <p:cNvPr id="1346" name="Google Shape;1346;p32"/>
          <p:cNvSpPr txBox="1"/>
          <p:nvPr>
            <p:ph idx="1" type="subTitle"/>
          </p:nvPr>
        </p:nvSpPr>
        <p:spPr>
          <a:xfrm>
            <a:off x="3203875" y="3428300"/>
            <a:ext cx="5077500" cy="1008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Lora"/>
                <a:ea typeface="Lora"/>
                <a:cs typeface="Lora"/>
                <a:sym typeface="Lora"/>
              </a:rPr>
              <a:t>THỰC HÀNH CẤU TRÚC DỮ LIỆU VÀ GIẢI THUẬT</a:t>
            </a:r>
            <a:endParaRPr b="1">
              <a:solidFill>
                <a:schemeClr val="dk2"/>
              </a:solidFill>
              <a:latin typeface="Lora"/>
              <a:ea typeface="Lora"/>
              <a:cs typeface="Lora"/>
              <a:sym typeface="Lora"/>
            </a:endParaRPr>
          </a:p>
          <a:p>
            <a:pPr indent="0" lvl="0" marL="0" rtl="0" algn="l">
              <a:lnSpc>
                <a:spcPct val="115000"/>
              </a:lnSpc>
              <a:spcBef>
                <a:spcPts val="0"/>
              </a:spcBef>
              <a:spcAft>
                <a:spcPts val="0"/>
              </a:spcAft>
              <a:buNone/>
            </a:pPr>
            <a:r>
              <a:rPr b="1" lang="en">
                <a:latin typeface="Lora"/>
                <a:ea typeface="Lora"/>
                <a:cs typeface="Lora"/>
                <a:sym typeface="Lora"/>
              </a:rPr>
              <a:t>TUẦN 11 - THÁNG 01 NĂM 2026</a:t>
            </a:r>
            <a:endParaRPr b="1">
              <a:latin typeface="Lora"/>
              <a:ea typeface="Lora"/>
              <a:cs typeface="Lora"/>
              <a:sym typeface="Lora"/>
            </a:endParaRPr>
          </a:p>
        </p:txBody>
      </p:sp>
      <p:pic>
        <p:nvPicPr>
          <p:cNvPr id="1347" name="Google Shape;1347;p32"/>
          <p:cNvPicPr preferRelativeResize="0"/>
          <p:nvPr/>
        </p:nvPicPr>
        <p:blipFill>
          <a:blip r:embed="rId3">
            <a:alphaModFix/>
          </a:blip>
          <a:stretch>
            <a:fillRect/>
          </a:stretch>
        </p:blipFill>
        <p:spPr>
          <a:xfrm>
            <a:off x="-511773" y="1633964"/>
            <a:ext cx="2769876" cy="5887190"/>
          </a:xfrm>
          <a:prstGeom prst="rect">
            <a:avLst/>
          </a:prstGeom>
          <a:noFill/>
          <a:ln>
            <a:noFill/>
          </a:ln>
        </p:spPr>
      </p:pic>
      <p:sp>
        <p:nvSpPr>
          <p:cNvPr id="1348" name="Google Shape;1348;p32"/>
          <p:cNvSpPr txBox="1"/>
          <p:nvPr/>
        </p:nvSpPr>
        <p:spPr>
          <a:xfrm>
            <a:off x="3203875" y="1223600"/>
            <a:ext cx="49932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Lora"/>
                <a:ea typeface="Lora"/>
                <a:cs typeface="Lora"/>
                <a:sym typeface="Lora"/>
              </a:rPr>
              <a:t>TRƯỜNG ĐH KHOA HỌC TỰ NHIÊN - ĐHQG TPHCM</a:t>
            </a:r>
            <a:endParaRPr>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a:solidFill>
                  <a:schemeClr val="dk1"/>
                </a:solidFill>
                <a:latin typeface="Lora"/>
                <a:ea typeface="Lora"/>
                <a:cs typeface="Lora"/>
                <a:sym typeface="Lora"/>
              </a:rPr>
              <a:t>KHOA TOÁN - TIN HỌC</a:t>
            </a:r>
            <a:endParaRPr>
              <a:solidFill>
                <a:schemeClr val="dk1"/>
              </a:solidFill>
              <a:latin typeface="Lora"/>
              <a:ea typeface="Lora"/>
              <a:cs typeface="Lora"/>
              <a:sym typeface="Lora"/>
            </a:endParaRPr>
          </a:p>
          <a:p>
            <a:pPr indent="0" lvl="0" marL="0" rtl="0" algn="l">
              <a:lnSpc>
                <a:spcPct val="115000"/>
              </a:lnSpc>
              <a:spcBef>
                <a:spcPts val="0"/>
              </a:spcBef>
              <a:spcAft>
                <a:spcPts val="0"/>
              </a:spcAft>
              <a:buNone/>
            </a:pPr>
            <a:r>
              <a:rPr lang="en">
                <a:solidFill>
                  <a:schemeClr val="dk1"/>
                </a:solidFill>
                <a:latin typeface="Lora"/>
                <a:ea typeface="Lora"/>
                <a:cs typeface="Lora"/>
                <a:sym typeface="Lora"/>
              </a:rPr>
              <a:t>BỘ MÔN ỨNG DỤNG TIN HỌC</a:t>
            </a:r>
            <a:endParaRPr sz="1200">
              <a:solidFill>
                <a:schemeClr val="dk1"/>
              </a:solidFill>
              <a:latin typeface="Lora"/>
              <a:ea typeface="Lora"/>
              <a:cs typeface="Lora"/>
              <a:sym typeface="Lora"/>
            </a:endParaRPr>
          </a:p>
        </p:txBody>
      </p:sp>
      <p:sp>
        <p:nvSpPr>
          <p:cNvPr id="1349" name="Google Shape;1349;p32"/>
          <p:cNvSpPr/>
          <p:nvPr/>
        </p:nvSpPr>
        <p:spPr>
          <a:xfrm>
            <a:off x="1547375" y="356750"/>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350" name="Google Shape;1350;p32"/>
          <p:cNvSpPr/>
          <p:nvPr/>
        </p:nvSpPr>
        <p:spPr>
          <a:xfrm>
            <a:off x="972850" y="779325"/>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351" name="Google Shape;1351;p32"/>
          <p:cNvSpPr/>
          <p:nvPr/>
        </p:nvSpPr>
        <p:spPr>
          <a:xfrm>
            <a:off x="2139900" y="779325"/>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352" name="Google Shape;1352;p32"/>
          <p:cNvSpPr/>
          <p:nvPr/>
        </p:nvSpPr>
        <p:spPr>
          <a:xfrm>
            <a:off x="603975" y="1278100"/>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353" name="Google Shape;1353;p32"/>
          <p:cNvSpPr/>
          <p:nvPr/>
        </p:nvSpPr>
        <p:spPr>
          <a:xfrm>
            <a:off x="1269000" y="1278100"/>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354" name="Google Shape;1354;p32"/>
          <p:cNvSpPr/>
          <p:nvPr/>
        </p:nvSpPr>
        <p:spPr>
          <a:xfrm>
            <a:off x="1827300" y="1278100"/>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355" name="Google Shape;1355;p32"/>
          <p:cNvSpPr/>
          <p:nvPr/>
        </p:nvSpPr>
        <p:spPr>
          <a:xfrm>
            <a:off x="2461800" y="1278100"/>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cxnSp>
        <p:nvCxnSpPr>
          <p:cNvPr id="1356" name="Google Shape;1356;p32"/>
          <p:cNvCxnSpPr>
            <a:stCxn id="1349" idx="3"/>
            <a:endCxn id="1350" idx="7"/>
          </p:cNvCxnSpPr>
          <p:nvPr/>
        </p:nvCxnSpPr>
        <p:spPr>
          <a:xfrm flipH="1">
            <a:off x="1203903" y="587722"/>
            <a:ext cx="383100" cy="231300"/>
          </a:xfrm>
          <a:prstGeom prst="straightConnector1">
            <a:avLst/>
          </a:prstGeom>
          <a:noFill/>
          <a:ln cap="flat" cmpd="sng" w="9525">
            <a:solidFill>
              <a:schemeClr val="dk2"/>
            </a:solidFill>
            <a:prstDash val="solid"/>
            <a:round/>
            <a:headEnd len="med" w="med" type="none"/>
            <a:tailEnd len="med" w="med" type="none"/>
          </a:ln>
        </p:spPr>
      </p:cxnSp>
      <p:cxnSp>
        <p:nvCxnSpPr>
          <p:cNvPr id="1357" name="Google Shape;1357;p32"/>
          <p:cNvCxnSpPr>
            <a:stCxn id="1349" idx="6"/>
          </p:cNvCxnSpPr>
          <p:nvPr/>
        </p:nvCxnSpPr>
        <p:spPr>
          <a:xfrm>
            <a:off x="1817975" y="492050"/>
            <a:ext cx="0" cy="0"/>
          </a:xfrm>
          <a:prstGeom prst="straightConnector1">
            <a:avLst/>
          </a:prstGeom>
          <a:noFill/>
          <a:ln cap="flat" cmpd="sng" w="9525">
            <a:solidFill>
              <a:schemeClr val="dk2"/>
            </a:solidFill>
            <a:prstDash val="solid"/>
            <a:round/>
            <a:headEnd len="med" w="med" type="none"/>
            <a:tailEnd len="med" w="med" type="none"/>
          </a:ln>
        </p:spPr>
      </p:cxnSp>
      <p:cxnSp>
        <p:nvCxnSpPr>
          <p:cNvPr id="1358" name="Google Shape;1358;p32"/>
          <p:cNvCxnSpPr>
            <a:stCxn id="1349" idx="5"/>
            <a:endCxn id="1351" idx="1"/>
          </p:cNvCxnSpPr>
          <p:nvPr/>
        </p:nvCxnSpPr>
        <p:spPr>
          <a:xfrm>
            <a:off x="1778347" y="587722"/>
            <a:ext cx="401100" cy="231300"/>
          </a:xfrm>
          <a:prstGeom prst="straightConnector1">
            <a:avLst/>
          </a:prstGeom>
          <a:noFill/>
          <a:ln cap="flat" cmpd="sng" w="9525">
            <a:solidFill>
              <a:schemeClr val="dk2"/>
            </a:solidFill>
            <a:prstDash val="solid"/>
            <a:round/>
            <a:headEnd len="med" w="med" type="none"/>
            <a:tailEnd len="med" w="med" type="none"/>
          </a:ln>
        </p:spPr>
      </p:cxnSp>
      <p:cxnSp>
        <p:nvCxnSpPr>
          <p:cNvPr id="1359" name="Google Shape;1359;p32"/>
          <p:cNvCxnSpPr>
            <a:stCxn id="1350" idx="3"/>
            <a:endCxn id="1352" idx="0"/>
          </p:cNvCxnSpPr>
          <p:nvPr/>
        </p:nvCxnSpPr>
        <p:spPr>
          <a:xfrm flipH="1">
            <a:off x="739178" y="1010297"/>
            <a:ext cx="273300" cy="267900"/>
          </a:xfrm>
          <a:prstGeom prst="straightConnector1">
            <a:avLst/>
          </a:prstGeom>
          <a:noFill/>
          <a:ln cap="flat" cmpd="sng" w="9525">
            <a:solidFill>
              <a:schemeClr val="dk2"/>
            </a:solidFill>
            <a:prstDash val="solid"/>
            <a:round/>
            <a:headEnd len="med" w="med" type="none"/>
            <a:tailEnd len="med" w="med" type="none"/>
          </a:ln>
        </p:spPr>
      </p:cxnSp>
      <p:cxnSp>
        <p:nvCxnSpPr>
          <p:cNvPr id="1360" name="Google Shape;1360;p32"/>
          <p:cNvCxnSpPr>
            <a:stCxn id="1350" idx="5"/>
            <a:endCxn id="1353" idx="0"/>
          </p:cNvCxnSpPr>
          <p:nvPr/>
        </p:nvCxnSpPr>
        <p:spPr>
          <a:xfrm>
            <a:off x="1203822" y="1010297"/>
            <a:ext cx="200400" cy="267900"/>
          </a:xfrm>
          <a:prstGeom prst="straightConnector1">
            <a:avLst/>
          </a:prstGeom>
          <a:noFill/>
          <a:ln cap="flat" cmpd="sng" w="9525">
            <a:solidFill>
              <a:schemeClr val="dk2"/>
            </a:solidFill>
            <a:prstDash val="solid"/>
            <a:round/>
            <a:headEnd len="med" w="med" type="none"/>
            <a:tailEnd len="med" w="med" type="none"/>
          </a:ln>
        </p:spPr>
      </p:cxnSp>
      <p:cxnSp>
        <p:nvCxnSpPr>
          <p:cNvPr id="1361" name="Google Shape;1361;p32"/>
          <p:cNvCxnSpPr>
            <a:stCxn id="1351" idx="3"/>
            <a:endCxn id="1354" idx="0"/>
          </p:cNvCxnSpPr>
          <p:nvPr/>
        </p:nvCxnSpPr>
        <p:spPr>
          <a:xfrm flipH="1">
            <a:off x="1962628" y="1010297"/>
            <a:ext cx="216900" cy="267900"/>
          </a:xfrm>
          <a:prstGeom prst="straightConnector1">
            <a:avLst/>
          </a:prstGeom>
          <a:noFill/>
          <a:ln cap="flat" cmpd="sng" w="9525">
            <a:solidFill>
              <a:schemeClr val="dk2"/>
            </a:solidFill>
            <a:prstDash val="solid"/>
            <a:round/>
            <a:headEnd len="med" w="med" type="none"/>
            <a:tailEnd len="med" w="med" type="none"/>
          </a:ln>
        </p:spPr>
      </p:cxnSp>
      <p:cxnSp>
        <p:nvCxnSpPr>
          <p:cNvPr id="1362" name="Google Shape;1362;p32"/>
          <p:cNvCxnSpPr>
            <a:stCxn id="1351" idx="5"/>
            <a:endCxn id="1355" idx="0"/>
          </p:cNvCxnSpPr>
          <p:nvPr/>
        </p:nvCxnSpPr>
        <p:spPr>
          <a:xfrm>
            <a:off x="2370872" y="1010297"/>
            <a:ext cx="226200" cy="267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33"/>
          <p:cNvSpPr txBox="1"/>
          <p:nvPr>
            <p:ph type="title"/>
          </p:nvPr>
        </p:nvSpPr>
        <p:spPr>
          <a:xfrm>
            <a:off x="725200" y="521225"/>
            <a:ext cx="7698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1368" name="Google Shape;1368;p33"/>
          <p:cNvSpPr txBox="1"/>
          <p:nvPr>
            <p:ph idx="3" type="subTitle"/>
          </p:nvPr>
        </p:nvSpPr>
        <p:spPr>
          <a:xfrm>
            <a:off x="5890900" y="2113300"/>
            <a:ext cx="2533200" cy="88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Binary tree implement</a:t>
            </a:r>
            <a:endParaRPr sz="1600">
              <a:solidFill>
                <a:srgbClr val="666666"/>
              </a:solidFill>
            </a:endParaRPr>
          </a:p>
        </p:txBody>
      </p:sp>
      <p:sp>
        <p:nvSpPr>
          <p:cNvPr id="1369" name="Google Shape;1369;p33"/>
          <p:cNvSpPr txBox="1"/>
          <p:nvPr>
            <p:ph idx="1" type="subTitle"/>
          </p:nvPr>
        </p:nvSpPr>
        <p:spPr>
          <a:xfrm>
            <a:off x="1999025" y="2113375"/>
            <a:ext cx="2533200" cy="79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a:t>
            </a:r>
            <a:r>
              <a:rPr lang="en"/>
              <a:t>new</a:t>
            </a:r>
            <a:r>
              <a:rPr lang="en"/>
              <a:t> </a:t>
            </a:r>
            <a:r>
              <a:rPr lang="en"/>
              <a:t>node-based</a:t>
            </a:r>
            <a:r>
              <a:rPr lang="en"/>
              <a:t> </a:t>
            </a:r>
            <a:r>
              <a:rPr lang="en"/>
              <a:t>data structure</a:t>
            </a:r>
            <a:endParaRPr/>
          </a:p>
        </p:txBody>
      </p:sp>
      <p:sp>
        <p:nvSpPr>
          <p:cNvPr id="1370" name="Google Shape;1370;p33"/>
          <p:cNvSpPr txBox="1"/>
          <p:nvPr>
            <p:ph idx="4" type="subTitle"/>
          </p:nvPr>
        </p:nvSpPr>
        <p:spPr>
          <a:xfrm>
            <a:off x="3742875" y="3902000"/>
            <a:ext cx="2533200" cy="88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exercises</a:t>
            </a:r>
            <a:endParaRPr/>
          </a:p>
        </p:txBody>
      </p:sp>
      <p:sp>
        <p:nvSpPr>
          <p:cNvPr id="1371" name="Google Shape;1371;p33"/>
          <p:cNvSpPr txBox="1"/>
          <p:nvPr>
            <p:ph idx="5" type="title"/>
          </p:nvPr>
        </p:nvSpPr>
        <p:spPr>
          <a:xfrm>
            <a:off x="1267720" y="1503650"/>
            <a:ext cx="734700" cy="74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372" name="Google Shape;1372;p33"/>
          <p:cNvSpPr txBox="1"/>
          <p:nvPr>
            <p:ph idx="6" type="title"/>
          </p:nvPr>
        </p:nvSpPr>
        <p:spPr>
          <a:xfrm>
            <a:off x="5159595" y="1503650"/>
            <a:ext cx="734700" cy="74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373" name="Google Shape;1373;p33"/>
          <p:cNvSpPr txBox="1"/>
          <p:nvPr>
            <p:ph idx="8" type="title"/>
          </p:nvPr>
        </p:nvSpPr>
        <p:spPr>
          <a:xfrm>
            <a:off x="3008178" y="3292350"/>
            <a:ext cx="734700" cy="74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374" name="Google Shape;1374;p33"/>
          <p:cNvSpPr txBox="1"/>
          <p:nvPr>
            <p:ph idx="9" type="subTitle"/>
          </p:nvPr>
        </p:nvSpPr>
        <p:spPr>
          <a:xfrm>
            <a:off x="1999027" y="1503650"/>
            <a:ext cx="2533200" cy="74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t>BINARY</a:t>
            </a:r>
            <a:endParaRPr b="1"/>
          </a:p>
          <a:p>
            <a:pPr indent="0" lvl="0" marL="0" rtl="0" algn="l">
              <a:spcBef>
                <a:spcPts val="0"/>
              </a:spcBef>
              <a:spcAft>
                <a:spcPts val="0"/>
              </a:spcAft>
              <a:buNone/>
            </a:pPr>
            <a:r>
              <a:rPr b="1" lang="en"/>
              <a:t>TREE</a:t>
            </a:r>
            <a:endParaRPr b="1"/>
          </a:p>
        </p:txBody>
      </p:sp>
      <p:sp>
        <p:nvSpPr>
          <p:cNvPr id="1375" name="Google Shape;1375;p33"/>
          <p:cNvSpPr txBox="1"/>
          <p:nvPr>
            <p:ph idx="14" type="subTitle"/>
          </p:nvPr>
        </p:nvSpPr>
        <p:spPr>
          <a:xfrm>
            <a:off x="5890900" y="1503650"/>
            <a:ext cx="2533200" cy="70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t>PRACTICE</a:t>
            </a:r>
            <a:endParaRPr b="1"/>
          </a:p>
        </p:txBody>
      </p:sp>
      <p:sp>
        <p:nvSpPr>
          <p:cNvPr id="1376" name="Google Shape;1376;p33"/>
          <p:cNvSpPr txBox="1"/>
          <p:nvPr>
            <p:ph idx="15" type="subTitle"/>
          </p:nvPr>
        </p:nvSpPr>
        <p:spPr>
          <a:xfrm>
            <a:off x="3742880" y="3216150"/>
            <a:ext cx="2533200" cy="74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t>HOMEWORK</a:t>
            </a:r>
            <a:endParaRPr b="1"/>
          </a:p>
        </p:txBody>
      </p:sp>
      <p:grpSp>
        <p:nvGrpSpPr>
          <p:cNvPr id="1377" name="Google Shape;1377;p33"/>
          <p:cNvGrpSpPr/>
          <p:nvPr/>
        </p:nvGrpSpPr>
        <p:grpSpPr>
          <a:xfrm>
            <a:off x="80381" y="2633674"/>
            <a:ext cx="2102006" cy="625764"/>
            <a:chOff x="3061501" y="5366201"/>
            <a:chExt cx="4019131" cy="1196489"/>
          </a:xfrm>
        </p:grpSpPr>
        <p:sp>
          <p:nvSpPr>
            <p:cNvPr id="1378" name="Google Shape;1378;p33"/>
            <p:cNvSpPr/>
            <p:nvPr/>
          </p:nvSpPr>
          <p:spPr>
            <a:xfrm>
              <a:off x="3103425" y="5369005"/>
              <a:ext cx="3973616" cy="1191549"/>
            </a:xfrm>
            <a:custGeom>
              <a:rect b="b" l="l" r="r" t="t"/>
              <a:pathLst>
                <a:path extrusionOk="0" h="1191549" w="3973616">
                  <a:moveTo>
                    <a:pt x="1356787" y="389076"/>
                  </a:moveTo>
                  <a:cubicBezTo>
                    <a:pt x="1349289" y="368136"/>
                    <a:pt x="1344168" y="346465"/>
                    <a:pt x="1341699" y="324336"/>
                  </a:cubicBezTo>
                  <a:cubicBezTo>
                    <a:pt x="1327343" y="184981"/>
                    <a:pt x="1427104" y="42609"/>
                    <a:pt x="1562801" y="9051"/>
                  </a:cubicBezTo>
                  <a:cubicBezTo>
                    <a:pt x="1591788" y="1736"/>
                    <a:pt x="1621688" y="-916"/>
                    <a:pt x="1651315" y="273"/>
                  </a:cubicBezTo>
                  <a:cubicBezTo>
                    <a:pt x="1734709" y="3473"/>
                    <a:pt x="1818650" y="39684"/>
                    <a:pt x="1868759" y="106069"/>
                  </a:cubicBezTo>
                  <a:cubicBezTo>
                    <a:pt x="1916400" y="169345"/>
                    <a:pt x="1928378" y="260054"/>
                    <a:pt x="1891894" y="329365"/>
                  </a:cubicBezTo>
                  <a:lnTo>
                    <a:pt x="1908719" y="339332"/>
                  </a:lnTo>
                  <a:cubicBezTo>
                    <a:pt x="1917222" y="320130"/>
                    <a:pt x="1929384" y="302391"/>
                    <a:pt x="1945478" y="288766"/>
                  </a:cubicBezTo>
                  <a:cubicBezTo>
                    <a:pt x="2004547" y="238200"/>
                    <a:pt x="2095348" y="237194"/>
                    <a:pt x="2165391" y="271209"/>
                  </a:cubicBezTo>
                  <a:cubicBezTo>
                    <a:pt x="2235708" y="305042"/>
                    <a:pt x="2287463" y="368044"/>
                    <a:pt x="2327422" y="434887"/>
                  </a:cubicBezTo>
                  <a:cubicBezTo>
                    <a:pt x="2354946" y="319307"/>
                    <a:pt x="2488448" y="241491"/>
                    <a:pt x="2602565" y="274135"/>
                  </a:cubicBezTo>
                  <a:cubicBezTo>
                    <a:pt x="2716408" y="306963"/>
                    <a:pt x="2788463" y="443665"/>
                    <a:pt x="2750698" y="556045"/>
                  </a:cubicBezTo>
                  <a:cubicBezTo>
                    <a:pt x="2776484" y="463873"/>
                    <a:pt x="2908066" y="422451"/>
                    <a:pt x="2982041" y="483350"/>
                  </a:cubicBezTo>
                  <a:cubicBezTo>
                    <a:pt x="3013680" y="509411"/>
                    <a:pt x="3032608" y="547084"/>
                    <a:pt x="3054553" y="581648"/>
                  </a:cubicBezTo>
                  <a:cubicBezTo>
                    <a:pt x="3149468" y="730513"/>
                    <a:pt x="3316803" y="831005"/>
                    <a:pt x="3492643" y="844813"/>
                  </a:cubicBezTo>
                  <a:cubicBezTo>
                    <a:pt x="3668756" y="858437"/>
                    <a:pt x="3849533" y="785011"/>
                    <a:pt x="3966302" y="652423"/>
                  </a:cubicBezTo>
                  <a:lnTo>
                    <a:pt x="3973617" y="656355"/>
                  </a:lnTo>
                  <a:cubicBezTo>
                    <a:pt x="3872667" y="857065"/>
                    <a:pt x="3677077" y="1007393"/>
                    <a:pt x="3457164" y="1052656"/>
                  </a:cubicBezTo>
                  <a:cubicBezTo>
                    <a:pt x="3236244" y="1098102"/>
                    <a:pt x="2996214" y="1037111"/>
                    <a:pt x="2823942" y="891630"/>
                  </a:cubicBezTo>
                  <a:cubicBezTo>
                    <a:pt x="2805471" y="1028058"/>
                    <a:pt x="2663373" y="1134860"/>
                    <a:pt x="2527127" y="1114926"/>
                  </a:cubicBezTo>
                  <a:cubicBezTo>
                    <a:pt x="2390882" y="1094718"/>
                    <a:pt x="2285817" y="951706"/>
                    <a:pt x="2307488" y="815735"/>
                  </a:cubicBezTo>
                  <a:cubicBezTo>
                    <a:pt x="2262500" y="879194"/>
                    <a:pt x="2168866" y="902328"/>
                    <a:pt x="2099280" y="867307"/>
                  </a:cubicBezTo>
                  <a:cubicBezTo>
                    <a:pt x="2142074" y="1021017"/>
                    <a:pt x="1997873" y="1185701"/>
                    <a:pt x="1838310" y="1191370"/>
                  </a:cubicBezTo>
                  <a:cubicBezTo>
                    <a:pt x="1679021" y="1196948"/>
                    <a:pt x="1533998" y="1071949"/>
                    <a:pt x="1483614" y="920616"/>
                  </a:cubicBezTo>
                  <a:cubicBezTo>
                    <a:pt x="1419606" y="1004558"/>
                    <a:pt x="1278331" y="1012605"/>
                    <a:pt x="1205362" y="936161"/>
                  </a:cubicBezTo>
                  <a:lnTo>
                    <a:pt x="1198596" y="934698"/>
                  </a:lnTo>
                  <a:cubicBezTo>
                    <a:pt x="1158453" y="1009862"/>
                    <a:pt x="1066465" y="1053387"/>
                    <a:pt x="982797" y="1037111"/>
                  </a:cubicBezTo>
                  <a:cubicBezTo>
                    <a:pt x="899129" y="1020835"/>
                    <a:pt x="830549" y="945671"/>
                    <a:pt x="821497" y="860997"/>
                  </a:cubicBezTo>
                  <a:cubicBezTo>
                    <a:pt x="755294" y="964416"/>
                    <a:pt x="643920" y="1037842"/>
                    <a:pt x="522488" y="1057776"/>
                  </a:cubicBezTo>
                  <a:cubicBezTo>
                    <a:pt x="401330" y="1077985"/>
                    <a:pt x="272217" y="1044426"/>
                    <a:pt x="176114" y="967982"/>
                  </a:cubicBezTo>
                  <a:cubicBezTo>
                    <a:pt x="111648" y="916684"/>
                    <a:pt x="62271" y="847556"/>
                    <a:pt x="0" y="793789"/>
                  </a:cubicBezTo>
                  <a:cubicBezTo>
                    <a:pt x="215250" y="942196"/>
                    <a:pt x="536387" y="920799"/>
                    <a:pt x="725393" y="737828"/>
                  </a:cubicBezTo>
                  <a:cubicBezTo>
                    <a:pt x="761604" y="702806"/>
                    <a:pt x="793516" y="662664"/>
                    <a:pt x="835121" y="633952"/>
                  </a:cubicBezTo>
                  <a:cubicBezTo>
                    <a:pt x="915680" y="577716"/>
                    <a:pt x="1029523" y="574150"/>
                    <a:pt x="1113922" y="624717"/>
                  </a:cubicBezTo>
                  <a:cubicBezTo>
                    <a:pt x="1067196" y="556868"/>
                    <a:pt x="1079358" y="455187"/>
                    <a:pt x="1140440" y="399957"/>
                  </a:cubicBezTo>
                  <a:cubicBezTo>
                    <a:pt x="1198596" y="347928"/>
                    <a:pt x="1293693" y="343722"/>
                    <a:pt x="1356970" y="38898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9" name="Google Shape;1379;p33"/>
            <p:cNvSpPr/>
            <p:nvPr/>
          </p:nvSpPr>
          <p:spPr>
            <a:xfrm>
              <a:off x="3061501" y="5724083"/>
              <a:ext cx="1411377" cy="710506"/>
            </a:xfrm>
            <a:custGeom>
              <a:rect b="b" l="l" r="r" t="t"/>
              <a:pathLst>
                <a:path extrusionOk="0" h="710506" w="1411377">
                  <a:moveTo>
                    <a:pt x="1016491" y="464040"/>
                  </a:moveTo>
                  <a:cubicBezTo>
                    <a:pt x="1010456" y="403324"/>
                    <a:pt x="1067515" y="357695"/>
                    <a:pt x="1123476" y="351386"/>
                  </a:cubicBezTo>
                  <a:cubicBezTo>
                    <a:pt x="1188033" y="344162"/>
                    <a:pt x="1237867" y="393174"/>
                    <a:pt x="1252772" y="452884"/>
                  </a:cubicBezTo>
                  <a:cubicBezTo>
                    <a:pt x="1268866" y="517258"/>
                    <a:pt x="1247286" y="584466"/>
                    <a:pt x="1198365" y="628814"/>
                  </a:cubicBezTo>
                  <a:cubicBezTo>
                    <a:pt x="1147525" y="675083"/>
                    <a:pt x="1072818" y="695108"/>
                    <a:pt x="1006524" y="674626"/>
                  </a:cubicBezTo>
                  <a:cubicBezTo>
                    <a:pt x="932184" y="651766"/>
                    <a:pt x="874851" y="583003"/>
                    <a:pt x="866073" y="505736"/>
                  </a:cubicBezTo>
                  <a:cubicBezTo>
                    <a:pt x="865798" y="503176"/>
                    <a:pt x="862598" y="501987"/>
                    <a:pt x="861043" y="504365"/>
                  </a:cubicBezTo>
                  <a:cubicBezTo>
                    <a:pt x="789994" y="614276"/>
                    <a:pt x="669202" y="690079"/>
                    <a:pt x="538626" y="703521"/>
                  </a:cubicBezTo>
                  <a:cubicBezTo>
                    <a:pt x="470960" y="710471"/>
                    <a:pt x="401832" y="701235"/>
                    <a:pt x="338189" y="677461"/>
                  </a:cubicBezTo>
                  <a:cubicBezTo>
                    <a:pt x="274547" y="653686"/>
                    <a:pt x="216300" y="612538"/>
                    <a:pt x="167014" y="562795"/>
                  </a:cubicBezTo>
                  <a:cubicBezTo>
                    <a:pt x="113979" y="509211"/>
                    <a:pt x="66612" y="449227"/>
                    <a:pt x="3793" y="406433"/>
                  </a:cubicBezTo>
                  <a:cubicBezTo>
                    <a:pt x="1507" y="404878"/>
                    <a:pt x="-1419" y="408536"/>
                    <a:pt x="776" y="410365"/>
                  </a:cubicBezTo>
                  <a:cubicBezTo>
                    <a:pt x="122117" y="512137"/>
                    <a:pt x="285886" y="553376"/>
                    <a:pt x="441974" y="534814"/>
                  </a:cubicBezTo>
                  <a:cubicBezTo>
                    <a:pt x="518966" y="525670"/>
                    <a:pt x="594404" y="502170"/>
                    <a:pt x="662070" y="464131"/>
                  </a:cubicBezTo>
                  <a:cubicBezTo>
                    <a:pt x="695811" y="445112"/>
                    <a:pt x="727541" y="422526"/>
                    <a:pt x="756253" y="396557"/>
                  </a:cubicBezTo>
                  <a:cubicBezTo>
                    <a:pt x="792189" y="364187"/>
                    <a:pt x="822273" y="325783"/>
                    <a:pt x="859672" y="295058"/>
                  </a:cubicBezTo>
                  <a:cubicBezTo>
                    <a:pt x="941968" y="227393"/>
                    <a:pt x="1062394" y="217517"/>
                    <a:pt x="1154383" y="271833"/>
                  </a:cubicBezTo>
                  <a:cubicBezTo>
                    <a:pt x="1156486" y="273113"/>
                    <a:pt x="1159320" y="270553"/>
                    <a:pt x="1157858" y="268358"/>
                  </a:cubicBezTo>
                  <a:cubicBezTo>
                    <a:pt x="1122928" y="216146"/>
                    <a:pt x="1121190" y="146103"/>
                    <a:pt x="1150176" y="90782"/>
                  </a:cubicBezTo>
                  <a:cubicBezTo>
                    <a:pt x="1179163" y="35461"/>
                    <a:pt x="1242257" y="2450"/>
                    <a:pt x="1306173" y="5285"/>
                  </a:cubicBezTo>
                  <a:cubicBezTo>
                    <a:pt x="1342841" y="6931"/>
                    <a:pt x="1378594" y="19916"/>
                    <a:pt x="1406940" y="43416"/>
                  </a:cubicBezTo>
                  <a:cubicBezTo>
                    <a:pt x="1409409" y="45519"/>
                    <a:pt x="1413067" y="41953"/>
                    <a:pt x="1410506" y="39850"/>
                  </a:cubicBezTo>
                  <a:cubicBezTo>
                    <a:pt x="1360032" y="-2122"/>
                    <a:pt x="1287062" y="-11266"/>
                    <a:pt x="1226804" y="13972"/>
                  </a:cubicBezTo>
                  <a:cubicBezTo>
                    <a:pt x="1166544" y="39209"/>
                    <a:pt x="1127774" y="100748"/>
                    <a:pt x="1124939" y="166585"/>
                  </a:cubicBezTo>
                  <a:cubicBezTo>
                    <a:pt x="1123385" y="203436"/>
                    <a:pt x="1132894" y="240194"/>
                    <a:pt x="1153468" y="270827"/>
                  </a:cubicBezTo>
                  <a:lnTo>
                    <a:pt x="1156943" y="267352"/>
                  </a:lnTo>
                  <a:cubicBezTo>
                    <a:pt x="1084431" y="224467"/>
                    <a:pt x="992077" y="219986"/>
                    <a:pt x="915267" y="254276"/>
                  </a:cubicBezTo>
                  <a:cubicBezTo>
                    <a:pt x="872108" y="273570"/>
                    <a:pt x="838183" y="305757"/>
                    <a:pt x="805905" y="339499"/>
                  </a:cubicBezTo>
                  <a:cubicBezTo>
                    <a:pt x="773627" y="373240"/>
                    <a:pt x="744092" y="403141"/>
                    <a:pt x="707516" y="429201"/>
                  </a:cubicBezTo>
                  <a:cubicBezTo>
                    <a:pt x="576025" y="523019"/>
                    <a:pt x="403935" y="553925"/>
                    <a:pt x="246567" y="521738"/>
                  </a:cubicBezTo>
                  <a:cubicBezTo>
                    <a:pt x="157961" y="503633"/>
                    <a:pt x="73745" y="465046"/>
                    <a:pt x="4342" y="406707"/>
                  </a:cubicBezTo>
                  <a:lnTo>
                    <a:pt x="1324" y="410639"/>
                  </a:lnTo>
                  <a:cubicBezTo>
                    <a:pt x="61126" y="451513"/>
                    <a:pt x="106755" y="508114"/>
                    <a:pt x="156772" y="559686"/>
                  </a:cubicBezTo>
                  <a:cubicBezTo>
                    <a:pt x="204961" y="609338"/>
                    <a:pt x="258636" y="650669"/>
                    <a:pt x="323010" y="677095"/>
                  </a:cubicBezTo>
                  <a:cubicBezTo>
                    <a:pt x="448100" y="728393"/>
                    <a:pt x="591112" y="720529"/>
                    <a:pt x="708978" y="654143"/>
                  </a:cubicBezTo>
                  <a:cubicBezTo>
                    <a:pt x="772164" y="618573"/>
                    <a:pt x="826388" y="567916"/>
                    <a:pt x="865798" y="507017"/>
                  </a:cubicBezTo>
                  <a:lnTo>
                    <a:pt x="860769" y="505645"/>
                  </a:lnTo>
                  <a:cubicBezTo>
                    <a:pt x="868907" y="577060"/>
                    <a:pt x="916547" y="641251"/>
                    <a:pt x="982018" y="670877"/>
                  </a:cubicBezTo>
                  <a:cubicBezTo>
                    <a:pt x="1049044" y="701235"/>
                    <a:pt x="1128322" y="688891"/>
                    <a:pt x="1186661" y="645274"/>
                  </a:cubicBezTo>
                  <a:cubicBezTo>
                    <a:pt x="1245000" y="601657"/>
                    <a:pt x="1271792" y="536460"/>
                    <a:pt x="1260819" y="467332"/>
                  </a:cubicBezTo>
                  <a:cubicBezTo>
                    <a:pt x="1251126" y="406067"/>
                    <a:pt x="1206046" y="347362"/>
                    <a:pt x="1139752" y="346174"/>
                  </a:cubicBezTo>
                  <a:cubicBezTo>
                    <a:pt x="1076567" y="345076"/>
                    <a:pt x="1006250" y="395094"/>
                    <a:pt x="1013657" y="463857"/>
                  </a:cubicBezTo>
                  <a:cubicBezTo>
                    <a:pt x="1013840" y="465686"/>
                    <a:pt x="1016766" y="465777"/>
                    <a:pt x="1016583" y="463857"/>
                  </a:cubicBezTo>
                  <a:lnTo>
                    <a:pt x="1016583" y="463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0" name="Google Shape;1380;p33"/>
            <p:cNvSpPr/>
            <p:nvPr/>
          </p:nvSpPr>
          <p:spPr>
            <a:xfrm>
              <a:off x="4441360" y="5366201"/>
              <a:ext cx="577920" cy="591218"/>
            </a:xfrm>
            <a:custGeom>
              <a:rect b="b" l="l" r="r" t="t"/>
              <a:pathLst>
                <a:path extrusionOk="0" h="591218" w="577920">
                  <a:moveTo>
                    <a:pt x="285216" y="588476"/>
                  </a:moveTo>
                  <a:cubicBezTo>
                    <a:pt x="162413" y="581984"/>
                    <a:pt x="50032" y="491366"/>
                    <a:pt x="15560" y="373591"/>
                  </a:cubicBezTo>
                  <a:cubicBezTo>
                    <a:pt x="-18913" y="255817"/>
                    <a:pt x="37505" y="121857"/>
                    <a:pt x="139004" y="53186"/>
                  </a:cubicBezTo>
                  <a:cubicBezTo>
                    <a:pt x="250652" y="-22344"/>
                    <a:pt x="418627" y="-8353"/>
                    <a:pt x="512353" y="90585"/>
                  </a:cubicBezTo>
                  <a:cubicBezTo>
                    <a:pt x="558805" y="139688"/>
                    <a:pt x="581848" y="210280"/>
                    <a:pt x="569869" y="277214"/>
                  </a:cubicBezTo>
                  <a:cubicBezTo>
                    <a:pt x="558713" y="339850"/>
                    <a:pt x="515645" y="390599"/>
                    <a:pt x="455112" y="410534"/>
                  </a:cubicBezTo>
                  <a:cubicBezTo>
                    <a:pt x="394578" y="430467"/>
                    <a:pt x="328650" y="416660"/>
                    <a:pt x="291526" y="364539"/>
                  </a:cubicBezTo>
                  <a:cubicBezTo>
                    <a:pt x="273238" y="338844"/>
                    <a:pt x="263911" y="303914"/>
                    <a:pt x="275615" y="273465"/>
                  </a:cubicBezTo>
                  <a:cubicBezTo>
                    <a:pt x="286039" y="246399"/>
                    <a:pt x="313014" y="226007"/>
                    <a:pt x="341635" y="222258"/>
                  </a:cubicBezTo>
                  <a:cubicBezTo>
                    <a:pt x="355899" y="220338"/>
                    <a:pt x="369890" y="222990"/>
                    <a:pt x="382326" y="230214"/>
                  </a:cubicBezTo>
                  <a:cubicBezTo>
                    <a:pt x="384886" y="231677"/>
                    <a:pt x="387081" y="227836"/>
                    <a:pt x="384612" y="226282"/>
                  </a:cubicBezTo>
                  <a:cubicBezTo>
                    <a:pt x="335508" y="196472"/>
                    <a:pt x="271866" y="239084"/>
                    <a:pt x="265740" y="292119"/>
                  </a:cubicBezTo>
                  <a:cubicBezTo>
                    <a:pt x="258333" y="357315"/>
                    <a:pt x="315483" y="412453"/>
                    <a:pt x="376290" y="422421"/>
                  </a:cubicBezTo>
                  <a:cubicBezTo>
                    <a:pt x="437098" y="432387"/>
                    <a:pt x="498363" y="407516"/>
                    <a:pt x="536585" y="362253"/>
                  </a:cubicBezTo>
                  <a:cubicBezTo>
                    <a:pt x="580751" y="309950"/>
                    <a:pt x="587517" y="234512"/>
                    <a:pt x="566394" y="171143"/>
                  </a:cubicBezTo>
                  <a:cubicBezTo>
                    <a:pt x="518846" y="28223"/>
                    <a:pt x="340812" y="-29750"/>
                    <a:pt x="205847" y="14598"/>
                  </a:cubicBezTo>
                  <a:cubicBezTo>
                    <a:pt x="82403" y="55197"/>
                    <a:pt x="-6569" y="184037"/>
                    <a:pt x="381" y="313973"/>
                  </a:cubicBezTo>
                  <a:cubicBezTo>
                    <a:pt x="7330" y="443543"/>
                    <a:pt x="112121" y="560038"/>
                    <a:pt x="238491" y="585915"/>
                  </a:cubicBezTo>
                  <a:cubicBezTo>
                    <a:pt x="253853" y="589024"/>
                    <a:pt x="269488" y="590762"/>
                    <a:pt x="285216" y="591219"/>
                  </a:cubicBezTo>
                  <a:cubicBezTo>
                    <a:pt x="287136" y="591219"/>
                    <a:pt x="287136" y="588384"/>
                    <a:pt x="285216" y="588293"/>
                  </a:cubicBezTo>
                  <a:lnTo>
                    <a:pt x="285216" y="58829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1" name="Google Shape;1381;p33"/>
            <p:cNvSpPr/>
            <p:nvPr/>
          </p:nvSpPr>
          <p:spPr>
            <a:xfrm>
              <a:off x="4997299" y="5614784"/>
              <a:ext cx="2074548" cy="602936"/>
            </a:xfrm>
            <a:custGeom>
              <a:rect b="b" l="l" r="r" t="t"/>
              <a:pathLst>
                <a:path extrusionOk="0" h="602936" w="2074548">
                  <a:moveTo>
                    <a:pt x="126859" y="155823"/>
                  </a:moveTo>
                  <a:cubicBezTo>
                    <a:pt x="153925" y="157927"/>
                    <a:pt x="169378" y="184536"/>
                    <a:pt x="169927" y="209682"/>
                  </a:cubicBezTo>
                  <a:cubicBezTo>
                    <a:pt x="170567" y="239674"/>
                    <a:pt x="149078" y="261528"/>
                    <a:pt x="120275" y="267015"/>
                  </a:cubicBezTo>
                  <a:cubicBezTo>
                    <a:pt x="56633" y="279085"/>
                    <a:pt x="8261" y="222301"/>
                    <a:pt x="4878" y="163413"/>
                  </a:cubicBezTo>
                  <a:cubicBezTo>
                    <a:pt x="1494" y="104526"/>
                    <a:pt x="33316" y="49388"/>
                    <a:pt x="86259" y="23144"/>
                  </a:cubicBezTo>
                  <a:cubicBezTo>
                    <a:pt x="144598" y="-5659"/>
                    <a:pt x="216653" y="559"/>
                    <a:pt x="273803" y="29088"/>
                  </a:cubicBezTo>
                  <a:cubicBezTo>
                    <a:pt x="342657" y="63561"/>
                    <a:pt x="392766" y="125465"/>
                    <a:pt x="431628" y="190388"/>
                  </a:cubicBezTo>
                  <a:cubicBezTo>
                    <a:pt x="432634" y="192034"/>
                    <a:pt x="435377" y="191851"/>
                    <a:pt x="435926" y="189839"/>
                  </a:cubicBezTo>
                  <a:cubicBezTo>
                    <a:pt x="458146" y="100137"/>
                    <a:pt x="542637" y="33568"/>
                    <a:pt x="633436" y="24516"/>
                  </a:cubicBezTo>
                  <a:cubicBezTo>
                    <a:pt x="727711" y="15098"/>
                    <a:pt x="811561" y="75173"/>
                    <a:pt x="846857" y="160762"/>
                  </a:cubicBezTo>
                  <a:cubicBezTo>
                    <a:pt x="866334" y="207944"/>
                    <a:pt x="870266" y="260888"/>
                    <a:pt x="854355" y="309717"/>
                  </a:cubicBezTo>
                  <a:lnTo>
                    <a:pt x="859202" y="311089"/>
                  </a:lnTo>
                  <a:cubicBezTo>
                    <a:pt x="882244" y="232816"/>
                    <a:pt x="980085" y="191759"/>
                    <a:pt x="1054426" y="220929"/>
                  </a:cubicBezTo>
                  <a:cubicBezTo>
                    <a:pt x="1103255" y="240131"/>
                    <a:pt x="1128401" y="288869"/>
                    <a:pt x="1154553" y="331023"/>
                  </a:cubicBezTo>
                  <a:cubicBezTo>
                    <a:pt x="1180705" y="373177"/>
                    <a:pt x="1211794" y="411033"/>
                    <a:pt x="1247639" y="444683"/>
                  </a:cubicBezTo>
                  <a:cubicBezTo>
                    <a:pt x="1318139" y="510977"/>
                    <a:pt x="1405190" y="559714"/>
                    <a:pt x="1498824" y="584586"/>
                  </a:cubicBezTo>
                  <a:cubicBezTo>
                    <a:pt x="1592459" y="609458"/>
                    <a:pt x="1695512" y="609092"/>
                    <a:pt x="1790884" y="583214"/>
                  </a:cubicBezTo>
                  <a:cubicBezTo>
                    <a:pt x="1899332" y="553862"/>
                    <a:pt x="2000190" y="493420"/>
                    <a:pt x="2073982" y="408381"/>
                  </a:cubicBezTo>
                  <a:cubicBezTo>
                    <a:pt x="2075811" y="406186"/>
                    <a:pt x="2072793" y="403078"/>
                    <a:pt x="2070873" y="405272"/>
                  </a:cubicBezTo>
                  <a:cubicBezTo>
                    <a:pt x="1930056" y="561086"/>
                    <a:pt x="1708222" y="633506"/>
                    <a:pt x="1503671" y="580379"/>
                  </a:cubicBezTo>
                  <a:cubicBezTo>
                    <a:pt x="1405190" y="554776"/>
                    <a:pt x="1313841" y="502747"/>
                    <a:pt x="1241421" y="431332"/>
                  </a:cubicBezTo>
                  <a:cubicBezTo>
                    <a:pt x="1204388" y="394848"/>
                    <a:pt x="1174487" y="353517"/>
                    <a:pt x="1147420" y="309260"/>
                  </a:cubicBezTo>
                  <a:cubicBezTo>
                    <a:pt x="1124195" y="271130"/>
                    <a:pt x="1098135" y="231993"/>
                    <a:pt x="1054609" y="215534"/>
                  </a:cubicBezTo>
                  <a:cubicBezTo>
                    <a:pt x="977799" y="186365"/>
                    <a:pt x="878038" y="229433"/>
                    <a:pt x="854447" y="309900"/>
                  </a:cubicBezTo>
                  <a:cubicBezTo>
                    <a:pt x="853533" y="313009"/>
                    <a:pt x="858287" y="314289"/>
                    <a:pt x="859293" y="311271"/>
                  </a:cubicBezTo>
                  <a:cubicBezTo>
                    <a:pt x="888645" y="221295"/>
                    <a:pt x="851155" y="117876"/>
                    <a:pt x="777088" y="60909"/>
                  </a:cubicBezTo>
                  <a:cubicBezTo>
                    <a:pt x="700828" y="2296"/>
                    <a:pt x="596312" y="8605"/>
                    <a:pt x="519594" y="63012"/>
                  </a:cubicBezTo>
                  <a:cubicBezTo>
                    <a:pt x="476708" y="93370"/>
                    <a:pt x="444156" y="137444"/>
                    <a:pt x="431537" y="188742"/>
                  </a:cubicBezTo>
                  <a:lnTo>
                    <a:pt x="435834" y="188194"/>
                  </a:lnTo>
                  <a:cubicBezTo>
                    <a:pt x="396607" y="122722"/>
                    <a:pt x="345766" y="60086"/>
                    <a:pt x="276272" y="25339"/>
                  </a:cubicBezTo>
                  <a:cubicBezTo>
                    <a:pt x="214824" y="-5385"/>
                    <a:pt x="136368" y="-10871"/>
                    <a:pt x="75286" y="23967"/>
                  </a:cubicBezTo>
                  <a:cubicBezTo>
                    <a:pt x="21520" y="54599"/>
                    <a:pt x="-7924" y="117236"/>
                    <a:pt x="1860" y="178409"/>
                  </a:cubicBezTo>
                  <a:cubicBezTo>
                    <a:pt x="11644" y="239583"/>
                    <a:pt x="68337" y="289326"/>
                    <a:pt x="130425" y="269575"/>
                  </a:cubicBezTo>
                  <a:cubicBezTo>
                    <a:pt x="159137" y="260431"/>
                    <a:pt x="176785" y="235102"/>
                    <a:pt x="173676" y="204927"/>
                  </a:cubicBezTo>
                  <a:cubicBezTo>
                    <a:pt x="171024" y="179507"/>
                    <a:pt x="154291" y="154909"/>
                    <a:pt x="126950" y="153537"/>
                  </a:cubicBezTo>
                  <a:cubicBezTo>
                    <a:pt x="125304" y="153537"/>
                    <a:pt x="125396" y="155915"/>
                    <a:pt x="126950" y="156007"/>
                  </a:cubicBezTo>
                  <a:lnTo>
                    <a:pt x="126950" y="15600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2" name="Google Shape;1382;p33"/>
            <p:cNvSpPr/>
            <p:nvPr/>
          </p:nvSpPr>
          <p:spPr>
            <a:xfrm>
              <a:off x="4307128" y="6020681"/>
              <a:ext cx="2773504" cy="542009"/>
            </a:xfrm>
            <a:custGeom>
              <a:rect b="b" l="l" r="r" t="t"/>
              <a:pathLst>
                <a:path extrusionOk="0" h="542009" w="2773504">
                  <a:moveTo>
                    <a:pt x="379" y="285673"/>
                  </a:moveTo>
                  <a:cubicBezTo>
                    <a:pt x="75543" y="363123"/>
                    <a:pt x="214714" y="354619"/>
                    <a:pt x="281374" y="270312"/>
                  </a:cubicBezTo>
                  <a:lnTo>
                    <a:pt x="277717" y="269397"/>
                  </a:lnTo>
                  <a:cubicBezTo>
                    <a:pt x="317676" y="390006"/>
                    <a:pt x="416980" y="495437"/>
                    <a:pt x="540698" y="530458"/>
                  </a:cubicBezTo>
                  <a:cubicBezTo>
                    <a:pt x="601872" y="547740"/>
                    <a:pt x="667068" y="546277"/>
                    <a:pt x="726047" y="521680"/>
                  </a:cubicBezTo>
                  <a:cubicBezTo>
                    <a:pt x="781917" y="498454"/>
                    <a:pt x="830472" y="457672"/>
                    <a:pt x="863481" y="407014"/>
                  </a:cubicBezTo>
                  <a:cubicBezTo>
                    <a:pt x="900423" y="350322"/>
                    <a:pt x="915968" y="281101"/>
                    <a:pt x="898228" y="214990"/>
                  </a:cubicBezTo>
                  <a:lnTo>
                    <a:pt x="894388" y="217916"/>
                  </a:lnTo>
                  <a:cubicBezTo>
                    <a:pt x="966534" y="253121"/>
                    <a:pt x="1058705" y="230078"/>
                    <a:pt x="1105980" y="165247"/>
                  </a:cubicBezTo>
                  <a:lnTo>
                    <a:pt x="1101225" y="163235"/>
                  </a:lnTo>
                  <a:cubicBezTo>
                    <a:pt x="1085132" y="270769"/>
                    <a:pt x="1144019" y="381228"/>
                    <a:pt x="1237105" y="435178"/>
                  </a:cubicBezTo>
                  <a:cubicBezTo>
                    <a:pt x="1333483" y="491048"/>
                    <a:pt x="1452172" y="470656"/>
                    <a:pt x="1534376" y="398693"/>
                  </a:cubicBezTo>
                  <a:cubicBezTo>
                    <a:pt x="1581011" y="357911"/>
                    <a:pt x="1613929" y="302224"/>
                    <a:pt x="1622890" y="240594"/>
                  </a:cubicBezTo>
                  <a:lnTo>
                    <a:pt x="1618501" y="241782"/>
                  </a:lnTo>
                  <a:cubicBezTo>
                    <a:pt x="1757490" y="358460"/>
                    <a:pt x="1938541" y="421370"/>
                    <a:pt x="2119776" y="418261"/>
                  </a:cubicBezTo>
                  <a:cubicBezTo>
                    <a:pt x="2294426" y="415244"/>
                    <a:pt x="2463133" y="347395"/>
                    <a:pt x="2594715" y="233095"/>
                  </a:cubicBezTo>
                  <a:cubicBezTo>
                    <a:pt x="2668416" y="169087"/>
                    <a:pt x="2729497" y="90998"/>
                    <a:pt x="2773205" y="3764"/>
                  </a:cubicBezTo>
                  <a:cubicBezTo>
                    <a:pt x="2774669" y="929"/>
                    <a:pt x="2770371" y="-1631"/>
                    <a:pt x="2768908" y="1295"/>
                  </a:cubicBezTo>
                  <a:cubicBezTo>
                    <a:pt x="2692738" y="152811"/>
                    <a:pt x="2563808" y="275432"/>
                    <a:pt x="2410006" y="346390"/>
                  </a:cubicBezTo>
                  <a:cubicBezTo>
                    <a:pt x="2247974" y="421188"/>
                    <a:pt x="2062626" y="432160"/>
                    <a:pt x="1891724" y="381959"/>
                  </a:cubicBezTo>
                  <a:cubicBezTo>
                    <a:pt x="1793243" y="352973"/>
                    <a:pt x="1700980" y="304235"/>
                    <a:pt x="1622250" y="238124"/>
                  </a:cubicBezTo>
                  <a:cubicBezTo>
                    <a:pt x="1620879" y="237027"/>
                    <a:pt x="1618135" y="237119"/>
                    <a:pt x="1617861" y="239313"/>
                  </a:cubicBezTo>
                  <a:cubicBezTo>
                    <a:pt x="1602591" y="344652"/>
                    <a:pt x="1516363" y="431337"/>
                    <a:pt x="1414041" y="456118"/>
                  </a:cubicBezTo>
                  <a:cubicBezTo>
                    <a:pt x="1307148" y="481904"/>
                    <a:pt x="1200712" y="428411"/>
                    <a:pt x="1144019" y="336788"/>
                  </a:cubicBezTo>
                  <a:cubicBezTo>
                    <a:pt x="1112289" y="285582"/>
                    <a:pt x="1097293" y="224592"/>
                    <a:pt x="1106254" y="164698"/>
                  </a:cubicBezTo>
                  <a:cubicBezTo>
                    <a:pt x="1106711" y="161772"/>
                    <a:pt x="1103328" y="160217"/>
                    <a:pt x="1101499" y="162686"/>
                  </a:cubicBezTo>
                  <a:cubicBezTo>
                    <a:pt x="1056054" y="225140"/>
                    <a:pt x="966443" y="247360"/>
                    <a:pt x="897040" y="213527"/>
                  </a:cubicBezTo>
                  <a:cubicBezTo>
                    <a:pt x="895028" y="212521"/>
                    <a:pt x="892651" y="214167"/>
                    <a:pt x="893199" y="216453"/>
                  </a:cubicBezTo>
                  <a:cubicBezTo>
                    <a:pt x="925477" y="336422"/>
                    <a:pt x="845925" y="457946"/>
                    <a:pt x="739763" y="510067"/>
                  </a:cubicBezTo>
                  <a:cubicBezTo>
                    <a:pt x="623634" y="567034"/>
                    <a:pt x="488760" y="527075"/>
                    <a:pt x="396771" y="443316"/>
                  </a:cubicBezTo>
                  <a:cubicBezTo>
                    <a:pt x="344468" y="395584"/>
                    <a:pt x="305149" y="335142"/>
                    <a:pt x="281922" y="268300"/>
                  </a:cubicBezTo>
                  <a:cubicBezTo>
                    <a:pt x="281283" y="266380"/>
                    <a:pt x="279088" y="266288"/>
                    <a:pt x="277991" y="267751"/>
                  </a:cubicBezTo>
                  <a:cubicBezTo>
                    <a:pt x="213891" y="351419"/>
                    <a:pt x="76182" y="357911"/>
                    <a:pt x="2756" y="283387"/>
                  </a:cubicBezTo>
                  <a:cubicBezTo>
                    <a:pt x="1293" y="281924"/>
                    <a:pt x="-993" y="284210"/>
                    <a:pt x="470" y="285673"/>
                  </a:cubicBezTo>
                  <a:lnTo>
                    <a:pt x="470" y="28567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34"/>
          <p:cNvSpPr txBox="1"/>
          <p:nvPr>
            <p:ph type="title"/>
          </p:nvPr>
        </p:nvSpPr>
        <p:spPr>
          <a:xfrm>
            <a:off x="2373900" y="1867775"/>
            <a:ext cx="4396200" cy="1284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BINARY TREE</a:t>
            </a:r>
            <a:endParaRPr/>
          </a:p>
        </p:txBody>
      </p:sp>
      <p:sp>
        <p:nvSpPr>
          <p:cNvPr id="1388" name="Google Shape;1388;p34"/>
          <p:cNvSpPr txBox="1"/>
          <p:nvPr>
            <p:ph idx="2" type="title"/>
          </p:nvPr>
        </p:nvSpPr>
        <p:spPr>
          <a:xfrm>
            <a:off x="4013000" y="769000"/>
            <a:ext cx="1118100" cy="111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389" name="Google Shape;1389;p34"/>
          <p:cNvSpPr txBox="1"/>
          <p:nvPr>
            <p:ph idx="1" type="subTitle"/>
          </p:nvPr>
        </p:nvSpPr>
        <p:spPr>
          <a:xfrm>
            <a:off x="2891200" y="3139100"/>
            <a:ext cx="3302700" cy="62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A node-based data structure</a:t>
            </a:r>
            <a:endParaRPr/>
          </a:p>
        </p:txBody>
      </p:sp>
      <p:grpSp>
        <p:nvGrpSpPr>
          <p:cNvPr id="1390" name="Google Shape;1390;p34"/>
          <p:cNvGrpSpPr/>
          <p:nvPr/>
        </p:nvGrpSpPr>
        <p:grpSpPr>
          <a:xfrm>
            <a:off x="1152071" y="3419569"/>
            <a:ext cx="1298258" cy="1284065"/>
            <a:chOff x="2435725" y="4245851"/>
            <a:chExt cx="667142" cy="659916"/>
          </a:xfrm>
        </p:grpSpPr>
        <p:sp>
          <p:nvSpPr>
            <p:cNvPr id="1391" name="Google Shape;1391;p34"/>
            <p:cNvSpPr/>
            <p:nvPr/>
          </p:nvSpPr>
          <p:spPr>
            <a:xfrm>
              <a:off x="2435725" y="4245851"/>
              <a:ext cx="667142" cy="659916"/>
            </a:xfrm>
            <a:custGeom>
              <a:rect b="b" l="l" r="r" t="t"/>
              <a:pathLst>
                <a:path extrusionOk="0" h="659916" w="667142">
                  <a:moveTo>
                    <a:pt x="439272" y="304447"/>
                  </a:moveTo>
                  <a:cubicBezTo>
                    <a:pt x="443101" y="312859"/>
                    <a:pt x="452412" y="318951"/>
                    <a:pt x="461695" y="317935"/>
                  </a:cubicBezTo>
                  <a:cubicBezTo>
                    <a:pt x="473704" y="316630"/>
                    <a:pt x="483248" y="304070"/>
                    <a:pt x="481188" y="292176"/>
                  </a:cubicBezTo>
                  <a:cubicBezTo>
                    <a:pt x="479013" y="279906"/>
                    <a:pt x="464770" y="271233"/>
                    <a:pt x="453022" y="275323"/>
                  </a:cubicBezTo>
                  <a:cubicBezTo>
                    <a:pt x="442173" y="279094"/>
                    <a:pt x="436487" y="293221"/>
                    <a:pt x="441186" y="303577"/>
                  </a:cubicBezTo>
                  <a:lnTo>
                    <a:pt x="439272" y="304447"/>
                  </a:lnTo>
                  <a:close/>
                  <a:moveTo>
                    <a:pt x="453457" y="391035"/>
                  </a:moveTo>
                  <a:lnTo>
                    <a:pt x="454820" y="393704"/>
                  </a:lnTo>
                  <a:cubicBezTo>
                    <a:pt x="443101" y="402000"/>
                    <a:pt x="448119" y="423988"/>
                    <a:pt x="462130" y="426889"/>
                  </a:cubicBezTo>
                  <a:cubicBezTo>
                    <a:pt x="476199" y="429790"/>
                    <a:pt x="489572" y="412588"/>
                    <a:pt x="483741" y="399505"/>
                  </a:cubicBezTo>
                  <a:cubicBezTo>
                    <a:pt x="478897" y="388541"/>
                    <a:pt x="463551" y="385263"/>
                    <a:pt x="453457" y="391035"/>
                  </a:cubicBezTo>
                  <a:close/>
                  <a:moveTo>
                    <a:pt x="326199" y="209330"/>
                  </a:moveTo>
                  <a:cubicBezTo>
                    <a:pt x="337396" y="205849"/>
                    <a:pt x="345402" y="192477"/>
                    <a:pt x="341196" y="181337"/>
                  </a:cubicBezTo>
                  <a:cubicBezTo>
                    <a:pt x="336236" y="168516"/>
                    <a:pt x="316047" y="164919"/>
                    <a:pt x="307634" y="175826"/>
                  </a:cubicBezTo>
                  <a:cubicBezTo>
                    <a:pt x="299512" y="186414"/>
                    <a:pt x="308621" y="204747"/>
                    <a:pt x="321703" y="204747"/>
                  </a:cubicBezTo>
                  <a:lnTo>
                    <a:pt x="326112" y="206371"/>
                  </a:lnTo>
                  <a:cubicBezTo>
                    <a:pt x="326170" y="207358"/>
                    <a:pt x="326228" y="208344"/>
                    <a:pt x="326228" y="209330"/>
                  </a:cubicBezTo>
                  <a:close/>
                  <a:moveTo>
                    <a:pt x="396543" y="221020"/>
                  </a:moveTo>
                  <a:lnTo>
                    <a:pt x="399212" y="221078"/>
                  </a:lnTo>
                  <a:cubicBezTo>
                    <a:pt x="412033" y="225052"/>
                    <a:pt x="426712" y="211970"/>
                    <a:pt x="424304" y="198771"/>
                  </a:cubicBezTo>
                  <a:cubicBezTo>
                    <a:pt x="421896" y="185573"/>
                    <a:pt x="403563" y="178582"/>
                    <a:pt x="392975" y="186762"/>
                  </a:cubicBezTo>
                  <a:cubicBezTo>
                    <a:pt x="382387" y="195000"/>
                    <a:pt x="384563" y="214493"/>
                    <a:pt x="396746" y="220150"/>
                  </a:cubicBezTo>
                  <a:lnTo>
                    <a:pt x="396572" y="221020"/>
                  </a:lnTo>
                  <a:close/>
                  <a:moveTo>
                    <a:pt x="272303" y="256816"/>
                  </a:moveTo>
                  <a:cubicBezTo>
                    <a:pt x="271316" y="255017"/>
                    <a:pt x="270330" y="253103"/>
                    <a:pt x="269402" y="251246"/>
                  </a:cubicBezTo>
                  <a:cubicBezTo>
                    <a:pt x="279120" y="245184"/>
                    <a:pt x="280918" y="228939"/>
                    <a:pt x="272129" y="221223"/>
                  </a:cubicBezTo>
                  <a:cubicBezTo>
                    <a:pt x="262788" y="213101"/>
                    <a:pt x="245615" y="217945"/>
                    <a:pt x="241961" y="229781"/>
                  </a:cubicBezTo>
                  <a:cubicBezTo>
                    <a:pt x="238480" y="241064"/>
                    <a:pt x="248574" y="254002"/>
                    <a:pt x="260177" y="254002"/>
                  </a:cubicBezTo>
                  <a:lnTo>
                    <a:pt x="272303" y="256845"/>
                  </a:lnTo>
                  <a:close/>
                  <a:moveTo>
                    <a:pt x="282774" y="472373"/>
                  </a:moveTo>
                  <a:lnTo>
                    <a:pt x="282339" y="472315"/>
                  </a:lnTo>
                  <a:cubicBezTo>
                    <a:pt x="270562" y="467355"/>
                    <a:pt x="255391" y="478320"/>
                    <a:pt x="256406" y="491083"/>
                  </a:cubicBezTo>
                  <a:cubicBezTo>
                    <a:pt x="257393" y="503789"/>
                    <a:pt x="274130" y="512201"/>
                    <a:pt x="284950" y="505442"/>
                  </a:cubicBezTo>
                  <a:cubicBezTo>
                    <a:pt x="295857" y="498625"/>
                    <a:pt x="295538" y="479915"/>
                    <a:pt x="284515" y="473418"/>
                  </a:cubicBezTo>
                  <a:lnTo>
                    <a:pt x="282717" y="473156"/>
                  </a:lnTo>
                  <a:cubicBezTo>
                    <a:pt x="282717" y="472895"/>
                    <a:pt x="282717" y="472605"/>
                    <a:pt x="282774" y="472344"/>
                  </a:cubicBezTo>
                  <a:close/>
                  <a:moveTo>
                    <a:pt x="325068" y="270914"/>
                  </a:moveTo>
                  <a:cubicBezTo>
                    <a:pt x="317381" y="271030"/>
                    <a:pt x="309897" y="273263"/>
                    <a:pt x="303834" y="278108"/>
                  </a:cubicBezTo>
                  <a:cubicBezTo>
                    <a:pt x="295654" y="280660"/>
                    <a:pt x="288112" y="285360"/>
                    <a:pt x="282339" y="291683"/>
                  </a:cubicBezTo>
                  <a:cubicBezTo>
                    <a:pt x="264180" y="311379"/>
                    <a:pt x="265863" y="345754"/>
                    <a:pt x="285443" y="364000"/>
                  </a:cubicBezTo>
                  <a:cubicBezTo>
                    <a:pt x="305081" y="382217"/>
                    <a:pt x="338963" y="381724"/>
                    <a:pt x="358398" y="363188"/>
                  </a:cubicBezTo>
                  <a:cubicBezTo>
                    <a:pt x="363242" y="358546"/>
                    <a:pt x="367071" y="353035"/>
                    <a:pt x="369740" y="346972"/>
                  </a:cubicBezTo>
                  <a:cubicBezTo>
                    <a:pt x="377862" y="328813"/>
                    <a:pt x="376180" y="306042"/>
                    <a:pt x="364113" y="290001"/>
                  </a:cubicBezTo>
                  <a:cubicBezTo>
                    <a:pt x="362749" y="288202"/>
                    <a:pt x="361270" y="286520"/>
                    <a:pt x="359645" y="284924"/>
                  </a:cubicBezTo>
                  <a:cubicBezTo>
                    <a:pt x="350479" y="276019"/>
                    <a:pt x="337483" y="270740"/>
                    <a:pt x="325097" y="270943"/>
                  </a:cubicBezTo>
                  <a:close/>
                  <a:moveTo>
                    <a:pt x="145538" y="380331"/>
                  </a:moveTo>
                  <a:cubicBezTo>
                    <a:pt x="123928" y="389991"/>
                    <a:pt x="99213" y="392544"/>
                    <a:pt x="76123" y="387467"/>
                  </a:cubicBezTo>
                  <a:cubicBezTo>
                    <a:pt x="37049" y="378794"/>
                    <a:pt x="2849" y="345116"/>
                    <a:pt x="151" y="305172"/>
                  </a:cubicBezTo>
                  <a:cubicBezTo>
                    <a:pt x="-2576" y="265170"/>
                    <a:pt x="32031" y="224675"/>
                    <a:pt x="72062" y="226822"/>
                  </a:cubicBezTo>
                  <a:cubicBezTo>
                    <a:pt x="44069" y="202484"/>
                    <a:pt x="43837" y="154621"/>
                    <a:pt x="68407" y="126861"/>
                  </a:cubicBezTo>
                  <a:cubicBezTo>
                    <a:pt x="93005" y="99042"/>
                    <a:pt x="136720" y="92428"/>
                    <a:pt x="170659" y="107425"/>
                  </a:cubicBezTo>
                  <a:cubicBezTo>
                    <a:pt x="195432" y="118390"/>
                    <a:pt x="214751" y="139305"/>
                    <a:pt x="226383" y="163904"/>
                  </a:cubicBezTo>
                  <a:cubicBezTo>
                    <a:pt x="219769" y="140552"/>
                    <a:pt x="215302" y="116650"/>
                    <a:pt x="213069" y="92515"/>
                  </a:cubicBezTo>
                  <a:cubicBezTo>
                    <a:pt x="211531" y="75720"/>
                    <a:pt x="211096" y="58199"/>
                    <a:pt x="217217" y="42477"/>
                  </a:cubicBezTo>
                  <a:cubicBezTo>
                    <a:pt x="228791" y="12454"/>
                    <a:pt x="264413" y="-5154"/>
                    <a:pt x="296002" y="1344"/>
                  </a:cubicBezTo>
                  <a:cubicBezTo>
                    <a:pt x="327534" y="7784"/>
                    <a:pt x="352654" y="35834"/>
                    <a:pt x="358427" y="67540"/>
                  </a:cubicBezTo>
                  <a:cubicBezTo>
                    <a:pt x="360980" y="39924"/>
                    <a:pt x="388943" y="20663"/>
                    <a:pt x="416385" y="16892"/>
                  </a:cubicBezTo>
                  <a:cubicBezTo>
                    <a:pt x="428017" y="15355"/>
                    <a:pt x="440229" y="15848"/>
                    <a:pt x="450875" y="20663"/>
                  </a:cubicBezTo>
                  <a:cubicBezTo>
                    <a:pt x="472544" y="30381"/>
                    <a:pt x="483190" y="55414"/>
                    <a:pt x="486294" y="78998"/>
                  </a:cubicBezTo>
                  <a:cubicBezTo>
                    <a:pt x="491544" y="119319"/>
                    <a:pt x="479680" y="161612"/>
                    <a:pt x="454472" y="193492"/>
                  </a:cubicBezTo>
                  <a:lnTo>
                    <a:pt x="457083" y="195406"/>
                  </a:lnTo>
                  <a:cubicBezTo>
                    <a:pt x="470571" y="177334"/>
                    <a:pt x="485394" y="159930"/>
                    <a:pt x="503843" y="146992"/>
                  </a:cubicBezTo>
                  <a:cubicBezTo>
                    <a:pt x="523598" y="133126"/>
                    <a:pt x="548051" y="124685"/>
                    <a:pt x="571896" y="128485"/>
                  </a:cubicBezTo>
                  <a:cubicBezTo>
                    <a:pt x="593274" y="131879"/>
                    <a:pt x="612884" y="145397"/>
                    <a:pt x="623675" y="164223"/>
                  </a:cubicBezTo>
                  <a:cubicBezTo>
                    <a:pt x="634437" y="182991"/>
                    <a:pt x="636177" y="206777"/>
                    <a:pt x="628316" y="226967"/>
                  </a:cubicBezTo>
                  <a:cubicBezTo>
                    <a:pt x="622863" y="240833"/>
                    <a:pt x="612449" y="253335"/>
                    <a:pt x="598351" y="258237"/>
                  </a:cubicBezTo>
                  <a:cubicBezTo>
                    <a:pt x="617554" y="262937"/>
                    <a:pt x="637802" y="268216"/>
                    <a:pt x="651493" y="282401"/>
                  </a:cubicBezTo>
                  <a:cubicBezTo>
                    <a:pt x="666490" y="297891"/>
                    <a:pt x="670580" y="322026"/>
                    <a:pt x="664315" y="342650"/>
                  </a:cubicBezTo>
                  <a:cubicBezTo>
                    <a:pt x="658049" y="363275"/>
                    <a:pt x="642588" y="380302"/>
                    <a:pt x="624110" y="391441"/>
                  </a:cubicBezTo>
                  <a:cubicBezTo>
                    <a:pt x="597423" y="407541"/>
                    <a:pt x="563977" y="411631"/>
                    <a:pt x="534012" y="403218"/>
                  </a:cubicBezTo>
                  <a:cubicBezTo>
                    <a:pt x="556928" y="415663"/>
                    <a:pt x="576914" y="433503"/>
                    <a:pt x="591795" y="454940"/>
                  </a:cubicBezTo>
                  <a:cubicBezTo>
                    <a:pt x="603804" y="472228"/>
                    <a:pt x="612652" y="492969"/>
                    <a:pt x="610447" y="513971"/>
                  </a:cubicBezTo>
                  <a:cubicBezTo>
                    <a:pt x="607546" y="540861"/>
                    <a:pt x="585181" y="563893"/>
                    <a:pt x="558813" y="569840"/>
                  </a:cubicBezTo>
                  <a:cubicBezTo>
                    <a:pt x="532358" y="575786"/>
                    <a:pt x="503524" y="565518"/>
                    <a:pt x="484930" y="545821"/>
                  </a:cubicBezTo>
                  <a:cubicBezTo>
                    <a:pt x="487396" y="582980"/>
                    <a:pt x="484756" y="626579"/>
                    <a:pt x="454211" y="647871"/>
                  </a:cubicBezTo>
                  <a:cubicBezTo>
                    <a:pt x="422012" y="670352"/>
                    <a:pt x="374584" y="653324"/>
                    <a:pt x="350914" y="622054"/>
                  </a:cubicBezTo>
                  <a:cubicBezTo>
                    <a:pt x="327185" y="590783"/>
                    <a:pt x="321065" y="550027"/>
                    <a:pt x="315669" y="511128"/>
                  </a:cubicBezTo>
                  <a:lnTo>
                    <a:pt x="311637" y="511128"/>
                  </a:lnTo>
                  <a:cubicBezTo>
                    <a:pt x="311579" y="546227"/>
                    <a:pt x="311028" y="582719"/>
                    <a:pt x="294929" y="613815"/>
                  </a:cubicBezTo>
                  <a:cubicBezTo>
                    <a:pt x="278655" y="645202"/>
                    <a:pt x="241061" y="668611"/>
                    <a:pt x="207731" y="656805"/>
                  </a:cubicBezTo>
                  <a:cubicBezTo>
                    <a:pt x="183713" y="648248"/>
                    <a:pt x="168106" y="623417"/>
                    <a:pt x="164887" y="598093"/>
                  </a:cubicBezTo>
                  <a:cubicBezTo>
                    <a:pt x="161667" y="572827"/>
                    <a:pt x="168977" y="547243"/>
                    <a:pt x="179448" y="524036"/>
                  </a:cubicBezTo>
                  <a:cubicBezTo>
                    <a:pt x="149484" y="542746"/>
                    <a:pt x="109917" y="558962"/>
                    <a:pt x="80619" y="539149"/>
                  </a:cubicBezTo>
                  <a:cubicBezTo>
                    <a:pt x="52626" y="520323"/>
                    <a:pt x="51872" y="476898"/>
                    <a:pt x="69857" y="448355"/>
                  </a:cubicBezTo>
                  <a:cubicBezTo>
                    <a:pt x="87871" y="419869"/>
                    <a:pt x="118851" y="402638"/>
                    <a:pt x="148555" y="386626"/>
                  </a:cubicBezTo>
                  <a:lnTo>
                    <a:pt x="145654" y="380447"/>
                  </a:lnTo>
                  <a:close/>
                  <a:moveTo>
                    <a:pt x="188267" y="299196"/>
                  </a:moveTo>
                  <a:cubicBezTo>
                    <a:pt x="186469" y="286926"/>
                    <a:pt x="171674" y="277586"/>
                    <a:pt x="160100" y="282662"/>
                  </a:cubicBezTo>
                  <a:cubicBezTo>
                    <a:pt x="147453" y="288173"/>
                    <a:pt x="145248" y="308595"/>
                    <a:pt x="156619" y="316282"/>
                  </a:cubicBezTo>
                  <a:cubicBezTo>
                    <a:pt x="168019" y="323969"/>
                    <a:pt x="186469" y="313381"/>
                    <a:pt x="185163" y="299748"/>
                  </a:cubicBezTo>
                  <a:lnTo>
                    <a:pt x="188267" y="299196"/>
                  </a:lnTo>
                  <a:close/>
                  <a:moveTo>
                    <a:pt x="219654" y="387641"/>
                  </a:moveTo>
                  <a:cubicBezTo>
                    <a:pt x="211908" y="379896"/>
                    <a:pt x="197346" y="379519"/>
                    <a:pt x="190240" y="388018"/>
                  </a:cubicBezTo>
                  <a:cubicBezTo>
                    <a:pt x="182436" y="397301"/>
                    <a:pt x="187687" y="414329"/>
                    <a:pt x="199580" y="416765"/>
                  </a:cubicBezTo>
                  <a:cubicBezTo>
                    <a:pt x="211473" y="419173"/>
                    <a:pt x="222989" y="404118"/>
                    <a:pt x="216869" y="393675"/>
                  </a:cubicBezTo>
                  <a:lnTo>
                    <a:pt x="218899" y="388047"/>
                  </a:lnTo>
                  <a:lnTo>
                    <a:pt x="219654" y="387670"/>
                  </a:lnTo>
                  <a:close/>
                  <a:moveTo>
                    <a:pt x="365737" y="460712"/>
                  </a:moveTo>
                  <a:cubicBezTo>
                    <a:pt x="377021" y="466223"/>
                    <a:pt x="392424" y="455752"/>
                    <a:pt x="391496" y="443249"/>
                  </a:cubicBezTo>
                  <a:cubicBezTo>
                    <a:pt x="390568" y="430747"/>
                    <a:pt x="373859" y="422625"/>
                    <a:pt x="363445" y="429674"/>
                  </a:cubicBezTo>
                  <a:cubicBezTo>
                    <a:pt x="353032" y="436723"/>
                    <a:pt x="354395" y="455259"/>
                    <a:pt x="365737" y="46071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2" name="Google Shape;1392;p34"/>
            <p:cNvSpPr/>
            <p:nvPr/>
          </p:nvSpPr>
          <p:spPr>
            <a:xfrm>
              <a:off x="2884002" y="4634085"/>
              <a:ext cx="36835" cy="38977"/>
            </a:xfrm>
            <a:custGeom>
              <a:rect b="b" l="l" r="r" t="t"/>
              <a:pathLst>
                <a:path extrusionOk="0" h="38977" w="36835">
                  <a:moveTo>
                    <a:pt x="35435" y="11271"/>
                  </a:moveTo>
                  <a:cubicBezTo>
                    <a:pt x="41266" y="24325"/>
                    <a:pt x="27893" y="41555"/>
                    <a:pt x="13824" y="38655"/>
                  </a:cubicBezTo>
                  <a:cubicBezTo>
                    <a:pt x="-158" y="35754"/>
                    <a:pt x="-5176" y="13766"/>
                    <a:pt x="6514" y="5470"/>
                  </a:cubicBezTo>
                  <a:lnTo>
                    <a:pt x="5151" y="2801"/>
                  </a:lnTo>
                  <a:cubicBezTo>
                    <a:pt x="15246" y="-2972"/>
                    <a:pt x="30591" y="335"/>
                    <a:pt x="35435" y="11271"/>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3" name="Google Shape;1393;p34"/>
            <p:cNvSpPr/>
            <p:nvPr/>
          </p:nvSpPr>
          <p:spPr>
            <a:xfrm>
              <a:off x="2874997" y="4520150"/>
              <a:ext cx="42190" cy="43742"/>
            </a:xfrm>
            <a:custGeom>
              <a:rect b="b" l="l" r="r" t="t"/>
              <a:pathLst>
                <a:path extrusionOk="0" h="43742" w="42190">
                  <a:moveTo>
                    <a:pt x="1915" y="29278"/>
                  </a:moveTo>
                  <a:cubicBezTo>
                    <a:pt x="-2785" y="18922"/>
                    <a:pt x="2901" y="4824"/>
                    <a:pt x="13750" y="1024"/>
                  </a:cubicBezTo>
                  <a:cubicBezTo>
                    <a:pt x="25527" y="-3066"/>
                    <a:pt x="39770" y="5608"/>
                    <a:pt x="41916" y="17878"/>
                  </a:cubicBezTo>
                  <a:cubicBezTo>
                    <a:pt x="43947" y="29771"/>
                    <a:pt x="34432" y="42332"/>
                    <a:pt x="22423" y="43637"/>
                  </a:cubicBezTo>
                  <a:cubicBezTo>
                    <a:pt x="13141" y="44623"/>
                    <a:pt x="3858" y="38560"/>
                    <a:pt x="0" y="30148"/>
                  </a:cubicBezTo>
                  <a:lnTo>
                    <a:pt x="1915" y="29278"/>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4" name="Google Shape;1394;p34"/>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5" name="Google Shape;1395;p34"/>
            <p:cNvSpPr/>
            <p:nvPr/>
          </p:nvSpPr>
          <p:spPr>
            <a:xfrm>
              <a:off x="2792129" y="4672938"/>
              <a:ext cx="35160" cy="35160"/>
            </a:xfrm>
            <a:custGeom>
              <a:rect b="b" l="l" r="r" t="t"/>
              <a:pathLst>
                <a:path extrusionOk="0" h="35160" w="35160">
                  <a:moveTo>
                    <a:pt x="35121" y="16192"/>
                  </a:moveTo>
                  <a:cubicBezTo>
                    <a:pt x="36049" y="28694"/>
                    <a:pt x="20617" y="39166"/>
                    <a:pt x="9362" y="33655"/>
                  </a:cubicBezTo>
                  <a:cubicBezTo>
                    <a:pt x="-1980" y="28201"/>
                    <a:pt x="-3344" y="9694"/>
                    <a:pt x="7070" y="2616"/>
                  </a:cubicBezTo>
                  <a:cubicBezTo>
                    <a:pt x="17484" y="-4433"/>
                    <a:pt x="34192" y="3660"/>
                    <a:pt x="35121" y="161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6" name="Google Shape;1396;p34"/>
            <p:cNvSpPr/>
            <p:nvPr/>
          </p:nvSpPr>
          <p:spPr>
            <a:xfrm>
              <a:off x="2705390" y="4516761"/>
              <a:ext cx="105052" cy="106420"/>
            </a:xfrm>
            <a:custGeom>
              <a:rect b="b" l="l" r="r" t="t"/>
              <a:pathLst>
                <a:path extrusionOk="0" h="106420" w="105052">
                  <a:moveTo>
                    <a:pt x="34169" y="7198"/>
                  </a:moveTo>
                  <a:cubicBezTo>
                    <a:pt x="40232" y="2354"/>
                    <a:pt x="47745" y="149"/>
                    <a:pt x="55403" y="4"/>
                  </a:cubicBezTo>
                  <a:cubicBezTo>
                    <a:pt x="67790" y="-170"/>
                    <a:pt x="80785" y="5081"/>
                    <a:pt x="89952" y="13986"/>
                  </a:cubicBezTo>
                  <a:cubicBezTo>
                    <a:pt x="91576" y="15581"/>
                    <a:pt x="93055" y="17264"/>
                    <a:pt x="94419" y="19063"/>
                  </a:cubicBezTo>
                  <a:cubicBezTo>
                    <a:pt x="106486" y="35104"/>
                    <a:pt x="108168" y="57904"/>
                    <a:pt x="100046" y="76034"/>
                  </a:cubicBezTo>
                  <a:cubicBezTo>
                    <a:pt x="97378" y="82097"/>
                    <a:pt x="93549" y="87608"/>
                    <a:pt x="88704" y="92249"/>
                  </a:cubicBezTo>
                  <a:cubicBezTo>
                    <a:pt x="69269" y="110756"/>
                    <a:pt x="35388" y="111249"/>
                    <a:pt x="15749" y="93061"/>
                  </a:cubicBezTo>
                  <a:cubicBezTo>
                    <a:pt x="-3831" y="74787"/>
                    <a:pt x="-5484" y="40412"/>
                    <a:pt x="12646" y="20745"/>
                  </a:cubicBezTo>
                  <a:cubicBezTo>
                    <a:pt x="18418" y="14421"/>
                    <a:pt x="25960" y="9722"/>
                    <a:pt x="34140" y="7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7" name="Google Shape;1397;p34"/>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8" name="Google Shape;1398;p34"/>
            <p:cNvSpPr/>
            <p:nvPr/>
          </p:nvSpPr>
          <p:spPr>
            <a:xfrm>
              <a:off x="2692085" y="4716977"/>
              <a:ext cx="36598" cy="36737"/>
            </a:xfrm>
            <a:custGeom>
              <a:rect b="b" l="l" r="r" t="t"/>
              <a:pathLst>
                <a:path extrusionOk="0" h="36737" w="36598">
                  <a:moveTo>
                    <a:pt x="26356" y="2060"/>
                  </a:moveTo>
                  <a:lnTo>
                    <a:pt x="28154" y="2321"/>
                  </a:lnTo>
                  <a:cubicBezTo>
                    <a:pt x="39177" y="8819"/>
                    <a:pt x="39496" y="27529"/>
                    <a:pt x="28589" y="34345"/>
                  </a:cubicBezTo>
                  <a:cubicBezTo>
                    <a:pt x="17740" y="41104"/>
                    <a:pt x="1032" y="32663"/>
                    <a:pt x="46" y="19987"/>
                  </a:cubicBezTo>
                  <a:cubicBezTo>
                    <a:pt x="-941" y="7223"/>
                    <a:pt x="14231" y="-3742"/>
                    <a:pt x="25979" y="1219"/>
                  </a:cubicBezTo>
                  <a:lnTo>
                    <a:pt x="26414" y="1276"/>
                  </a:lnTo>
                  <a:cubicBezTo>
                    <a:pt x="26356" y="1538"/>
                    <a:pt x="26356" y="1828"/>
                    <a:pt x="26356" y="208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9" name="Google Shape;1399;p34"/>
            <p:cNvSpPr/>
            <p:nvPr/>
          </p:nvSpPr>
          <p:spPr>
            <a:xfrm>
              <a:off x="2676998" y="4463036"/>
              <a:ext cx="36535" cy="39631"/>
            </a:xfrm>
            <a:custGeom>
              <a:rect b="b" l="l" r="r" t="t"/>
              <a:pathLst>
                <a:path extrusionOk="0" h="39631" w="36535">
                  <a:moveTo>
                    <a:pt x="28128" y="34062"/>
                  </a:moveTo>
                  <a:cubicBezTo>
                    <a:pt x="29057" y="35918"/>
                    <a:pt x="30043" y="37833"/>
                    <a:pt x="31029" y="39632"/>
                  </a:cubicBezTo>
                  <a:lnTo>
                    <a:pt x="18904" y="36789"/>
                  </a:lnTo>
                  <a:cubicBezTo>
                    <a:pt x="7330" y="36789"/>
                    <a:pt x="-2765" y="23851"/>
                    <a:pt x="687" y="12567"/>
                  </a:cubicBezTo>
                  <a:cubicBezTo>
                    <a:pt x="4342" y="732"/>
                    <a:pt x="21486" y="-4083"/>
                    <a:pt x="30855" y="4010"/>
                  </a:cubicBezTo>
                  <a:cubicBezTo>
                    <a:pt x="39645" y="11755"/>
                    <a:pt x="37846" y="27970"/>
                    <a:pt x="28128" y="34033"/>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0" name="Google Shape;1400;p34"/>
            <p:cNvSpPr/>
            <p:nvPr/>
          </p:nvSpPr>
          <p:spPr>
            <a:xfrm>
              <a:off x="2622273" y="4627600"/>
              <a:ext cx="33105" cy="35278"/>
            </a:xfrm>
            <a:custGeom>
              <a:rect b="b" l="l" r="r" t="t"/>
              <a:pathLst>
                <a:path extrusionOk="0" h="35278" w="33105">
                  <a:moveTo>
                    <a:pt x="33106" y="5921"/>
                  </a:moveTo>
                  <a:lnTo>
                    <a:pt x="32352" y="6298"/>
                  </a:lnTo>
                  <a:lnTo>
                    <a:pt x="30321" y="11926"/>
                  </a:lnTo>
                  <a:cubicBezTo>
                    <a:pt x="36442" y="22398"/>
                    <a:pt x="24926" y="37453"/>
                    <a:pt x="13032" y="35016"/>
                  </a:cubicBezTo>
                  <a:cubicBezTo>
                    <a:pt x="1139" y="32608"/>
                    <a:pt x="-4111" y="15581"/>
                    <a:pt x="3692" y="6269"/>
                  </a:cubicBezTo>
                  <a:cubicBezTo>
                    <a:pt x="10828" y="-2201"/>
                    <a:pt x="25361" y="-1853"/>
                    <a:pt x="33106" y="5892"/>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1" name="Google Shape;1401;p34"/>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2" name="Google Shape;1402;p34"/>
            <p:cNvSpPr/>
            <p:nvPr/>
          </p:nvSpPr>
          <p:spPr>
            <a:xfrm>
              <a:off x="2640845" y="4475893"/>
              <a:ext cx="227769" cy="225448"/>
            </a:xfrm>
            <a:custGeom>
              <a:rect b="b" l="l" r="r" t="t"/>
              <a:pathLst>
                <a:path extrusionOk="0" h="225448" w="227769">
                  <a:moveTo>
                    <a:pt x="201895" y="119831"/>
                  </a:moveTo>
                  <a:cubicBezTo>
                    <a:pt x="199081" y="102775"/>
                    <a:pt x="206681" y="87459"/>
                    <a:pt x="217617" y="75043"/>
                  </a:cubicBezTo>
                  <a:cubicBezTo>
                    <a:pt x="204737" y="77074"/>
                    <a:pt x="191597" y="75478"/>
                    <a:pt x="181444" y="65848"/>
                  </a:cubicBezTo>
                  <a:cubicBezTo>
                    <a:pt x="173032" y="57871"/>
                    <a:pt x="169232" y="47051"/>
                    <a:pt x="169580" y="35593"/>
                  </a:cubicBezTo>
                  <a:cubicBezTo>
                    <a:pt x="169870" y="26223"/>
                    <a:pt x="172365" y="17144"/>
                    <a:pt x="173148" y="7861"/>
                  </a:cubicBezTo>
                  <a:cubicBezTo>
                    <a:pt x="162183" y="16186"/>
                    <a:pt x="149042" y="24772"/>
                    <a:pt x="135612" y="23380"/>
                  </a:cubicBezTo>
                  <a:cubicBezTo>
                    <a:pt x="123022" y="22075"/>
                    <a:pt x="116060" y="11371"/>
                    <a:pt x="111796" y="0"/>
                  </a:cubicBezTo>
                  <a:cubicBezTo>
                    <a:pt x="108083" y="11400"/>
                    <a:pt x="102746" y="22597"/>
                    <a:pt x="93434" y="29820"/>
                  </a:cubicBezTo>
                  <a:cubicBezTo>
                    <a:pt x="81599" y="38986"/>
                    <a:pt x="67153" y="36898"/>
                    <a:pt x="54274" y="31590"/>
                  </a:cubicBezTo>
                  <a:cubicBezTo>
                    <a:pt x="55086" y="46528"/>
                    <a:pt x="54941" y="65848"/>
                    <a:pt x="40872" y="73245"/>
                  </a:cubicBezTo>
                  <a:cubicBezTo>
                    <a:pt x="34751" y="76465"/>
                    <a:pt x="27615" y="77161"/>
                    <a:pt x="20886" y="78031"/>
                  </a:cubicBezTo>
                  <a:cubicBezTo>
                    <a:pt x="13866" y="78930"/>
                    <a:pt x="6904" y="79974"/>
                    <a:pt x="0" y="81396"/>
                  </a:cubicBezTo>
                  <a:cubicBezTo>
                    <a:pt x="6585" y="85486"/>
                    <a:pt x="13315" y="89315"/>
                    <a:pt x="19725" y="93695"/>
                  </a:cubicBezTo>
                  <a:cubicBezTo>
                    <a:pt x="28022" y="99381"/>
                    <a:pt x="37014" y="106023"/>
                    <a:pt x="41162" y="115480"/>
                  </a:cubicBezTo>
                  <a:cubicBezTo>
                    <a:pt x="45339" y="124995"/>
                    <a:pt x="45136" y="134857"/>
                    <a:pt x="39625" y="143734"/>
                  </a:cubicBezTo>
                  <a:cubicBezTo>
                    <a:pt x="36086" y="149449"/>
                    <a:pt x="31561" y="154409"/>
                    <a:pt x="27354" y="159601"/>
                  </a:cubicBezTo>
                  <a:cubicBezTo>
                    <a:pt x="34519" y="157222"/>
                    <a:pt x="41626" y="154641"/>
                    <a:pt x="48994" y="152958"/>
                  </a:cubicBezTo>
                  <a:cubicBezTo>
                    <a:pt x="58103" y="150841"/>
                    <a:pt x="67849" y="150580"/>
                    <a:pt x="75420" y="156874"/>
                  </a:cubicBezTo>
                  <a:cubicBezTo>
                    <a:pt x="85370" y="165171"/>
                    <a:pt x="88822" y="181038"/>
                    <a:pt x="89692" y="193279"/>
                  </a:cubicBezTo>
                  <a:cubicBezTo>
                    <a:pt x="90446" y="204070"/>
                    <a:pt x="88880" y="214803"/>
                    <a:pt x="87024" y="225449"/>
                  </a:cubicBezTo>
                  <a:cubicBezTo>
                    <a:pt x="87691" y="224173"/>
                    <a:pt x="88329" y="222896"/>
                    <a:pt x="88996" y="221678"/>
                  </a:cubicBezTo>
                  <a:cubicBezTo>
                    <a:pt x="97089" y="206391"/>
                    <a:pt x="105124" y="188087"/>
                    <a:pt x="119570" y="177673"/>
                  </a:cubicBezTo>
                  <a:cubicBezTo>
                    <a:pt x="131870" y="168826"/>
                    <a:pt x="143763" y="173351"/>
                    <a:pt x="153306" y="181850"/>
                  </a:cubicBezTo>
                  <a:cubicBezTo>
                    <a:pt x="153161" y="176078"/>
                    <a:pt x="153945" y="170334"/>
                    <a:pt x="156613" y="165200"/>
                  </a:cubicBezTo>
                  <a:cubicBezTo>
                    <a:pt x="163865" y="151276"/>
                    <a:pt x="181763" y="150754"/>
                    <a:pt x="195426" y="152001"/>
                  </a:cubicBezTo>
                  <a:cubicBezTo>
                    <a:pt x="206275" y="152987"/>
                    <a:pt x="217008" y="155250"/>
                    <a:pt x="227770" y="157020"/>
                  </a:cubicBezTo>
                  <a:cubicBezTo>
                    <a:pt x="215093" y="147766"/>
                    <a:pt x="204447" y="135554"/>
                    <a:pt x="201866" y="119860"/>
                  </a:cubicBezTo>
                  <a:close/>
                  <a:moveTo>
                    <a:pt x="164591" y="116960"/>
                  </a:moveTo>
                  <a:cubicBezTo>
                    <a:pt x="161922" y="123022"/>
                    <a:pt x="158093" y="128534"/>
                    <a:pt x="153248" y="133175"/>
                  </a:cubicBezTo>
                  <a:cubicBezTo>
                    <a:pt x="133813" y="151682"/>
                    <a:pt x="99932" y="152175"/>
                    <a:pt x="80294" y="133987"/>
                  </a:cubicBezTo>
                  <a:cubicBezTo>
                    <a:pt x="60713" y="115712"/>
                    <a:pt x="59060" y="81338"/>
                    <a:pt x="77190" y="61642"/>
                  </a:cubicBezTo>
                  <a:cubicBezTo>
                    <a:pt x="80033" y="58509"/>
                    <a:pt x="83340" y="55782"/>
                    <a:pt x="86936" y="53519"/>
                  </a:cubicBezTo>
                  <a:cubicBezTo>
                    <a:pt x="91462" y="49429"/>
                    <a:pt x="96973" y="46471"/>
                    <a:pt x="103413" y="44991"/>
                  </a:cubicBezTo>
                  <a:cubicBezTo>
                    <a:pt x="108460" y="42293"/>
                    <a:pt x="114146" y="40988"/>
                    <a:pt x="119918" y="40901"/>
                  </a:cubicBezTo>
                  <a:cubicBezTo>
                    <a:pt x="132305" y="40727"/>
                    <a:pt x="145300" y="45977"/>
                    <a:pt x="154467" y="54883"/>
                  </a:cubicBezTo>
                  <a:cubicBezTo>
                    <a:pt x="156091" y="56507"/>
                    <a:pt x="157571" y="58161"/>
                    <a:pt x="158934" y="59959"/>
                  </a:cubicBezTo>
                  <a:cubicBezTo>
                    <a:pt x="171001" y="76000"/>
                    <a:pt x="172684" y="98801"/>
                    <a:pt x="164561" y="11693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3" name="Google Shape;1403;p34"/>
            <p:cNvSpPr/>
            <p:nvPr/>
          </p:nvSpPr>
          <p:spPr>
            <a:xfrm>
              <a:off x="2884017" y="4634159"/>
              <a:ext cx="36820" cy="38875"/>
            </a:xfrm>
            <a:custGeom>
              <a:rect b="b" l="l" r="r" t="t"/>
              <a:pathLst>
                <a:path extrusionOk="0" h="38875" w="36820">
                  <a:moveTo>
                    <a:pt x="35419" y="11197"/>
                  </a:moveTo>
                  <a:cubicBezTo>
                    <a:pt x="30807" y="754"/>
                    <a:pt x="16709" y="-2610"/>
                    <a:pt x="6643" y="2060"/>
                  </a:cubicBezTo>
                  <a:cubicBezTo>
                    <a:pt x="9602" y="4322"/>
                    <a:pt x="7891" y="9921"/>
                    <a:pt x="3917" y="9689"/>
                  </a:cubicBezTo>
                  <a:cubicBezTo>
                    <a:pt x="3482" y="9689"/>
                    <a:pt x="3047" y="9602"/>
                    <a:pt x="2582" y="9573"/>
                  </a:cubicBezTo>
                  <a:cubicBezTo>
                    <a:pt x="-3596" y="19465"/>
                    <a:pt x="1770" y="36057"/>
                    <a:pt x="13808" y="38552"/>
                  </a:cubicBezTo>
                  <a:cubicBezTo>
                    <a:pt x="27877" y="41453"/>
                    <a:pt x="41250" y="24251"/>
                    <a:pt x="35419" y="1116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4" name="Google Shape;1404;p34"/>
            <p:cNvSpPr/>
            <p:nvPr/>
          </p:nvSpPr>
          <p:spPr>
            <a:xfrm>
              <a:off x="2875026" y="4520150"/>
              <a:ext cx="42197" cy="43747"/>
            </a:xfrm>
            <a:custGeom>
              <a:rect b="b" l="l" r="r" t="t"/>
              <a:pathLst>
                <a:path extrusionOk="0" h="43747" w="42197">
                  <a:moveTo>
                    <a:pt x="41887" y="17878"/>
                  </a:moveTo>
                  <a:cubicBezTo>
                    <a:pt x="39712" y="5608"/>
                    <a:pt x="25469" y="-3066"/>
                    <a:pt x="13721" y="1024"/>
                  </a:cubicBezTo>
                  <a:cubicBezTo>
                    <a:pt x="6324" y="3606"/>
                    <a:pt x="1421" y="11032"/>
                    <a:pt x="493" y="18748"/>
                  </a:cubicBezTo>
                  <a:cubicBezTo>
                    <a:pt x="2640" y="20199"/>
                    <a:pt x="3626" y="23564"/>
                    <a:pt x="1363" y="25478"/>
                  </a:cubicBezTo>
                  <a:cubicBezTo>
                    <a:pt x="1189" y="25623"/>
                    <a:pt x="1015" y="25797"/>
                    <a:pt x="841" y="25942"/>
                  </a:cubicBezTo>
                  <a:cubicBezTo>
                    <a:pt x="1102" y="27073"/>
                    <a:pt x="1421" y="28205"/>
                    <a:pt x="1915" y="29278"/>
                  </a:cubicBezTo>
                  <a:lnTo>
                    <a:pt x="0" y="30148"/>
                  </a:lnTo>
                  <a:cubicBezTo>
                    <a:pt x="3829" y="38560"/>
                    <a:pt x="13141" y="44652"/>
                    <a:pt x="22423" y="43637"/>
                  </a:cubicBezTo>
                  <a:cubicBezTo>
                    <a:pt x="34432" y="42332"/>
                    <a:pt x="43976" y="29771"/>
                    <a:pt x="41916" y="1787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5" name="Google Shape;1405;p34"/>
            <p:cNvSpPr/>
            <p:nvPr/>
          </p:nvSpPr>
          <p:spPr>
            <a:xfrm>
              <a:off x="2821834" y="4429133"/>
              <a:ext cx="38426" cy="38540"/>
            </a:xfrm>
            <a:custGeom>
              <a:rect b="b" l="l" r="r" t="t"/>
              <a:pathLst>
                <a:path extrusionOk="0" h="38540" w="38426">
                  <a:moveTo>
                    <a:pt x="38165" y="15518"/>
                  </a:moveTo>
                  <a:cubicBezTo>
                    <a:pt x="40573" y="28717"/>
                    <a:pt x="25895" y="41770"/>
                    <a:pt x="13074" y="37825"/>
                  </a:cubicBezTo>
                  <a:lnTo>
                    <a:pt x="10405" y="37767"/>
                  </a:lnTo>
                  <a:lnTo>
                    <a:pt x="10579" y="36897"/>
                  </a:lnTo>
                  <a:cubicBezTo>
                    <a:pt x="-1633" y="31269"/>
                    <a:pt x="-3780" y="11747"/>
                    <a:pt x="6808" y="3509"/>
                  </a:cubicBezTo>
                  <a:cubicBezTo>
                    <a:pt x="17396" y="-4671"/>
                    <a:pt x="35729" y="2320"/>
                    <a:pt x="38136" y="15518"/>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6" name="Google Shape;1406;p34"/>
            <p:cNvSpPr/>
            <p:nvPr/>
          </p:nvSpPr>
          <p:spPr>
            <a:xfrm>
              <a:off x="2792129" y="4672970"/>
              <a:ext cx="35160" cy="35129"/>
            </a:xfrm>
            <a:custGeom>
              <a:rect b="b" l="l" r="r" t="t"/>
              <a:pathLst>
                <a:path extrusionOk="0" h="35129" w="35160">
                  <a:moveTo>
                    <a:pt x="10928" y="757"/>
                  </a:moveTo>
                  <a:cubicBezTo>
                    <a:pt x="10261" y="1337"/>
                    <a:pt x="9449" y="1656"/>
                    <a:pt x="8549" y="1743"/>
                  </a:cubicBezTo>
                  <a:cubicBezTo>
                    <a:pt x="8056" y="2004"/>
                    <a:pt x="7534" y="2265"/>
                    <a:pt x="7070" y="2584"/>
                  </a:cubicBezTo>
                  <a:cubicBezTo>
                    <a:pt x="-3344" y="9633"/>
                    <a:pt x="-1980" y="28169"/>
                    <a:pt x="9362" y="33623"/>
                  </a:cubicBezTo>
                  <a:cubicBezTo>
                    <a:pt x="20646" y="39134"/>
                    <a:pt x="36049" y="28662"/>
                    <a:pt x="35121" y="16160"/>
                  </a:cubicBezTo>
                  <a:cubicBezTo>
                    <a:pt x="34308" y="5108"/>
                    <a:pt x="21168" y="-2492"/>
                    <a:pt x="10928" y="757"/>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7" name="Google Shape;1407;p34"/>
            <p:cNvSpPr/>
            <p:nvPr/>
          </p:nvSpPr>
          <p:spPr>
            <a:xfrm>
              <a:off x="2740273" y="4415211"/>
              <a:ext cx="37759" cy="39969"/>
            </a:xfrm>
            <a:custGeom>
              <a:rect b="b" l="l" r="r" t="t"/>
              <a:pathLst>
                <a:path extrusionOk="0" h="39969" w="37759">
                  <a:moveTo>
                    <a:pt x="17126" y="35386"/>
                  </a:moveTo>
                  <a:cubicBezTo>
                    <a:pt x="4073" y="35386"/>
                    <a:pt x="-5036" y="17053"/>
                    <a:pt x="3057" y="6466"/>
                  </a:cubicBezTo>
                  <a:cubicBezTo>
                    <a:pt x="11470" y="-4441"/>
                    <a:pt x="31659" y="-844"/>
                    <a:pt x="36619" y="11977"/>
                  </a:cubicBezTo>
                  <a:cubicBezTo>
                    <a:pt x="40826" y="23116"/>
                    <a:pt x="32848" y="36489"/>
                    <a:pt x="21622" y="39970"/>
                  </a:cubicBezTo>
                  <a:cubicBezTo>
                    <a:pt x="21622" y="38983"/>
                    <a:pt x="21564" y="37997"/>
                    <a:pt x="21506" y="37011"/>
                  </a:cubicBezTo>
                  <a:lnTo>
                    <a:pt x="17097" y="35386"/>
                  </a:ln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8" name="Google Shape;1408;p34"/>
            <p:cNvSpPr/>
            <p:nvPr/>
          </p:nvSpPr>
          <p:spPr>
            <a:xfrm>
              <a:off x="2692083" y="4717015"/>
              <a:ext cx="36549" cy="36703"/>
            </a:xfrm>
            <a:custGeom>
              <a:rect b="b" l="l" r="r" t="t"/>
              <a:pathLst>
                <a:path extrusionOk="0" h="36703" w="36549">
                  <a:moveTo>
                    <a:pt x="30651" y="7881"/>
                  </a:moveTo>
                  <a:cubicBezTo>
                    <a:pt x="26764" y="11884"/>
                    <a:pt x="20643" y="5764"/>
                    <a:pt x="24530" y="1761"/>
                  </a:cubicBezTo>
                  <a:cubicBezTo>
                    <a:pt x="24791" y="1500"/>
                    <a:pt x="24994" y="1181"/>
                    <a:pt x="25227" y="919"/>
                  </a:cubicBezTo>
                  <a:cubicBezTo>
                    <a:pt x="13565" y="-3258"/>
                    <a:pt x="-939" y="7446"/>
                    <a:pt x="48" y="19949"/>
                  </a:cubicBezTo>
                  <a:cubicBezTo>
                    <a:pt x="1034" y="32654"/>
                    <a:pt x="17771" y="41066"/>
                    <a:pt x="28591" y="34307"/>
                  </a:cubicBezTo>
                  <a:cubicBezTo>
                    <a:pt x="37874" y="28506"/>
                    <a:pt x="38947" y="14118"/>
                    <a:pt x="32275" y="5967"/>
                  </a:cubicBezTo>
                  <a:cubicBezTo>
                    <a:pt x="31724" y="6605"/>
                    <a:pt x="31231" y="7301"/>
                    <a:pt x="30651" y="7910"/>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9" name="Google Shape;1409;p34"/>
            <p:cNvSpPr/>
            <p:nvPr/>
          </p:nvSpPr>
          <p:spPr>
            <a:xfrm>
              <a:off x="2676968" y="4463052"/>
              <a:ext cx="36536" cy="39470"/>
            </a:xfrm>
            <a:custGeom>
              <a:rect b="b" l="l" r="r" t="t"/>
              <a:pathLst>
                <a:path extrusionOk="0" h="39470" w="36536">
                  <a:moveTo>
                    <a:pt x="10377" y="34336"/>
                  </a:moveTo>
                  <a:cubicBezTo>
                    <a:pt x="11740" y="33147"/>
                    <a:pt x="13916" y="32828"/>
                    <a:pt x="15598" y="33698"/>
                  </a:cubicBezTo>
                  <a:cubicBezTo>
                    <a:pt x="20355" y="36135"/>
                    <a:pt x="25635" y="38310"/>
                    <a:pt x="30972" y="39470"/>
                  </a:cubicBezTo>
                  <a:cubicBezTo>
                    <a:pt x="30015" y="37701"/>
                    <a:pt x="29029" y="35844"/>
                    <a:pt x="28129" y="34046"/>
                  </a:cubicBezTo>
                  <a:cubicBezTo>
                    <a:pt x="37847" y="27983"/>
                    <a:pt x="39646" y="11739"/>
                    <a:pt x="30856" y="4023"/>
                  </a:cubicBezTo>
                  <a:cubicBezTo>
                    <a:pt x="21516" y="-4099"/>
                    <a:pt x="4343" y="745"/>
                    <a:pt x="688" y="12580"/>
                  </a:cubicBezTo>
                  <a:cubicBezTo>
                    <a:pt x="-1865" y="20905"/>
                    <a:pt x="2980" y="30130"/>
                    <a:pt x="10348" y="3436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0" name="Google Shape;1410;p34"/>
            <p:cNvSpPr/>
            <p:nvPr/>
          </p:nvSpPr>
          <p:spPr>
            <a:xfrm>
              <a:off x="2622273" y="4627618"/>
              <a:ext cx="33105" cy="35284"/>
            </a:xfrm>
            <a:custGeom>
              <a:rect b="b" l="l" r="r" t="t"/>
              <a:pathLst>
                <a:path extrusionOk="0" h="35284" w="33105">
                  <a:moveTo>
                    <a:pt x="31249" y="13880"/>
                  </a:moveTo>
                  <a:cubicBezTo>
                    <a:pt x="30988" y="13213"/>
                    <a:pt x="30698" y="12546"/>
                    <a:pt x="30321" y="11908"/>
                  </a:cubicBezTo>
                  <a:lnTo>
                    <a:pt x="32352" y="6280"/>
                  </a:lnTo>
                  <a:cubicBezTo>
                    <a:pt x="32613" y="6164"/>
                    <a:pt x="32845" y="6019"/>
                    <a:pt x="33106" y="5903"/>
                  </a:cubicBezTo>
                  <a:cubicBezTo>
                    <a:pt x="25361" y="-1842"/>
                    <a:pt x="10799" y="-2219"/>
                    <a:pt x="3692" y="6280"/>
                  </a:cubicBezTo>
                  <a:cubicBezTo>
                    <a:pt x="-4111" y="15563"/>
                    <a:pt x="1139" y="32590"/>
                    <a:pt x="13032" y="35027"/>
                  </a:cubicBezTo>
                  <a:cubicBezTo>
                    <a:pt x="22634" y="36970"/>
                    <a:pt x="31945" y="27572"/>
                    <a:pt x="32003" y="18348"/>
                  </a:cubicBezTo>
                  <a:cubicBezTo>
                    <a:pt x="30988" y="17187"/>
                    <a:pt x="30582" y="15505"/>
                    <a:pt x="31249" y="13909"/>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1" name="Google Shape;1411;p34"/>
            <p:cNvSpPr/>
            <p:nvPr/>
          </p:nvSpPr>
          <p:spPr>
            <a:xfrm>
              <a:off x="2584940" y="4527131"/>
              <a:ext cx="39051" cy="37620"/>
            </a:xfrm>
            <a:custGeom>
              <a:rect b="b" l="l" r="r" t="t"/>
              <a:pathLst>
                <a:path extrusionOk="0" h="37620" w="39051">
                  <a:moveTo>
                    <a:pt x="39052" y="17945"/>
                  </a:moveTo>
                  <a:lnTo>
                    <a:pt x="35948" y="18496"/>
                  </a:lnTo>
                  <a:cubicBezTo>
                    <a:pt x="37253" y="32130"/>
                    <a:pt x="18804" y="42718"/>
                    <a:pt x="7404" y="35031"/>
                  </a:cubicBezTo>
                  <a:cubicBezTo>
                    <a:pt x="-3996" y="27344"/>
                    <a:pt x="-1762" y="6922"/>
                    <a:pt x="10885" y="1411"/>
                  </a:cubicBezTo>
                  <a:cubicBezTo>
                    <a:pt x="22459" y="-3665"/>
                    <a:pt x="37253" y="5675"/>
                    <a:pt x="39052" y="17945"/>
                  </a:cubicBezTo>
                  <a:close/>
                </a:path>
              </a:pathLst>
            </a:custGeom>
            <a:solidFill>
              <a:schemeClr val="dk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12" name="Google Shape;1412;p34"/>
          <p:cNvGrpSpPr/>
          <p:nvPr/>
        </p:nvGrpSpPr>
        <p:grpSpPr>
          <a:xfrm>
            <a:off x="6193892" y="1458990"/>
            <a:ext cx="2851975" cy="849029"/>
            <a:chOff x="3061501" y="5366201"/>
            <a:chExt cx="4019131" cy="1196489"/>
          </a:xfrm>
        </p:grpSpPr>
        <p:sp>
          <p:nvSpPr>
            <p:cNvPr id="1413" name="Google Shape;1413;p34"/>
            <p:cNvSpPr/>
            <p:nvPr/>
          </p:nvSpPr>
          <p:spPr>
            <a:xfrm>
              <a:off x="3103425" y="5369005"/>
              <a:ext cx="3973616" cy="1191549"/>
            </a:xfrm>
            <a:custGeom>
              <a:rect b="b" l="l" r="r" t="t"/>
              <a:pathLst>
                <a:path extrusionOk="0" h="1191549" w="3973616">
                  <a:moveTo>
                    <a:pt x="1356787" y="389076"/>
                  </a:moveTo>
                  <a:cubicBezTo>
                    <a:pt x="1349289" y="368136"/>
                    <a:pt x="1344168" y="346465"/>
                    <a:pt x="1341699" y="324336"/>
                  </a:cubicBezTo>
                  <a:cubicBezTo>
                    <a:pt x="1327343" y="184981"/>
                    <a:pt x="1427104" y="42609"/>
                    <a:pt x="1562801" y="9051"/>
                  </a:cubicBezTo>
                  <a:cubicBezTo>
                    <a:pt x="1591788" y="1736"/>
                    <a:pt x="1621688" y="-916"/>
                    <a:pt x="1651315" y="273"/>
                  </a:cubicBezTo>
                  <a:cubicBezTo>
                    <a:pt x="1734709" y="3473"/>
                    <a:pt x="1818650" y="39684"/>
                    <a:pt x="1868759" y="106069"/>
                  </a:cubicBezTo>
                  <a:cubicBezTo>
                    <a:pt x="1916400" y="169345"/>
                    <a:pt x="1928378" y="260054"/>
                    <a:pt x="1891894" y="329365"/>
                  </a:cubicBezTo>
                  <a:lnTo>
                    <a:pt x="1908719" y="339332"/>
                  </a:lnTo>
                  <a:cubicBezTo>
                    <a:pt x="1917222" y="320130"/>
                    <a:pt x="1929384" y="302391"/>
                    <a:pt x="1945478" y="288766"/>
                  </a:cubicBezTo>
                  <a:cubicBezTo>
                    <a:pt x="2004547" y="238200"/>
                    <a:pt x="2095348" y="237194"/>
                    <a:pt x="2165391" y="271209"/>
                  </a:cubicBezTo>
                  <a:cubicBezTo>
                    <a:pt x="2235708" y="305042"/>
                    <a:pt x="2287463" y="368044"/>
                    <a:pt x="2327422" y="434887"/>
                  </a:cubicBezTo>
                  <a:cubicBezTo>
                    <a:pt x="2354946" y="319307"/>
                    <a:pt x="2488448" y="241491"/>
                    <a:pt x="2602565" y="274135"/>
                  </a:cubicBezTo>
                  <a:cubicBezTo>
                    <a:pt x="2716408" y="306963"/>
                    <a:pt x="2788463" y="443665"/>
                    <a:pt x="2750698" y="556045"/>
                  </a:cubicBezTo>
                  <a:cubicBezTo>
                    <a:pt x="2776484" y="463873"/>
                    <a:pt x="2908066" y="422451"/>
                    <a:pt x="2982041" y="483350"/>
                  </a:cubicBezTo>
                  <a:cubicBezTo>
                    <a:pt x="3013680" y="509411"/>
                    <a:pt x="3032608" y="547084"/>
                    <a:pt x="3054553" y="581648"/>
                  </a:cubicBezTo>
                  <a:cubicBezTo>
                    <a:pt x="3149468" y="730513"/>
                    <a:pt x="3316803" y="831005"/>
                    <a:pt x="3492643" y="844813"/>
                  </a:cubicBezTo>
                  <a:cubicBezTo>
                    <a:pt x="3668756" y="858437"/>
                    <a:pt x="3849533" y="785011"/>
                    <a:pt x="3966302" y="652423"/>
                  </a:cubicBezTo>
                  <a:lnTo>
                    <a:pt x="3973617" y="656355"/>
                  </a:lnTo>
                  <a:cubicBezTo>
                    <a:pt x="3872667" y="857065"/>
                    <a:pt x="3677077" y="1007393"/>
                    <a:pt x="3457164" y="1052656"/>
                  </a:cubicBezTo>
                  <a:cubicBezTo>
                    <a:pt x="3236244" y="1098102"/>
                    <a:pt x="2996214" y="1037111"/>
                    <a:pt x="2823942" y="891630"/>
                  </a:cubicBezTo>
                  <a:cubicBezTo>
                    <a:pt x="2805471" y="1028058"/>
                    <a:pt x="2663373" y="1134860"/>
                    <a:pt x="2527127" y="1114926"/>
                  </a:cubicBezTo>
                  <a:cubicBezTo>
                    <a:pt x="2390882" y="1094718"/>
                    <a:pt x="2285817" y="951706"/>
                    <a:pt x="2307488" y="815735"/>
                  </a:cubicBezTo>
                  <a:cubicBezTo>
                    <a:pt x="2262500" y="879194"/>
                    <a:pt x="2168866" y="902328"/>
                    <a:pt x="2099280" y="867307"/>
                  </a:cubicBezTo>
                  <a:cubicBezTo>
                    <a:pt x="2142074" y="1021017"/>
                    <a:pt x="1997873" y="1185701"/>
                    <a:pt x="1838310" y="1191370"/>
                  </a:cubicBezTo>
                  <a:cubicBezTo>
                    <a:pt x="1679021" y="1196948"/>
                    <a:pt x="1533998" y="1071949"/>
                    <a:pt x="1483614" y="920616"/>
                  </a:cubicBezTo>
                  <a:cubicBezTo>
                    <a:pt x="1419606" y="1004558"/>
                    <a:pt x="1278331" y="1012605"/>
                    <a:pt x="1205362" y="936161"/>
                  </a:cubicBezTo>
                  <a:lnTo>
                    <a:pt x="1198596" y="934698"/>
                  </a:lnTo>
                  <a:cubicBezTo>
                    <a:pt x="1158453" y="1009862"/>
                    <a:pt x="1066465" y="1053387"/>
                    <a:pt x="982797" y="1037111"/>
                  </a:cubicBezTo>
                  <a:cubicBezTo>
                    <a:pt x="899129" y="1020835"/>
                    <a:pt x="830549" y="945671"/>
                    <a:pt x="821497" y="860997"/>
                  </a:cubicBezTo>
                  <a:cubicBezTo>
                    <a:pt x="755294" y="964416"/>
                    <a:pt x="643920" y="1037842"/>
                    <a:pt x="522488" y="1057776"/>
                  </a:cubicBezTo>
                  <a:cubicBezTo>
                    <a:pt x="401330" y="1077985"/>
                    <a:pt x="272217" y="1044426"/>
                    <a:pt x="176114" y="967982"/>
                  </a:cubicBezTo>
                  <a:cubicBezTo>
                    <a:pt x="111648" y="916684"/>
                    <a:pt x="62271" y="847556"/>
                    <a:pt x="0" y="793789"/>
                  </a:cubicBezTo>
                  <a:cubicBezTo>
                    <a:pt x="215250" y="942196"/>
                    <a:pt x="536387" y="920799"/>
                    <a:pt x="725393" y="737828"/>
                  </a:cubicBezTo>
                  <a:cubicBezTo>
                    <a:pt x="761604" y="702806"/>
                    <a:pt x="793516" y="662664"/>
                    <a:pt x="835121" y="633952"/>
                  </a:cubicBezTo>
                  <a:cubicBezTo>
                    <a:pt x="915680" y="577716"/>
                    <a:pt x="1029523" y="574150"/>
                    <a:pt x="1113922" y="624717"/>
                  </a:cubicBezTo>
                  <a:cubicBezTo>
                    <a:pt x="1067196" y="556868"/>
                    <a:pt x="1079358" y="455187"/>
                    <a:pt x="1140440" y="399957"/>
                  </a:cubicBezTo>
                  <a:cubicBezTo>
                    <a:pt x="1198596" y="347928"/>
                    <a:pt x="1293693" y="343722"/>
                    <a:pt x="1356970" y="38898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4" name="Google Shape;1414;p34"/>
            <p:cNvSpPr/>
            <p:nvPr/>
          </p:nvSpPr>
          <p:spPr>
            <a:xfrm>
              <a:off x="3061501" y="5724083"/>
              <a:ext cx="1411377" cy="710506"/>
            </a:xfrm>
            <a:custGeom>
              <a:rect b="b" l="l" r="r" t="t"/>
              <a:pathLst>
                <a:path extrusionOk="0" h="710506" w="1411377">
                  <a:moveTo>
                    <a:pt x="1016491" y="464040"/>
                  </a:moveTo>
                  <a:cubicBezTo>
                    <a:pt x="1010456" y="403324"/>
                    <a:pt x="1067515" y="357695"/>
                    <a:pt x="1123476" y="351386"/>
                  </a:cubicBezTo>
                  <a:cubicBezTo>
                    <a:pt x="1188033" y="344162"/>
                    <a:pt x="1237867" y="393174"/>
                    <a:pt x="1252772" y="452884"/>
                  </a:cubicBezTo>
                  <a:cubicBezTo>
                    <a:pt x="1268866" y="517258"/>
                    <a:pt x="1247286" y="584466"/>
                    <a:pt x="1198365" y="628814"/>
                  </a:cubicBezTo>
                  <a:cubicBezTo>
                    <a:pt x="1147525" y="675083"/>
                    <a:pt x="1072818" y="695108"/>
                    <a:pt x="1006524" y="674626"/>
                  </a:cubicBezTo>
                  <a:cubicBezTo>
                    <a:pt x="932184" y="651766"/>
                    <a:pt x="874851" y="583003"/>
                    <a:pt x="866073" y="505736"/>
                  </a:cubicBezTo>
                  <a:cubicBezTo>
                    <a:pt x="865798" y="503176"/>
                    <a:pt x="862598" y="501987"/>
                    <a:pt x="861043" y="504365"/>
                  </a:cubicBezTo>
                  <a:cubicBezTo>
                    <a:pt x="789994" y="614276"/>
                    <a:pt x="669202" y="690079"/>
                    <a:pt x="538626" y="703521"/>
                  </a:cubicBezTo>
                  <a:cubicBezTo>
                    <a:pt x="470960" y="710471"/>
                    <a:pt x="401832" y="701235"/>
                    <a:pt x="338189" y="677461"/>
                  </a:cubicBezTo>
                  <a:cubicBezTo>
                    <a:pt x="274547" y="653686"/>
                    <a:pt x="216300" y="612538"/>
                    <a:pt x="167014" y="562795"/>
                  </a:cubicBezTo>
                  <a:cubicBezTo>
                    <a:pt x="113979" y="509211"/>
                    <a:pt x="66612" y="449227"/>
                    <a:pt x="3793" y="406433"/>
                  </a:cubicBezTo>
                  <a:cubicBezTo>
                    <a:pt x="1507" y="404878"/>
                    <a:pt x="-1419" y="408536"/>
                    <a:pt x="776" y="410365"/>
                  </a:cubicBezTo>
                  <a:cubicBezTo>
                    <a:pt x="122117" y="512137"/>
                    <a:pt x="285886" y="553376"/>
                    <a:pt x="441974" y="534814"/>
                  </a:cubicBezTo>
                  <a:cubicBezTo>
                    <a:pt x="518966" y="525670"/>
                    <a:pt x="594404" y="502170"/>
                    <a:pt x="662070" y="464131"/>
                  </a:cubicBezTo>
                  <a:cubicBezTo>
                    <a:pt x="695811" y="445112"/>
                    <a:pt x="727541" y="422526"/>
                    <a:pt x="756253" y="396557"/>
                  </a:cubicBezTo>
                  <a:cubicBezTo>
                    <a:pt x="792189" y="364187"/>
                    <a:pt x="822273" y="325783"/>
                    <a:pt x="859672" y="295058"/>
                  </a:cubicBezTo>
                  <a:cubicBezTo>
                    <a:pt x="941968" y="227393"/>
                    <a:pt x="1062394" y="217517"/>
                    <a:pt x="1154383" y="271833"/>
                  </a:cubicBezTo>
                  <a:cubicBezTo>
                    <a:pt x="1156486" y="273113"/>
                    <a:pt x="1159320" y="270553"/>
                    <a:pt x="1157858" y="268358"/>
                  </a:cubicBezTo>
                  <a:cubicBezTo>
                    <a:pt x="1122928" y="216146"/>
                    <a:pt x="1121190" y="146103"/>
                    <a:pt x="1150176" y="90782"/>
                  </a:cubicBezTo>
                  <a:cubicBezTo>
                    <a:pt x="1179163" y="35461"/>
                    <a:pt x="1242257" y="2450"/>
                    <a:pt x="1306173" y="5285"/>
                  </a:cubicBezTo>
                  <a:cubicBezTo>
                    <a:pt x="1342841" y="6931"/>
                    <a:pt x="1378594" y="19916"/>
                    <a:pt x="1406940" y="43416"/>
                  </a:cubicBezTo>
                  <a:cubicBezTo>
                    <a:pt x="1409409" y="45519"/>
                    <a:pt x="1413067" y="41953"/>
                    <a:pt x="1410506" y="39850"/>
                  </a:cubicBezTo>
                  <a:cubicBezTo>
                    <a:pt x="1360032" y="-2122"/>
                    <a:pt x="1287062" y="-11266"/>
                    <a:pt x="1226804" y="13972"/>
                  </a:cubicBezTo>
                  <a:cubicBezTo>
                    <a:pt x="1166544" y="39209"/>
                    <a:pt x="1127774" y="100748"/>
                    <a:pt x="1124939" y="166585"/>
                  </a:cubicBezTo>
                  <a:cubicBezTo>
                    <a:pt x="1123385" y="203436"/>
                    <a:pt x="1132894" y="240194"/>
                    <a:pt x="1153468" y="270827"/>
                  </a:cubicBezTo>
                  <a:lnTo>
                    <a:pt x="1156943" y="267352"/>
                  </a:lnTo>
                  <a:cubicBezTo>
                    <a:pt x="1084431" y="224467"/>
                    <a:pt x="992077" y="219986"/>
                    <a:pt x="915267" y="254276"/>
                  </a:cubicBezTo>
                  <a:cubicBezTo>
                    <a:pt x="872108" y="273570"/>
                    <a:pt x="838183" y="305757"/>
                    <a:pt x="805905" y="339499"/>
                  </a:cubicBezTo>
                  <a:cubicBezTo>
                    <a:pt x="773627" y="373240"/>
                    <a:pt x="744092" y="403141"/>
                    <a:pt x="707516" y="429201"/>
                  </a:cubicBezTo>
                  <a:cubicBezTo>
                    <a:pt x="576025" y="523019"/>
                    <a:pt x="403935" y="553925"/>
                    <a:pt x="246567" y="521738"/>
                  </a:cubicBezTo>
                  <a:cubicBezTo>
                    <a:pt x="157961" y="503633"/>
                    <a:pt x="73745" y="465046"/>
                    <a:pt x="4342" y="406707"/>
                  </a:cubicBezTo>
                  <a:lnTo>
                    <a:pt x="1324" y="410639"/>
                  </a:lnTo>
                  <a:cubicBezTo>
                    <a:pt x="61126" y="451513"/>
                    <a:pt x="106755" y="508114"/>
                    <a:pt x="156772" y="559686"/>
                  </a:cubicBezTo>
                  <a:cubicBezTo>
                    <a:pt x="204961" y="609338"/>
                    <a:pt x="258636" y="650669"/>
                    <a:pt x="323010" y="677095"/>
                  </a:cubicBezTo>
                  <a:cubicBezTo>
                    <a:pt x="448100" y="728393"/>
                    <a:pt x="591112" y="720529"/>
                    <a:pt x="708978" y="654143"/>
                  </a:cubicBezTo>
                  <a:cubicBezTo>
                    <a:pt x="772164" y="618573"/>
                    <a:pt x="826388" y="567916"/>
                    <a:pt x="865798" y="507017"/>
                  </a:cubicBezTo>
                  <a:lnTo>
                    <a:pt x="860769" y="505645"/>
                  </a:lnTo>
                  <a:cubicBezTo>
                    <a:pt x="868907" y="577060"/>
                    <a:pt x="916547" y="641251"/>
                    <a:pt x="982018" y="670877"/>
                  </a:cubicBezTo>
                  <a:cubicBezTo>
                    <a:pt x="1049044" y="701235"/>
                    <a:pt x="1128322" y="688891"/>
                    <a:pt x="1186661" y="645274"/>
                  </a:cubicBezTo>
                  <a:cubicBezTo>
                    <a:pt x="1245000" y="601657"/>
                    <a:pt x="1271792" y="536460"/>
                    <a:pt x="1260819" y="467332"/>
                  </a:cubicBezTo>
                  <a:cubicBezTo>
                    <a:pt x="1251126" y="406067"/>
                    <a:pt x="1206046" y="347362"/>
                    <a:pt x="1139752" y="346174"/>
                  </a:cubicBezTo>
                  <a:cubicBezTo>
                    <a:pt x="1076567" y="345076"/>
                    <a:pt x="1006250" y="395094"/>
                    <a:pt x="1013657" y="463857"/>
                  </a:cubicBezTo>
                  <a:cubicBezTo>
                    <a:pt x="1013840" y="465686"/>
                    <a:pt x="1016766" y="465777"/>
                    <a:pt x="1016583" y="463857"/>
                  </a:cubicBezTo>
                  <a:lnTo>
                    <a:pt x="1016583" y="463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5" name="Google Shape;1415;p34"/>
            <p:cNvSpPr/>
            <p:nvPr/>
          </p:nvSpPr>
          <p:spPr>
            <a:xfrm>
              <a:off x="4441360" y="5366201"/>
              <a:ext cx="577920" cy="591218"/>
            </a:xfrm>
            <a:custGeom>
              <a:rect b="b" l="l" r="r" t="t"/>
              <a:pathLst>
                <a:path extrusionOk="0" h="591218" w="577920">
                  <a:moveTo>
                    <a:pt x="285216" y="588476"/>
                  </a:moveTo>
                  <a:cubicBezTo>
                    <a:pt x="162413" y="581984"/>
                    <a:pt x="50032" y="491366"/>
                    <a:pt x="15560" y="373591"/>
                  </a:cubicBezTo>
                  <a:cubicBezTo>
                    <a:pt x="-18913" y="255817"/>
                    <a:pt x="37505" y="121857"/>
                    <a:pt x="139004" y="53186"/>
                  </a:cubicBezTo>
                  <a:cubicBezTo>
                    <a:pt x="250652" y="-22344"/>
                    <a:pt x="418627" y="-8353"/>
                    <a:pt x="512353" y="90585"/>
                  </a:cubicBezTo>
                  <a:cubicBezTo>
                    <a:pt x="558805" y="139688"/>
                    <a:pt x="581848" y="210280"/>
                    <a:pt x="569869" y="277214"/>
                  </a:cubicBezTo>
                  <a:cubicBezTo>
                    <a:pt x="558713" y="339850"/>
                    <a:pt x="515645" y="390599"/>
                    <a:pt x="455112" y="410534"/>
                  </a:cubicBezTo>
                  <a:cubicBezTo>
                    <a:pt x="394578" y="430467"/>
                    <a:pt x="328650" y="416660"/>
                    <a:pt x="291526" y="364539"/>
                  </a:cubicBezTo>
                  <a:cubicBezTo>
                    <a:pt x="273238" y="338844"/>
                    <a:pt x="263911" y="303914"/>
                    <a:pt x="275615" y="273465"/>
                  </a:cubicBezTo>
                  <a:cubicBezTo>
                    <a:pt x="286039" y="246399"/>
                    <a:pt x="313014" y="226007"/>
                    <a:pt x="341635" y="222258"/>
                  </a:cubicBezTo>
                  <a:cubicBezTo>
                    <a:pt x="355899" y="220338"/>
                    <a:pt x="369890" y="222990"/>
                    <a:pt x="382326" y="230214"/>
                  </a:cubicBezTo>
                  <a:cubicBezTo>
                    <a:pt x="384886" y="231677"/>
                    <a:pt x="387081" y="227836"/>
                    <a:pt x="384612" y="226282"/>
                  </a:cubicBezTo>
                  <a:cubicBezTo>
                    <a:pt x="335508" y="196472"/>
                    <a:pt x="271866" y="239084"/>
                    <a:pt x="265740" y="292119"/>
                  </a:cubicBezTo>
                  <a:cubicBezTo>
                    <a:pt x="258333" y="357315"/>
                    <a:pt x="315483" y="412453"/>
                    <a:pt x="376290" y="422421"/>
                  </a:cubicBezTo>
                  <a:cubicBezTo>
                    <a:pt x="437098" y="432387"/>
                    <a:pt x="498363" y="407516"/>
                    <a:pt x="536585" y="362253"/>
                  </a:cubicBezTo>
                  <a:cubicBezTo>
                    <a:pt x="580751" y="309950"/>
                    <a:pt x="587517" y="234512"/>
                    <a:pt x="566394" y="171143"/>
                  </a:cubicBezTo>
                  <a:cubicBezTo>
                    <a:pt x="518846" y="28223"/>
                    <a:pt x="340812" y="-29750"/>
                    <a:pt x="205847" y="14598"/>
                  </a:cubicBezTo>
                  <a:cubicBezTo>
                    <a:pt x="82403" y="55197"/>
                    <a:pt x="-6569" y="184037"/>
                    <a:pt x="381" y="313973"/>
                  </a:cubicBezTo>
                  <a:cubicBezTo>
                    <a:pt x="7330" y="443543"/>
                    <a:pt x="112121" y="560038"/>
                    <a:pt x="238491" y="585915"/>
                  </a:cubicBezTo>
                  <a:cubicBezTo>
                    <a:pt x="253853" y="589024"/>
                    <a:pt x="269488" y="590762"/>
                    <a:pt x="285216" y="591219"/>
                  </a:cubicBezTo>
                  <a:cubicBezTo>
                    <a:pt x="287136" y="591219"/>
                    <a:pt x="287136" y="588384"/>
                    <a:pt x="285216" y="588293"/>
                  </a:cubicBezTo>
                  <a:lnTo>
                    <a:pt x="285216" y="58829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6" name="Google Shape;1416;p34"/>
            <p:cNvSpPr/>
            <p:nvPr/>
          </p:nvSpPr>
          <p:spPr>
            <a:xfrm>
              <a:off x="4997299" y="5614784"/>
              <a:ext cx="2074548" cy="602936"/>
            </a:xfrm>
            <a:custGeom>
              <a:rect b="b" l="l" r="r" t="t"/>
              <a:pathLst>
                <a:path extrusionOk="0" h="602936" w="2074548">
                  <a:moveTo>
                    <a:pt x="126859" y="155823"/>
                  </a:moveTo>
                  <a:cubicBezTo>
                    <a:pt x="153925" y="157927"/>
                    <a:pt x="169378" y="184536"/>
                    <a:pt x="169927" y="209682"/>
                  </a:cubicBezTo>
                  <a:cubicBezTo>
                    <a:pt x="170567" y="239674"/>
                    <a:pt x="149078" y="261528"/>
                    <a:pt x="120275" y="267015"/>
                  </a:cubicBezTo>
                  <a:cubicBezTo>
                    <a:pt x="56633" y="279085"/>
                    <a:pt x="8261" y="222301"/>
                    <a:pt x="4878" y="163413"/>
                  </a:cubicBezTo>
                  <a:cubicBezTo>
                    <a:pt x="1494" y="104526"/>
                    <a:pt x="33316" y="49388"/>
                    <a:pt x="86259" y="23144"/>
                  </a:cubicBezTo>
                  <a:cubicBezTo>
                    <a:pt x="144598" y="-5659"/>
                    <a:pt x="216653" y="559"/>
                    <a:pt x="273803" y="29088"/>
                  </a:cubicBezTo>
                  <a:cubicBezTo>
                    <a:pt x="342657" y="63561"/>
                    <a:pt x="392766" y="125465"/>
                    <a:pt x="431628" y="190388"/>
                  </a:cubicBezTo>
                  <a:cubicBezTo>
                    <a:pt x="432634" y="192034"/>
                    <a:pt x="435377" y="191851"/>
                    <a:pt x="435926" y="189839"/>
                  </a:cubicBezTo>
                  <a:cubicBezTo>
                    <a:pt x="458146" y="100137"/>
                    <a:pt x="542637" y="33568"/>
                    <a:pt x="633436" y="24516"/>
                  </a:cubicBezTo>
                  <a:cubicBezTo>
                    <a:pt x="727711" y="15098"/>
                    <a:pt x="811561" y="75173"/>
                    <a:pt x="846857" y="160762"/>
                  </a:cubicBezTo>
                  <a:cubicBezTo>
                    <a:pt x="866334" y="207944"/>
                    <a:pt x="870266" y="260888"/>
                    <a:pt x="854355" y="309717"/>
                  </a:cubicBezTo>
                  <a:lnTo>
                    <a:pt x="859202" y="311089"/>
                  </a:lnTo>
                  <a:cubicBezTo>
                    <a:pt x="882244" y="232816"/>
                    <a:pt x="980085" y="191759"/>
                    <a:pt x="1054426" y="220929"/>
                  </a:cubicBezTo>
                  <a:cubicBezTo>
                    <a:pt x="1103255" y="240131"/>
                    <a:pt x="1128401" y="288869"/>
                    <a:pt x="1154553" y="331023"/>
                  </a:cubicBezTo>
                  <a:cubicBezTo>
                    <a:pt x="1180705" y="373177"/>
                    <a:pt x="1211794" y="411033"/>
                    <a:pt x="1247639" y="444683"/>
                  </a:cubicBezTo>
                  <a:cubicBezTo>
                    <a:pt x="1318139" y="510977"/>
                    <a:pt x="1405190" y="559714"/>
                    <a:pt x="1498824" y="584586"/>
                  </a:cubicBezTo>
                  <a:cubicBezTo>
                    <a:pt x="1592459" y="609458"/>
                    <a:pt x="1695512" y="609092"/>
                    <a:pt x="1790884" y="583214"/>
                  </a:cubicBezTo>
                  <a:cubicBezTo>
                    <a:pt x="1899332" y="553862"/>
                    <a:pt x="2000190" y="493420"/>
                    <a:pt x="2073982" y="408381"/>
                  </a:cubicBezTo>
                  <a:cubicBezTo>
                    <a:pt x="2075811" y="406186"/>
                    <a:pt x="2072793" y="403078"/>
                    <a:pt x="2070873" y="405272"/>
                  </a:cubicBezTo>
                  <a:cubicBezTo>
                    <a:pt x="1930056" y="561086"/>
                    <a:pt x="1708222" y="633506"/>
                    <a:pt x="1503671" y="580379"/>
                  </a:cubicBezTo>
                  <a:cubicBezTo>
                    <a:pt x="1405190" y="554776"/>
                    <a:pt x="1313841" y="502747"/>
                    <a:pt x="1241421" y="431332"/>
                  </a:cubicBezTo>
                  <a:cubicBezTo>
                    <a:pt x="1204388" y="394848"/>
                    <a:pt x="1174487" y="353517"/>
                    <a:pt x="1147420" y="309260"/>
                  </a:cubicBezTo>
                  <a:cubicBezTo>
                    <a:pt x="1124195" y="271130"/>
                    <a:pt x="1098135" y="231993"/>
                    <a:pt x="1054609" y="215534"/>
                  </a:cubicBezTo>
                  <a:cubicBezTo>
                    <a:pt x="977799" y="186365"/>
                    <a:pt x="878038" y="229433"/>
                    <a:pt x="854447" y="309900"/>
                  </a:cubicBezTo>
                  <a:cubicBezTo>
                    <a:pt x="853533" y="313009"/>
                    <a:pt x="858287" y="314289"/>
                    <a:pt x="859293" y="311271"/>
                  </a:cubicBezTo>
                  <a:cubicBezTo>
                    <a:pt x="888645" y="221295"/>
                    <a:pt x="851155" y="117876"/>
                    <a:pt x="777088" y="60909"/>
                  </a:cubicBezTo>
                  <a:cubicBezTo>
                    <a:pt x="700828" y="2296"/>
                    <a:pt x="596312" y="8605"/>
                    <a:pt x="519594" y="63012"/>
                  </a:cubicBezTo>
                  <a:cubicBezTo>
                    <a:pt x="476708" y="93370"/>
                    <a:pt x="444156" y="137444"/>
                    <a:pt x="431537" y="188742"/>
                  </a:cubicBezTo>
                  <a:lnTo>
                    <a:pt x="435834" y="188194"/>
                  </a:lnTo>
                  <a:cubicBezTo>
                    <a:pt x="396607" y="122722"/>
                    <a:pt x="345766" y="60086"/>
                    <a:pt x="276272" y="25339"/>
                  </a:cubicBezTo>
                  <a:cubicBezTo>
                    <a:pt x="214824" y="-5385"/>
                    <a:pt x="136368" y="-10871"/>
                    <a:pt x="75286" y="23967"/>
                  </a:cubicBezTo>
                  <a:cubicBezTo>
                    <a:pt x="21520" y="54599"/>
                    <a:pt x="-7924" y="117236"/>
                    <a:pt x="1860" y="178409"/>
                  </a:cubicBezTo>
                  <a:cubicBezTo>
                    <a:pt x="11644" y="239583"/>
                    <a:pt x="68337" y="289326"/>
                    <a:pt x="130425" y="269575"/>
                  </a:cubicBezTo>
                  <a:cubicBezTo>
                    <a:pt x="159137" y="260431"/>
                    <a:pt x="176785" y="235102"/>
                    <a:pt x="173676" y="204927"/>
                  </a:cubicBezTo>
                  <a:cubicBezTo>
                    <a:pt x="171024" y="179507"/>
                    <a:pt x="154291" y="154909"/>
                    <a:pt x="126950" y="153537"/>
                  </a:cubicBezTo>
                  <a:cubicBezTo>
                    <a:pt x="125304" y="153537"/>
                    <a:pt x="125396" y="155915"/>
                    <a:pt x="126950" y="156007"/>
                  </a:cubicBezTo>
                  <a:lnTo>
                    <a:pt x="126950" y="15600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7" name="Google Shape;1417;p34"/>
            <p:cNvSpPr/>
            <p:nvPr/>
          </p:nvSpPr>
          <p:spPr>
            <a:xfrm>
              <a:off x="4307128" y="6020681"/>
              <a:ext cx="2773504" cy="542009"/>
            </a:xfrm>
            <a:custGeom>
              <a:rect b="b" l="l" r="r" t="t"/>
              <a:pathLst>
                <a:path extrusionOk="0" h="542009" w="2773504">
                  <a:moveTo>
                    <a:pt x="379" y="285673"/>
                  </a:moveTo>
                  <a:cubicBezTo>
                    <a:pt x="75543" y="363123"/>
                    <a:pt x="214714" y="354619"/>
                    <a:pt x="281374" y="270312"/>
                  </a:cubicBezTo>
                  <a:lnTo>
                    <a:pt x="277717" y="269397"/>
                  </a:lnTo>
                  <a:cubicBezTo>
                    <a:pt x="317676" y="390006"/>
                    <a:pt x="416980" y="495437"/>
                    <a:pt x="540698" y="530458"/>
                  </a:cubicBezTo>
                  <a:cubicBezTo>
                    <a:pt x="601872" y="547740"/>
                    <a:pt x="667068" y="546277"/>
                    <a:pt x="726047" y="521680"/>
                  </a:cubicBezTo>
                  <a:cubicBezTo>
                    <a:pt x="781917" y="498454"/>
                    <a:pt x="830472" y="457672"/>
                    <a:pt x="863481" y="407014"/>
                  </a:cubicBezTo>
                  <a:cubicBezTo>
                    <a:pt x="900423" y="350322"/>
                    <a:pt x="915968" y="281101"/>
                    <a:pt x="898228" y="214990"/>
                  </a:cubicBezTo>
                  <a:lnTo>
                    <a:pt x="894388" y="217916"/>
                  </a:lnTo>
                  <a:cubicBezTo>
                    <a:pt x="966534" y="253121"/>
                    <a:pt x="1058705" y="230078"/>
                    <a:pt x="1105980" y="165247"/>
                  </a:cubicBezTo>
                  <a:lnTo>
                    <a:pt x="1101225" y="163235"/>
                  </a:lnTo>
                  <a:cubicBezTo>
                    <a:pt x="1085132" y="270769"/>
                    <a:pt x="1144019" y="381228"/>
                    <a:pt x="1237105" y="435178"/>
                  </a:cubicBezTo>
                  <a:cubicBezTo>
                    <a:pt x="1333483" y="491048"/>
                    <a:pt x="1452172" y="470656"/>
                    <a:pt x="1534376" y="398693"/>
                  </a:cubicBezTo>
                  <a:cubicBezTo>
                    <a:pt x="1581011" y="357911"/>
                    <a:pt x="1613929" y="302224"/>
                    <a:pt x="1622890" y="240594"/>
                  </a:cubicBezTo>
                  <a:lnTo>
                    <a:pt x="1618501" y="241782"/>
                  </a:lnTo>
                  <a:cubicBezTo>
                    <a:pt x="1757490" y="358460"/>
                    <a:pt x="1938541" y="421370"/>
                    <a:pt x="2119776" y="418261"/>
                  </a:cubicBezTo>
                  <a:cubicBezTo>
                    <a:pt x="2294426" y="415244"/>
                    <a:pt x="2463133" y="347395"/>
                    <a:pt x="2594715" y="233095"/>
                  </a:cubicBezTo>
                  <a:cubicBezTo>
                    <a:pt x="2668416" y="169087"/>
                    <a:pt x="2729497" y="90998"/>
                    <a:pt x="2773205" y="3764"/>
                  </a:cubicBezTo>
                  <a:cubicBezTo>
                    <a:pt x="2774669" y="929"/>
                    <a:pt x="2770371" y="-1631"/>
                    <a:pt x="2768908" y="1295"/>
                  </a:cubicBezTo>
                  <a:cubicBezTo>
                    <a:pt x="2692738" y="152811"/>
                    <a:pt x="2563808" y="275432"/>
                    <a:pt x="2410006" y="346390"/>
                  </a:cubicBezTo>
                  <a:cubicBezTo>
                    <a:pt x="2247974" y="421188"/>
                    <a:pt x="2062626" y="432160"/>
                    <a:pt x="1891724" y="381959"/>
                  </a:cubicBezTo>
                  <a:cubicBezTo>
                    <a:pt x="1793243" y="352973"/>
                    <a:pt x="1700980" y="304235"/>
                    <a:pt x="1622250" y="238124"/>
                  </a:cubicBezTo>
                  <a:cubicBezTo>
                    <a:pt x="1620879" y="237027"/>
                    <a:pt x="1618135" y="237119"/>
                    <a:pt x="1617861" y="239313"/>
                  </a:cubicBezTo>
                  <a:cubicBezTo>
                    <a:pt x="1602591" y="344652"/>
                    <a:pt x="1516363" y="431337"/>
                    <a:pt x="1414041" y="456118"/>
                  </a:cubicBezTo>
                  <a:cubicBezTo>
                    <a:pt x="1307148" y="481904"/>
                    <a:pt x="1200712" y="428411"/>
                    <a:pt x="1144019" y="336788"/>
                  </a:cubicBezTo>
                  <a:cubicBezTo>
                    <a:pt x="1112289" y="285582"/>
                    <a:pt x="1097293" y="224592"/>
                    <a:pt x="1106254" y="164698"/>
                  </a:cubicBezTo>
                  <a:cubicBezTo>
                    <a:pt x="1106711" y="161772"/>
                    <a:pt x="1103328" y="160217"/>
                    <a:pt x="1101499" y="162686"/>
                  </a:cubicBezTo>
                  <a:cubicBezTo>
                    <a:pt x="1056054" y="225140"/>
                    <a:pt x="966443" y="247360"/>
                    <a:pt x="897040" y="213527"/>
                  </a:cubicBezTo>
                  <a:cubicBezTo>
                    <a:pt x="895028" y="212521"/>
                    <a:pt x="892651" y="214167"/>
                    <a:pt x="893199" y="216453"/>
                  </a:cubicBezTo>
                  <a:cubicBezTo>
                    <a:pt x="925477" y="336422"/>
                    <a:pt x="845925" y="457946"/>
                    <a:pt x="739763" y="510067"/>
                  </a:cubicBezTo>
                  <a:cubicBezTo>
                    <a:pt x="623634" y="567034"/>
                    <a:pt x="488760" y="527075"/>
                    <a:pt x="396771" y="443316"/>
                  </a:cubicBezTo>
                  <a:cubicBezTo>
                    <a:pt x="344468" y="395584"/>
                    <a:pt x="305149" y="335142"/>
                    <a:pt x="281922" y="268300"/>
                  </a:cubicBezTo>
                  <a:cubicBezTo>
                    <a:pt x="281283" y="266380"/>
                    <a:pt x="279088" y="266288"/>
                    <a:pt x="277991" y="267751"/>
                  </a:cubicBezTo>
                  <a:cubicBezTo>
                    <a:pt x="213891" y="351419"/>
                    <a:pt x="76182" y="357911"/>
                    <a:pt x="2756" y="283387"/>
                  </a:cubicBezTo>
                  <a:cubicBezTo>
                    <a:pt x="1293" y="281924"/>
                    <a:pt x="-993" y="284210"/>
                    <a:pt x="470" y="285673"/>
                  </a:cubicBezTo>
                  <a:lnTo>
                    <a:pt x="470" y="28567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1" name="Shape 1421"/>
        <p:cNvGrpSpPr/>
        <p:nvPr/>
      </p:nvGrpSpPr>
      <p:grpSpPr>
        <a:xfrm>
          <a:off x="0" y="0"/>
          <a:ext cx="0" cy="0"/>
          <a:chOff x="0" y="0"/>
          <a:chExt cx="0" cy="0"/>
        </a:xfrm>
      </p:grpSpPr>
      <p:sp>
        <p:nvSpPr>
          <p:cNvPr id="1422" name="Google Shape;1422;p35"/>
          <p:cNvSpPr txBox="1"/>
          <p:nvPr>
            <p:ph type="title"/>
          </p:nvPr>
        </p:nvSpPr>
        <p:spPr>
          <a:xfrm>
            <a:off x="720000" y="3542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rPr>
              <a:t>BINARY TREE</a:t>
            </a:r>
            <a:endParaRPr>
              <a:solidFill>
                <a:schemeClr val="dk2"/>
              </a:solidFill>
            </a:endParaRPr>
          </a:p>
        </p:txBody>
      </p:sp>
      <p:sp>
        <p:nvSpPr>
          <p:cNvPr id="1423" name="Google Shape;1423;p35"/>
          <p:cNvSpPr txBox="1"/>
          <p:nvPr>
            <p:ph idx="4294967295" type="subTitle"/>
          </p:nvPr>
        </p:nvSpPr>
        <p:spPr>
          <a:xfrm>
            <a:off x="720000" y="926125"/>
            <a:ext cx="7704000" cy="758700"/>
          </a:xfrm>
          <a:prstGeom prst="rect">
            <a:avLst/>
          </a:prstGeom>
        </p:spPr>
        <p:txBody>
          <a:bodyPr anchorCtr="0" anchor="t" bIns="91425" lIns="91425" spcFirstLastPara="1" rIns="91425" wrap="square" tIns="91425">
            <a:noAutofit/>
          </a:bodyPr>
          <a:lstStyle/>
          <a:p>
            <a:pPr indent="0" lvl="0" marL="0" rtl="0" algn="just">
              <a:spcBef>
                <a:spcPts val="0"/>
              </a:spcBef>
              <a:spcAft>
                <a:spcPts val="500"/>
              </a:spcAft>
              <a:buNone/>
            </a:pPr>
            <a:r>
              <a:rPr lang="en">
                <a:latin typeface="Lora"/>
                <a:ea typeface="Lora"/>
                <a:cs typeface="Lora"/>
                <a:sym typeface="Lora"/>
              </a:rPr>
              <a:t>Binary tree (cây nhị phân) là một cấu trúc dữ liệu dạng cây mà mỗi nút trong cây có tối đa hai nút con, được gọi là nút con trái và nút con phải. Mỗi nút trong cây có thể chứa một giá trị hoặc dữ liệu tùy ý.</a:t>
            </a:r>
            <a:endParaRPr>
              <a:latin typeface="Lora"/>
              <a:ea typeface="Lora"/>
              <a:cs typeface="Lora"/>
              <a:sym typeface="Lora"/>
            </a:endParaRPr>
          </a:p>
        </p:txBody>
      </p:sp>
      <p:sp>
        <p:nvSpPr>
          <p:cNvPr id="1424" name="Google Shape;1424;p35"/>
          <p:cNvSpPr txBox="1"/>
          <p:nvPr>
            <p:ph idx="4294967295" type="subTitle"/>
          </p:nvPr>
        </p:nvSpPr>
        <p:spPr>
          <a:xfrm>
            <a:off x="4034675" y="1424125"/>
            <a:ext cx="4422600" cy="3232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300">
                <a:latin typeface="Lora"/>
                <a:ea typeface="Lora"/>
                <a:cs typeface="Lora"/>
                <a:sym typeface="Lora"/>
              </a:rPr>
              <a:t>Một số thuộc tính quan trọng của binary tree bao gồm:</a:t>
            </a:r>
            <a:endParaRPr sz="1300">
              <a:latin typeface="Lora"/>
              <a:ea typeface="Lora"/>
              <a:cs typeface="Lora"/>
              <a:sym typeface="Lora"/>
            </a:endParaRPr>
          </a:p>
          <a:p>
            <a:pPr indent="-311150" lvl="0" marL="457200" rtl="0" algn="just">
              <a:spcBef>
                <a:spcPts val="500"/>
              </a:spcBef>
              <a:spcAft>
                <a:spcPts val="0"/>
              </a:spcAft>
              <a:buSzPts val="1300"/>
              <a:buFont typeface="Lora"/>
              <a:buChar char="●"/>
            </a:pPr>
            <a:r>
              <a:rPr b="1" lang="en" sz="1300">
                <a:latin typeface="Lora"/>
                <a:ea typeface="Lora"/>
                <a:cs typeface="Lora"/>
                <a:sym typeface="Lora"/>
              </a:rPr>
              <a:t>Nút gốc (root)</a:t>
            </a:r>
            <a:r>
              <a:rPr lang="en" sz="1300">
                <a:latin typeface="Lora"/>
                <a:ea typeface="Lora"/>
                <a:cs typeface="Lora"/>
                <a:sym typeface="Lora"/>
              </a:rPr>
              <a:t>: Đây là nút trên cùng của cây. Nút gốc không có nút cha.</a:t>
            </a:r>
            <a:endParaRPr sz="1300">
              <a:latin typeface="Lora"/>
              <a:ea typeface="Lora"/>
              <a:cs typeface="Lora"/>
              <a:sym typeface="Lora"/>
            </a:endParaRPr>
          </a:p>
          <a:p>
            <a:pPr indent="-311150" lvl="0" marL="457200" rtl="0" algn="just">
              <a:spcBef>
                <a:spcPts val="500"/>
              </a:spcBef>
              <a:spcAft>
                <a:spcPts val="0"/>
              </a:spcAft>
              <a:buSzPts val="1300"/>
              <a:buFont typeface="Lora"/>
              <a:buChar char="●"/>
            </a:pPr>
            <a:r>
              <a:rPr b="1" lang="en" sz="1300">
                <a:latin typeface="Lora"/>
                <a:ea typeface="Lora"/>
                <a:cs typeface="Lora"/>
                <a:sym typeface="Lora"/>
              </a:rPr>
              <a:t>Nút lá (leaf)</a:t>
            </a:r>
            <a:r>
              <a:rPr lang="en" sz="1300">
                <a:latin typeface="Lora"/>
                <a:ea typeface="Lora"/>
                <a:cs typeface="Lora"/>
                <a:sym typeface="Lora"/>
              </a:rPr>
              <a:t>: Đây là những nút không có nút con, tức là nút cuối cùng của nhánh.</a:t>
            </a:r>
            <a:endParaRPr sz="1300">
              <a:latin typeface="Lora"/>
              <a:ea typeface="Lora"/>
              <a:cs typeface="Lora"/>
              <a:sym typeface="Lora"/>
            </a:endParaRPr>
          </a:p>
          <a:p>
            <a:pPr indent="-311150" lvl="0" marL="457200" rtl="0" algn="just">
              <a:spcBef>
                <a:spcPts val="500"/>
              </a:spcBef>
              <a:spcAft>
                <a:spcPts val="0"/>
              </a:spcAft>
              <a:buSzPts val="1300"/>
              <a:buFont typeface="Lora"/>
              <a:buChar char="●"/>
            </a:pPr>
            <a:r>
              <a:rPr b="1" lang="en" sz="1300">
                <a:latin typeface="Lora"/>
                <a:ea typeface="Lora"/>
                <a:cs typeface="Lora"/>
                <a:sym typeface="Lora"/>
              </a:rPr>
              <a:t>Nút con trái và nút con phải</a:t>
            </a:r>
            <a:r>
              <a:rPr lang="en" sz="1300">
                <a:latin typeface="Lora"/>
                <a:ea typeface="Lora"/>
                <a:cs typeface="Lora"/>
                <a:sym typeface="Lora"/>
              </a:rPr>
              <a:t>: Mỗi nút trong cây có thể có tối đa hai nút con. Nút nào là con trái hay con phải phụ thuộc vào vị trí của nút trong cây.</a:t>
            </a:r>
            <a:endParaRPr sz="1300">
              <a:latin typeface="Lora"/>
              <a:ea typeface="Lora"/>
              <a:cs typeface="Lora"/>
              <a:sym typeface="Lora"/>
            </a:endParaRPr>
          </a:p>
          <a:p>
            <a:pPr indent="-311150" lvl="0" marL="457200" rtl="0" algn="just">
              <a:spcBef>
                <a:spcPts val="500"/>
              </a:spcBef>
              <a:spcAft>
                <a:spcPts val="0"/>
              </a:spcAft>
              <a:buSzPts val="1300"/>
              <a:buFont typeface="Lora"/>
              <a:buChar char="●"/>
            </a:pPr>
            <a:r>
              <a:rPr b="1" lang="en" sz="1300">
                <a:latin typeface="Lora"/>
                <a:ea typeface="Lora"/>
                <a:cs typeface="Lora"/>
                <a:sym typeface="Lora"/>
              </a:rPr>
              <a:t>Đường đi (path)</a:t>
            </a:r>
            <a:r>
              <a:rPr lang="en" sz="1300">
                <a:latin typeface="Lora"/>
                <a:ea typeface="Lora"/>
                <a:cs typeface="Lora"/>
                <a:sym typeface="Lora"/>
              </a:rPr>
              <a:t>: Đường đi là một chuỗi các nút nối liền nhau từ nút gốc đến nút lá.</a:t>
            </a:r>
            <a:endParaRPr sz="1300">
              <a:latin typeface="Lora"/>
              <a:ea typeface="Lora"/>
              <a:cs typeface="Lora"/>
              <a:sym typeface="Lora"/>
            </a:endParaRPr>
          </a:p>
          <a:p>
            <a:pPr indent="-311150" lvl="0" marL="457200" rtl="0" algn="just">
              <a:spcBef>
                <a:spcPts val="500"/>
              </a:spcBef>
              <a:spcAft>
                <a:spcPts val="500"/>
              </a:spcAft>
              <a:buSzPts val="1300"/>
              <a:buFont typeface="Lora"/>
              <a:buChar char="●"/>
            </a:pPr>
            <a:r>
              <a:rPr b="1" lang="en" sz="1300">
                <a:latin typeface="Lora"/>
                <a:ea typeface="Lora"/>
                <a:cs typeface="Lora"/>
                <a:sym typeface="Lora"/>
              </a:rPr>
              <a:t>Mức (level)</a:t>
            </a:r>
            <a:r>
              <a:rPr lang="en" sz="1300">
                <a:latin typeface="Lora"/>
                <a:ea typeface="Lora"/>
                <a:cs typeface="Lora"/>
                <a:sym typeface="Lora"/>
              </a:rPr>
              <a:t>: Mức của một nút là khoảng cách từ nút đó đến nút gốc. Mức của nút gốc là 0 và mức của các nút con tăng dần.</a:t>
            </a:r>
            <a:endParaRPr sz="1300">
              <a:latin typeface="Lora"/>
              <a:ea typeface="Lora"/>
              <a:cs typeface="Lora"/>
              <a:sym typeface="Lora"/>
            </a:endParaRPr>
          </a:p>
        </p:txBody>
      </p:sp>
      <p:sp>
        <p:nvSpPr>
          <p:cNvPr id="1425" name="Google Shape;1425;p35"/>
          <p:cNvSpPr/>
          <p:nvPr/>
        </p:nvSpPr>
        <p:spPr>
          <a:xfrm>
            <a:off x="1804050" y="2444550"/>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426" name="Google Shape;1426;p35"/>
          <p:cNvSpPr/>
          <p:nvPr/>
        </p:nvSpPr>
        <p:spPr>
          <a:xfrm>
            <a:off x="1229525" y="2867125"/>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427" name="Google Shape;1427;p35"/>
          <p:cNvSpPr/>
          <p:nvPr/>
        </p:nvSpPr>
        <p:spPr>
          <a:xfrm>
            <a:off x="2396575" y="2867125"/>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428" name="Google Shape;1428;p35"/>
          <p:cNvSpPr/>
          <p:nvPr/>
        </p:nvSpPr>
        <p:spPr>
          <a:xfrm>
            <a:off x="860650" y="3365900"/>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429" name="Google Shape;1429;p35"/>
          <p:cNvSpPr/>
          <p:nvPr/>
        </p:nvSpPr>
        <p:spPr>
          <a:xfrm>
            <a:off x="1525675" y="3365900"/>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430" name="Google Shape;1430;p35"/>
          <p:cNvSpPr/>
          <p:nvPr/>
        </p:nvSpPr>
        <p:spPr>
          <a:xfrm>
            <a:off x="2083975" y="3365900"/>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sp>
        <p:nvSpPr>
          <p:cNvPr id="1431" name="Google Shape;1431;p35"/>
          <p:cNvSpPr/>
          <p:nvPr/>
        </p:nvSpPr>
        <p:spPr>
          <a:xfrm>
            <a:off x="2718475" y="3365900"/>
            <a:ext cx="270600" cy="270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Yuji Syuku"/>
              <a:ea typeface="Yuji Syuku"/>
              <a:cs typeface="Yuji Syuku"/>
              <a:sym typeface="Yuji Syuku"/>
            </a:endParaRPr>
          </a:p>
        </p:txBody>
      </p:sp>
      <p:cxnSp>
        <p:nvCxnSpPr>
          <p:cNvPr id="1432" name="Google Shape;1432;p35"/>
          <p:cNvCxnSpPr>
            <a:stCxn id="1425" idx="3"/>
            <a:endCxn id="1426" idx="7"/>
          </p:cNvCxnSpPr>
          <p:nvPr/>
        </p:nvCxnSpPr>
        <p:spPr>
          <a:xfrm flipH="1">
            <a:off x="1460578" y="2675522"/>
            <a:ext cx="383100" cy="231300"/>
          </a:xfrm>
          <a:prstGeom prst="straightConnector1">
            <a:avLst/>
          </a:prstGeom>
          <a:noFill/>
          <a:ln cap="flat" cmpd="sng" w="9525">
            <a:solidFill>
              <a:schemeClr val="dk2"/>
            </a:solidFill>
            <a:prstDash val="solid"/>
            <a:round/>
            <a:headEnd len="med" w="med" type="none"/>
            <a:tailEnd len="med" w="med" type="none"/>
          </a:ln>
        </p:spPr>
      </p:cxnSp>
      <p:cxnSp>
        <p:nvCxnSpPr>
          <p:cNvPr id="1433" name="Google Shape;1433;p35"/>
          <p:cNvCxnSpPr>
            <a:stCxn id="1425" idx="6"/>
          </p:cNvCxnSpPr>
          <p:nvPr/>
        </p:nvCxnSpPr>
        <p:spPr>
          <a:xfrm>
            <a:off x="2074650" y="2579850"/>
            <a:ext cx="0" cy="0"/>
          </a:xfrm>
          <a:prstGeom prst="straightConnector1">
            <a:avLst/>
          </a:prstGeom>
          <a:noFill/>
          <a:ln cap="flat" cmpd="sng" w="9525">
            <a:solidFill>
              <a:schemeClr val="dk2"/>
            </a:solidFill>
            <a:prstDash val="solid"/>
            <a:round/>
            <a:headEnd len="med" w="med" type="none"/>
            <a:tailEnd len="med" w="med" type="none"/>
          </a:ln>
        </p:spPr>
      </p:cxnSp>
      <p:cxnSp>
        <p:nvCxnSpPr>
          <p:cNvPr id="1434" name="Google Shape;1434;p35"/>
          <p:cNvCxnSpPr>
            <a:stCxn id="1425" idx="5"/>
            <a:endCxn id="1427" idx="1"/>
          </p:cNvCxnSpPr>
          <p:nvPr/>
        </p:nvCxnSpPr>
        <p:spPr>
          <a:xfrm>
            <a:off x="2035022" y="2675522"/>
            <a:ext cx="401100" cy="231300"/>
          </a:xfrm>
          <a:prstGeom prst="straightConnector1">
            <a:avLst/>
          </a:prstGeom>
          <a:noFill/>
          <a:ln cap="flat" cmpd="sng" w="9525">
            <a:solidFill>
              <a:schemeClr val="dk2"/>
            </a:solidFill>
            <a:prstDash val="solid"/>
            <a:round/>
            <a:headEnd len="med" w="med" type="none"/>
            <a:tailEnd len="med" w="med" type="none"/>
          </a:ln>
        </p:spPr>
      </p:cxnSp>
      <p:cxnSp>
        <p:nvCxnSpPr>
          <p:cNvPr id="1435" name="Google Shape;1435;p35"/>
          <p:cNvCxnSpPr>
            <a:stCxn id="1426" idx="3"/>
            <a:endCxn id="1428" idx="0"/>
          </p:cNvCxnSpPr>
          <p:nvPr/>
        </p:nvCxnSpPr>
        <p:spPr>
          <a:xfrm flipH="1">
            <a:off x="995853" y="3098097"/>
            <a:ext cx="273300" cy="267900"/>
          </a:xfrm>
          <a:prstGeom prst="straightConnector1">
            <a:avLst/>
          </a:prstGeom>
          <a:noFill/>
          <a:ln cap="flat" cmpd="sng" w="9525">
            <a:solidFill>
              <a:schemeClr val="dk2"/>
            </a:solidFill>
            <a:prstDash val="solid"/>
            <a:round/>
            <a:headEnd len="med" w="med" type="none"/>
            <a:tailEnd len="med" w="med" type="none"/>
          </a:ln>
        </p:spPr>
      </p:cxnSp>
      <p:cxnSp>
        <p:nvCxnSpPr>
          <p:cNvPr id="1436" name="Google Shape;1436;p35"/>
          <p:cNvCxnSpPr>
            <a:stCxn id="1426" idx="5"/>
            <a:endCxn id="1429" idx="0"/>
          </p:cNvCxnSpPr>
          <p:nvPr/>
        </p:nvCxnSpPr>
        <p:spPr>
          <a:xfrm>
            <a:off x="1460497" y="3098097"/>
            <a:ext cx="200400" cy="267900"/>
          </a:xfrm>
          <a:prstGeom prst="straightConnector1">
            <a:avLst/>
          </a:prstGeom>
          <a:noFill/>
          <a:ln cap="flat" cmpd="sng" w="9525">
            <a:solidFill>
              <a:schemeClr val="dk2"/>
            </a:solidFill>
            <a:prstDash val="solid"/>
            <a:round/>
            <a:headEnd len="med" w="med" type="none"/>
            <a:tailEnd len="med" w="med" type="none"/>
          </a:ln>
        </p:spPr>
      </p:cxnSp>
      <p:cxnSp>
        <p:nvCxnSpPr>
          <p:cNvPr id="1437" name="Google Shape;1437;p35"/>
          <p:cNvCxnSpPr>
            <a:stCxn id="1427" idx="3"/>
            <a:endCxn id="1430" idx="0"/>
          </p:cNvCxnSpPr>
          <p:nvPr/>
        </p:nvCxnSpPr>
        <p:spPr>
          <a:xfrm flipH="1">
            <a:off x="2219303" y="3098097"/>
            <a:ext cx="216900" cy="267900"/>
          </a:xfrm>
          <a:prstGeom prst="straightConnector1">
            <a:avLst/>
          </a:prstGeom>
          <a:noFill/>
          <a:ln cap="flat" cmpd="sng" w="9525">
            <a:solidFill>
              <a:schemeClr val="dk2"/>
            </a:solidFill>
            <a:prstDash val="solid"/>
            <a:round/>
            <a:headEnd len="med" w="med" type="none"/>
            <a:tailEnd len="med" w="med" type="none"/>
          </a:ln>
        </p:spPr>
      </p:cxnSp>
      <p:cxnSp>
        <p:nvCxnSpPr>
          <p:cNvPr id="1438" name="Google Shape;1438;p35"/>
          <p:cNvCxnSpPr>
            <a:stCxn id="1427" idx="5"/>
            <a:endCxn id="1431" idx="0"/>
          </p:cNvCxnSpPr>
          <p:nvPr/>
        </p:nvCxnSpPr>
        <p:spPr>
          <a:xfrm>
            <a:off x="2627547" y="3098097"/>
            <a:ext cx="226200" cy="267900"/>
          </a:xfrm>
          <a:prstGeom prst="straightConnector1">
            <a:avLst/>
          </a:prstGeom>
          <a:noFill/>
          <a:ln cap="flat" cmpd="sng" w="9525">
            <a:solidFill>
              <a:schemeClr val="dk2"/>
            </a:solidFill>
            <a:prstDash val="solid"/>
            <a:round/>
            <a:headEnd len="med" w="med" type="none"/>
            <a:tailEnd len="med" w="med" type="none"/>
          </a:ln>
        </p:spPr>
      </p:cxnSp>
      <p:cxnSp>
        <p:nvCxnSpPr>
          <p:cNvPr id="1439" name="Google Shape;1439;p35"/>
          <p:cNvCxnSpPr>
            <a:stCxn id="1425" idx="7"/>
          </p:cNvCxnSpPr>
          <p:nvPr/>
        </p:nvCxnSpPr>
        <p:spPr>
          <a:xfrm flipH="1" rot="10800000">
            <a:off x="2035022" y="1887478"/>
            <a:ext cx="2277600" cy="596700"/>
          </a:xfrm>
          <a:prstGeom prst="straightConnector1">
            <a:avLst/>
          </a:prstGeom>
          <a:noFill/>
          <a:ln cap="flat" cmpd="sng" w="9525">
            <a:solidFill>
              <a:schemeClr val="dk1"/>
            </a:solidFill>
            <a:prstDash val="dash"/>
            <a:round/>
            <a:headEnd len="med" w="med" type="none"/>
            <a:tailEnd len="med" w="med" type="none"/>
          </a:ln>
        </p:spPr>
      </p:cxnSp>
      <p:cxnSp>
        <p:nvCxnSpPr>
          <p:cNvPr id="1440" name="Google Shape;1440;p35"/>
          <p:cNvCxnSpPr>
            <a:endCxn id="1431" idx="6"/>
          </p:cNvCxnSpPr>
          <p:nvPr/>
        </p:nvCxnSpPr>
        <p:spPr>
          <a:xfrm flipH="1">
            <a:off x="2989075" y="2345900"/>
            <a:ext cx="1314900" cy="1155300"/>
          </a:xfrm>
          <a:prstGeom prst="straightConnector1">
            <a:avLst/>
          </a:prstGeom>
          <a:noFill/>
          <a:ln cap="flat" cmpd="sng" w="9525">
            <a:solidFill>
              <a:schemeClr val="dk1"/>
            </a:solidFill>
            <a:prstDash val="dash"/>
            <a:round/>
            <a:headEnd len="med" w="med" type="none"/>
            <a:tailEnd len="med" w="med" type="none"/>
          </a:ln>
        </p:spPr>
      </p:cxnSp>
      <p:cxnSp>
        <p:nvCxnSpPr>
          <p:cNvPr id="1441" name="Google Shape;1441;p35"/>
          <p:cNvCxnSpPr>
            <a:endCxn id="1430" idx="6"/>
          </p:cNvCxnSpPr>
          <p:nvPr/>
        </p:nvCxnSpPr>
        <p:spPr>
          <a:xfrm flipH="1">
            <a:off x="2354575" y="2363600"/>
            <a:ext cx="1958100" cy="1137600"/>
          </a:xfrm>
          <a:prstGeom prst="straightConnector1">
            <a:avLst/>
          </a:prstGeom>
          <a:noFill/>
          <a:ln cap="flat" cmpd="sng" w="9525">
            <a:solidFill>
              <a:schemeClr val="dk1"/>
            </a:solidFill>
            <a:prstDash val="dash"/>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36"/>
          <p:cNvSpPr txBox="1"/>
          <p:nvPr>
            <p:ph idx="4294967295" type="subTitle"/>
          </p:nvPr>
        </p:nvSpPr>
        <p:spPr>
          <a:xfrm>
            <a:off x="720000" y="596575"/>
            <a:ext cx="7704000" cy="3915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200">
                <a:latin typeface="Lora"/>
                <a:ea typeface="Lora"/>
                <a:cs typeface="Lora"/>
                <a:sym typeface="Lora"/>
              </a:rPr>
              <a:t>Binary tree</a:t>
            </a:r>
            <a:r>
              <a:rPr lang="en" sz="1200">
                <a:latin typeface="Lora"/>
                <a:ea typeface="Lora"/>
                <a:cs typeface="Lora"/>
                <a:sym typeface="Lora"/>
              </a:rPr>
              <a:t> có nhiều ứng dụng trong lĩnh vực khoa học máy tính và công nghệ thông tin, bao gồm cấu trúc dữ liệu, tìm kiếm và sắp xếp dữ liệu, cây tìm kiếm nhị phân (binary search tree), cây AVL, cây đỏ-đen (red-black tree),...</a:t>
            </a:r>
            <a:endParaRPr sz="1200">
              <a:latin typeface="Lora"/>
              <a:ea typeface="Lora"/>
              <a:cs typeface="Lora"/>
              <a:sym typeface="Lora"/>
            </a:endParaRPr>
          </a:p>
          <a:p>
            <a:pPr indent="0" lvl="0" marL="0" rtl="0" algn="just">
              <a:spcBef>
                <a:spcPts val="500"/>
              </a:spcBef>
              <a:spcAft>
                <a:spcPts val="0"/>
              </a:spcAft>
              <a:buNone/>
            </a:pPr>
            <a:r>
              <a:rPr b="1" lang="en" sz="1200">
                <a:latin typeface="Lora"/>
                <a:ea typeface="Lora"/>
                <a:cs typeface="Lora"/>
                <a:sym typeface="Lora"/>
              </a:rPr>
              <a:t>Cây tìm kiếm nhị phân (Binary Search Tree - BST)</a:t>
            </a:r>
            <a:r>
              <a:rPr lang="en" sz="1200">
                <a:latin typeface="Lora"/>
                <a:ea typeface="Lora"/>
                <a:cs typeface="Lora"/>
                <a:sym typeface="Lora"/>
              </a:rPr>
              <a:t>: BST là một dạng đặc biệt của binary tree, trong đó các phần tử được sắp xếp theo thứ tự. Điều này cho phép tìm kiếm nhanh chóng và hiệu quả. BST được sử dụng trong các thuật toán tìm kiếm, sắp xếp và thao tác dữ liệu tại các cây dữ liệu.</a:t>
            </a:r>
            <a:endParaRPr sz="1200">
              <a:latin typeface="Lora"/>
              <a:ea typeface="Lora"/>
              <a:cs typeface="Lora"/>
              <a:sym typeface="Lora"/>
            </a:endParaRPr>
          </a:p>
          <a:p>
            <a:pPr indent="0" lvl="0" marL="0" rtl="0" algn="just">
              <a:spcBef>
                <a:spcPts val="500"/>
              </a:spcBef>
              <a:spcAft>
                <a:spcPts val="0"/>
              </a:spcAft>
              <a:buNone/>
            </a:pPr>
            <a:r>
              <a:rPr b="1" lang="en" sz="1200">
                <a:latin typeface="Lora"/>
                <a:ea typeface="Lora"/>
                <a:cs typeface="Lora"/>
                <a:sym typeface="Lora"/>
              </a:rPr>
              <a:t>Cây AVL</a:t>
            </a:r>
            <a:r>
              <a:rPr lang="en" sz="1200">
                <a:latin typeface="Lora"/>
                <a:ea typeface="Lora"/>
                <a:cs typeface="Lora"/>
                <a:sym typeface="Lora"/>
              </a:rPr>
              <a:t>: Cây AVL là một loại cây tìm kiếm nhị phân tự cân bằng, nghĩa là đảm bảo chiều cao của cây luôn cân đối. Các cây AVL được sử dụng trong các ứng dụng yêu cầu thời gian truy cập đồng đều và hiệu suất cao trong cả việc chèn, xóa và tìm kiếm dữ liệu.</a:t>
            </a:r>
            <a:endParaRPr sz="1200">
              <a:latin typeface="Lora"/>
              <a:ea typeface="Lora"/>
              <a:cs typeface="Lora"/>
              <a:sym typeface="Lora"/>
            </a:endParaRPr>
          </a:p>
          <a:p>
            <a:pPr indent="0" lvl="0" marL="0" rtl="0" algn="just">
              <a:spcBef>
                <a:spcPts val="500"/>
              </a:spcBef>
              <a:spcAft>
                <a:spcPts val="0"/>
              </a:spcAft>
              <a:buNone/>
            </a:pPr>
            <a:r>
              <a:rPr b="1" lang="en" sz="1200">
                <a:latin typeface="Lora"/>
                <a:ea typeface="Lora"/>
                <a:cs typeface="Lora"/>
                <a:sym typeface="Lora"/>
              </a:rPr>
              <a:t>Cây </a:t>
            </a:r>
            <a:r>
              <a:rPr b="1" lang="en" sz="1200">
                <a:solidFill>
                  <a:schemeClr val="dk2"/>
                </a:solidFill>
                <a:latin typeface="Lora"/>
                <a:ea typeface="Lora"/>
                <a:cs typeface="Lora"/>
                <a:sym typeface="Lora"/>
              </a:rPr>
              <a:t>đỏ</a:t>
            </a:r>
            <a:r>
              <a:rPr b="1" lang="en" sz="1200">
                <a:latin typeface="Lora"/>
                <a:ea typeface="Lora"/>
                <a:cs typeface="Lora"/>
                <a:sym typeface="Lora"/>
              </a:rPr>
              <a:t>-đen (</a:t>
            </a:r>
            <a:r>
              <a:rPr b="1" lang="en" sz="1200">
                <a:solidFill>
                  <a:schemeClr val="dk2"/>
                </a:solidFill>
                <a:latin typeface="Lora"/>
                <a:ea typeface="Lora"/>
                <a:cs typeface="Lora"/>
                <a:sym typeface="Lora"/>
              </a:rPr>
              <a:t>Red</a:t>
            </a:r>
            <a:r>
              <a:rPr b="1" lang="en" sz="1200">
                <a:latin typeface="Lora"/>
                <a:ea typeface="Lora"/>
                <a:cs typeface="Lora"/>
                <a:sym typeface="Lora"/>
              </a:rPr>
              <a:t>-Black Tree)</a:t>
            </a:r>
            <a:r>
              <a:rPr lang="en" sz="1200">
                <a:latin typeface="Lora"/>
                <a:ea typeface="Lora"/>
                <a:cs typeface="Lora"/>
                <a:sym typeface="Lora"/>
              </a:rPr>
              <a:t>: Cây đỏ-đen là một dạng cây nhị phân cân bằng khác, trong đó mỗi nút được gán một màu đỏ hoặc đen. Cây đỏ-đen có thời gian truy cập tương tự như cây AVL, nhưng thích hợp hơn cho các ứng dụng yêu cầu thêm và xóa dữ liệu nhanh chóng hơn.</a:t>
            </a:r>
            <a:endParaRPr sz="1200">
              <a:latin typeface="Lora"/>
              <a:ea typeface="Lora"/>
              <a:cs typeface="Lora"/>
              <a:sym typeface="Lora"/>
            </a:endParaRPr>
          </a:p>
          <a:p>
            <a:pPr indent="0" lvl="0" marL="0" rtl="0" algn="just">
              <a:spcBef>
                <a:spcPts val="500"/>
              </a:spcBef>
              <a:spcAft>
                <a:spcPts val="0"/>
              </a:spcAft>
              <a:buNone/>
            </a:pPr>
            <a:r>
              <a:rPr b="1" lang="en" sz="1200">
                <a:latin typeface="Lora"/>
                <a:ea typeface="Lora"/>
                <a:cs typeface="Lora"/>
                <a:sym typeface="Lora"/>
              </a:rPr>
              <a:t>Cây Huffman</a:t>
            </a:r>
            <a:r>
              <a:rPr lang="en" sz="1200">
                <a:latin typeface="Lora"/>
                <a:ea typeface="Lora"/>
                <a:cs typeface="Lora"/>
                <a:sym typeface="Lora"/>
              </a:rPr>
              <a:t>: Cây Huffman là một dạng cây nhị phân được sử dụng trong nén dữ liệu. Nó xây dựng một cây nhị phân đặc biệt dựa trên tần suất xuất hiện của các ký tự trong dữ liệu và sử dụng mã hóa biến độ dài để giảm kích thước dữ liệu.</a:t>
            </a:r>
            <a:endParaRPr sz="1200">
              <a:latin typeface="Lora"/>
              <a:ea typeface="Lora"/>
              <a:cs typeface="Lora"/>
              <a:sym typeface="Lora"/>
            </a:endParaRPr>
          </a:p>
          <a:p>
            <a:pPr indent="0" lvl="0" marL="0" rtl="0" algn="just">
              <a:spcBef>
                <a:spcPts val="500"/>
              </a:spcBef>
              <a:spcAft>
                <a:spcPts val="500"/>
              </a:spcAft>
              <a:buNone/>
            </a:pPr>
            <a:r>
              <a:rPr lang="en" sz="1200">
                <a:latin typeface="Lora"/>
                <a:ea typeface="Lora"/>
                <a:cs typeface="Lora"/>
                <a:sym typeface="Lora"/>
              </a:rPr>
              <a:t>Các ứng dụng khác của binary tree bao gồm mã hóa và giải mã dữ liệu, xây dựng cây quyết định (decision tree) trong học máy, phân tích cú pháp (parsing) trong ngôn ngữ tự nhiên và biểu diễn cây gen trong sinh học. Với tính linh hoạt và hiệu suất, binary tree là một công cụ mạnh mẽ trong việc xử lý và quản lý dữ liệu.</a:t>
            </a:r>
            <a:endParaRPr sz="1200">
              <a:latin typeface="Lora"/>
              <a:ea typeface="Lora"/>
              <a:cs typeface="Lora"/>
              <a:sym typeface="L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37"/>
          <p:cNvSpPr txBox="1"/>
          <p:nvPr>
            <p:ph type="title"/>
          </p:nvPr>
        </p:nvSpPr>
        <p:spPr>
          <a:xfrm>
            <a:off x="713225" y="2481025"/>
            <a:ext cx="4968900" cy="89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500"/>
              <a:t>PRACTICE</a:t>
            </a:r>
            <a:endParaRPr sz="4500"/>
          </a:p>
        </p:txBody>
      </p:sp>
      <p:sp>
        <p:nvSpPr>
          <p:cNvPr id="1452" name="Google Shape;1452;p37"/>
          <p:cNvSpPr txBox="1"/>
          <p:nvPr>
            <p:ph idx="2" type="title"/>
          </p:nvPr>
        </p:nvSpPr>
        <p:spPr>
          <a:xfrm>
            <a:off x="713225" y="1427800"/>
            <a:ext cx="1263900" cy="111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1453" name="Google Shape;1453;p37"/>
          <p:cNvSpPr txBox="1"/>
          <p:nvPr>
            <p:ph idx="1" type="subTitle"/>
          </p:nvPr>
        </p:nvSpPr>
        <p:spPr>
          <a:xfrm>
            <a:off x="713225" y="3340700"/>
            <a:ext cx="49689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Binary tree implement</a:t>
            </a:r>
            <a:endParaRPr/>
          </a:p>
        </p:txBody>
      </p:sp>
      <p:grpSp>
        <p:nvGrpSpPr>
          <p:cNvPr id="1454" name="Google Shape;1454;p37"/>
          <p:cNvGrpSpPr/>
          <p:nvPr/>
        </p:nvGrpSpPr>
        <p:grpSpPr>
          <a:xfrm>
            <a:off x="6638850" y="894400"/>
            <a:ext cx="3474026" cy="4838699"/>
            <a:chOff x="6638850" y="894400"/>
            <a:chExt cx="3474026" cy="4838699"/>
          </a:xfrm>
        </p:grpSpPr>
        <p:pic>
          <p:nvPicPr>
            <p:cNvPr id="1455" name="Google Shape;1455;p37"/>
            <p:cNvPicPr preferRelativeResize="0"/>
            <p:nvPr/>
          </p:nvPicPr>
          <p:blipFill>
            <a:blip r:embed="rId3">
              <a:alphaModFix/>
            </a:blip>
            <a:stretch>
              <a:fillRect/>
            </a:stretch>
          </p:blipFill>
          <p:spPr>
            <a:xfrm flipH="1">
              <a:off x="6638850" y="894400"/>
              <a:ext cx="2276550" cy="4838699"/>
            </a:xfrm>
            <a:prstGeom prst="rect">
              <a:avLst/>
            </a:prstGeom>
            <a:noFill/>
            <a:ln>
              <a:noFill/>
            </a:ln>
          </p:spPr>
        </p:pic>
        <p:grpSp>
          <p:nvGrpSpPr>
            <p:cNvPr id="1456" name="Google Shape;1456;p37"/>
            <p:cNvGrpSpPr/>
            <p:nvPr/>
          </p:nvGrpSpPr>
          <p:grpSpPr>
            <a:xfrm>
              <a:off x="7128915" y="3115437"/>
              <a:ext cx="2983961" cy="866716"/>
              <a:chOff x="7195266" y="5292104"/>
              <a:chExt cx="4631323" cy="1345205"/>
            </a:xfrm>
          </p:grpSpPr>
          <p:sp>
            <p:nvSpPr>
              <p:cNvPr id="1457" name="Google Shape;1457;p37"/>
              <p:cNvSpPr/>
              <p:nvPr/>
            </p:nvSpPr>
            <p:spPr>
              <a:xfrm>
                <a:off x="7198193" y="5294725"/>
                <a:ext cx="4625675" cy="1340030"/>
              </a:xfrm>
              <a:custGeom>
                <a:rect b="b" l="l" r="r" t="t"/>
                <a:pathLst>
                  <a:path extrusionOk="0" h="1340030" w="4625675">
                    <a:moveTo>
                      <a:pt x="2787000" y="496683"/>
                    </a:moveTo>
                    <a:cubicBezTo>
                      <a:pt x="2841316" y="417861"/>
                      <a:pt x="2952689" y="379457"/>
                      <a:pt x="3047695" y="404877"/>
                    </a:cubicBezTo>
                    <a:cubicBezTo>
                      <a:pt x="3160625" y="435235"/>
                      <a:pt x="3244383" y="539477"/>
                      <a:pt x="3271267" y="653411"/>
                    </a:cubicBezTo>
                    <a:cubicBezTo>
                      <a:pt x="3315066" y="586568"/>
                      <a:pt x="3425617" y="615738"/>
                      <a:pt x="3474080" y="679563"/>
                    </a:cubicBezTo>
                    <a:cubicBezTo>
                      <a:pt x="3522361" y="743113"/>
                      <a:pt x="3536168" y="826872"/>
                      <a:pt x="3579236" y="894172"/>
                    </a:cubicBezTo>
                    <a:cubicBezTo>
                      <a:pt x="3662812" y="1024566"/>
                      <a:pt x="3835451" y="1065257"/>
                      <a:pt x="3990351" y="1062422"/>
                    </a:cubicBezTo>
                    <a:cubicBezTo>
                      <a:pt x="4227821" y="1057942"/>
                      <a:pt x="4471600" y="970433"/>
                      <a:pt x="4625676" y="789657"/>
                    </a:cubicBezTo>
                    <a:cubicBezTo>
                      <a:pt x="4432463" y="1126430"/>
                      <a:pt x="3962553" y="1270174"/>
                      <a:pt x="3614075" y="1098906"/>
                    </a:cubicBezTo>
                    <a:cubicBezTo>
                      <a:pt x="3552901" y="1196107"/>
                      <a:pt x="3423971" y="1235884"/>
                      <a:pt x="3311501" y="1213755"/>
                    </a:cubicBezTo>
                    <a:cubicBezTo>
                      <a:pt x="3199029" y="1191444"/>
                      <a:pt x="3102742" y="1116555"/>
                      <a:pt x="3030323" y="1027583"/>
                    </a:cubicBezTo>
                    <a:cubicBezTo>
                      <a:pt x="3021818" y="1121950"/>
                      <a:pt x="2911999" y="1186140"/>
                      <a:pt x="2820467" y="1162914"/>
                    </a:cubicBezTo>
                    <a:cubicBezTo>
                      <a:pt x="2728661" y="1139597"/>
                      <a:pt x="2664928" y="1047609"/>
                      <a:pt x="2655784" y="953243"/>
                    </a:cubicBezTo>
                    <a:cubicBezTo>
                      <a:pt x="2593147" y="1041940"/>
                      <a:pt x="2464034" y="1075589"/>
                      <a:pt x="2366102" y="1028772"/>
                    </a:cubicBezTo>
                    <a:lnTo>
                      <a:pt x="2352934" y="1028498"/>
                    </a:lnTo>
                    <a:cubicBezTo>
                      <a:pt x="2356227" y="1074401"/>
                      <a:pt x="2348728" y="1121218"/>
                      <a:pt x="2328428" y="1162640"/>
                    </a:cubicBezTo>
                    <a:cubicBezTo>
                      <a:pt x="2261403" y="1300258"/>
                      <a:pt x="2086569" y="1366186"/>
                      <a:pt x="1937614" y="1330433"/>
                    </a:cubicBezTo>
                    <a:cubicBezTo>
                      <a:pt x="1788384" y="1294863"/>
                      <a:pt x="1669329" y="1173705"/>
                      <a:pt x="1609619" y="1032796"/>
                    </a:cubicBezTo>
                    <a:cubicBezTo>
                      <a:pt x="1555760" y="1114177"/>
                      <a:pt x="1416680" y="1115366"/>
                      <a:pt x="1361633" y="1034716"/>
                    </a:cubicBezTo>
                    <a:cubicBezTo>
                      <a:pt x="1362548" y="1131642"/>
                      <a:pt x="1263518" y="1209275"/>
                      <a:pt x="1166592" y="1208634"/>
                    </a:cubicBezTo>
                    <a:cubicBezTo>
                      <a:pt x="1069666" y="1208177"/>
                      <a:pt x="981426" y="1146730"/>
                      <a:pt x="921898" y="1070286"/>
                    </a:cubicBezTo>
                    <a:cubicBezTo>
                      <a:pt x="753374" y="1222534"/>
                      <a:pt x="513619" y="1292394"/>
                      <a:pt x="289865" y="1254263"/>
                    </a:cubicBezTo>
                    <a:cubicBezTo>
                      <a:pt x="172639" y="1234055"/>
                      <a:pt x="51481" y="1177545"/>
                      <a:pt x="0" y="1070469"/>
                    </a:cubicBezTo>
                    <a:cubicBezTo>
                      <a:pt x="135514" y="1162914"/>
                      <a:pt x="323058" y="1227380"/>
                      <a:pt x="457932" y="1133745"/>
                    </a:cubicBezTo>
                    <a:cubicBezTo>
                      <a:pt x="531815" y="1082173"/>
                      <a:pt x="571134" y="994208"/>
                      <a:pt x="636331" y="931846"/>
                    </a:cubicBezTo>
                    <a:cubicBezTo>
                      <a:pt x="701253" y="869484"/>
                      <a:pt x="823418" y="844063"/>
                      <a:pt x="871881" y="920050"/>
                    </a:cubicBezTo>
                    <a:cubicBezTo>
                      <a:pt x="857068" y="835102"/>
                      <a:pt x="900318" y="743113"/>
                      <a:pt x="975208" y="700045"/>
                    </a:cubicBezTo>
                    <a:cubicBezTo>
                      <a:pt x="1020379" y="673894"/>
                      <a:pt x="1075243" y="667127"/>
                      <a:pt x="1126084" y="677917"/>
                    </a:cubicBezTo>
                    <a:cubicBezTo>
                      <a:pt x="1127273" y="578887"/>
                      <a:pt x="1171255" y="480498"/>
                      <a:pt x="1245413" y="414387"/>
                    </a:cubicBezTo>
                    <a:cubicBezTo>
                      <a:pt x="1322131" y="345898"/>
                      <a:pt x="1429390" y="312705"/>
                      <a:pt x="1531529" y="326421"/>
                    </a:cubicBezTo>
                    <a:lnTo>
                      <a:pt x="1552012" y="328067"/>
                    </a:lnTo>
                    <a:cubicBezTo>
                      <a:pt x="1556217" y="286645"/>
                      <a:pt x="1567556" y="245954"/>
                      <a:pt x="1586576" y="208738"/>
                    </a:cubicBezTo>
                    <a:cubicBezTo>
                      <a:pt x="1664483" y="56033"/>
                      <a:pt x="1852940" y="-26354"/>
                      <a:pt x="2021190" y="7570"/>
                    </a:cubicBezTo>
                    <a:cubicBezTo>
                      <a:pt x="2054108" y="14154"/>
                      <a:pt x="2086569" y="24761"/>
                      <a:pt x="2116013" y="41220"/>
                    </a:cubicBezTo>
                    <a:cubicBezTo>
                      <a:pt x="2142622" y="56033"/>
                      <a:pt x="2166854" y="75601"/>
                      <a:pt x="2188068" y="97730"/>
                    </a:cubicBezTo>
                    <a:cubicBezTo>
                      <a:pt x="2251345" y="163658"/>
                      <a:pt x="2288561" y="254001"/>
                      <a:pt x="2290390" y="345532"/>
                    </a:cubicBezTo>
                    <a:lnTo>
                      <a:pt x="2306392" y="353305"/>
                    </a:lnTo>
                    <a:cubicBezTo>
                      <a:pt x="2317456" y="343155"/>
                      <a:pt x="2329434" y="334011"/>
                      <a:pt x="2342144" y="326238"/>
                    </a:cubicBezTo>
                    <a:cubicBezTo>
                      <a:pt x="2433676" y="270460"/>
                      <a:pt x="2553920" y="276861"/>
                      <a:pt x="2650389" y="323221"/>
                    </a:cubicBezTo>
                    <a:cubicBezTo>
                      <a:pt x="2717415" y="355499"/>
                      <a:pt x="2780782" y="416398"/>
                      <a:pt x="2779137" y="490739"/>
                    </a:cubicBezTo>
                    <a:lnTo>
                      <a:pt x="2787366" y="49686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8" name="Google Shape;1458;p37"/>
              <p:cNvSpPr/>
              <p:nvPr/>
            </p:nvSpPr>
            <p:spPr>
              <a:xfrm>
                <a:off x="8743881" y="5292104"/>
                <a:ext cx="746897" cy="707056"/>
              </a:xfrm>
              <a:custGeom>
                <a:rect b="b" l="l" r="r" t="t"/>
                <a:pathLst>
                  <a:path extrusionOk="0" h="707056" w="746897">
                    <a:moveTo>
                      <a:pt x="281466" y="383723"/>
                    </a:moveTo>
                    <a:cubicBezTo>
                      <a:pt x="266653" y="364978"/>
                      <a:pt x="278083" y="338369"/>
                      <a:pt x="296463" y="326939"/>
                    </a:cubicBezTo>
                    <a:cubicBezTo>
                      <a:pt x="314842" y="315509"/>
                      <a:pt x="338708" y="315601"/>
                      <a:pt x="359830" y="316698"/>
                    </a:cubicBezTo>
                    <a:cubicBezTo>
                      <a:pt x="400704" y="318801"/>
                      <a:pt x="438378" y="331420"/>
                      <a:pt x="457854" y="369916"/>
                    </a:cubicBezTo>
                    <a:cubicBezTo>
                      <a:pt x="473490" y="400914"/>
                      <a:pt x="475685" y="437490"/>
                      <a:pt x="475411" y="471597"/>
                    </a:cubicBezTo>
                    <a:cubicBezTo>
                      <a:pt x="475045" y="512745"/>
                      <a:pt x="474313" y="556454"/>
                      <a:pt x="459957" y="595498"/>
                    </a:cubicBezTo>
                    <a:cubicBezTo>
                      <a:pt x="430605" y="675234"/>
                      <a:pt x="341451" y="711353"/>
                      <a:pt x="261532" y="699191"/>
                    </a:cubicBezTo>
                    <a:cubicBezTo>
                      <a:pt x="187100" y="687853"/>
                      <a:pt x="120166" y="642773"/>
                      <a:pt x="75909" y="582697"/>
                    </a:cubicBezTo>
                    <a:cubicBezTo>
                      <a:pt x="-1998" y="476901"/>
                      <a:pt x="-16811" y="325202"/>
                      <a:pt x="44911" y="208433"/>
                    </a:cubicBezTo>
                    <a:cubicBezTo>
                      <a:pt x="110382" y="84440"/>
                      <a:pt x="249005" y="9368"/>
                      <a:pt x="387171" y="5527"/>
                    </a:cubicBezTo>
                    <a:cubicBezTo>
                      <a:pt x="468004" y="3241"/>
                      <a:pt x="551123" y="24821"/>
                      <a:pt x="613759" y="77582"/>
                    </a:cubicBezTo>
                    <a:cubicBezTo>
                      <a:pt x="676396" y="130343"/>
                      <a:pt x="718824" y="205415"/>
                      <a:pt x="734734" y="285334"/>
                    </a:cubicBezTo>
                    <a:cubicBezTo>
                      <a:pt x="738849" y="305999"/>
                      <a:pt x="741044" y="326939"/>
                      <a:pt x="741501" y="348062"/>
                    </a:cubicBezTo>
                    <a:cubicBezTo>
                      <a:pt x="741501" y="351536"/>
                      <a:pt x="746988" y="351536"/>
                      <a:pt x="746896" y="348062"/>
                    </a:cubicBezTo>
                    <a:cubicBezTo>
                      <a:pt x="744793" y="261925"/>
                      <a:pt x="712698" y="177618"/>
                      <a:pt x="656370" y="112329"/>
                    </a:cubicBezTo>
                    <a:cubicBezTo>
                      <a:pt x="625921" y="77034"/>
                      <a:pt x="588705" y="47590"/>
                      <a:pt x="545820" y="29119"/>
                    </a:cubicBezTo>
                    <a:cubicBezTo>
                      <a:pt x="508420" y="13025"/>
                      <a:pt x="467821" y="4064"/>
                      <a:pt x="427222" y="1047"/>
                    </a:cubicBezTo>
                    <a:cubicBezTo>
                      <a:pt x="280095" y="-9652"/>
                      <a:pt x="125287" y="62220"/>
                      <a:pt x="48843" y="190419"/>
                    </a:cubicBezTo>
                    <a:cubicBezTo>
                      <a:pt x="-27601" y="318618"/>
                      <a:pt x="-11050" y="478912"/>
                      <a:pt x="75726" y="591566"/>
                    </a:cubicBezTo>
                    <a:cubicBezTo>
                      <a:pt x="123092" y="653014"/>
                      <a:pt x="194416" y="698186"/>
                      <a:pt x="272505" y="706049"/>
                    </a:cubicBezTo>
                    <a:cubicBezTo>
                      <a:pt x="350595" y="713913"/>
                      <a:pt x="435177" y="675508"/>
                      <a:pt x="464255" y="598699"/>
                    </a:cubicBezTo>
                    <a:cubicBezTo>
                      <a:pt x="479708" y="557917"/>
                      <a:pt x="480348" y="511556"/>
                      <a:pt x="480348" y="468397"/>
                    </a:cubicBezTo>
                    <a:cubicBezTo>
                      <a:pt x="480348" y="433558"/>
                      <a:pt x="477605" y="396068"/>
                      <a:pt x="460506" y="364978"/>
                    </a:cubicBezTo>
                    <a:cubicBezTo>
                      <a:pt x="441944" y="331054"/>
                      <a:pt x="408660" y="316606"/>
                      <a:pt x="371352" y="313315"/>
                    </a:cubicBezTo>
                    <a:cubicBezTo>
                      <a:pt x="338068" y="310388"/>
                      <a:pt x="289879" y="309657"/>
                      <a:pt x="275066" y="346873"/>
                    </a:cubicBezTo>
                    <a:cubicBezTo>
                      <a:pt x="269854" y="360040"/>
                      <a:pt x="270676" y="374214"/>
                      <a:pt x="279912" y="385278"/>
                    </a:cubicBezTo>
                    <a:cubicBezTo>
                      <a:pt x="280826" y="386375"/>
                      <a:pt x="282381" y="384821"/>
                      <a:pt x="281466" y="383723"/>
                    </a:cubicBezTo>
                    <a:lnTo>
                      <a:pt x="281466" y="383723"/>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9" name="Google Shape;1459;p37"/>
              <p:cNvSpPr/>
              <p:nvPr/>
            </p:nvSpPr>
            <p:spPr>
              <a:xfrm>
                <a:off x="9424743" y="5578602"/>
                <a:ext cx="554877" cy="321049"/>
              </a:xfrm>
              <a:custGeom>
                <a:rect b="b" l="l" r="r" t="t"/>
                <a:pathLst>
                  <a:path extrusionOk="0" h="321049" w="554877">
                    <a:moveTo>
                      <a:pt x="20315" y="318419"/>
                    </a:moveTo>
                    <a:cubicBezTo>
                      <a:pt x="-22205" y="221584"/>
                      <a:pt x="24978" y="103443"/>
                      <a:pt x="111206" y="47665"/>
                    </a:cubicBezTo>
                    <a:cubicBezTo>
                      <a:pt x="211150" y="-17075"/>
                      <a:pt x="350413" y="-4273"/>
                      <a:pt x="449168" y="56260"/>
                    </a:cubicBezTo>
                    <a:cubicBezTo>
                      <a:pt x="502203" y="88813"/>
                      <a:pt x="550026" y="141208"/>
                      <a:pt x="549478" y="206862"/>
                    </a:cubicBezTo>
                    <a:cubicBezTo>
                      <a:pt x="549478" y="210337"/>
                      <a:pt x="554781" y="210337"/>
                      <a:pt x="554873" y="206862"/>
                    </a:cubicBezTo>
                    <a:cubicBezTo>
                      <a:pt x="555330" y="149803"/>
                      <a:pt x="520034" y="101797"/>
                      <a:pt x="476234" y="68422"/>
                    </a:cubicBezTo>
                    <a:cubicBezTo>
                      <a:pt x="427588" y="31297"/>
                      <a:pt x="366781" y="9626"/>
                      <a:pt x="306339" y="2402"/>
                    </a:cubicBezTo>
                    <a:cubicBezTo>
                      <a:pt x="245897" y="-4822"/>
                      <a:pt x="180335" y="3865"/>
                      <a:pt x="125287" y="33675"/>
                    </a:cubicBezTo>
                    <a:cubicBezTo>
                      <a:pt x="77373" y="59644"/>
                      <a:pt x="39791" y="102255"/>
                      <a:pt x="18486" y="152272"/>
                    </a:cubicBezTo>
                    <a:cubicBezTo>
                      <a:pt x="-4283" y="205673"/>
                      <a:pt x="-7575" y="266938"/>
                      <a:pt x="17388" y="320156"/>
                    </a:cubicBezTo>
                    <a:cubicBezTo>
                      <a:pt x="18394" y="322168"/>
                      <a:pt x="21320" y="320430"/>
                      <a:pt x="20406" y="318419"/>
                    </a:cubicBezTo>
                    <a:lnTo>
                      <a:pt x="20406" y="318419"/>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0" name="Google Shape;1460;p37"/>
              <p:cNvSpPr/>
              <p:nvPr/>
            </p:nvSpPr>
            <p:spPr>
              <a:xfrm>
                <a:off x="7195266" y="5965135"/>
                <a:ext cx="2358815" cy="672174"/>
              </a:xfrm>
              <a:custGeom>
                <a:rect b="b" l="l" r="r" t="t"/>
                <a:pathLst>
                  <a:path extrusionOk="0" h="672174" w="2358815">
                    <a:moveTo>
                      <a:pt x="1098470" y="153354"/>
                    </a:moveTo>
                    <a:cubicBezTo>
                      <a:pt x="1053299" y="193130"/>
                      <a:pt x="1071861" y="272134"/>
                      <a:pt x="1120964" y="300298"/>
                    </a:cubicBezTo>
                    <a:cubicBezTo>
                      <a:pt x="1182412" y="335593"/>
                      <a:pt x="1260867" y="286307"/>
                      <a:pt x="1280984" y="225043"/>
                    </a:cubicBezTo>
                    <a:cubicBezTo>
                      <a:pt x="1306313" y="148141"/>
                      <a:pt x="1256661" y="64657"/>
                      <a:pt x="1190001" y="27441"/>
                    </a:cubicBezTo>
                    <a:cubicBezTo>
                      <a:pt x="1123342" y="-9775"/>
                      <a:pt x="1034645" y="-9867"/>
                      <a:pt x="969082" y="31647"/>
                    </a:cubicBezTo>
                    <a:cubicBezTo>
                      <a:pt x="897028" y="77275"/>
                      <a:pt x="857983" y="166613"/>
                      <a:pt x="871699" y="250372"/>
                    </a:cubicBezTo>
                    <a:lnTo>
                      <a:pt x="876637" y="248268"/>
                    </a:lnTo>
                    <a:cubicBezTo>
                      <a:pt x="846004" y="201543"/>
                      <a:pt x="788488" y="193130"/>
                      <a:pt x="737373" y="205291"/>
                    </a:cubicBezTo>
                    <a:cubicBezTo>
                      <a:pt x="709301" y="211967"/>
                      <a:pt x="682327" y="224403"/>
                      <a:pt x="658918" y="241228"/>
                    </a:cubicBezTo>
                    <a:cubicBezTo>
                      <a:pt x="632126" y="260521"/>
                      <a:pt x="610454" y="286399"/>
                      <a:pt x="590247" y="312276"/>
                    </a:cubicBezTo>
                    <a:cubicBezTo>
                      <a:pt x="546081" y="368878"/>
                      <a:pt x="507127" y="433069"/>
                      <a:pt x="443943" y="470651"/>
                    </a:cubicBezTo>
                    <a:cubicBezTo>
                      <a:pt x="380757" y="508232"/>
                      <a:pt x="305137" y="512987"/>
                      <a:pt x="234271" y="499180"/>
                    </a:cubicBezTo>
                    <a:cubicBezTo>
                      <a:pt x="151335" y="483086"/>
                      <a:pt x="73427" y="444773"/>
                      <a:pt x="3933" y="397590"/>
                    </a:cubicBezTo>
                    <a:cubicBezTo>
                      <a:pt x="1556" y="395944"/>
                      <a:pt x="-822" y="399053"/>
                      <a:pt x="275" y="401248"/>
                    </a:cubicBezTo>
                    <a:cubicBezTo>
                      <a:pt x="58340" y="519937"/>
                      <a:pt x="193854" y="573521"/>
                      <a:pt x="317664" y="590071"/>
                    </a:cubicBezTo>
                    <a:cubicBezTo>
                      <a:pt x="456195" y="608633"/>
                      <a:pt x="599116" y="586688"/>
                      <a:pt x="726766" y="530452"/>
                    </a:cubicBezTo>
                    <a:cubicBezTo>
                      <a:pt x="799644" y="498357"/>
                      <a:pt x="867218" y="454923"/>
                      <a:pt x="926380" y="401613"/>
                    </a:cubicBezTo>
                    <a:lnTo>
                      <a:pt x="922539" y="401613"/>
                    </a:lnTo>
                    <a:cubicBezTo>
                      <a:pt x="973289" y="465987"/>
                      <a:pt x="1043332" y="520851"/>
                      <a:pt x="1125445" y="536487"/>
                    </a:cubicBezTo>
                    <a:cubicBezTo>
                      <a:pt x="1198323" y="550295"/>
                      <a:pt x="1275132" y="526612"/>
                      <a:pt x="1324784" y="470559"/>
                    </a:cubicBezTo>
                    <a:cubicBezTo>
                      <a:pt x="1350936" y="441024"/>
                      <a:pt x="1366846" y="403899"/>
                      <a:pt x="1366938" y="364214"/>
                    </a:cubicBezTo>
                    <a:lnTo>
                      <a:pt x="1361909" y="365586"/>
                    </a:lnTo>
                    <a:cubicBezTo>
                      <a:pt x="1419516" y="447882"/>
                      <a:pt x="1558322" y="446785"/>
                      <a:pt x="1614649" y="363574"/>
                    </a:cubicBezTo>
                    <a:lnTo>
                      <a:pt x="1609985" y="363574"/>
                    </a:lnTo>
                    <a:cubicBezTo>
                      <a:pt x="1685972" y="541333"/>
                      <a:pt x="1861263" y="692667"/>
                      <a:pt x="2064442" y="669898"/>
                    </a:cubicBezTo>
                    <a:cubicBezTo>
                      <a:pt x="2153505" y="659931"/>
                      <a:pt x="2241104" y="618509"/>
                      <a:pt x="2298346" y="548283"/>
                    </a:cubicBezTo>
                    <a:cubicBezTo>
                      <a:pt x="2352478" y="481897"/>
                      <a:pt x="2370584" y="396035"/>
                      <a:pt x="2351381" y="312825"/>
                    </a:cubicBezTo>
                    <a:cubicBezTo>
                      <a:pt x="2330898" y="223671"/>
                      <a:pt x="2268445" y="142472"/>
                      <a:pt x="2177736" y="117966"/>
                    </a:cubicBezTo>
                    <a:cubicBezTo>
                      <a:pt x="2174353" y="117052"/>
                      <a:pt x="2172890" y="122264"/>
                      <a:pt x="2176274" y="123179"/>
                    </a:cubicBezTo>
                    <a:cubicBezTo>
                      <a:pt x="2256192" y="144758"/>
                      <a:pt x="2314165" y="211875"/>
                      <a:pt x="2339128" y="289051"/>
                    </a:cubicBezTo>
                    <a:cubicBezTo>
                      <a:pt x="2364091" y="366226"/>
                      <a:pt x="2355861" y="456477"/>
                      <a:pt x="2308130" y="526155"/>
                    </a:cubicBezTo>
                    <a:cubicBezTo>
                      <a:pt x="2257472" y="600130"/>
                      <a:pt x="2173164" y="646307"/>
                      <a:pt x="2085931" y="661394"/>
                    </a:cubicBezTo>
                    <a:cubicBezTo>
                      <a:pt x="1992753" y="677396"/>
                      <a:pt x="1898844" y="655542"/>
                      <a:pt x="1819017" y="605982"/>
                    </a:cubicBezTo>
                    <a:cubicBezTo>
                      <a:pt x="1726937" y="548740"/>
                      <a:pt x="1656985" y="459952"/>
                      <a:pt x="1614649" y="360831"/>
                    </a:cubicBezTo>
                    <a:cubicBezTo>
                      <a:pt x="1613826" y="358819"/>
                      <a:pt x="1610991" y="359368"/>
                      <a:pt x="1609985" y="360831"/>
                    </a:cubicBezTo>
                    <a:cubicBezTo>
                      <a:pt x="1556036" y="440475"/>
                      <a:pt x="1421802" y="441664"/>
                      <a:pt x="1366572" y="362843"/>
                    </a:cubicBezTo>
                    <a:cubicBezTo>
                      <a:pt x="1365109" y="360739"/>
                      <a:pt x="1361543" y="361380"/>
                      <a:pt x="1361543" y="364214"/>
                    </a:cubicBezTo>
                    <a:cubicBezTo>
                      <a:pt x="1361543" y="437915"/>
                      <a:pt x="1304941" y="498174"/>
                      <a:pt x="1238465" y="522771"/>
                    </a:cubicBezTo>
                    <a:cubicBezTo>
                      <a:pt x="1165678" y="549746"/>
                      <a:pt x="1086583" y="529446"/>
                      <a:pt x="1023398" y="488298"/>
                    </a:cubicBezTo>
                    <a:cubicBezTo>
                      <a:pt x="986090" y="463975"/>
                      <a:pt x="953812" y="432703"/>
                      <a:pt x="926380" y="397864"/>
                    </a:cubicBezTo>
                    <a:cubicBezTo>
                      <a:pt x="925465" y="396676"/>
                      <a:pt x="923545" y="396950"/>
                      <a:pt x="922539" y="397864"/>
                    </a:cubicBezTo>
                    <a:cubicBezTo>
                      <a:pt x="819944" y="490219"/>
                      <a:pt x="691745" y="552124"/>
                      <a:pt x="556231" y="577818"/>
                    </a:cubicBezTo>
                    <a:cubicBezTo>
                      <a:pt x="425929" y="602507"/>
                      <a:pt x="280905" y="596746"/>
                      <a:pt x="159107" y="540236"/>
                    </a:cubicBezTo>
                    <a:cubicBezTo>
                      <a:pt x="94276" y="510153"/>
                      <a:pt x="36668" y="463609"/>
                      <a:pt x="4847" y="398504"/>
                    </a:cubicBezTo>
                    <a:lnTo>
                      <a:pt x="1190" y="402162"/>
                    </a:lnTo>
                    <a:cubicBezTo>
                      <a:pt x="111467" y="477051"/>
                      <a:pt x="260879" y="541699"/>
                      <a:pt x="395296" y="498357"/>
                    </a:cubicBezTo>
                    <a:cubicBezTo>
                      <a:pt x="460859" y="477143"/>
                      <a:pt x="507859" y="429868"/>
                      <a:pt x="548641" y="376376"/>
                    </a:cubicBezTo>
                    <a:cubicBezTo>
                      <a:pt x="589880" y="322426"/>
                      <a:pt x="627737" y="260339"/>
                      <a:pt x="690007" y="228517"/>
                    </a:cubicBezTo>
                    <a:cubicBezTo>
                      <a:pt x="747249" y="199257"/>
                      <a:pt x="831739" y="189655"/>
                      <a:pt x="871973" y="250920"/>
                    </a:cubicBezTo>
                    <a:cubicBezTo>
                      <a:pt x="873711" y="253572"/>
                      <a:pt x="877368" y="251835"/>
                      <a:pt x="876911" y="248817"/>
                    </a:cubicBezTo>
                    <a:cubicBezTo>
                      <a:pt x="865389" y="178774"/>
                      <a:pt x="892090" y="104891"/>
                      <a:pt x="944393" y="57067"/>
                    </a:cubicBezTo>
                    <a:cubicBezTo>
                      <a:pt x="996697" y="9244"/>
                      <a:pt x="1076159" y="-6301"/>
                      <a:pt x="1145196" y="14273"/>
                    </a:cubicBezTo>
                    <a:cubicBezTo>
                      <a:pt x="1214233" y="34847"/>
                      <a:pt x="1276504" y="96935"/>
                      <a:pt x="1281990" y="173105"/>
                    </a:cubicBezTo>
                    <a:cubicBezTo>
                      <a:pt x="1284550" y="209589"/>
                      <a:pt x="1272572" y="244794"/>
                      <a:pt x="1246694" y="270763"/>
                    </a:cubicBezTo>
                    <a:cubicBezTo>
                      <a:pt x="1223286" y="294171"/>
                      <a:pt x="1190093" y="309350"/>
                      <a:pt x="1156534" y="306241"/>
                    </a:cubicBezTo>
                    <a:cubicBezTo>
                      <a:pt x="1089052" y="299841"/>
                      <a:pt x="1047447" y="204103"/>
                      <a:pt x="1101030" y="155914"/>
                    </a:cubicBezTo>
                    <a:cubicBezTo>
                      <a:pt x="1102859" y="154268"/>
                      <a:pt x="1100207" y="151708"/>
                      <a:pt x="1098379" y="153262"/>
                    </a:cubicBezTo>
                    <a:lnTo>
                      <a:pt x="1098379" y="15326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1" name="Google Shape;1461;p37"/>
              <p:cNvSpPr/>
              <p:nvPr/>
            </p:nvSpPr>
            <p:spPr>
              <a:xfrm>
                <a:off x="8321807" y="5614865"/>
                <a:ext cx="409214" cy="370190"/>
              </a:xfrm>
              <a:custGeom>
                <a:rect b="b" l="l" r="r" t="t"/>
                <a:pathLst>
                  <a:path extrusionOk="0" h="370190" w="409214">
                    <a:moveTo>
                      <a:pt x="3476" y="368841"/>
                    </a:moveTo>
                    <a:cubicBezTo>
                      <a:pt x="5122" y="289014"/>
                      <a:pt x="27891" y="212296"/>
                      <a:pt x="75805" y="147740"/>
                    </a:cubicBezTo>
                    <a:cubicBezTo>
                      <a:pt x="123720" y="83183"/>
                      <a:pt x="194769" y="36640"/>
                      <a:pt x="273224" y="16706"/>
                    </a:cubicBezTo>
                    <a:cubicBezTo>
                      <a:pt x="295535" y="11037"/>
                      <a:pt x="318487" y="7471"/>
                      <a:pt x="341438" y="6099"/>
                    </a:cubicBezTo>
                    <a:cubicBezTo>
                      <a:pt x="364390" y="4727"/>
                      <a:pt x="385330" y="6830"/>
                      <a:pt x="407458" y="7928"/>
                    </a:cubicBezTo>
                    <a:cubicBezTo>
                      <a:pt x="409470" y="8019"/>
                      <a:pt x="409927" y="4819"/>
                      <a:pt x="407916" y="4361"/>
                    </a:cubicBezTo>
                    <a:cubicBezTo>
                      <a:pt x="369328" y="-3685"/>
                      <a:pt x="326351" y="430"/>
                      <a:pt x="288037" y="8385"/>
                    </a:cubicBezTo>
                    <a:cubicBezTo>
                      <a:pt x="247712" y="16706"/>
                      <a:pt x="208667" y="31885"/>
                      <a:pt x="173280" y="53099"/>
                    </a:cubicBezTo>
                    <a:cubicBezTo>
                      <a:pt x="104700" y="94247"/>
                      <a:pt x="52122" y="158529"/>
                      <a:pt x="23593" y="233144"/>
                    </a:cubicBezTo>
                    <a:cubicBezTo>
                      <a:pt x="7317" y="275938"/>
                      <a:pt x="-2010" y="322847"/>
                      <a:pt x="367" y="368750"/>
                    </a:cubicBezTo>
                    <a:cubicBezTo>
                      <a:pt x="459" y="370670"/>
                      <a:pt x="3293" y="370670"/>
                      <a:pt x="3293" y="368750"/>
                    </a:cubicBezTo>
                    <a:lnTo>
                      <a:pt x="3293" y="368750"/>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2" name="Google Shape;1462;p37"/>
              <p:cNvSpPr/>
              <p:nvPr/>
            </p:nvSpPr>
            <p:spPr>
              <a:xfrm>
                <a:off x="9561970" y="5689586"/>
                <a:ext cx="2264619" cy="827029"/>
              </a:xfrm>
              <a:custGeom>
                <a:rect b="b" l="l" r="r" t="t"/>
                <a:pathLst>
                  <a:path extrusionOk="0" h="827029" w="2264619">
                    <a:moveTo>
                      <a:pt x="1227" y="635740"/>
                    </a:moveTo>
                    <a:cubicBezTo>
                      <a:pt x="101263" y="682832"/>
                      <a:pt x="229462" y="649273"/>
                      <a:pt x="294018" y="559662"/>
                    </a:cubicBezTo>
                    <a:lnTo>
                      <a:pt x="289538" y="558473"/>
                    </a:lnTo>
                    <a:cubicBezTo>
                      <a:pt x="297585" y="636563"/>
                      <a:pt x="340561" y="713647"/>
                      <a:pt x="410421" y="752326"/>
                    </a:cubicBezTo>
                    <a:cubicBezTo>
                      <a:pt x="475344" y="788262"/>
                      <a:pt x="555171" y="780032"/>
                      <a:pt x="612687" y="733398"/>
                    </a:cubicBezTo>
                    <a:cubicBezTo>
                      <a:pt x="643776" y="708161"/>
                      <a:pt x="665082" y="672773"/>
                      <a:pt x="669013" y="632723"/>
                    </a:cubicBezTo>
                    <a:lnTo>
                      <a:pt x="664533" y="634552"/>
                    </a:lnTo>
                    <a:cubicBezTo>
                      <a:pt x="725066" y="708252"/>
                      <a:pt x="800962" y="772626"/>
                      <a:pt x="891579" y="805636"/>
                    </a:cubicBezTo>
                    <a:cubicBezTo>
                      <a:pt x="974057" y="835720"/>
                      <a:pt x="1066504" y="835079"/>
                      <a:pt x="1146422" y="797315"/>
                    </a:cubicBezTo>
                    <a:cubicBezTo>
                      <a:pt x="1189490" y="776923"/>
                      <a:pt x="1226797" y="745651"/>
                      <a:pt x="1252584" y="705418"/>
                    </a:cubicBezTo>
                    <a:lnTo>
                      <a:pt x="1248926" y="706332"/>
                    </a:lnTo>
                    <a:cubicBezTo>
                      <a:pt x="1385264" y="772900"/>
                      <a:pt x="1540437" y="792286"/>
                      <a:pt x="1689941" y="770523"/>
                    </a:cubicBezTo>
                    <a:cubicBezTo>
                      <a:pt x="1839172" y="748852"/>
                      <a:pt x="1983190" y="686764"/>
                      <a:pt x="2099501" y="590294"/>
                    </a:cubicBezTo>
                    <a:cubicBezTo>
                      <a:pt x="2165338" y="535705"/>
                      <a:pt x="2221573" y="470051"/>
                      <a:pt x="2264276" y="395984"/>
                    </a:cubicBezTo>
                    <a:cubicBezTo>
                      <a:pt x="2265739" y="393516"/>
                      <a:pt x="2262173" y="390498"/>
                      <a:pt x="2260161" y="392784"/>
                    </a:cubicBezTo>
                    <a:cubicBezTo>
                      <a:pt x="2107457" y="570818"/>
                      <a:pt x="1871084" y="656954"/>
                      <a:pt x="1640838" y="664361"/>
                    </a:cubicBezTo>
                    <a:cubicBezTo>
                      <a:pt x="1535134" y="667744"/>
                      <a:pt x="1423302" y="653662"/>
                      <a:pt x="1329850" y="601084"/>
                    </a:cubicBezTo>
                    <a:cubicBezTo>
                      <a:pt x="1283947" y="575207"/>
                      <a:pt x="1243805" y="539454"/>
                      <a:pt x="1215825" y="494557"/>
                    </a:cubicBezTo>
                    <a:cubicBezTo>
                      <a:pt x="1183912" y="443350"/>
                      <a:pt x="1168550" y="384280"/>
                      <a:pt x="1141576" y="330696"/>
                    </a:cubicBezTo>
                    <a:cubicBezTo>
                      <a:pt x="1128499" y="304636"/>
                      <a:pt x="1112772" y="278941"/>
                      <a:pt x="1090461" y="259739"/>
                    </a:cubicBezTo>
                    <a:cubicBezTo>
                      <a:pt x="1071715" y="243554"/>
                      <a:pt x="1049495" y="231301"/>
                      <a:pt x="1025812" y="224169"/>
                    </a:cubicBezTo>
                    <a:cubicBezTo>
                      <a:pt x="982287" y="211093"/>
                      <a:pt x="932361" y="216945"/>
                      <a:pt x="905295" y="257087"/>
                    </a:cubicBezTo>
                    <a:lnTo>
                      <a:pt x="910140" y="257727"/>
                    </a:lnTo>
                    <a:cubicBezTo>
                      <a:pt x="886366" y="159246"/>
                      <a:pt x="821719" y="66709"/>
                      <a:pt x="728358" y="23366"/>
                    </a:cubicBezTo>
                    <a:cubicBezTo>
                      <a:pt x="642678" y="-16410"/>
                      <a:pt x="538986" y="-4889"/>
                      <a:pt x="464645" y="53999"/>
                    </a:cubicBezTo>
                    <a:cubicBezTo>
                      <a:pt x="429258" y="81979"/>
                      <a:pt x="402009" y="121116"/>
                      <a:pt x="392042" y="165556"/>
                    </a:cubicBezTo>
                    <a:cubicBezTo>
                      <a:pt x="382075" y="209995"/>
                      <a:pt x="389116" y="259922"/>
                      <a:pt x="413987" y="298784"/>
                    </a:cubicBezTo>
                    <a:cubicBezTo>
                      <a:pt x="437305" y="335177"/>
                      <a:pt x="475618" y="358768"/>
                      <a:pt x="519326" y="358037"/>
                    </a:cubicBezTo>
                    <a:cubicBezTo>
                      <a:pt x="559103" y="357305"/>
                      <a:pt x="600891" y="338194"/>
                      <a:pt x="622104" y="303539"/>
                    </a:cubicBezTo>
                    <a:cubicBezTo>
                      <a:pt x="646153" y="264220"/>
                      <a:pt x="633626" y="218134"/>
                      <a:pt x="598696" y="190153"/>
                    </a:cubicBezTo>
                    <a:cubicBezTo>
                      <a:pt x="566967" y="164824"/>
                      <a:pt x="519418" y="155863"/>
                      <a:pt x="487871" y="186221"/>
                    </a:cubicBezTo>
                    <a:cubicBezTo>
                      <a:pt x="485494" y="188507"/>
                      <a:pt x="489151" y="192073"/>
                      <a:pt x="491437" y="189787"/>
                    </a:cubicBezTo>
                    <a:cubicBezTo>
                      <a:pt x="520881" y="161532"/>
                      <a:pt x="565412" y="170310"/>
                      <a:pt x="595039" y="193811"/>
                    </a:cubicBezTo>
                    <a:cubicBezTo>
                      <a:pt x="626585" y="218865"/>
                      <a:pt x="639844" y="259648"/>
                      <a:pt x="620185" y="296406"/>
                    </a:cubicBezTo>
                    <a:cubicBezTo>
                      <a:pt x="600525" y="333165"/>
                      <a:pt x="559926" y="351727"/>
                      <a:pt x="520698" y="352825"/>
                    </a:cubicBezTo>
                    <a:cubicBezTo>
                      <a:pt x="476624" y="354013"/>
                      <a:pt x="438493" y="329690"/>
                      <a:pt x="416182" y="292383"/>
                    </a:cubicBezTo>
                    <a:cubicBezTo>
                      <a:pt x="368908" y="213379"/>
                      <a:pt x="398169" y="114075"/>
                      <a:pt x="467206" y="58845"/>
                    </a:cubicBezTo>
                    <a:cubicBezTo>
                      <a:pt x="536243" y="3615"/>
                      <a:pt x="631706" y="-9918"/>
                      <a:pt x="712722" y="22543"/>
                    </a:cubicBezTo>
                    <a:cubicBezTo>
                      <a:pt x="811661" y="62228"/>
                      <a:pt x="880331" y="157783"/>
                      <a:pt x="904929" y="259373"/>
                    </a:cubicBezTo>
                    <a:cubicBezTo>
                      <a:pt x="905477" y="261750"/>
                      <a:pt x="908587" y="261842"/>
                      <a:pt x="909775" y="260013"/>
                    </a:cubicBezTo>
                    <a:cubicBezTo>
                      <a:pt x="938030" y="218225"/>
                      <a:pt x="991980" y="216945"/>
                      <a:pt x="1035231" y="233313"/>
                    </a:cubicBezTo>
                    <a:cubicBezTo>
                      <a:pt x="1088540" y="253429"/>
                      <a:pt x="1120088" y="296955"/>
                      <a:pt x="1143404" y="347155"/>
                    </a:cubicBezTo>
                    <a:cubicBezTo>
                      <a:pt x="1168367" y="401014"/>
                      <a:pt x="1184552" y="459444"/>
                      <a:pt x="1218477" y="508822"/>
                    </a:cubicBezTo>
                    <a:cubicBezTo>
                      <a:pt x="1246366" y="549329"/>
                      <a:pt x="1284313" y="581882"/>
                      <a:pt x="1327016" y="606022"/>
                    </a:cubicBezTo>
                    <a:cubicBezTo>
                      <a:pt x="1416993" y="656680"/>
                      <a:pt x="1524435" y="672225"/>
                      <a:pt x="1626482" y="670304"/>
                    </a:cubicBezTo>
                    <a:cubicBezTo>
                      <a:pt x="1738770" y="668293"/>
                      <a:pt x="1851241" y="647902"/>
                      <a:pt x="1956214" y="607759"/>
                    </a:cubicBezTo>
                    <a:cubicBezTo>
                      <a:pt x="2073715" y="562862"/>
                      <a:pt x="2181523" y="492454"/>
                      <a:pt x="2263727" y="396716"/>
                    </a:cubicBezTo>
                    <a:lnTo>
                      <a:pt x="2259613" y="393516"/>
                    </a:lnTo>
                    <a:cubicBezTo>
                      <a:pt x="2184358" y="523818"/>
                      <a:pt x="2067314" y="625956"/>
                      <a:pt x="1932349" y="690970"/>
                    </a:cubicBezTo>
                    <a:cubicBezTo>
                      <a:pt x="1797383" y="755984"/>
                      <a:pt x="1644130" y="784970"/>
                      <a:pt x="1494808" y="770157"/>
                    </a:cubicBezTo>
                    <a:cubicBezTo>
                      <a:pt x="1410501" y="761836"/>
                      <a:pt x="1327747" y="739067"/>
                      <a:pt x="1251487" y="701851"/>
                    </a:cubicBezTo>
                    <a:cubicBezTo>
                      <a:pt x="1250115" y="701211"/>
                      <a:pt x="1248652" y="701485"/>
                      <a:pt x="1247829" y="702766"/>
                    </a:cubicBezTo>
                    <a:cubicBezTo>
                      <a:pt x="1201103" y="775735"/>
                      <a:pt x="1116887" y="815511"/>
                      <a:pt x="1032031" y="821363"/>
                    </a:cubicBezTo>
                    <a:cubicBezTo>
                      <a:pt x="941871" y="827490"/>
                      <a:pt x="854911" y="793474"/>
                      <a:pt x="782948" y="741079"/>
                    </a:cubicBezTo>
                    <a:cubicBezTo>
                      <a:pt x="739879" y="709806"/>
                      <a:pt x="701933" y="671950"/>
                      <a:pt x="668191" y="630894"/>
                    </a:cubicBezTo>
                    <a:cubicBezTo>
                      <a:pt x="666545" y="628882"/>
                      <a:pt x="663893" y="630711"/>
                      <a:pt x="663710" y="632723"/>
                    </a:cubicBezTo>
                    <a:cubicBezTo>
                      <a:pt x="656669" y="703406"/>
                      <a:pt x="593758" y="754886"/>
                      <a:pt x="526825" y="767322"/>
                    </a:cubicBezTo>
                    <a:cubicBezTo>
                      <a:pt x="451112" y="781404"/>
                      <a:pt x="379514" y="739524"/>
                      <a:pt x="337726" y="677894"/>
                    </a:cubicBezTo>
                    <a:cubicBezTo>
                      <a:pt x="313678" y="642415"/>
                      <a:pt x="298682" y="601084"/>
                      <a:pt x="294201" y="558473"/>
                    </a:cubicBezTo>
                    <a:cubicBezTo>
                      <a:pt x="293927" y="556096"/>
                      <a:pt x="291184" y="555273"/>
                      <a:pt x="289720" y="557285"/>
                    </a:cubicBezTo>
                    <a:cubicBezTo>
                      <a:pt x="226719" y="644976"/>
                      <a:pt x="100989" y="677711"/>
                      <a:pt x="3148" y="632266"/>
                    </a:cubicBezTo>
                    <a:cubicBezTo>
                      <a:pt x="770" y="631168"/>
                      <a:pt x="-1333" y="634734"/>
                      <a:pt x="1045" y="635832"/>
                    </a:cubicBezTo>
                    <a:lnTo>
                      <a:pt x="1045" y="63583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463" name="Google Shape;1463;p37"/>
          <p:cNvGrpSpPr/>
          <p:nvPr/>
        </p:nvGrpSpPr>
        <p:grpSpPr>
          <a:xfrm flipH="1">
            <a:off x="2024730" y="7"/>
            <a:ext cx="2567605" cy="745782"/>
            <a:chOff x="7195266" y="5292104"/>
            <a:chExt cx="4631323" cy="1345205"/>
          </a:xfrm>
        </p:grpSpPr>
        <p:sp>
          <p:nvSpPr>
            <p:cNvPr id="1464" name="Google Shape;1464;p37"/>
            <p:cNvSpPr/>
            <p:nvPr/>
          </p:nvSpPr>
          <p:spPr>
            <a:xfrm>
              <a:off x="7198193" y="5294725"/>
              <a:ext cx="4625675" cy="1340030"/>
            </a:xfrm>
            <a:custGeom>
              <a:rect b="b" l="l" r="r" t="t"/>
              <a:pathLst>
                <a:path extrusionOk="0" h="1340030" w="4625675">
                  <a:moveTo>
                    <a:pt x="2787000" y="496683"/>
                  </a:moveTo>
                  <a:cubicBezTo>
                    <a:pt x="2841316" y="417861"/>
                    <a:pt x="2952689" y="379457"/>
                    <a:pt x="3047695" y="404877"/>
                  </a:cubicBezTo>
                  <a:cubicBezTo>
                    <a:pt x="3160625" y="435235"/>
                    <a:pt x="3244383" y="539477"/>
                    <a:pt x="3271267" y="653411"/>
                  </a:cubicBezTo>
                  <a:cubicBezTo>
                    <a:pt x="3315066" y="586568"/>
                    <a:pt x="3425617" y="615738"/>
                    <a:pt x="3474080" y="679563"/>
                  </a:cubicBezTo>
                  <a:cubicBezTo>
                    <a:pt x="3522361" y="743113"/>
                    <a:pt x="3536168" y="826872"/>
                    <a:pt x="3579236" y="894172"/>
                  </a:cubicBezTo>
                  <a:cubicBezTo>
                    <a:pt x="3662812" y="1024566"/>
                    <a:pt x="3835451" y="1065257"/>
                    <a:pt x="3990351" y="1062422"/>
                  </a:cubicBezTo>
                  <a:cubicBezTo>
                    <a:pt x="4227821" y="1057942"/>
                    <a:pt x="4471600" y="970433"/>
                    <a:pt x="4625676" y="789657"/>
                  </a:cubicBezTo>
                  <a:cubicBezTo>
                    <a:pt x="4432463" y="1126430"/>
                    <a:pt x="3962553" y="1270174"/>
                    <a:pt x="3614075" y="1098906"/>
                  </a:cubicBezTo>
                  <a:cubicBezTo>
                    <a:pt x="3552901" y="1196107"/>
                    <a:pt x="3423971" y="1235884"/>
                    <a:pt x="3311501" y="1213755"/>
                  </a:cubicBezTo>
                  <a:cubicBezTo>
                    <a:pt x="3199029" y="1191444"/>
                    <a:pt x="3102742" y="1116555"/>
                    <a:pt x="3030323" y="1027583"/>
                  </a:cubicBezTo>
                  <a:cubicBezTo>
                    <a:pt x="3021818" y="1121950"/>
                    <a:pt x="2911999" y="1186140"/>
                    <a:pt x="2820467" y="1162914"/>
                  </a:cubicBezTo>
                  <a:cubicBezTo>
                    <a:pt x="2728661" y="1139597"/>
                    <a:pt x="2664928" y="1047609"/>
                    <a:pt x="2655784" y="953243"/>
                  </a:cubicBezTo>
                  <a:cubicBezTo>
                    <a:pt x="2593147" y="1041940"/>
                    <a:pt x="2464034" y="1075589"/>
                    <a:pt x="2366102" y="1028772"/>
                  </a:cubicBezTo>
                  <a:lnTo>
                    <a:pt x="2352934" y="1028498"/>
                  </a:lnTo>
                  <a:cubicBezTo>
                    <a:pt x="2356227" y="1074401"/>
                    <a:pt x="2348728" y="1121218"/>
                    <a:pt x="2328428" y="1162640"/>
                  </a:cubicBezTo>
                  <a:cubicBezTo>
                    <a:pt x="2261403" y="1300258"/>
                    <a:pt x="2086569" y="1366186"/>
                    <a:pt x="1937614" y="1330433"/>
                  </a:cubicBezTo>
                  <a:cubicBezTo>
                    <a:pt x="1788384" y="1294863"/>
                    <a:pt x="1669329" y="1173705"/>
                    <a:pt x="1609619" y="1032796"/>
                  </a:cubicBezTo>
                  <a:cubicBezTo>
                    <a:pt x="1555760" y="1114177"/>
                    <a:pt x="1416680" y="1115366"/>
                    <a:pt x="1361633" y="1034716"/>
                  </a:cubicBezTo>
                  <a:cubicBezTo>
                    <a:pt x="1362548" y="1131642"/>
                    <a:pt x="1263518" y="1209275"/>
                    <a:pt x="1166592" y="1208634"/>
                  </a:cubicBezTo>
                  <a:cubicBezTo>
                    <a:pt x="1069666" y="1208177"/>
                    <a:pt x="981426" y="1146730"/>
                    <a:pt x="921898" y="1070286"/>
                  </a:cubicBezTo>
                  <a:cubicBezTo>
                    <a:pt x="753374" y="1222534"/>
                    <a:pt x="513619" y="1292394"/>
                    <a:pt x="289865" y="1254263"/>
                  </a:cubicBezTo>
                  <a:cubicBezTo>
                    <a:pt x="172639" y="1234055"/>
                    <a:pt x="51481" y="1177545"/>
                    <a:pt x="0" y="1070469"/>
                  </a:cubicBezTo>
                  <a:cubicBezTo>
                    <a:pt x="135514" y="1162914"/>
                    <a:pt x="323058" y="1227380"/>
                    <a:pt x="457932" y="1133745"/>
                  </a:cubicBezTo>
                  <a:cubicBezTo>
                    <a:pt x="531815" y="1082173"/>
                    <a:pt x="571134" y="994208"/>
                    <a:pt x="636331" y="931846"/>
                  </a:cubicBezTo>
                  <a:cubicBezTo>
                    <a:pt x="701253" y="869484"/>
                    <a:pt x="823418" y="844063"/>
                    <a:pt x="871881" y="920050"/>
                  </a:cubicBezTo>
                  <a:cubicBezTo>
                    <a:pt x="857068" y="835102"/>
                    <a:pt x="900318" y="743113"/>
                    <a:pt x="975208" y="700045"/>
                  </a:cubicBezTo>
                  <a:cubicBezTo>
                    <a:pt x="1020379" y="673894"/>
                    <a:pt x="1075243" y="667127"/>
                    <a:pt x="1126084" y="677917"/>
                  </a:cubicBezTo>
                  <a:cubicBezTo>
                    <a:pt x="1127273" y="578887"/>
                    <a:pt x="1171255" y="480498"/>
                    <a:pt x="1245413" y="414387"/>
                  </a:cubicBezTo>
                  <a:cubicBezTo>
                    <a:pt x="1322131" y="345898"/>
                    <a:pt x="1429390" y="312705"/>
                    <a:pt x="1531529" y="326421"/>
                  </a:cubicBezTo>
                  <a:lnTo>
                    <a:pt x="1552012" y="328067"/>
                  </a:lnTo>
                  <a:cubicBezTo>
                    <a:pt x="1556217" y="286645"/>
                    <a:pt x="1567556" y="245954"/>
                    <a:pt x="1586576" y="208738"/>
                  </a:cubicBezTo>
                  <a:cubicBezTo>
                    <a:pt x="1664483" y="56033"/>
                    <a:pt x="1852940" y="-26354"/>
                    <a:pt x="2021190" y="7570"/>
                  </a:cubicBezTo>
                  <a:cubicBezTo>
                    <a:pt x="2054108" y="14154"/>
                    <a:pt x="2086569" y="24761"/>
                    <a:pt x="2116013" y="41220"/>
                  </a:cubicBezTo>
                  <a:cubicBezTo>
                    <a:pt x="2142622" y="56033"/>
                    <a:pt x="2166854" y="75601"/>
                    <a:pt x="2188068" y="97730"/>
                  </a:cubicBezTo>
                  <a:cubicBezTo>
                    <a:pt x="2251345" y="163658"/>
                    <a:pt x="2288561" y="254001"/>
                    <a:pt x="2290390" y="345532"/>
                  </a:cubicBezTo>
                  <a:lnTo>
                    <a:pt x="2306392" y="353305"/>
                  </a:lnTo>
                  <a:cubicBezTo>
                    <a:pt x="2317456" y="343155"/>
                    <a:pt x="2329434" y="334011"/>
                    <a:pt x="2342144" y="326238"/>
                  </a:cubicBezTo>
                  <a:cubicBezTo>
                    <a:pt x="2433676" y="270460"/>
                    <a:pt x="2553920" y="276861"/>
                    <a:pt x="2650389" y="323221"/>
                  </a:cubicBezTo>
                  <a:cubicBezTo>
                    <a:pt x="2717415" y="355499"/>
                    <a:pt x="2780782" y="416398"/>
                    <a:pt x="2779137" y="490739"/>
                  </a:cubicBezTo>
                  <a:lnTo>
                    <a:pt x="2787366" y="49686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5" name="Google Shape;1465;p37"/>
            <p:cNvSpPr/>
            <p:nvPr/>
          </p:nvSpPr>
          <p:spPr>
            <a:xfrm>
              <a:off x="8743881" y="5292104"/>
              <a:ext cx="746897" cy="707056"/>
            </a:xfrm>
            <a:custGeom>
              <a:rect b="b" l="l" r="r" t="t"/>
              <a:pathLst>
                <a:path extrusionOk="0" h="707056" w="746897">
                  <a:moveTo>
                    <a:pt x="281466" y="383723"/>
                  </a:moveTo>
                  <a:cubicBezTo>
                    <a:pt x="266653" y="364978"/>
                    <a:pt x="278083" y="338369"/>
                    <a:pt x="296463" y="326939"/>
                  </a:cubicBezTo>
                  <a:cubicBezTo>
                    <a:pt x="314842" y="315509"/>
                    <a:pt x="338708" y="315601"/>
                    <a:pt x="359830" y="316698"/>
                  </a:cubicBezTo>
                  <a:cubicBezTo>
                    <a:pt x="400704" y="318801"/>
                    <a:pt x="438378" y="331420"/>
                    <a:pt x="457854" y="369916"/>
                  </a:cubicBezTo>
                  <a:cubicBezTo>
                    <a:pt x="473490" y="400914"/>
                    <a:pt x="475685" y="437490"/>
                    <a:pt x="475411" y="471597"/>
                  </a:cubicBezTo>
                  <a:cubicBezTo>
                    <a:pt x="475045" y="512745"/>
                    <a:pt x="474313" y="556454"/>
                    <a:pt x="459957" y="595498"/>
                  </a:cubicBezTo>
                  <a:cubicBezTo>
                    <a:pt x="430605" y="675234"/>
                    <a:pt x="341451" y="711353"/>
                    <a:pt x="261532" y="699191"/>
                  </a:cubicBezTo>
                  <a:cubicBezTo>
                    <a:pt x="187100" y="687853"/>
                    <a:pt x="120166" y="642773"/>
                    <a:pt x="75909" y="582697"/>
                  </a:cubicBezTo>
                  <a:cubicBezTo>
                    <a:pt x="-1998" y="476901"/>
                    <a:pt x="-16811" y="325202"/>
                    <a:pt x="44911" y="208433"/>
                  </a:cubicBezTo>
                  <a:cubicBezTo>
                    <a:pt x="110382" y="84440"/>
                    <a:pt x="249005" y="9368"/>
                    <a:pt x="387171" y="5527"/>
                  </a:cubicBezTo>
                  <a:cubicBezTo>
                    <a:pt x="468004" y="3241"/>
                    <a:pt x="551123" y="24821"/>
                    <a:pt x="613759" y="77582"/>
                  </a:cubicBezTo>
                  <a:cubicBezTo>
                    <a:pt x="676396" y="130343"/>
                    <a:pt x="718824" y="205415"/>
                    <a:pt x="734734" y="285334"/>
                  </a:cubicBezTo>
                  <a:cubicBezTo>
                    <a:pt x="738849" y="305999"/>
                    <a:pt x="741044" y="326939"/>
                    <a:pt x="741501" y="348062"/>
                  </a:cubicBezTo>
                  <a:cubicBezTo>
                    <a:pt x="741501" y="351536"/>
                    <a:pt x="746988" y="351536"/>
                    <a:pt x="746896" y="348062"/>
                  </a:cubicBezTo>
                  <a:cubicBezTo>
                    <a:pt x="744793" y="261925"/>
                    <a:pt x="712698" y="177618"/>
                    <a:pt x="656370" y="112329"/>
                  </a:cubicBezTo>
                  <a:cubicBezTo>
                    <a:pt x="625921" y="77034"/>
                    <a:pt x="588705" y="47590"/>
                    <a:pt x="545820" y="29119"/>
                  </a:cubicBezTo>
                  <a:cubicBezTo>
                    <a:pt x="508420" y="13025"/>
                    <a:pt x="467821" y="4064"/>
                    <a:pt x="427222" y="1047"/>
                  </a:cubicBezTo>
                  <a:cubicBezTo>
                    <a:pt x="280095" y="-9652"/>
                    <a:pt x="125287" y="62220"/>
                    <a:pt x="48843" y="190419"/>
                  </a:cubicBezTo>
                  <a:cubicBezTo>
                    <a:pt x="-27601" y="318618"/>
                    <a:pt x="-11050" y="478912"/>
                    <a:pt x="75726" y="591566"/>
                  </a:cubicBezTo>
                  <a:cubicBezTo>
                    <a:pt x="123092" y="653014"/>
                    <a:pt x="194416" y="698186"/>
                    <a:pt x="272505" y="706049"/>
                  </a:cubicBezTo>
                  <a:cubicBezTo>
                    <a:pt x="350595" y="713913"/>
                    <a:pt x="435177" y="675508"/>
                    <a:pt x="464255" y="598699"/>
                  </a:cubicBezTo>
                  <a:cubicBezTo>
                    <a:pt x="479708" y="557917"/>
                    <a:pt x="480348" y="511556"/>
                    <a:pt x="480348" y="468397"/>
                  </a:cubicBezTo>
                  <a:cubicBezTo>
                    <a:pt x="480348" y="433558"/>
                    <a:pt x="477605" y="396068"/>
                    <a:pt x="460506" y="364978"/>
                  </a:cubicBezTo>
                  <a:cubicBezTo>
                    <a:pt x="441944" y="331054"/>
                    <a:pt x="408660" y="316606"/>
                    <a:pt x="371352" y="313315"/>
                  </a:cubicBezTo>
                  <a:cubicBezTo>
                    <a:pt x="338068" y="310388"/>
                    <a:pt x="289879" y="309657"/>
                    <a:pt x="275066" y="346873"/>
                  </a:cubicBezTo>
                  <a:cubicBezTo>
                    <a:pt x="269854" y="360040"/>
                    <a:pt x="270676" y="374214"/>
                    <a:pt x="279912" y="385278"/>
                  </a:cubicBezTo>
                  <a:cubicBezTo>
                    <a:pt x="280826" y="386375"/>
                    <a:pt x="282381" y="384821"/>
                    <a:pt x="281466" y="383723"/>
                  </a:cubicBezTo>
                  <a:lnTo>
                    <a:pt x="281466" y="383723"/>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6" name="Google Shape;1466;p37"/>
            <p:cNvSpPr/>
            <p:nvPr/>
          </p:nvSpPr>
          <p:spPr>
            <a:xfrm>
              <a:off x="9424743" y="5578602"/>
              <a:ext cx="554877" cy="321049"/>
            </a:xfrm>
            <a:custGeom>
              <a:rect b="b" l="l" r="r" t="t"/>
              <a:pathLst>
                <a:path extrusionOk="0" h="321049" w="554877">
                  <a:moveTo>
                    <a:pt x="20315" y="318419"/>
                  </a:moveTo>
                  <a:cubicBezTo>
                    <a:pt x="-22205" y="221584"/>
                    <a:pt x="24978" y="103443"/>
                    <a:pt x="111206" y="47665"/>
                  </a:cubicBezTo>
                  <a:cubicBezTo>
                    <a:pt x="211150" y="-17075"/>
                    <a:pt x="350413" y="-4273"/>
                    <a:pt x="449168" y="56260"/>
                  </a:cubicBezTo>
                  <a:cubicBezTo>
                    <a:pt x="502203" y="88813"/>
                    <a:pt x="550026" y="141208"/>
                    <a:pt x="549478" y="206862"/>
                  </a:cubicBezTo>
                  <a:cubicBezTo>
                    <a:pt x="549478" y="210337"/>
                    <a:pt x="554781" y="210337"/>
                    <a:pt x="554873" y="206862"/>
                  </a:cubicBezTo>
                  <a:cubicBezTo>
                    <a:pt x="555330" y="149803"/>
                    <a:pt x="520034" y="101797"/>
                    <a:pt x="476234" y="68422"/>
                  </a:cubicBezTo>
                  <a:cubicBezTo>
                    <a:pt x="427588" y="31297"/>
                    <a:pt x="366781" y="9626"/>
                    <a:pt x="306339" y="2402"/>
                  </a:cubicBezTo>
                  <a:cubicBezTo>
                    <a:pt x="245897" y="-4822"/>
                    <a:pt x="180335" y="3865"/>
                    <a:pt x="125287" y="33675"/>
                  </a:cubicBezTo>
                  <a:cubicBezTo>
                    <a:pt x="77373" y="59644"/>
                    <a:pt x="39791" y="102255"/>
                    <a:pt x="18486" y="152272"/>
                  </a:cubicBezTo>
                  <a:cubicBezTo>
                    <a:pt x="-4283" y="205673"/>
                    <a:pt x="-7575" y="266938"/>
                    <a:pt x="17388" y="320156"/>
                  </a:cubicBezTo>
                  <a:cubicBezTo>
                    <a:pt x="18394" y="322168"/>
                    <a:pt x="21320" y="320430"/>
                    <a:pt x="20406" y="318419"/>
                  </a:cubicBezTo>
                  <a:lnTo>
                    <a:pt x="20406" y="318419"/>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7" name="Google Shape;1467;p37"/>
            <p:cNvSpPr/>
            <p:nvPr/>
          </p:nvSpPr>
          <p:spPr>
            <a:xfrm>
              <a:off x="7195266" y="5965135"/>
              <a:ext cx="2358815" cy="672174"/>
            </a:xfrm>
            <a:custGeom>
              <a:rect b="b" l="l" r="r" t="t"/>
              <a:pathLst>
                <a:path extrusionOk="0" h="672174" w="2358815">
                  <a:moveTo>
                    <a:pt x="1098470" y="153354"/>
                  </a:moveTo>
                  <a:cubicBezTo>
                    <a:pt x="1053299" y="193130"/>
                    <a:pt x="1071861" y="272134"/>
                    <a:pt x="1120964" y="300298"/>
                  </a:cubicBezTo>
                  <a:cubicBezTo>
                    <a:pt x="1182412" y="335593"/>
                    <a:pt x="1260867" y="286307"/>
                    <a:pt x="1280984" y="225043"/>
                  </a:cubicBezTo>
                  <a:cubicBezTo>
                    <a:pt x="1306313" y="148141"/>
                    <a:pt x="1256661" y="64657"/>
                    <a:pt x="1190001" y="27441"/>
                  </a:cubicBezTo>
                  <a:cubicBezTo>
                    <a:pt x="1123342" y="-9775"/>
                    <a:pt x="1034645" y="-9867"/>
                    <a:pt x="969082" y="31647"/>
                  </a:cubicBezTo>
                  <a:cubicBezTo>
                    <a:pt x="897028" y="77275"/>
                    <a:pt x="857983" y="166613"/>
                    <a:pt x="871699" y="250372"/>
                  </a:cubicBezTo>
                  <a:lnTo>
                    <a:pt x="876637" y="248268"/>
                  </a:lnTo>
                  <a:cubicBezTo>
                    <a:pt x="846004" y="201543"/>
                    <a:pt x="788488" y="193130"/>
                    <a:pt x="737373" y="205291"/>
                  </a:cubicBezTo>
                  <a:cubicBezTo>
                    <a:pt x="709301" y="211967"/>
                    <a:pt x="682327" y="224403"/>
                    <a:pt x="658918" y="241228"/>
                  </a:cubicBezTo>
                  <a:cubicBezTo>
                    <a:pt x="632126" y="260521"/>
                    <a:pt x="610454" y="286399"/>
                    <a:pt x="590247" y="312276"/>
                  </a:cubicBezTo>
                  <a:cubicBezTo>
                    <a:pt x="546081" y="368878"/>
                    <a:pt x="507127" y="433069"/>
                    <a:pt x="443943" y="470651"/>
                  </a:cubicBezTo>
                  <a:cubicBezTo>
                    <a:pt x="380757" y="508232"/>
                    <a:pt x="305137" y="512987"/>
                    <a:pt x="234271" y="499180"/>
                  </a:cubicBezTo>
                  <a:cubicBezTo>
                    <a:pt x="151335" y="483086"/>
                    <a:pt x="73427" y="444773"/>
                    <a:pt x="3933" y="397590"/>
                  </a:cubicBezTo>
                  <a:cubicBezTo>
                    <a:pt x="1556" y="395944"/>
                    <a:pt x="-822" y="399053"/>
                    <a:pt x="275" y="401248"/>
                  </a:cubicBezTo>
                  <a:cubicBezTo>
                    <a:pt x="58340" y="519937"/>
                    <a:pt x="193854" y="573521"/>
                    <a:pt x="317664" y="590071"/>
                  </a:cubicBezTo>
                  <a:cubicBezTo>
                    <a:pt x="456195" y="608633"/>
                    <a:pt x="599116" y="586688"/>
                    <a:pt x="726766" y="530452"/>
                  </a:cubicBezTo>
                  <a:cubicBezTo>
                    <a:pt x="799644" y="498357"/>
                    <a:pt x="867218" y="454923"/>
                    <a:pt x="926380" y="401613"/>
                  </a:cubicBezTo>
                  <a:lnTo>
                    <a:pt x="922539" y="401613"/>
                  </a:lnTo>
                  <a:cubicBezTo>
                    <a:pt x="973289" y="465987"/>
                    <a:pt x="1043332" y="520851"/>
                    <a:pt x="1125445" y="536487"/>
                  </a:cubicBezTo>
                  <a:cubicBezTo>
                    <a:pt x="1198323" y="550295"/>
                    <a:pt x="1275132" y="526612"/>
                    <a:pt x="1324784" y="470559"/>
                  </a:cubicBezTo>
                  <a:cubicBezTo>
                    <a:pt x="1350936" y="441024"/>
                    <a:pt x="1366846" y="403899"/>
                    <a:pt x="1366938" y="364214"/>
                  </a:cubicBezTo>
                  <a:lnTo>
                    <a:pt x="1361909" y="365586"/>
                  </a:lnTo>
                  <a:cubicBezTo>
                    <a:pt x="1419516" y="447882"/>
                    <a:pt x="1558322" y="446785"/>
                    <a:pt x="1614649" y="363574"/>
                  </a:cubicBezTo>
                  <a:lnTo>
                    <a:pt x="1609985" y="363574"/>
                  </a:lnTo>
                  <a:cubicBezTo>
                    <a:pt x="1685972" y="541333"/>
                    <a:pt x="1861263" y="692667"/>
                    <a:pt x="2064442" y="669898"/>
                  </a:cubicBezTo>
                  <a:cubicBezTo>
                    <a:pt x="2153505" y="659931"/>
                    <a:pt x="2241104" y="618509"/>
                    <a:pt x="2298346" y="548283"/>
                  </a:cubicBezTo>
                  <a:cubicBezTo>
                    <a:pt x="2352478" y="481897"/>
                    <a:pt x="2370584" y="396035"/>
                    <a:pt x="2351381" y="312825"/>
                  </a:cubicBezTo>
                  <a:cubicBezTo>
                    <a:pt x="2330898" y="223671"/>
                    <a:pt x="2268445" y="142472"/>
                    <a:pt x="2177736" y="117966"/>
                  </a:cubicBezTo>
                  <a:cubicBezTo>
                    <a:pt x="2174353" y="117052"/>
                    <a:pt x="2172890" y="122264"/>
                    <a:pt x="2176274" y="123179"/>
                  </a:cubicBezTo>
                  <a:cubicBezTo>
                    <a:pt x="2256192" y="144758"/>
                    <a:pt x="2314165" y="211875"/>
                    <a:pt x="2339128" y="289051"/>
                  </a:cubicBezTo>
                  <a:cubicBezTo>
                    <a:pt x="2364091" y="366226"/>
                    <a:pt x="2355861" y="456477"/>
                    <a:pt x="2308130" y="526155"/>
                  </a:cubicBezTo>
                  <a:cubicBezTo>
                    <a:pt x="2257472" y="600130"/>
                    <a:pt x="2173164" y="646307"/>
                    <a:pt x="2085931" y="661394"/>
                  </a:cubicBezTo>
                  <a:cubicBezTo>
                    <a:pt x="1992753" y="677396"/>
                    <a:pt x="1898844" y="655542"/>
                    <a:pt x="1819017" y="605982"/>
                  </a:cubicBezTo>
                  <a:cubicBezTo>
                    <a:pt x="1726937" y="548740"/>
                    <a:pt x="1656985" y="459952"/>
                    <a:pt x="1614649" y="360831"/>
                  </a:cubicBezTo>
                  <a:cubicBezTo>
                    <a:pt x="1613826" y="358819"/>
                    <a:pt x="1610991" y="359368"/>
                    <a:pt x="1609985" y="360831"/>
                  </a:cubicBezTo>
                  <a:cubicBezTo>
                    <a:pt x="1556036" y="440475"/>
                    <a:pt x="1421802" y="441664"/>
                    <a:pt x="1366572" y="362843"/>
                  </a:cubicBezTo>
                  <a:cubicBezTo>
                    <a:pt x="1365109" y="360739"/>
                    <a:pt x="1361543" y="361380"/>
                    <a:pt x="1361543" y="364214"/>
                  </a:cubicBezTo>
                  <a:cubicBezTo>
                    <a:pt x="1361543" y="437915"/>
                    <a:pt x="1304941" y="498174"/>
                    <a:pt x="1238465" y="522771"/>
                  </a:cubicBezTo>
                  <a:cubicBezTo>
                    <a:pt x="1165678" y="549746"/>
                    <a:pt x="1086583" y="529446"/>
                    <a:pt x="1023398" y="488298"/>
                  </a:cubicBezTo>
                  <a:cubicBezTo>
                    <a:pt x="986090" y="463975"/>
                    <a:pt x="953812" y="432703"/>
                    <a:pt x="926380" y="397864"/>
                  </a:cubicBezTo>
                  <a:cubicBezTo>
                    <a:pt x="925465" y="396676"/>
                    <a:pt x="923545" y="396950"/>
                    <a:pt x="922539" y="397864"/>
                  </a:cubicBezTo>
                  <a:cubicBezTo>
                    <a:pt x="819944" y="490219"/>
                    <a:pt x="691745" y="552124"/>
                    <a:pt x="556231" y="577818"/>
                  </a:cubicBezTo>
                  <a:cubicBezTo>
                    <a:pt x="425929" y="602507"/>
                    <a:pt x="280905" y="596746"/>
                    <a:pt x="159107" y="540236"/>
                  </a:cubicBezTo>
                  <a:cubicBezTo>
                    <a:pt x="94276" y="510153"/>
                    <a:pt x="36668" y="463609"/>
                    <a:pt x="4847" y="398504"/>
                  </a:cubicBezTo>
                  <a:lnTo>
                    <a:pt x="1190" y="402162"/>
                  </a:lnTo>
                  <a:cubicBezTo>
                    <a:pt x="111467" y="477051"/>
                    <a:pt x="260879" y="541699"/>
                    <a:pt x="395296" y="498357"/>
                  </a:cubicBezTo>
                  <a:cubicBezTo>
                    <a:pt x="460859" y="477143"/>
                    <a:pt x="507859" y="429868"/>
                    <a:pt x="548641" y="376376"/>
                  </a:cubicBezTo>
                  <a:cubicBezTo>
                    <a:pt x="589880" y="322426"/>
                    <a:pt x="627737" y="260339"/>
                    <a:pt x="690007" y="228517"/>
                  </a:cubicBezTo>
                  <a:cubicBezTo>
                    <a:pt x="747249" y="199257"/>
                    <a:pt x="831739" y="189655"/>
                    <a:pt x="871973" y="250920"/>
                  </a:cubicBezTo>
                  <a:cubicBezTo>
                    <a:pt x="873711" y="253572"/>
                    <a:pt x="877368" y="251835"/>
                    <a:pt x="876911" y="248817"/>
                  </a:cubicBezTo>
                  <a:cubicBezTo>
                    <a:pt x="865389" y="178774"/>
                    <a:pt x="892090" y="104891"/>
                    <a:pt x="944393" y="57067"/>
                  </a:cubicBezTo>
                  <a:cubicBezTo>
                    <a:pt x="996697" y="9244"/>
                    <a:pt x="1076159" y="-6301"/>
                    <a:pt x="1145196" y="14273"/>
                  </a:cubicBezTo>
                  <a:cubicBezTo>
                    <a:pt x="1214233" y="34847"/>
                    <a:pt x="1276504" y="96935"/>
                    <a:pt x="1281990" y="173105"/>
                  </a:cubicBezTo>
                  <a:cubicBezTo>
                    <a:pt x="1284550" y="209589"/>
                    <a:pt x="1272572" y="244794"/>
                    <a:pt x="1246694" y="270763"/>
                  </a:cubicBezTo>
                  <a:cubicBezTo>
                    <a:pt x="1223286" y="294171"/>
                    <a:pt x="1190093" y="309350"/>
                    <a:pt x="1156534" y="306241"/>
                  </a:cubicBezTo>
                  <a:cubicBezTo>
                    <a:pt x="1089052" y="299841"/>
                    <a:pt x="1047447" y="204103"/>
                    <a:pt x="1101030" y="155914"/>
                  </a:cubicBezTo>
                  <a:cubicBezTo>
                    <a:pt x="1102859" y="154268"/>
                    <a:pt x="1100207" y="151708"/>
                    <a:pt x="1098379" y="153262"/>
                  </a:cubicBezTo>
                  <a:lnTo>
                    <a:pt x="1098379" y="15326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8" name="Google Shape;1468;p37"/>
            <p:cNvSpPr/>
            <p:nvPr/>
          </p:nvSpPr>
          <p:spPr>
            <a:xfrm>
              <a:off x="8321807" y="5614865"/>
              <a:ext cx="409214" cy="370190"/>
            </a:xfrm>
            <a:custGeom>
              <a:rect b="b" l="l" r="r" t="t"/>
              <a:pathLst>
                <a:path extrusionOk="0" h="370190" w="409214">
                  <a:moveTo>
                    <a:pt x="3476" y="368841"/>
                  </a:moveTo>
                  <a:cubicBezTo>
                    <a:pt x="5122" y="289014"/>
                    <a:pt x="27891" y="212296"/>
                    <a:pt x="75805" y="147740"/>
                  </a:cubicBezTo>
                  <a:cubicBezTo>
                    <a:pt x="123720" y="83183"/>
                    <a:pt x="194769" y="36640"/>
                    <a:pt x="273224" y="16706"/>
                  </a:cubicBezTo>
                  <a:cubicBezTo>
                    <a:pt x="295535" y="11037"/>
                    <a:pt x="318487" y="7471"/>
                    <a:pt x="341438" y="6099"/>
                  </a:cubicBezTo>
                  <a:cubicBezTo>
                    <a:pt x="364390" y="4727"/>
                    <a:pt x="385330" y="6830"/>
                    <a:pt x="407458" y="7928"/>
                  </a:cubicBezTo>
                  <a:cubicBezTo>
                    <a:pt x="409470" y="8019"/>
                    <a:pt x="409927" y="4819"/>
                    <a:pt x="407916" y="4361"/>
                  </a:cubicBezTo>
                  <a:cubicBezTo>
                    <a:pt x="369328" y="-3685"/>
                    <a:pt x="326351" y="430"/>
                    <a:pt x="288037" y="8385"/>
                  </a:cubicBezTo>
                  <a:cubicBezTo>
                    <a:pt x="247712" y="16706"/>
                    <a:pt x="208667" y="31885"/>
                    <a:pt x="173280" y="53099"/>
                  </a:cubicBezTo>
                  <a:cubicBezTo>
                    <a:pt x="104700" y="94247"/>
                    <a:pt x="52122" y="158529"/>
                    <a:pt x="23593" y="233144"/>
                  </a:cubicBezTo>
                  <a:cubicBezTo>
                    <a:pt x="7317" y="275938"/>
                    <a:pt x="-2010" y="322847"/>
                    <a:pt x="367" y="368750"/>
                  </a:cubicBezTo>
                  <a:cubicBezTo>
                    <a:pt x="459" y="370670"/>
                    <a:pt x="3293" y="370670"/>
                    <a:pt x="3293" y="368750"/>
                  </a:cubicBezTo>
                  <a:lnTo>
                    <a:pt x="3293" y="368750"/>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9" name="Google Shape;1469;p37"/>
            <p:cNvSpPr/>
            <p:nvPr/>
          </p:nvSpPr>
          <p:spPr>
            <a:xfrm>
              <a:off x="9561970" y="5689586"/>
              <a:ext cx="2264619" cy="827029"/>
            </a:xfrm>
            <a:custGeom>
              <a:rect b="b" l="l" r="r" t="t"/>
              <a:pathLst>
                <a:path extrusionOk="0" h="827029" w="2264619">
                  <a:moveTo>
                    <a:pt x="1227" y="635740"/>
                  </a:moveTo>
                  <a:cubicBezTo>
                    <a:pt x="101263" y="682832"/>
                    <a:pt x="229462" y="649273"/>
                    <a:pt x="294018" y="559662"/>
                  </a:cubicBezTo>
                  <a:lnTo>
                    <a:pt x="289538" y="558473"/>
                  </a:lnTo>
                  <a:cubicBezTo>
                    <a:pt x="297585" y="636563"/>
                    <a:pt x="340561" y="713647"/>
                    <a:pt x="410421" y="752326"/>
                  </a:cubicBezTo>
                  <a:cubicBezTo>
                    <a:pt x="475344" y="788262"/>
                    <a:pt x="555171" y="780032"/>
                    <a:pt x="612687" y="733398"/>
                  </a:cubicBezTo>
                  <a:cubicBezTo>
                    <a:pt x="643776" y="708161"/>
                    <a:pt x="665082" y="672773"/>
                    <a:pt x="669013" y="632723"/>
                  </a:cubicBezTo>
                  <a:lnTo>
                    <a:pt x="664533" y="634552"/>
                  </a:lnTo>
                  <a:cubicBezTo>
                    <a:pt x="725066" y="708252"/>
                    <a:pt x="800962" y="772626"/>
                    <a:pt x="891579" y="805636"/>
                  </a:cubicBezTo>
                  <a:cubicBezTo>
                    <a:pt x="974057" y="835720"/>
                    <a:pt x="1066504" y="835079"/>
                    <a:pt x="1146422" y="797315"/>
                  </a:cubicBezTo>
                  <a:cubicBezTo>
                    <a:pt x="1189490" y="776923"/>
                    <a:pt x="1226797" y="745651"/>
                    <a:pt x="1252584" y="705418"/>
                  </a:cubicBezTo>
                  <a:lnTo>
                    <a:pt x="1248926" y="706332"/>
                  </a:lnTo>
                  <a:cubicBezTo>
                    <a:pt x="1385264" y="772900"/>
                    <a:pt x="1540437" y="792286"/>
                    <a:pt x="1689941" y="770523"/>
                  </a:cubicBezTo>
                  <a:cubicBezTo>
                    <a:pt x="1839172" y="748852"/>
                    <a:pt x="1983190" y="686764"/>
                    <a:pt x="2099501" y="590294"/>
                  </a:cubicBezTo>
                  <a:cubicBezTo>
                    <a:pt x="2165338" y="535705"/>
                    <a:pt x="2221573" y="470051"/>
                    <a:pt x="2264276" y="395984"/>
                  </a:cubicBezTo>
                  <a:cubicBezTo>
                    <a:pt x="2265739" y="393516"/>
                    <a:pt x="2262173" y="390498"/>
                    <a:pt x="2260161" y="392784"/>
                  </a:cubicBezTo>
                  <a:cubicBezTo>
                    <a:pt x="2107457" y="570818"/>
                    <a:pt x="1871084" y="656954"/>
                    <a:pt x="1640838" y="664361"/>
                  </a:cubicBezTo>
                  <a:cubicBezTo>
                    <a:pt x="1535134" y="667744"/>
                    <a:pt x="1423302" y="653662"/>
                    <a:pt x="1329850" y="601084"/>
                  </a:cubicBezTo>
                  <a:cubicBezTo>
                    <a:pt x="1283947" y="575207"/>
                    <a:pt x="1243805" y="539454"/>
                    <a:pt x="1215825" y="494557"/>
                  </a:cubicBezTo>
                  <a:cubicBezTo>
                    <a:pt x="1183912" y="443350"/>
                    <a:pt x="1168550" y="384280"/>
                    <a:pt x="1141576" y="330696"/>
                  </a:cubicBezTo>
                  <a:cubicBezTo>
                    <a:pt x="1128499" y="304636"/>
                    <a:pt x="1112772" y="278941"/>
                    <a:pt x="1090461" y="259739"/>
                  </a:cubicBezTo>
                  <a:cubicBezTo>
                    <a:pt x="1071715" y="243554"/>
                    <a:pt x="1049495" y="231301"/>
                    <a:pt x="1025812" y="224169"/>
                  </a:cubicBezTo>
                  <a:cubicBezTo>
                    <a:pt x="982287" y="211093"/>
                    <a:pt x="932361" y="216945"/>
                    <a:pt x="905295" y="257087"/>
                  </a:cubicBezTo>
                  <a:lnTo>
                    <a:pt x="910140" y="257727"/>
                  </a:lnTo>
                  <a:cubicBezTo>
                    <a:pt x="886366" y="159246"/>
                    <a:pt x="821719" y="66709"/>
                    <a:pt x="728358" y="23366"/>
                  </a:cubicBezTo>
                  <a:cubicBezTo>
                    <a:pt x="642678" y="-16410"/>
                    <a:pt x="538986" y="-4889"/>
                    <a:pt x="464645" y="53999"/>
                  </a:cubicBezTo>
                  <a:cubicBezTo>
                    <a:pt x="429258" y="81979"/>
                    <a:pt x="402009" y="121116"/>
                    <a:pt x="392042" y="165556"/>
                  </a:cubicBezTo>
                  <a:cubicBezTo>
                    <a:pt x="382075" y="209995"/>
                    <a:pt x="389116" y="259922"/>
                    <a:pt x="413987" y="298784"/>
                  </a:cubicBezTo>
                  <a:cubicBezTo>
                    <a:pt x="437305" y="335177"/>
                    <a:pt x="475618" y="358768"/>
                    <a:pt x="519326" y="358037"/>
                  </a:cubicBezTo>
                  <a:cubicBezTo>
                    <a:pt x="559103" y="357305"/>
                    <a:pt x="600891" y="338194"/>
                    <a:pt x="622104" y="303539"/>
                  </a:cubicBezTo>
                  <a:cubicBezTo>
                    <a:pt x="646153" y="264220"/>
                    <a:pt x="633626" y="218134"/>
                    <a:pt x="598696" y="190153"/>
                  </a:cubicBezTo>
                  <a:cubicBezTo>
                    <a:pt x="566967" y="164824"/>
                    <a:pt x="519418" y="155863"/>
                    <a:pt x="487871" y="186221"/>
                  </a:cubicBezTo>
                  <a:cubicBezTo>
                    <a:pt x="485494" y="188507"/>
                    <a:pt x="489151" y="192073"/>
                    <a:pt x="491437" y="189787"/>
                  </a:cubicBezTo>
                  <a:cubicBezTo>
                    <a:pt x="520881" y="161532"/>
                    <a:pt x="565412" y="170310"/>
                    <a:pt x="595039" y="193811"/>
                  </a:cubicBezTo>
                  <a:cubicBezTo>
                    <a:pt x="626585" y="218865"/>
                    <a:pt x="639844" y="259648"/>
                    <a:pt x="620185" y="296406"/>
                  </a:cubicBezTo>
                  <a:cubicBezTo>
                    <a:pt x="600525" y="333165"/>
                    <a:pt x="559926" y="351727"/>
                    <a:pt x="520698" y="352825"/>
                  </a:cubicBezTo>
                  <a:cubicBezTo>
                    <a:pt x="476624" y="354013"/>
                    <a:pt x="438493" y="329690"/>
                    <a:pt x="416182" y="292383"/>
                  </a:cubicBezTo>
                  <a:cubicBezTo>
                    <a:pt x="368908" y="213379"/>
                    <a:pt x="398169" y="114075"/>
                    <a:pt x="467206" y="58845"/>
                  </a:cubicBezTo>
                  <a:cubicBezTo>
                    <a:pt x="536243" y="3615"/>
                    <a:pt x="631706" y="-9918"/>
                    <a:pt x="712722" y="22543"/>
                  </a:cubicBezTo>
                  <a:cubicBezTo>
                    <a:pt x="811661" y="62228"/>
                    <a:pt x="880331" y="157783"/>
                    <a:pt x="904929" y="259373"/>
                  </a:cubicBezTo>
                  <a:cubicBezTo>
                    <a:pt x="905477" y="261750"/>
                    <a:pt x="908587" y="261842"/>
                    <a:pt x="909775" y="260013"/>
                  </a:cubicBezTo>
                  <a:cubicBezTo>
                    <a:pt x="938030" y="218225"/>
                    <a:pt x="991980" y="216945"/>
                    <a:pt x="1035231" y="233313"/>
                  </a:cubicBezTo>
                  <a:cubicBezTo>
                    <a:pt x="1088540" y="253429"/>
                    <a:pt x="1120088" y="296955"/>
                    <a:pt x="1143404" y="347155"/>
                  </a:cubicBezTo>
                  <a:cubicBezTo>
                    <a:pt x="1168367" y="401014"/>
                    <a:pt x="1184552" y="459444"/>
                    <a:pt x="1218477" y="508822"/>
                  </a:cubicBezTo>
                  <a:cubicBezTo>
                    <a:pt x="1246366" y="549329"/>
                    <a:pt x="1284313" y="581882"/>
                    <a:pt x="1327016" y="606022"/>
                  </a:cubicBezTo>
                  <a:cubicBezTo>
                    <a:pt x="1416993" y="656680"/>
                    <a:pt x="1524435" y="672225"/>
                    <a:pt x="1626482" y="670304"/>
                  </a:cubicBezTo>
                  <a:cubicBezTo>
                    <a:pt x="1738770" y="668293"/>
                    <a:pt x="1851241" y="647902"/>
                    <a:pt x="1956214" y="607759"/>
                  </a:cubicBezTo>
                  <a:cubicBezTo>
                    <a:pt x="2073715" y="562862"/>
                    <a:pt x="2181523" y="492454"/>
                    <a:pt x="2263727" y="396716"/>
                  </a:cubicBezTo>
                  <a:lnTo>
                    <a:pt x="2259613" y="393516"/>
                  </a:lnTo>
                  <a:cubicBezTo>
                    <a:pt x="2184358" y="523818"/>
                    <a:pt x="2067314" y="625956"/>
                    <a:pt x="1932349" y="690970"/>
                  </a:cubicBezTo>
                  <a:cubicBezTo>
                    <a:pt x="1797383" y="755984"/>
                    <a:pt x="1644130" y="784970"/>
                    <a:pt x="1494808" y="770157"/>
                  </a:cubicBezTo>
                  <a:cubicBezTo>
                    <a:pt x="1410501" y="761836"/>
                    <a:pt x="1327747" y="739067"/>
                    <a:pt x="1251487" y="701851"/>
                  </a:cubicBezTo>
                  <a:cubicBezTo>
                    <a:pt x="1250115" y="701211"/>
                    <a:pt x="1248652" y="701485"/>
                    <a:pt x="1247829" y="702766"/>
                  </a:cubicBezTo>
                  <a:cubicBezTo>
                    <a:pt x="1201103" y="775735"/>
                    <a:pt x="1116887" y="815511"/>
                    <a:pt x="1032031" y="821363"/>
                  </a:cubicBezTo>
                  <a:cubicBezTo>
                    <a:pt x="941871" y="827490"/>
                    <a:pt x="854911" y="793474"/>
                    <a:pt x="782948" y="741079"/>
                  </a:cubicBezTo>
                  <a:cubicBezTo>
                    <a:pt x="739879" y="709806"/>
                    <a:pt x="701933" y="671950"/>
                    <a:pt x="668191" y="630894"/>
                  </a:cubicBezTo>
                  <a:cubicBezTo>
                    <a:pt x="666545" y="628882"/>
                    <a:pt x="663893" y="630711"/>
                    <a:pt x="663710" y="632723"/>
                  </a:cubicBezTo>
                  <a:cubicBezTo>
                    <a:pt x="656669" y="703406"/>
                    <a:pt x="593758" y="754886"/>
                    <a:pt x="526825" y="767322"/>
                  </a:cubicBezTo>
                  <a:cubicBezTo>
                    <a:pt x="451112" y="781404"/>
                    <a:pt x="379514" y="739524"/>
                    <a:pt x="337726" y="677894"/>
                  </a:cubicBezTo>
                  <a:cubicBezTo>
                    <a:pt x="313678" y="642415"/>
                    <a:pt x="298682" y="601084"/>
                    <a:pt x="294201" y="558473"/>
                  </a:cubicBezTo>
                  <a:cubicBezTo>
                    <a:pt x="293927" y="556096"/>
                    <a:pt x="291184" y="555273"/>
                    <a:pt x="289720" y="557285"/>
                  </a:cubicBezTo>
                  <a:cubicBezTo>
                    <a:pt x="226719" y="644976"/>
                    <a:pt x="100989" y="677711"/>
                    <a:pt x="3148" y="632266"/>
                  </a:cubicBezTo>
                  <a:cubicBezTo>
                    <a:pt x="770" y="631168"/>
                    <a:pt x="-1333" y="634734"/>
                    <a:pt x="1045" y="635832"/>
                  </a:cubicBezTo>
                  <a:lnTo>
                    <a:pt x="1045" y="63583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38"/>
          <p:cNvSpPr txBox="1"/>
          <p:nvPr>
            <p:ph type="title"/>
          </p:nvPr>
        </p:nvSpPr>
        <p:spPr>
          <a:xfrm>
            <a:off x="720000" y="234700"/>
            <a:ext cx="7704000" cy="7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solidFill>
                  <a:schemeClr val="dk2"/>
                </a:solidFill>
              </a:rPr>
              <a:t>Practice 1</a:t>
            </a:r>
            <a:endParaRPr sz="3500">
              <a:solidFill>
                <a:schemeClr val="dk2"/>
              </a:solidFill>
            </a:endParaRPr>
          </a:p>
        </p:txBody>
      </p:sp>
      <p:sp>
        <p:nvSpPr>
          <p:cNvPr id="1475" name="Google Shape;1475;p38"/>
          <p:cNvSpPr txBox="1"/>
          <p:nvPr>
            <p:ph idx="4294967295" type="subTitle"/>
          </p:nvPr>
        </p:nvSpPr>
        <p:spPr>
          <a:xfrm>
            <a:off x="720000" y="1014100"/>
            <a:ext cx="7704000" cy="11853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b="1" lang="en" sz="2000">
                <a:solidFill>
                  <a:schemeClr val="dk2"/>
                </a:solidFill>
                <a:latin typeface="Atomic Age"/>
                <a:ea typeface="Atomic Age"/>
                <a:cs typeface="Atomic Age"/>
                <a:sym typeface="Atomic Age"/>
              </a:rPr>
              <a:t>1.1</a:t>
            </a:r>
            <a:r>
              <a:rPr lang="en" sz="2000">
                <a:latin typeface="Lora"/>
                <a:ea typeface="Lora"/>
                <a:cs typeface="Lora"/>
                <a:sym typeface="Lora"/>
              </a:rPr>
              <a:t> Mỗi câu dưới đây chứa dãy số là giá trị các nút của một cây nhị phân được nhập theo thứ tự. Hãy vẽ cây nhị phân (</a:t>
            </a:r>
            <a:r>
              <a:rPr lang="en" sz="2000">
                <a:latin typeface="Lora"/>
                <a:ea typeface="Lora"/>
                <a:cs typeface="Lora"/>
                <a:sym typeface="Lora"/>
              </a:rPr>
              <a:t>trên trang </a:t>
            </a:r>
            <a:r>
              <a:rPr lang="en" sz="2000" u="sng">
                <a:solidFill>
                  <a:schemeClr val="hlink"/>
                </a:solidFill>
                <a:latin typeface="Lora"/>
                <a:ea typeface="Lora"/>
                <a:cs typeface="Lora"/>
                <a:sym typeface="Lora"/>
                <a:hlinkClick r:id="rId3"/>
              </a:rPr>
              <a:t>draw.io</a:t>
            </a:r>
            <a:r>
              <a:rPr lang="en" sz="2000">
                <a:latin typeface="Lora"/>
                <a:ea typeface="Lora"/>
                <a:cs typeface="Lora"/>
                <a:sym typeface="Lora"/>
              </a:rPr>
              <a:t>)</a:t>
            </a:r>
            <a:r>
              <a:rPr lang="en" sz="2000">
                <a:latin typeface="Lora"/>
                <a:ea typeface="Lora"/>
                <a:cs typeface="Lora"/>
                <a:sym typeface="Lora"/>
              </a:rPr>
              <a:t> và </a:t>
            </a:r>
            <a:r>
              <a:rPr lang="en" sz="2000">
                <a:latin typeface="Lora"/>
                <a:ea typeface="Lora"/>
                <a:cs typeface="Lora"/>
                <a:sym typeface="Lora"/>
              </a:rPr>
              <a:t>cho biết</a:t>
            </a:r>
            <a:r>
              <a:rPr lang="en" sz="2000">
                <a:latin typeface="Lora"/>
                <a:ea typeface="Lora"/>
                <a:cs typeface="Lora"/>
                <a:sym typeface="Lora"/>
              </a:rPr>
              <a:t> kết quả máy tính xuất ra tương ứng.</a:t>
            </a:r>
            <a:endParaRPr sz="2000">
              <a:latin typeface="Lora"/>
              <a:ea typeface="Lora"/>
              <a:cs typeface="Lora"/>
              <a:sym typeface="Lora"/>
            </a:endParaRPr>
          </a:p>
        </p:txBody>
      </p:sp>
      <p:sp>
        <p:nvSpPr>
          <p:cNvPr id="1476" name="Google Shape;1476;p38"/>
          <p:cNvSpPr txBox="1"/>
          <p:nvPr>
            <p:ph idx="4294967295" type="subTitle"/>
          </p:nvPr>
        </p:nvSpPr>
        <p:spPr>
          <a:xfrm>
            <a:off x="1203125" y="2168925"/>
            <a:ext cx="7115100" cy="13719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2000">
                <a:solidFill>
                  <a:schemeClr val="dk2"/>
                </a:solidFill>
                <a:latin typeface="Lora"/>
                <a:ea typeface="Lora"/>
                <a:cs typeface="Lora"/>
                <a:sym typeface="Lora"/>
              </a:rPr>
              <a:t>1.1.1 </a:t>
            </a:r>
            <a:r>
              <a:rPr lang="en" sz="2000">
                <a:solidFill>
                  <a:schemeClr val="dk2"/>
                </a:solidFill>
                <a:latin typeface="Lora"/>
                <a:ea typeface="Lora"/>
                <a:cs typeface="Lora"/>
                <a:sym typeface="Lora"/>
              </a:rPr>
              <a:t>  </a:t>
            </a:r>
            <a:r>
              <a:rPr lang="en" sz="2000">
                <a:latin typeface="Lora"/>
                <a:ea typeface="Lora"/>
                <a:cs typeface="Lora"/>
                <a:sym typeface="Lora"/>
              </a:rPr>
              <a:t>4 6 2 3 5 1 7</a:t>
            </a:r>
            <a:endParaRPr sz="2000">
              <a:latin typeface="Lora"/>
              <a:ea typeface="Lora"/>
              <a:cs typeface="Lora"/>
              <a:sym typeface="Lora"/>
            </a:endParaRPr>
          </a:p>
          <a:p>
            <a:pPr indent="0" lvl="0" marL="0" rtl="0" algn="l">
              <a:lnSpc>
                <a:spcPct val="150000"/>
              </a:lnSpc>
              <a:spcBef>
                <a:spcPts val="0"/>
              </a:spcBef>
              <a:spcAft>
                <a:spcPts val="0"/>
              </a:spcAft>
              <a:buNone/>
            </a:pPr>
            <a:r>
              <a:rPr b="1" lang="en" sz="2000">
                <a:solidFill>
                  <a:schemeClr val="dk2"/>
                </a:solidFill>
                <a:latin typeface="Lora"/>
                <a:ea typeface="Lora"/>
                <a:cs typeface="Lora"/>
                <a:sym typeface="Lora"/>
              </a:rPr>
              <a:t>1.1.2 </a:t>
            </a:r>
            <a:r>
              <a:rPr lang="en" sz="2000">
                <a:latin typeface="Lora"/>
                <a:ea typeface="Lora"/>
                <a:cs typeface="Lora"/>
                <a:sym typeface="Lora"/>
              </a:rPr>
              <a:t>  8 </a:t>
            </a:r>
            <a:r>
              <a:rPr lang="en" sz="2000">
                <a:latin typeface="Lora"/>
                <a:ea typeface="Lora"/>
                <a:cs typeface="Lora"/>
                <a:sym typeface="Lora"/>
              </a:rPr>
              <a:t>10 3 6 14 1 7 13 4</a:t>
            </a:r>
            <a:endParaRPr sz="2000">
              <a:latin typeface="Lora"/>
              <a:ea typeface="Lora"/>
              <a:cs typeface="Lora"/>
              <a:sym typeface="Lora"/>
            </a:endParaRPr>
          </a:p>
          <a:p>
            <a:pPr indent="0" lvl="0" marL="0" rtl="0" algn="l">
              <a:lnSpc>
                <a:spcPct val="150000"/>
              </a:lnSpc>
              <a:spcBef>
                <a:spcPts val="0"/>
              </a:spcBef>
              <a:spcAft>
                <a:spcPts val="0"/>
              </a:spcAft>
              <a:buNone/>
            </a:pPr>
            <a:r>
              <a:rPr b="1" lang="en" sz="2000">
                <a:solidFill>
                  <a:schemeClr val="dk2"/>
                </a:solidFill>
                <a:latin typeface="Lora"/>
                <a:ea typeface="Lora"/>
                <a:cs typeface="Lora"/>
                <a:sym typeface="Lora"/>
              </a:rPr>
              <a:t>1.1.3 </a:t>
            </a:r>
            <a:r>
              <a:rPr lang="en" sz="2000">
                <a:latin typeface="Lora"/>
                <a:ea typeface="Lora"/>
                <a:cs typeface="Lora"/>
                <a:sym typeface="Lora"/>
              </a:rPr>
              <a:t>  50 25 75 10 33 56 89 4 11 40 52 61 82 95</a:t>
            </a:r>
            <a:endParaRPr sz="2000">
              <a:latin typeface="Lora"/>
              <a:ea typeface="Lora"/>
              <a:cs typeface="Lora"/>
              <a:sym typeface="Lora"/>
            </a:endParaRPr>
          </a:p>
        </p:txBody>
      </p:sp>
      <p:sp>
        <p:nvSpPr>
          <p:cNvPr id="1477" name="Google Shape;1477;p38"/>
          <p:cNvSpPr txBox="1"/>
          <p:nvPr>
            <p:ph idx="4294967295" type="subTitle"/>
          </p:nvPr>
        </p:nvSpPr>
        <p:spPr>
          <a:xfrm>
            <a:off x="720000" y="3614125"/>
            <a:ext cx="7704000" cy="8172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b="1" lang="en" sz="2000">
                <a:solidFill>
                  <a:schemeClr val="dk2"/>
                </a:solidFill>
                <a:latin typeface="Atomic Age"/>
                <a:ea typeface="Atomic Age"/>
                <a:cs typeface="Atomic Age"/>
                <a:sym typeface="Atomic Age"/>
              </a:rPr>
              <a:t>1.2</a:t>
            </a:r>
            <a:r>
              <a:rPr lang="en" sz="2000">
                <a:latin typeface="Lora"/>
                <a:ea typeface="Lora"/>
                <a:cs typeface="Lora"/>
                <a:sym typeface="Lora"/>
              </a:rPr>
              <a:t> Hãy chuyển các cây nhị phân ở </a:t>
            </a:r>
            <a:r>
              <a:rPr b="1" lang="en" sz="2000">
                <a:solidFill>
                  <a:schemeClr val="dk2"/>
                </a:solidFill>
                <a:latin typeface="Atomic Age"/>
                <a:ea typeface="Atomic Age"/>
                <a:cs typeface="Atomic Age"/>
                <a:sym typeface="Atomic Age"/>
              </a:rPr>
              <a:t>1.1</a:t>
            </a:r>
            <a:r>
              <a:rPr lang="en" sz="2000">
                <a:latin typeface="Lora"/>
                <a:ea typeface="Lora"/>
                <a:cs typeface="Lora"/>
                <a:sym typeface="Lora"/>
              </a:rPr>
              <a:t> thành dạng dãy số theo cách máy tính in ra màn hình.</a:t>
            </a:r>
            <a:endParaRPr sz="2000">
              <a:latin typeface="Lora"/>
              <a:ea typeface="Lora"/>
              <a:cs typeface="Lora"/>
              <a:sym typeface="Lo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39"/>
          <p:cNvSpPr txBox="1"/>
          <p:nvPr>
            <p:ph type="title"/>
          </p:nvPr>
        </p:nvSpPr>
        <p:spPr>
          <a:xfrm>
            <a:off x="872400" y="353825"/>
            <a:ext cx="3126900" cy="7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dk2"/>
                </a:solidFill>
              </a:rPr>
              <a:t>Practice 2</a:t>
            </a:r>
            <a:endParaRPr sz="3500">
              <a:solidFill>
                <a:schemeClr val="dk2"/>
              </a:solidFill>
            </a:endParaRPr>
          </a:p>
        </p:txBody>
      </p:sp>
      <p:sp>
        <p:nvSpPr>
          <p:cNvPr id="1483" name="Google Shape;1483;p39"/>
          <p:cNvSpPr txBox="1"/>
          <p:nvPr>
            <p:ph idx="4294967295" type="subTitle"/>
          </p:nvPr>
        </p:nvSpPr>
        <p:spPr>
          <a:xfrm>
            <a:off x="872400" y="1004475"/>
            <a:ext cx="4931700" cy="401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Lora"/>
                <a:ea typeface="Lora"/>
                <a:cs typeface="Lora"/>
                <a:sym typeface="Lora"/>
              </a:rPr>
              <a:t>Cho chương trình còn thiếu ở bên có chức năng tạo một cây nhị phân và xuất cây nhị phân ra màn hình dưới dạng dãy số. Trong đó:</a:t>
            </a:r>
            <a:endParaRPr sz="1600">
              <a:latin typeface="Lora"/>
              <a:ea typeface="Lora"/>
              <a:cs typeface="Lora"/>
              <a:sym typeface="Lora"/>
            </a:endParaRPr>
          </a:p>
          <a:p>
            <a:pPr indent="-330200" lvl="0" marL="457200" rtl="0" algn="l">
              <a:spcBef>
                <a:spcPts val="500"/>
              </a:spcBef>
              <a:spcAft>
                <a:spcPts val="0"/>
              </a:spcAft>
              <a:buSzPts val="1600"/>
              <a:buFont typeface="Lora"/>
              <a:buChar char="❏"/>
            </a:pPr>
            <a:r>
              <a:rPr lang="en" sz="1600">
                <a:latin typeface="Lora"/>
                <a:ea typeface="Lora"/>
                <a:cs typeface="Lora"/>
                <a:sym typeface="Lora"/>
              </a:rPr>
              <a:t>Cấu trúc </a:t>
            </a:r>
            <a:r>
              <a:rPr lang="en" sz="1600">
                <a:solidFill>
                  <a:schemeClr val="dk2"/>
                </a:solidFill>
                <a:latin typeface="Lora"/>
                <a:ea typeface="Lora"/>
                <a:cs typeface="Lora"/>
                <a:sym typeface="Lora"/>
              </a:rPr>
              <a:t>TreeNode</a:t>
            </a:r>
            <a:r>
              <a:rPr lang="en" sz="1600">
                <a:latin typeface="Lora"/>
                <a:ea typeface="Lora"/>
                <a:cs typeface="Lora"/>
                <a:sym typeface="Lora"/>
              </a:rPr>
              <a:t> thể hiện một nút của cây.</a:t>
            </a:r>
            <a:endParaRPr sz="1600">
              <a:latin typeface="Lora"/>
              <a:ea typeface="Lora"/>
              <a:cs typeface="Lora"/>
              <a:sym typeface="Lora"/>
            </a:endParaRPr>
          </a:p>
          <a:p>
            <a:pPr indent="-330200" lvl="0" marL="457200" rtl="0" algn="l">
              <a:spcBef>
                <a:spcPts val="0"/>
              </a:spcBef>
              <a:spcAft>
                <a:spcPts val="0"/>
              </a:spcAft>
              <a:buSzPts val="1600"/>
              <a:buFont typeface="Lora"/>
              <a:buChar char="❏"/>
            </a:pPr>
            <a:r>
              <a:rPr lang="en" sz="1600">
                <a:latin typeface="Lora"/>
                <a:ea typeface="Lora"/>
                <a:cs typeface="Lora"/>
                <a:sym typeface="Lora"/>
              </a:rPr>
              <a:t>Cấu trúc </a:t>
            </a:r>
            <a:r>
              <a:rPr lang="en" sz="1600">
                <a:solidFill>
                  <a:schemeClr val="dk2"/>
                </a:solidFill>
                <a:latin typeface="Lora"/>
                <a:ea typeface="Lora"/>
                <a:cs typeface="Lora"/>
                <a:sym typeface="Lora"/>
              </a:rPr>
              <a:t>BinaryTree</a:t>
            </a:r>
            <a:r>
              <a:rPr lang="en" sz="1600">
                <a:latin typeface="Lora"/>
                <a:ea typeface="Lora"/>
                <a:cs typeface="Lora"/>
                <a:sym typeface="Lora"/>
              </a:rPr>
              <a:t> lưu trữ cây nhị phân với đại diện là con trỏ kiểu TreeNode tên là </a:t>
            </a:r>
            <a:r>
              <a:rPr lang="en" sz="1600">
                <a:solidFill>
                  <a:schemeClr val="dk2"/>
                </a:solidFill>
                <a:latin typeface="Lora"/>
                <a:ea typeface="Lora"/>
                <a:cs typeface="Lora"/>
                <a:sym typeface="Lora"/>
              </a:rPr>
              <a:t>root</a:t>
            </a:r>
            <a:r>
              <a:rPr lang="en" sz="1600">
                <a:latin typeface="Lora"/>
                <a:ea typeface="Lora"/>
                <a:cs typeface="Lora"/>
                <a:sym typeface="Lora"/>
              </a:rPr>
              <a:t>.</a:t>
            </a:r>
            <a:endParaRPr sz="1600">
              <a:latin typeface="Lora"/>
              <a:ea typeface="Lora"/>
              <a:cs typeface="Lora"/>
              <a:sym typeface="Lora"/>
            </a:endParaRPr>
          </a:p>
          <a:p>
            <a:pPr indent="-330200" lvl="0" marL="457200" rtl="0" algn="l">
              <a:spcBef>
                <a:spcPts val="0"/>
              </a:spcBef>
              <a:spcAft>
                <a:spcPts val="0"/>
              </a:spcAft>
              <a:buSzPts val="1600"/>
              <a:buFont typeface="Lora"/>
              <a:buChar char="❏"/>
            </a:pPr>
            <a:r>
              <a:rPr lang="en" sz="1600">
                <a:latin typeface="Lora"/>
                <a:ea typeface="Lora"/>
                <a:cs typeface="Lora"/>
                <a:sym typeface="Lora"/>
              </a:rPr>
              <a:t>Hàm </a:t>
            </a:r>
            <a:r>
              <a:rPr lang="en" sz="1600">
                <a:solidFill>
                  <a:schemeClr val="dk2"/>
                </a:solidFill>
                <a:latin typeface="Lora"/>
                <a:ea typeface="Lora"/>
                <a:cs typeface="Lora"/>
                <a:sym typeface="Lora"/>
              </a:rPr>
              <a:t>makeNode</a:t>
            </a:r>
            <a:r>
              <a:rPr lang="en" sz="1600">
                <a:latin typeface="Lora"/>
                <a:ea typeface="Lora"/>
                <a:cs typeface="Lora"/>
                <a:sym typeface="Lora"/>
              </a:rPr>
              <a:t> tạo một nút từ phần vùng nhớ được máy tính cấp phát.</a:t>
            </a:r>
            <a:endParaRPr sz="1600">
              <a:latin typeface="Lora"/>
              <a:ea typeface="Lora"/>
              <a:cs typeface="Lora"/>
              <a:sym typeface="Lora"/>
            </a:endParaRPr>
          </a:p>
          <a:p>
            <a:pPr indent="-330200" lvl="0" marL="457200" rtl="0" algn="l">
              <a:spcBef>
                <a:spcPts val="0"/>
              </a:spcBef>
              <a:spcAft>
                <a:spcPts val="0"/>
              </a:spcAft>
              <a:buSzPts val="1600"/>
              <a:buFont typeface="Lora"/>
              <a:buChar char="❏"/>
            </a:pPr>
            <a:r>
              <a:rPr lang="en" sz="1600">
                <a:latin typeface="Lora"/>
                <a:ea typeface="Lora"/>
                <a:cs typeface="Lora"/>
                <a:sym typeface="Lora"/>
              </a:rPr>
              <a:t>Hàm </a:t>
            </a:r>
            <a:r>
              <a:rPr lang="en" sz="1600">
                <a:solidFill>
                  <a:schemeClr val="dk2"/>
                </a:solidFill>
                <a:latin typeface="Lora"/>
                <a:ea typeface="Lora"/>
                <a:cs typeface="Lora"/>
                <a:sym typeface="Lora"/>
              </a:rPr>
              <a:t>print</a:t>
            </a:r>
            <a:r>
              <a:rPr lang="en" sz="1600">
                <a:latin typeface="Lora"/>
                <a:ea typeface="Lora"/>
                <a:cs typeface="Lora"/>
                <a:sym typeface="Lora"/>
              </a:rPr>
              <a:t> in cây nhị phân ra màn hình.</a:t>
            </a:r>
            <a:endParaRPr sz="1600">
              <a:latin typeface="Lora"/>
              <a:ea typeface="Lora"/>
              <a:cs typeface="Lora"/>
              <a:sym typeface="Lora"/>
            </a:endParaRPr>
          </a:p>
          <a:p>
            <a:pPr indent="-330200" lvl="0" marL="457200" rtl="0" algn="l">
              <a:spcBef>
                <a:spcPts val="0"/>
              </a:spcBef>
              <a:spcAft>
                <a:spcPts val="0"/>
              </a:spcAft>
              <a:buSzPts val="1600"/>
              <a:buFont typeface="Lora"/>
              <a:buChar char="❏"/>
            </a:pPr>
            <a:r>
              <a:rPr lang="en" sz="1600">
                <a:latin typeface="Lora"/>
                <a:ea typeface="Lora"/>
                <a:cs typeface="Lora"/>
                <a:sym typeface="Lora"/>
              </a:rPr>
              <a:t>Hàm </a:t>
            </a:r>
            <a:r>
              <a:rPr lang="en" sz="1600">
                <a:solidFill>
                  <a:schemeClr val="dk2"/>
                </a:solidFill>
                <a:latin typeface="Lora"/>
                <a:ea typeface="Lora"/>
                <a:cs typeface="Lora"/>
                <a:sym typeface="Lora"/>
              </a:rPr>
              <a:t>init</a:t>
            </a:r>
            <a:r>
              <a:rPr lang="en" sz="1600">
                <a:latin typeface="Lora"/>
                <a:ea typeface="Lora"/>
                <a:cs typeface="Lora"/>
                <a:sym typeface="Lora"/>
              </a:rPr>
              <a:t> khởi tạo nút đầu tiên của cây.</a:t>
            </a:r>
            <a:endParaRPr sz="1600">
              <a:latin typeface="Lora"/>
              <a:ea typeface="Lora"/>
              <a:cs typeface="Lora"/>
              <a:sym typeface="Lora"/>
            </a:endParaRPr>
          </a:p>
          <a:p>
            <a:pPr indent="-330200" lvl="0" marL="457200" rtl="0" algn="l">
              <a:spcBef>
                <a:spcPts val="0"/>
              </a:spcBef>
              <a:spcAft>
                <a:spcPts val="0"/>
              </a:spcAft>
              <a:buSzPts val="1600"/>
              <a:buFont typeface="Lora"/>
              <a:buChar char="❏"/>
            </a:pPr>
            <a:r>
              <a:rPr lang="en" sz="1600">
                <a:latin typeface="Lora"/>
                <a:ea typeface="Lora"/>
                <a:cs typeface="Lora"/>
                <a:sym typeface="Lora"/>
              </a:rPr>
              <a:t>Hàm</a:t>
            </a:r>
            <a:r>
              <a:rPr lang="en" sz="1600">
                <a:solidFill>
                  <a:schemeClr val="dk2"/>
                </a:solidFill>
                <a:latin typeface="Lora"/>
                <a:ea typeface="Lora"/>
                <a:cs typeface="Lora"/>
                <a:sym typeface="Lora"/>
              </a:rPr>
              <a:t> insert</a:t>
            </a:r>
            <a:r>
              <a:rPr lang="en" sz="1600">
                <a:latin typeface="Lora"/>
                <a:ea typeface="Lora"/>
                <a:cs typeface="Lora"/>
                <a:sym typeface="Lora"/>
              </a:rPr>
              <a:t> chèn nút có giá trị </a:t>
            </a:r>
            <a:r>
              <a:rPr lang="en" sz="1600">
                <a:solidFill>
                  <a:schemeClr val="dk2"/>
                </a:solidFill>
                <a:latin typeface="Lora"/>
                <a:ea typeface="Lora"/>
                <a:cs typeface="Lora"/>
                <a:sym typeface="Lora"/>
              </a:rPr>
              <a:t>data</a:t>
            </a:r>
            <a:r>
              <a:rPr lang="en" sz="1600">
                <a:latin typeface="Lora"/>
                <a:ea typeface="Lora"/>
                <a:cs typeface="Lora"/>
                <a:sym typeface="Lora"/>
              </a:rPr>
              <a:t> vào cây.</a:t>
            </a:r>
            <a:endParaRPr sz="1600">
              <a:latin typeface="Lora"/>
              <a:ea typeface="Lora"/>
              <a:cs typeface="Lora"/>
              <a:sym typeface="Lora"/>
            </a:endParaRPr>
          </a:p>
          <a:p>
            <a:pPr indent="0" lvl="0" marL="0" rtl="0" algn="l">
              <a:spcBef>
                <a:spcPts val="500"/>
              </a:spcBef>
              <a:spcAft>
                <a:spcPts val="500"/>
              </a:spcAft>
              <a:buNone/>
            </a:pPr>
            <a:r>
              <a:rPr lang="en" sz="1600">
                <a:latin typeface="Lora"/>
                <a:ea typeface="Lora"/>
                <a:cs typeface="Lora"/>
                <a:sym typeface="Lora"/>
              </a:rPr>
              <a:t>Hãy bổ sung các câu lệnh còn thiếu để được chương trình hoàn thiện và dùng các ví dụ ở </a:t>
            </a:r>
            <a:r>
              <a:rPr lang="en" sz="1600">
                <a:solidFill>
                  <a:schemeClr val="dk2"/>
                </a:solidFill>
                <a:latin typeface="Atomic Age"/>
                <a:ea typeface="Atomic Age"/>
                <a:cs typeface="Atomic Age"/>
                <a:sym typeface="Atomic Age"/>
              </a:rPr>
              <a:t>Practice 1</a:t>
            </a:r>
            <a:r>
              <a:rPr lang="en" sz="1600">
                <a:latin typeface="Lora"/>
                <a:ea typeface="Lora"/>
                <a:cs typeface="Lora"/>
                <a:sym typeface="Lora"/>
              </a:rPr>
              <a:t> để kiểm tra kết quả.</a:t>
            </a:r>
            <a:endParaRPr sz="1600">
              <a:latin typeface="Lora"/>
              <a:ea typeface="Lora"/>
              <a:cs typeface="Lora"/>
              <a:sym typeface="Lora"/>
            </a:endParaRPr>
          </a:p>
        </p:txBody>
      </p:sp>
      <p:sp>
        <p:nvSpPr>
          <p:cNvPr id="1484" name="Google Shape;1484;p39"/>
          <p:cNvSpPr txBox="1"/>
          <p:nvPr/>
        </p:nvSpPr>
        <p:spPr>
          <a:xfrm>
            <a:off x="5686525" y="460250"/>
            <a:ext cx="3333900" cy="434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Consolas"/>
                <a:ea typeface="Consolas"/>
                <a:cs typeface="Consolas"/>
                <a:sym typeface="Consolas"/>
              </a:rPr>
              <a:t>#include &lt;stdio.h&gt;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#include &lt;stdlib.h&gt;</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typedef struct NodeType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latin typeface="Consolas"/>
                <a:ea typeface="Consolas"/>
                <a:cs typeface="Consolas"/>
                <a:sym typeface="Consolas"/>
              </a:rPr>
              <a:t> int </a:t>
            </a:r>
            <a:r>
              <a:rPr lang="en" sz="1000">
                <a:solidFill>
                  <a:schemeClr val="dk2"/>
                </a:solidFill>
                <a:latin typeface="Consolas"/>
                <a:ea typeface="Consolas"/>
                <a:cs typeface="Consolas"/>
                <a:sym typeface="Consolas"/>
              </a:rPr>
              <a:t>data</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struct NodeType* </a:t>
            </a:r>
            <a:r>
              <a:rPr lang="en" sz="1000">
                <a:solidFill>
                  <a:schemeClr val="dk2"/>
                </a:solidFill>
                <a:latin typeface="Consolas"/>
                <a:ea typeface="Consolas"/>
                <a:cs typeface="Consolas"/>
                <a:sym typeface="Consolas"/>
              </a:rPr>
              <a:t>left</a:t>
            </a:r>
            <a:r>
              <a:rPr lang="en" sz="1000">
                <a:latin typeface="Consolas"/>
                <a:ea typeface="Consolas"/>
                <a:cs typeface="Consolas"/>
                <a:sym typeface="Consolas"/>
              </a:rPr>
              <a:t>, * </a:t>
            </a:r>
            <a:r>
              <a:rPr lang="en" sz="1000">
                <a:solidFill>
                  <a:schemeClr val="dk2"/>
                </a:solidFill>
                <a:latin typeface="Consolas"/>
                <a:ea typeface="Consolas"/>
                <a:cs typeface="Consolas"/>
                <a:sym typeface="Consolas"/>
              </a:rPr>
              <a:t>right</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chemeClr val="dk2"/>
                </a:solidFill>
                <a:latin typeface="Consolas"/>
                <a:ea typeface="Consolas"/>
                <a:cs typeface="Consolas"/>
                <a:sym typeface="Consolas"/>
              </a:rPr>
              <a:t>TreeNode</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typedef struct BinaryTreeType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struct NodeType* </a:t>
            </a:r>
            <a:r>
              <a:rPr lang="en" sz="1000">
                <a:solidFill>
                  <a:schemeClr val="dk2"/>
                </a:solidFill>
                <a:latin typeface="Consolas"/>
                <a:ea typeface="Consolas"/>
                <a:cs typeface="Consolas"/>
                <a:sym typeface="Consolas"/>
              </a:rPr>
              <a:t>root</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chemeClr val="dk2"/>
                </a:solidFill>
                <a:latin typeface="Consolas"/>
                <a:ea typeface="Consolas"/>
                <a:cs typeface="Consolas"/>
                <a:sym typeface="Consolas"/>
              </a:rPr>
              <a:t>BinaryTree</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TreeNode* </a:t>
            </a:r>
            <a:r>
              <a:rPr lang="en" sz="1000">
                <a:solidFill>
                  <a:schemeClr val="dk2"/>
                </a:solidFill>
                <a:latin typeface="Consolas"/>
                <a:ea typeface="Consolas"/>
                <a:cs typeface="Consolas"/>
                <a:sym typeface="Consolas"/>
              </a:rPr>
              <a:t>makeNode</a:t>
            </a:r>
            <a:r>
              <a:rPr lang="en" sz="1000">
                <a:latin typeface="Consolas"/>
                <a:ea typeface="Consolas"/>
                <a:cs typeface="Consolas"/>
                <a:sym typeface="Consolas"/>
              </a:rPr>
              <a:t>(int data) {...}</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void </a:t>
            </a:r>
            <a:r>
              <a:rPr lang="en" sz="1000">
                <a:solidFill>
                  <a:schemeClr val="dk2"/>
                </a:solidFill>
                <a:latin typeface="Consolas"/>
                <a:ea typeface="Consolas"/>
                <a:cs typeface="Consolas"/>
                <a:sym typeface="Consolas"/>
              </a:rPr>
              <a:t>print</a:t>
            </a:r>
            <a:r>
              <a:rPr lang="en" sz="1000">
                <a:latin typeface="Consolas"/>
                <a:ea typeface="Consolas"/>
                <a:cs typeface="Consolas"/>
                <a:sym typeface="Consolas"/>
              </a:rPr>
              <a:t>(TreeNode* node) {...}</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void </a:t>
            </a:r>
            <a:r>
              <a:rPr lang="en" sz="1000">
                <a:solidFill>
                  <a:schemeClr val="dk2"/>
                </a:solidFill>
                <a:latin typeface="Consolas"/>
                <a:ea typeface="Consolas"/>
                <a:cs typeface="Consolas"/>
                <a:sym typeface="Consolas"/>
              </a:rPr>
              <a:t>init</a:t>
            </a:r>
            <a:r>
              <a:rPr lang="en" sz="1000">
                <a:latin typeface="Consolas"/>
                <a:ea typeface="Consolas"/>
                <a:cs typeface="Consolas"/>
                <a:sym typeface="Consolas"/>
              </a:rPr>
              <a:t>(BinaryTree* tree) {...}</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void </a:t>
            </a:r>
            <a:r>
              <a:rPr lang="en" sz="1000">
                <a:solidFill>
                  <a:schemeClr val="dk2"/>
                </a:solidFill>
                <a:latin typeface="Consolas"/>
                <a:ea typeface="Consolas"/>
                <a:cs typeface="Consolas"/>
                <a:sym typeface="Consolas"/>
              </a:rPr>
              <a:t>insert</a:t>
            </a:r>
            <a:r>
              <a:rPr lang="en" sz="1000">
                <a:latin typeface="Consolas"/>
                <a:ea typeface="Consolas"/>
                <a:cs typeface="Consolas"/>
                <a:sym typeface="Consolas"/>
              </a:rPr>
              <a:t>(BinaryTree* tree, int data) {...}</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int main()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BinaryTree </a:t>
            </a:r>
            <a:r>
              <a:rPr lang="en" sz="1000">
                <a:solidFill>
                  <a:schemeClr val="dk2"/>
                </a:solidFill>
                <a:latin typeface="Consolas"/>
                <a:ea typeface="Consolas"/>
                <a:cs typeface="Consolas"/>
                <a:sym typeface="Consolas"/>
              </a:rPr>
              <a:t>tree</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init(&amp;tree);</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rgbClr val="9E9E9E"/>
                </a:solidFill>
                <a:latin typeface="Consolas"/>
                <a:ea typeface="Consolas"/>
                <a:cs typeface="Consolas"/>
                <a:sym typeface="Consolas"/>
              </a:rPr>
              <a:t>//</a:t>
            </a:r>
            <a:r>
              <a:rPr lang="en" sz="1000">
                <a:solidFill>
                  <a:srgbClr val="9E9E9E"/>
                </a:solidFill>
                <a:latin typeface="Consolas"/>
                <a:ea typeface="Consolas"/>
                <a:cs typeface="Consolas"/>
                <a:sym typeface="Consolas"/>
              </a:rPr>
              <a:t>insert các cây ở câu 1.1</a:t>
            </a:r>
            <a:endParaRPr sz="1000">
              <a:solidFill>
                <a:srgbClr val="9E9E9E"/>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print(tree.root);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return 0;</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a:t>
            </a:r>
            <a:endParaRPr sz="1000">
              <a:latin typeface="Consolas"/>
              <a:ea typeface="Consolas"/>
              <a:cs typeface="Consolas"/>
              <a:sym typeface="Consolas"/>
            </a:endParaRPr>
          </a:p>
        </p:txBody>
      </p:sp>
      <p:cxnSp>
        <p:nvCxnSpPr>
          <p:cNvPr id="1485" name="Google Shape;1485;p39"/>
          <p:cNvCxnSpPr/>
          <p:nvPr/>
        </p:nvCxnSpPr>
        <p:spPr>
          <a:xfrm>
            <a:off x="5685325" y="541425"/>
            <a:ext cx="0" cy="42339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40"/>
          <p:cNvSpPr txBox="1"/>
          <p:nvPr>
            <p:ph type="title"/>
          </p:nvPr>
        </p:nvSpPr>
        <p:spPr>
          <a:xfrm>
            <a:off x="720000" y="234700"/>
            <a:ext cx="7704000" cy="7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solidFill>
                  <a:schemeClr val="dk2"/>
                </a:solidFill>
              </a:rPr>
              <a:t>Practice 3</a:t>
            </a:r>
            <a:endParaRPr sz="3500">
              <a:solidFill>
                <a:schemeClr val="dk2"/>
              </a:solidFill>
            </a:endParaRPr>
          </a:p>
        </p:txBody>
      </p:sp>
      <p:sp>
        <p:nvSpPr>
          <p:cNvPr id="1491" name="Google Shape;1491;p40"/>
          <p:cNvSpPr txBox="1"/>
          <p:nvPr>
            <p:ph idx="4294967295" type="subTitle"/>
          </p:nvPr>
        </p:nvSpPr>
        <p:spPr>
          <a:xfrm>
            <a:off x="872400" y="841250"/>
            <a:ext cx="7606200" cy="4010400"/>
          </a:xfrm>
          <a:prstGeom prst="rect">
            <a:avLst/>
          </a:prstGeom>
        </p:spPr>
        <p:txBody>
          <a:bodyPr anchorCtr="0" anchor="t" bIns="91425" lIns="91425" spcFirstLastPara="1" rIns="91425" wrap="square" tIns="91425">
            <a:noAutofit/>
          </a:bodyPr>
          <a:lstStyle/>
          <a:p>
            <a:pPr indent="0" lvl="0" marL="0" rtl="0" algn="l">
              <a:spcBef>
                <a:spcPts val="500"/>
              </a:spcBef>
              <a:spcAft>
                <a:spcPts val="0"/>
              </a:spcAft>
              <a:buNone/>
            </a:pPr>
            <a:r>
              <a:rPr lang="en" sz="1600">
                <a:latin typeface="Lora"/>
                <a:ea typeface="Lora"/>
                <a:cs typeface="Lora"/>
                <a:sym typeface="Lora"/>
              </a:rPr>
              <a:t>Lấy chương trình ở </a:t>
            </a:r>
            <a:r>
              <a:rPr lang="en" sz="1600">
                <a:solidFill>
                  <a:schemeClr val="dk2"/>
                </a:solidFill>
                <a:latin typeface="Atomic Age"/>
                <a:ea typeface="Atomic Age"/>
                <a:cs typeface="Atomic Age"/>
                <a:sym typeface="Atomic Age"/>
              </a:rPr>
              <a:t>Practice 2</a:t>
            </a:r>
            <a:r>
              <a:rPr lang="en" sz="1600">
                <a:latin typeface="Lora"/>
                <a:ea typeface="Lora"/>
                <a:cs typeface="Lora"/>
                <a:sym typeface="Lora"/>
              </a:rPr>
              <a:t>, bổ sung vào hàm</a:t>
            </a:r>
            <a:endParaRPr sz="1600">
              <a:latin typeface="Lora"/>
              <a:ea typeface="Lora"/>
              <a:cs typeface="Lora"/>
              <a:sym typeface="Lora"/>
            </a:endParaRPr>
          </a:p>
          <a:p>
            <a:pPr indent="0" lvl="0" marL="0" rtl="0" algn="ctr">
              <a:spcBef>
                <a:spcPts val="500"/>
              </a:spcBef>
              <a:spcAft>
                <a:spcPts val="0"/>
              </a:spcAft>
              <a:buNone/>
            </a:pPr>
            <a:r>
              <a:rPr lang="en" sz="1600">
                <a:solidFill>
                  <a:schemeClr val="lt1"/>
                </a:solidFill>
                <a:highlight>
                  <a:schemeClr val="dk2"/>
                </a:highlight>
                <a:latin typeface="Consolas"/>
                <a:ea typeface="Consolas"/>
                <a:cs typeface="Consolas"/>
                <a:sym typeface="Consolas"/>
              </a:rPr>
              <a:t>TreeNode* search(TreeNode* node, int val) {...}</a:t>
            </a:r>
            <a:endParaRPr sz="1600">
              <a:solidFill>
                <a:schemeClr val="lt1"/>
              </a:solidFill>
              <a:highlight>
                <a:schemeClr val="dk2"/>
              </a:highlight>
              <a:latin typeface="Consolas"/>
              <a:ea typeface="Consolas"/>
              <a:cs typeface="Consolas"/>
              <a:sym typeface="Consolas"/>
            </a:endParaRPr>
          </a:p>
          <a:p>
            <a:pPr indent="0" lvl="0" marL="0" rtl="0" algn="l">
              <a:spcBef>
                <a:spcPts val="500"/>
              </a:spcBef>
              <a:spcAft>
                <a:spcPts val="0"/>
              </a:spcAft>
              <a:buNone/>
            </a:pPr>
            <a:r>
              <a:rPr lang="en" sz="1600">
                <a:latin typeface="Lora"/>
                <a:ea typeface="Lora"/>
                <a:cs typeface="Lora"/>
                <a:sym typeface="Lora"/>
              </a:rPr>
              <a:t>với chức năng tìm kiếm một giá trị (val) trong cây nhị phân. </a:t>
            </a:r>
            <a:endParaRPr sz="1600">
              <a:latin typeface="Lora"/>
              <a:ea typeface="Lora"/>
              <a:cs typeface="Lora"/>
              <a:sym typeface="Lora"/>
            </a:endParaRPr>
          </a:p>
          <a:p>
            <a:pPr indent="0" lvl="0" marL="0" rtl="0" algn="l">
              <a:spcBef>
                <a:spcPts val="500"/>
              </a:spcBef>
              <a:spcAft>
                <a:spcPts val="0"/>
              </a:spcAft>
              <a:buNone/>
            </a:pPr>
            <a:r>
              <a:rPr lang="en" sz="1600">
                <a:latin typeface="Lora"/>
                <a:ea typeface="Lora"/>
                <a:cs typeface="Lora"/>
                <a:sym typeface="Lora"/>
              </a:rPr>
              <a:t>Hàm trả về </a:t>
            </a:r>
            <a:r>
              <a:rPr lang="en" sz="1600">
                <a:solidFill>
                  <a:schemeClr val="dk2"/>
                </a:solidFill>
                <a:latin typeface="Lora"/>
                <a:ea typeface="Lora"/>
                <a:cs typeface="Lora"/>
                <a:sym typeface="Lora"/>
              </a:rPr>
              <a:t>địa chỉ</a:t>
            </a:r>
            <a:r>
              <a:rPr lang="en" sz="1600">
                <a:latin typeface="Lora"/>
                <a:ea typeface="Lora"/>
                <a:cs typeface="Lora"/>
                <a:sym typeface="Lora"/>
              </a:rPr>
              <a:t> của nút cần tìm trong cây hoặc “</a:t>
            </a:r>
            <a:r>
              <a:rPr lang="en" sz="1600">
                <a:solidFill>
                  <a:schemeClr val="dk2"/>
                </a:solidFill>
                <a:latin typeface="Lora"/>
                <a:ea typeface="Lora"/>
                <a:cs typeface="Lora"/>
                <a:sym typeface="Lora"/>
              </a:rPr>
              <a:t>NULL</a:t>
            </a:r>
            <a:r>
              <a:rPr lang="en" sz="1600">
                <a:latin typeface="Lora"/>
                <a:ea typeface="Lora"/>
                <a:cs typeface="Lora"/>
                <a:sym typeface="Lora"/>
              </a:rPr>
              <a:t>” nếu không tìm thấy.</a:t>
            </a:r>
            <a:endParaRPr sz="1600">
              <a:latin typeface="Lora"/>
              <a:ea typeface="Lora"/>
              <a:cs typeface="Lora"/>
              <a:sym typeface="Lora"/>
            </a:endParaRPr>
          </a:p>
          <a:p>
            <a:pPr indent="0" lvl="0" marL="0" rtl="0" algn="l">
              <a:spcBef>
                <a:spcPts val="500"/>
              </a:spcBef>
              <a:spcAft>
                <a:spcPts val="0"/>
              </a:spcAft>
              <a:buNone/>
            </a:pPr>
            <a:r>
              <a:rPr lang="en" sz="1600">
                <a:latin typeface="Lora"/>
                <a:ea typeface="Lora"/>
                <a:cs typeface="Lora"/>
                <a:sym typeface="Lora"/>
              </a:rPr>
              <a:t>Dùng ví dụ cây nhị phân ở câu </a:t>
            </a:r>
            <a:r>
              <a:rPr lang="en" sz="1600">
                <a:solidFill>
                  <a:schemeClr val="dk2"/>
                </a:solidFill>
                <a:latin typeface="Lora"/>
                <a:ea typeface="Lora"/>
                <a:cs typeface="Lora"/>
                <a:sym typeface="Lora"/>
              </a:rPr>
              <a:t>1.1.3</a:t>
            </a:r>
            <a:r>
              <a:rPr lang="en" sz="1600">
                <a:latin typeface="Lora"/>
                <a:ea typeface="Lora"/>
                <a:cs typeface="Lora"/>
                <a:sym typeface="Lora"/>
              </a:rPr>
              <a:t>, hãy cho biết kết quả của chương trình ứng với mỗi val dưới đây:</a:t>
            </a:r>
            <a:endParaRPr sz="1600">
              <a:latin typeface="Lora"/>
              <a:ea typeface="Lora"/>
              <a:cs typeface="Lora"/>
              <a:sym typeface="Lora"/>
            </a:endParaRPr>
          </a:p>
          <a:p>
            <a:pPr indent="0" lvl="0" marL="228600" rtl="0" algn="l">
              <a:spcBef>
                <a:spcPts val="500"/>
              </a:spcBef>
              <a:spcAft>
                <a:spcPts val="0"/>
              </a:spcAft>
              <a:buNone/>
            </a:pPr>
            <a:r>
              <a:rPr b="1" lang="en" sz="1600">
                <a:solidFill>
                  <a:schemeClr val="dk2"/>
                </a:solidFill>
                <a:latin typeface="Lora"/>
                <a:ea typeface="Lora"/>
                <a:cs typeface="Lora"/>
                <a:sym typeface="Lora"/>
              </a:rPr>
              <a:t>3.1 </a:t>
            </a:r>
            <a:r>
              <a:rPr lang="en" sz="1600">
                <a:latin typeface="Lora"/>
                <a:ea typeface="Lora"/>
                <a:cs typeface="Lora"/>
                <a:sym typeface="Lora"/>
              </a:rPr>
              <a:t> val = 75</a:t>
            </a:r>
            <a:endParaRPr sz="1600">
              <a:latin typeface="Lora"/>
              <a:ea typeface="Lora"/>
              <a:cs typeface="Lora"/>
              <a:sym typeface="Lora"/>
            </a:endParaRPr>
          </a:p>
          <a:p>
            <a:pPr indent="0" lvl="0" marL="228600" rtl="0" algn="l">
              <a:spcBef>
                <a:spcPts val="500"/>
              </a:spcBef>
              <a:spcAft>
                <a:spcPts val="0"/>
              </a:spcAft>
              <a:buNone/>
            </a:pPr>
            <a:r>
              <a:rPr b="1" lang="en" sz="1600">
                <a:solidFill>
                  <a:schemeClr val="dk2"/>
                </a:solidFill>
                <a:latin typeface="Lora"/>
                <a:ea typeface="Lora"/>
                <a:cs typeface="Lora"/>
                <a:sym typeface="Lora"/>
              </a:rPr>
              <a:t>3.2</a:t>
            </a:r>
            <a:r>
              <a:rPr lang="en" sz="1600">
                <a:latin typeface="Lora"/>
                <a:ea typeface="Lora"/>
                <a:cs typeface="Lora"/>
                <a:sym typeface="Lora"/>
              </a:rPr>
              <a:t>  val = 89</a:t>
            </a:r>
            <a:endParaRPr sz="1600">
              <a:latin typeface="Lora"/>
              <a:ea typeface="Lora"/>
              <a:cs typeface="Lora"/>
              <a:sym typeface="Lora"/>
            </a:endParaRPr>
          </a:p>
          <a:p>
            <a:pPr indent="0" lvl="0" marL="228600" rtl="0" algn="l">
              <a:spcBef>
                <a:spcPts val="500"/>
              </a:spcBef>
              <a:spcAft>
                <a:spcPts val="0"/>
              </a:spcAft>
              <a:buNone/>
            </a:pPr>
            <a:r>
              <a:rPr b="1" lang="en" sz="1600">
                <a:solidFill>
                  <a:schemeClr val="dk2"/>
                </a:solidFill>
                <a:latin typeface="Lora"/>
                <a:ea typeface="Lora"/>
                <a:cs typeface="Lora"/>
                <a:sym typeface="Lora"/>
              </a:rPr>
              <a:t>3.3</a:t>
            </a:r>
            <a:r>
              <a:rPr lang="en" sz="1600">
                <a:latin typeface="Lora"/>
                <a:ea typeface="Lora"/>
                <a:cs typeface="Lora"/>
                <a:sym typeface="Lora"/>
              </a:rPr>
              <a:t>  val = 33</a:t>
            </a:r>
            <a:endParaRPr sz="1600">
              <a:latin typeface="Lora"/>
              <a:ea typeface="Lora"/>
              <a:cs typeface="Lora"/>
              <a:sym typeface="Lora"/>
            </a:endParaRPr>
          </a:p>
          <a:p>
            <a:pPr indent="0" lvl="0" marL="228600" rtl="0" algn="l">
              <a:spcBef>
                <a:spcPts val="500"/>
              </a:spcBef>
              <a:spcAft>
                <a:spcPts val="0"/>
              </a:spcAft>
              <a:buNone/>
            </a:pPr>
            <a:r>
              <a:rPr b="1" lang="en" sz="1600">
                <a:solidFill>
                  <a:schemeClr val="dk2"/>
                </a:solidFill>
                <a:latin typeface="Lora"/>
                <a:ea typeface="Lora"/>
                <a:cs typeface="Lora"/>
                <a:sym typeface="Lora"/>
              </a:rPr>
              <a:t>3.4</a:t>
            </a:r>
            <a:r>
              <a:rPr lang="en" sz="1600">
                <a:latin typeface="Lora"/>
                <a:ea typeface="Lora"/>
                <a:cs typeface="Lora"/>
                <a:sym typeface="Lora"/>
              </a:rPr>
              <a:t>  val = 61</a:t>
            </a:r>
            <a:endParaRPr sz="1600">
              <a:latin typeface="Lora"/>
              <a:ea typeface="Lora"/>
              <a:cs typeface="Lora"/>
              <a:sym typeface="Lora"/>
            </a:endParaRPr>
          </a:p>
          <a:p>
            <a:pPr indent="0" lvl="0" marL="228600" rtl="0" algn="l">
              <a:spcBef>
                <a:spcPts val="500"/>
              </a:spcBef>
              <a:spcAft>
                <a:spcPts val="500"/>
              </a:spcAft>
              <a:buNone/>
            </a:pPr>
            <a:r>
              <a:rPr b="1" lang="en" sz="1600">
                <a:solidFill>
                  <a:schemeClr val="dk2"/>
                </a:solidFill>
                <a:latin typeface="Lora"/>
                <a:ea typeface="Lora"/>
                <a:cs typeface="Lora"/>
                <a:sym typeface="Lora"/>
              </a:rPr>
              <a:t>3.5</a:t>
            </a:r>
            <a:r>
              <a:rPr lang="en" sz="1600">
                <a:latin typeface="Lora"/>
                <a:ea typeface="Lora"/>
                <a:cs typeface="Lora"/>
                <a:sym typeface="Lora"/>
              </a:rPr>
              <a:t>  val = 35</a:t>
            </a:r>
            <a:endParaRPr sz="1600">
              <a:latin typeface="Lora"/>
              <a:ea typeface="Lora"/>
              <a:cs typeface="Lora"/>
              <a:sym typeface="L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41"/>
          <p:cNvSpPr txBox="1"/>
          <p:nvPr>
            <p:ph type="title"/>
          </p:nvPr>
        </p:nvSpPr>
        <p:spPr>
          <a:xfrm>
            <a:off x="5152200" y="310900"/>
            <a:ext cx="3043200" cy="7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solidFill>
                  <a:schemeClr val="dk2"/>
                </a:solidFill>
              </a:rPr>
              <a:t>Practice 4</a:t>
            </a:r>
            <a:endParaRPr sz="3600">
              <a:solidFill>
                <a:schemeClr val="dk2"/>
              </a:solidFill>
            </a:endParaRPr>
          </a:p>
        </p:txBody>
      </p:sp>
      <p:sp>
        <p:nvSpPr>
          <p:cNvPr id="1497" name="Google Shape;1497;p41"/>
          <p:cNvSpPr txBox="1"/>
          <p:nvPr>
            <p:ph idx="4294967295" type="subTitle"/>
          </p:nvPr>
        </p:nvSpPr>
        <p:spPr>
          <a:xfrm>
            <a:off x="648900" y="433125"/>
            <a:ext cx="4731900" cy="4363800"/>
          </a:xfrm>
          <a:prstGeom prst="rect">
            <a:avLst/>
          </a:prstGeom>
        </p:spPr>
        <p:txBody>
          <a:bodyPr anchorCtr="0" anchor="t" bIns="91425" lIns="91425" spcFirstLastPara="1" rIns="91425" wrap="square" tIns="91425">
            <a:noAutofit/>
          </a:bodyPr>
          <a:lstStyle/>
          <a:p>
            <a:pPr indent="0" lvl="0" marL="0" rtl="0" algn="l">
              <a:spcBef>
                <a:spcPts val="500"/>
              </a:spcBef>
              <a:spcAft>
                <a:spcPts val="0"/>
              </a:spcAft>
              <a:buNone/>
            </a:pPr>
            <a:r>
              <a:rPr lang="en" sz="1600">
                <a:latin typeface="Lora"/>
                <a:ea typeface="Lora"/>
                <a:cs typeface="Lora"/>
                <a:sym typeface="Lora"/>
              </a:rPr>
              <a:t>Lấy chương trình ở </a:t>
            </a:r>
            <a:r>
              <a:rPr lang="en" sz="1600">
                <a:solidFill>
                  <a:schemeClr val="dk2"/>
                </a:solidFill>
                <a:latin typeface="Atomic Age"/>
                <a:ea typeface="Atomic Age"/>
                <a:cs typeface="Atomic Age"/>
                <a:sym typeface="Atomic Age"/>
              </a:rPr>
              <a:t>Practice 3</a:t>
            </a:r>
            <a:r>
              <a:rPr lang="en" sz="1600">
                <a:latin typeface="Lora"/>
                <a:ea typeface="Lora"/>
                <a:cs typeface="Lora"/>
                <a:sym typeface="Lora"/>
              </a:rPr>
              <a:t>, bổ sung vào hàm</a:t>
            </a:r>
            <a:endParaRPr sz="1600">
              <a:latin typeface="Lora"/>
              <a:ea typeface="Lora"/>
              <a:cs typeface="Lora"/>
              <a:sym typeface="Lora"/>
            </a:endParaRPr>
          </a:p>
          <a:p>
            <a:pPr indent="0" lvl="0" marL="0" rtl="0" algn="ctr">
              <a:spcBef>
                <a:spcPts val="500"/>
              </a:spcBef>
              <a:spcAft>
                <a:spcPts val="0"/>
              </a:spcAft>
              <a:buNone/>
            </a:pPr>
            <a:r>
              <a:rPr lang="en">
                <a:solidFill>
                  <a:schemeClr val="lt1"/>
                </a:solidFill>
                <a:highlight>
                  <a:schemeClr val="dk2"/>
                </a:highlight>
                <a:latin typeface="Consolas"/>
                <a:ea typeface="Consolas"/>
                <a:cs typeface="Consolas"/>
                <a:sym typeface="Consolas"/>
              </a:rPr>
              <a:t>void delete(BinaryTree* tree, int val) </a:t>
            </a:r>
            <a:r>
              <a:rPr lang="en">
                <a:solidFill>
                  <a:schemeClr val="lt1"/>
                </a:solidFill>
                <a:highlight>
                  <a:schemeClr val="dk2"/>
                </a:highlight>
                <a:latin typeface="Consolas"/>
                <a:ea typeface="Consolas"/>
                <a:cs typeface="Consolas"/>
                <a:sym typeface="Consolas"/>
              </a:rPr>
              <a:t>{...}</a:t>
            </a:r>
            <a:endParaRPr>
              <a:solidFill>
                <a:schemeClr val="lt1"/>
              </a:solidFill>
              <a:highlight>
                <a:schemeClr val="dk2"/>
              </a:highlight>
              <a:latin typeface="Consolas"/>
              <a:ea typeface="Consolas"/>
              <a:cs typeface="Consolas"/>
              <a:sym typeface="Consolas"/>
            </a:endParaRPr>
          </a:p>
          <a:p>
            <a:pPr indent="0" lvl="0" marL="0" rtl="0" algn="l">
              <a:spcBef>
                <a:spcPts val="500"/>
              </a:spcBef>
              <a:spcAft>
                <a:spcPts val="0"/>
              </a:spcAft>
              <a:buNone/>
            </a:pPr>
            <a:r>
              <a:rPr lang="en" sz="1600">
                <a:latin typeface="Lora"/>
                <a:ea typeface="Lora"/>
                <a:cs typeface="Lora"/>
                <a:sym typeface="Lora"/>
              </a:rPr>
              <a:t>với chức năng </a:t>
            </a:r>
            <a:r>
              <a:rPr lang="en" sz="1600">
                <a:latin typeface="Lora"/>
                <a:ea typeface="Lora"/>
                <a:cs typeface="Lora"/>
                <a:sym typeface="Lora"/>
              </a:rPr>
              <a:t>tìm và xóa một</a:t>
            </a:r>
            <a:r>
              <a:rPr lang="en" sz="1600">
                <a:latin typeface="Lora"/>
                <a:ea typeface="Lora"/>
                <a:cs typeface="Lora"/>
                <a:sym typeface="Lora"/>
              </a:rPr>
              <a:t> giá trị (</a:t>
            </a:r>
            <a:r>
              <a:rPr lang="en" sz="1600">
                <a:solidFill>
                  <a:schemeClr val="dk2"/>
                </a:solidFill>
                <a:latin typeface="Lora"/>
                <a:ea typeface="Lora"/>
                <a:cs typeface="Lora"/>
                <a:sym typeface="Lora"/>
              </a:rPr>
              <a:t>val</a:t>
            </a:r>
            <a:r>
              <a:rPr lang="en" sz="1600">
                <a:latin typeface="Lora"/>
                <a:ea typeface="Lora"/>
                <a:cs typeface="Lora"/>
                <a:sym typeface="Lora"/>
              </a:rPr>
              <a:t>) </a:t>
            </a:r>
            <a:r>
              <a:rPr lang="en" sz="1600">
                <a:latin typeface="Lora"/>
                <a:ea typeface="Lora"/>
                <a:cs typeface="Lora"/>
                <a:sym typeface="Lora"/>
              </a:rPr>
              <a:t>khỏi</a:t>
            </a:r>
            <a:r>
              <a:rPr lang="en" sz="1600">
                <a:latin typeface="Lora"/>
                <a:ea typeface="Lora"/>
                <a:cs typeface="Lora"/>
                <a:sym typeface="Lora"/>
              </a:rPr>
              <a:t> cây nhị phân (</a:t>
            </a:r>
            <a:r>
              <a:rPr lang="en" sz="1600">
                <a:latin typeface="Lora"/>
                <a:ea typeface="Lora"/>
                <a:cs typeface="Lora"/>
                <a:sym typeface="Lora"/>
              </a:rPr>
              <a:t>không có phần tử trùng nhau). Hàm thực hiện cả 5 trường hợp khả dĩ sau:</a:t>
            </a:r>
            <a:endParaRPr sz="1600">
              <a:latin typeface="Lora"/>
              <a:ea typeface="Lora"/>
              <a:cs typeface="Lora"/>
              <a:sym typeface="Lora"/>
            </a:endParaRPr>
          </a:p>
          <a:p>
            <a:pPr indent="0" lvl="0" marL="228600" rtl="0" algn="l">
              <a:spcBef>
                <a:spcPts val="500"/>
              </a:spcBef>
              <a:spcAft>
                <a:spcPts val="0"/>
              </a:spcAft>
              <a:buNone/>
            </a:pPr>
            <a:r>
              <a:rPr b="1" lang="en" sz="1600">
                <a:solidFill>
                  <a:schemeClr val="dk2"/>
                </a:solidFill>
                <a:latin typeface="Lora"/>
                <a:ea typeface="Lora"/>
                <a:cs typeface="Lora"/>
                <a:sym typeface="Lora"/>
              </a:rPr>
              <a:t>4.1</a:t>
            </a:r>
            <a:r>
              <a:rPr lang="en" sz="1600">
                <a:latin typeface="Lora"/>
                <a:ea typeface="Lora"/>
                <a:cs typeface="Lora"/>
                <a:sym typeface="Lora"/>
              </a:rPr>
              <a:t>  Không tìm thấy val.</a:t>
            </a:r>
            <a:endParaRPr sz="1600">
              <a:latin typeface="Lora"/>
              <a:ea typeface="Lora"/>
              <a:cs typeface="Lora"/>
              <a:sym typeface="Lora"/>
            </a:endParaRPr>
          </a:p>
          <a:p>
            <a:pPr indent="0" lvl="0" marL="228600" rtl="0" algn="l">
              <a:spcBef>
                <a:spcPts val="500"/>
              </a:spcBef>
              <a:spcAft>
                <a:spcPts val="0"/>
              </a:spcAft>
              <a:buNone/>
            </a:pPr>
            <a:r>
              <a:rPr b="1" lang="en" sz="1600">
                <a:solidFill>
                  <a:schemeClr val="dk2"/>
                </a:solidFill>
                <a:latin typeface="Lora"/>
                <a:ea typeface="Lora"/>
                <a:cs typeface="Lora"/>
                <a:sym typeface="Lora"/>
              </a:rPr>
              <a:t>4.2</a:t>
            </a:r>
            <a:r>
              <a:rPr b="1" lang="en" sz="1600">
                <a:latin typeface="Lora"/>
                <a:ea typeface="Lora"/>
                <a:cs typeface="Lora"/>
                <a:sym typeface="Lora"/>
              </a:rPr>
              <a:t>  </a:t>
            </a:r>
            <a:r>
              <a:rPr lang="en" sz="1600">
                <a:latin typeface="Lora"/>
                <a:ea typeface="Lora"/>
                <a:cs typeface="Lora"/>
                <a:sym typeface="Lora"/>
              </a:rPr>
              <a:t>val nằm tại nút không có nút con </a:t>
            </a:r>
            <a:endParaRPr sz="1600">
              <a:latin typeface="Lora"/>
              <a:ea typeface="Lora"/>
              <a:cs typeface="Lora"/>
              <a:sym typeface="Lora"/>
            </a:endParaRPr>
          </a:p>
          <a:p>
            <a:pPr indent="0" lvl="0" marL="228600" rtl="0" algn="l">
              <a:spcBef>
                <a:spcPts val="500"/>
              </a:spcBef>
              <a:spcAft>
                <a:spcPts val="0"/>
              </a:spcAft>
              <a:buNone/>
            </a:pPr>
            <a:r>
              <a:rPr lang="en" sz="1600">
                <a:latin typeface="Lora"/>
                <a:ea typeface="Lora"/>
                <a:cs typeface="Lora"/>
                <a:sym typeface="Lora"/>
              </a:rPr>
              <a:t>(</a:t>
            </a:r>
            <a:r>
              <a:rPr lang="en" sz="1600">
                <a:solidFill>
                  <a:schemeClr val="dk2"/>
                </a:solidFill>
                <a:latin typeface="Lora"/>
                <a:ea typeface="Lora"/>
                <a:cs typeface="Lora"/>
                <a:sym typeface="Lora"/>
              </a:rPr>
              <a:t>no child/leaf</a:t>
            </a:r>
            <a:r>
              <a:rPr lang="en" sz="1600">
                <a:latin typeface="Lora"/>
                <a:ea typeface="Lora"/>
                <a:cs typeface="Lora"/>
                <a:sym typeface="Lora"/>
              </a:rPr>
              <a:t>)</a:t>
            </a:r>
            <a:endParaRPr sz="1600">
              <a:latin typeface="Lora"/>
              <a:ea typeface="Lora"/>
              <a:cs typeface="Lora"/>
              <a:sym typeface="Lora"/>
            </a:endParaRPr>
          </a:p>
          <a:p>
            <a:pPr indent="0" lvl="0" marL="228600" rtl="0" algn="l">
              <a:spcBef>
                <a:spcPts val="500"/>
              </a:spcBef>
              <a:spcAft>
                <a:spcPts val="0"/>
              </a:spcAft>
              <a:buNone/>
            </a:pPr>
            <a:r>
              <a:rPr b="1" lang="en" sz="1600">
                <a:solidFill>
                  <a:schemeClr val="dk2"/>
                </a:solidFill>
                <a:latin typeface="Lora"/>
                <a:ea typeface="Lora"/>
                <a:cs typeface="Lora"/>
                <a:sym typeface="Lora"/>
              </a:rPr>
              <a:t>4.3</a:t>
            </a:r>
            <a:r>
              <a:rPr b="1" lang="en" sz="1600">
                <a:latin typeface="Lora"/>
                <a:ea typeface="Lora"/>
                <a:cs typeface="Lora"/>
                <a:sym typeface="Lora"/>
              </a:rPr>
              <a:t>  </a:t>
            </a:r>
            <a:r>
              <a:rPr lang="en" sz="1600">
                <a:latin typeface="Lora"/>
                <a:ea typeface="Lora"/>
                <a:cs typeface="Lora"/>
                <a:sym typeface="Lora"/>
              </a:rPr>
              <a:t>val có 01 nút con là leaf (</a:t>
            </a:r>
            <a:r>
              <a:rPr lang="en" sz="1600">
                <a:solidFill>
                  <a:schemeClr val="dk2"/>
                </a:solidFill>
                <a:latin typeface="Lora"/>
                <a:ea typeface="Lora"/>
                <a:cs typeface="Lora"/>
                <a:sym typeface="Lora"/>
              </a:rPr>
              <a:t>one child</a:t>
            </a:r>
            <a:r>
              <a:rPr lang="en" sz="1600">
                <a:latin typeface="Lora"/>
                <a:ea typeface="Lora"/>
                <a:cs typeface="Lora"/>
                <a:sym typeface="Lora"/>
              </a:rPr>
              <a:t>)</a:t>
            </a:r>
            <a:endParaRPr sz="1600">
              <a:latin typeface="Lora"/>
              <a:ea typeface="Lora"/>
              <a:cs typeface="Lora"/>
              <a:sym typeface="Lora"/>
            </a:endParaRPr>
          </a:p>
          <a:p>
            <a:pPr indent="0" lvl="0" marL="228600" rtl="0" algn="l">
              <a:spcBef>
                <a:spcPts val="500"/>
              </a:spcBef>
              <a:spcAft>
                <a:spcPts val="0"/>
              </a:spcAft>
              <a:buNone/>
            </a:pPr>
            <a:r>
              <a:rPr b="1" lang="en" sz="1600">
                <a:solidFill>
                  <a:schemeClr val="dk2"/>
                </a:solidFill>
                <a:latin typeface="Lora"/>
                <a:ea typeface="Lora"/>
                <a:cs typeface="Lora"/>
                <a:sym typeface="Lora"/>
              </a:rPr>
              <a:t>4.4</a:t>
            </a:r>
            <a:r>
              <a:rPr lang="en" sz="1600">
                <a:latin typeface="Lora"/>
                <a:ea typeface="Lora"/>
                <a:cs typeface="Lora"/>
                <a:sym typeface="Lora"/>
              </a:rPr>
              <a:t>  val có 02 nút con đều là leaf (</a:t>
            </a:r>
            <a:r>
              <a:rPr lang="en" sz="1600">
                <a:solidFill>
                  <a:schemeClr val="dk2"/>
                </a:solidFill>
                <a:latin typeface="Lora"/>
                <a:ea typeface="Lora"/>
                <a:cs typeface="Lora"/>
                <a:sym typeface="Lora"/>
              </a:rPr>
              <a:t>leafs</a:t>
            </a:r>
            <a:r>
              <a:rPr lang="en" sz="1600">
                <a:latin typeface="Lora"/>
                <a:ea typeface="Lora"/>
                <a:cs typeface="Lora"/>
                <a:sym typeface="Lora"/>
              </a:rPr>
              <a:t>)</a:t>
            </a:r>
            <a:endParaRPr sz="1600">
              <a:latin typeface="Lora"/>
              <a:ea typeface="Lora"/>
              <a:cs typeface="Lora"/>
              <a:sym typeface="Lora"/>
            </a:endParaRPr>
          </a:p>
          <a:p>
            <a:pPr indent="0" lvl="0" marL="228600" rtl="0" algn="l">
              <a:spcBef>
                <a:spcPts val="500"/>
              </a:spcBef>
              <a:spcAft>
                <a:spcPts val="0"/>
              </a:spcAft>
              <a:buNone/>
            </a:pPr>
            <a:r>
              <a:rPr b="1" lang="en" sz="1600">
                <a:solidFill>
                  <a:schemeClr val="dk2"/>
                </a:solidFill>
                <a:latin typeface="Lora"/>
                <a:ea typeface="Lora"/>
                <a:cs typeface="Lora"/>
                <a:sym typeface="Lora"/>
              </a:rPr>
              <a:t>4.5</a:t>
            </a:r>
            <a:r>
              <a:rPr lang="en" sz="1600">
                <a:latin typeface="Lora"/>
                <a:ea typeface="Lora"/>
                <a:cs typeface="Lora"/>
                <a:sym typeface="Lora"/>
              </a:rPr>
              <a:t>  val không nằm ở level cuối của cây nhị phân (</a:t>
            </a:r>
            <a:r>
              <a:rPr lang="en" sz="1600">
                <a:solidFill>
                  <a:schemeClr val="dk2"/>
                </a:solidFill>
                <a:latin typeface="Lora"/>
                <a:ea typeface="Lora"/>
                <a:cs typeface="Lora"/>
                <a:sym typeface="Lora"/>
              </a:rPr>
              <a:t>curr-&gt;right is not a leaf</a:t>
            </a:r>
            <a:r>
              <a:rPr lang="en" sz="1600">
                <a:latin typeface="Lora"/>
                <a:ea typeface="Lora"/>
                <a:cs typeface="Lora"/>
                <a:sym typeface="Lora"/>
              </a:rPr>
              <a:t>)</a:t>
            </a:r>
            <a:endParaRPr sz="1600">
              <a:latin typeface="Lora"/>
              <a:ea typeface="Lora"/>
              <a:cs typeface="Lora"/>
              <a:sym typeface="Lora"/>
            </a:endParaRPr>
          </a:p>
          <a:p>
            <a:pPr indent="0" lvl="0" marL="0" rtl="0" algn="l">
              <a:spcBef>
                <a:spcPts val="500"/>
              </a:spcBef>
              <a:spcAft>
                <a:spcPts val="0"/>
              </a:spcAft>
              <a:buNone/>
            </a:pPr>
            <a:r>
              <a:rPr lang="en" sz="1600">
                <a:latin typeface="Lora"/>
                <a:ea typeface="Lora"/>
                <a:cs typeface="Lora"/>
                <a:sym typeface="Lora"/>
              </a:rPr>
              <a:t>Thử kết quả với </a:t>
            </a:r>
            <a:r>
              <a:rPr b="1" lang="en" sz="1600">
                <a:latin typeface="Lora"/>
                <a:ea typeface="Lora"/>
                <a:cs typeface="Lora"/>
                <a:sym typeface="Lora"/>
              </a:rPr>
              <a:t>từng</a:t>
            </a:r>
            <a:r>
              <a:rPr lang="en" sz="1600">
                <a:latin typeface="Lora"/>
                <a:ea typeface="Lora"/>
                <a:cs typeface="Lora"/>
                <a:sym typeface="Lora"/>
              </a:rPr>
              <a:t> câu ở </a:t>
            </a:r>
            <a:r>
              <a:rPr lang="en" sz="1600">
                <a:solidFill>
                  <a:schemeClr val="dk2"/>
                </a:solidFill>
                <a:latin typeface="Atomic Age"/>
                <a:ea typeface="Atomic Age"/>
                <a:cs typeface="Atomic Age"/>
                <a:sym typeface="Atomic Age"/>
              </a:rPr>
              <a:t>Practice 3</a:t>
            </a:r>
            <a:r>
              <a:rPr lang="en" sz="1600">
                <a:latin typeface="Lora"/>
                <a:ea typeface="Lora"/>
                <a:cs typeface="Lora"/>
                <a:sym typeface="Lora"/>
              </a:rPr>
              <a:t> theo thứ tự ngược lại (từ </a:t>
            </a:r>
            <a:r>
              <a:rPr lang="en" sz="1600">
                <a:solidFill>
                  <a:schemeClr val="dk2"/>
                </a:solidFill>
                <a:latin typeface="Lora"/>
                <a:ea typeface="Lora"/>
                <a:cs typeface="Lora"/>
                <a:sym typeface="Lora"/>
              </a:rPr>
              <a:t>3.5</a:t>
            </a:r>
            <a:r>
              <a:rPr lang="en" sz="1600">
                <a:latin typeface="Lora"/>
                <a:ea typeface="Lora"/>
                <a:cs typeface="Lora"/>
                <a:sym typeface="Lora"/>
              </a:rPr>
              <a:t> -&gt; </a:t>
            </a:r>
            <a:r>
              <a:rPr lang="en" sz="1600">
                <a:solidFill>
                  <a:schemeClr val="dk2"/>
                </a:solidFill>
                <a:latin typeface="Lora"/>
                <a:ea typeface="Lora"/>
                <a:cs typeface="Lora"/>
                <a:sym typeface="Lora"/>
              </a:rPr>
              <a:t>3.1</a:t>
            </a:r>
            <a:r>
              <a:rPr lang="en" sz="1600">
                <a:latin typeface="Lora"/>
                <a:ea typeface="Lora"/>
                <a:cs typeface="Lora"/>
                <a:sym typeface="Lora"/>
              </a:rPr>
              <a:t>) cho cây nhị phân </a:t>
            </a:r>
            <a:r>
              <a:rPr b="1" lang="en" sz="1600">
                <a:solidFill>
                  <a:schemeClr val="dk2"/>
                </a:solidFill>
                <a:latin typeface="Lora"/>
                <a:ea typeface="Lora"/>
                <a:cs typeface="Lora"/>
                <a:sym typeface="Lora"/>
              </a:rPr>
              <a:t>1.1.3</a:t>
            </a:r>
            <a:r>
              <a:rPr lang="en" sz="1600">
                <a:latin typeface="Lora"/>
                <a:ea typeface="Lora"/>
                <a:cs typeface="Lora"/>
                <a:sym typeface="Lora"/>
              </a:rPr>
              <a:t>.</a:t>
            </a:r>
            <a:endParaRPr sz="1600">
              <a:latin typeface="Lora"/>
              <a:ea typeface="Lora"/>
              <a:cs typeface="Lora"/>
              <a:sym typeface="Lora"/>
            </a:endParaRPr>
          </a:p>
          <a:p>
            <a:pPr indent="0" lvl="0" marL="0" rtl="0" algn="l">
              <a:spcBef>
                <a:spcPts val="500"/>
              </a:spcBef>
              <a:spcAft>
                <a:spcPts val="500"/>
              </a:spcAft>
              <a:buNone/>
            </a:pPr>
            <a:r>
              <a:t/>
            </a:r>
            <a:endParaRPr sz="1600">
              <a:latin typeface="Lora"/>
              <a:ea typeface="Lora"/>
              <a:cs typeface="Lora"/>
              <a:sym typeface="Lora"/>
            </a:endParaRPr>
          </a:p>
        </p:txBody>
      </p:sp>
      <p:sp>
        <p:nvSpPr>
          <p:cNvPr id="1498" name="Google Shape;1498;p41"/>
          <p:cNvSpPr txBox="1"/>
          <p:nvPr/>
        </p:nvSpPr>
        <p:spPr>
          <a:xfrm>
            <a:off x="5327150" y="937900"/>
            <a:ext cx="3465000" cy="372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Consolas"/>
                <a:ea typeface="Consolas"/>
                <a:cs typeface="Consolas"/>
                <a:sym typeface="Consolas"/>
              </a:rPr>
              <a:t>void </a:t>
            </a:r>
            <a:r>
              <a:rPr lang="en" sz="1000">
                <a:solidFill>
                  <a:schemeClr val="dk2"/>
                </a:solidFill>
                <a:latin typeface="Consolas"/>
                <a:ea typeface="Consolas"/>
                <a:cs typeface="Consolas"/>
                <a:sym typeface="Consolas"/>
              </a:rPr>
              <a:t>delete</a:t>
            </a:r>
            <a:r>
              <a:rPr lang="en" sz="1000">
                <a:latin typeface="Consolas"/>
                <a:ea typeface="Consolas"/>
                <a:cs typeface="Consolas"/>
                <a:sym typeface="Consolas"/>
              </a:rPr>
              <a:t>(BinaryTree* tree, int val)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//search the val</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TreeNode* curr = tree-&gt;root; //current node</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TreeNode* prev = NULL; //previous node</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while (1)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if //(...)...    // case 1: not found</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if (curr-&gt;data == val){</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 delete the curr node</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 case 2: no child / leaf</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 case 3: one child</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 case 4: 2 children (leafs)</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 case 5: curr-&gt;right is not a leaf</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p:txBody>
      </p:sp>
      <p:cxnSp>
        <p:nvCxnSpPr>
          <p:cNvPr id="1499" name="Google Shape;1499;p41"/>
          <p:cNvCxnSpPr/>
          <p:nvPr/>
        </p:nvCxnSpPr>
        <p:spPr>
          <a:xfrm>
            <a:off x="5327575" y="519775"/>
            <a:ext cx="0" cy="40503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grpSp>
        <p:nvGrpSpPr>
          <p:cNvPr id="1504" name="Google Shape;1504;p42"/>
          <p:cNvGrpSpPr/>
          <p:nvPr/>
        </p:nvGrpSpPr>
        <p:grpSpPr>
          <a:xfrm>
            <a:off x="4266910" y="741900"/>
            <a:ext cx="6716284" cy="3732139"/>
            <a:chOff x="4266910" y="741900"/>
            <a:chExt cx="6716284" cy="3732139"/>
          </a:xfrm>
        </p:grpSpPr>
        <p:pic>
          <p:nvPicPr>
            <p:cNvPr id="1505" name="Google Shape;1505;p42"/>
            <p:cNvPicPr preferRelativeResize="0"/>
            <p:nvPr/>
          </p:nvPicPr>
          <p:blipFill>
            <a:blip r:embed="rId3">
              <a:alphaModFix/>
            </a:blip>
            <a:stretch>
              <a:fillRect/>
            </a:stretch>
          </p:blipFill>
          <p:spPr>
            <a:xfrm>
              <a:off x="4627325" y="741900"/>
              <a:ext cx="6355868" cy="3507300"/>
            </a:xfrm>
            <a:prstGeom prst="rect">
              <a:avLst/>
            </a:prstGeom>
            <a:noFill/>
            <a:ln>
              <a:noFill/>
            </a:ln>
          </p:spPr>
        </p:pic>
        <p:grpSp>
          <p:nvGrpSpPr>
            <p:cNvPr id="1506" name="Google Shape;1506;p42"/>
            <p:cNvGrpSpPr/>
            <p:nvPr/>
          </p:nvGrpSpPr>
          <p:grpSpPr>
            <a:xfrm flipH="1">
              <a:off x="4266910" y="3848275"/>
              <a:ext cx="2102006" cy="625764"/>
              <a:chOff x="3061501" y="5366201"/>
              <a:chExt cx="4019131" cy="1196489"/>
            </a:xfrm>
          </p:grpSpPr>
          <p:sp>
            <p:nvSpPr>
              <p:cNvPr id="1507" name="Google Shape;1507;p42"/>
              <p:cNvSpPr/>
              <p:nvPr/>
            </p:nvSpPr>
            <p:spPr>
              <a:xfrm>
                <a:off x="3103425" y="5369005"/>
                <a:ext cx="3973616" cy="1191549"/>
              </a:xfrm>
              <a:custGeom>
                <a:rect b="b" l="l" r="r" t="t"/>
                <a:pathLst>
                  <a:path extrusionOk="0" h="1191549" w="3973616">
                    <a:moveTo>
                      <a:pt x="1356787" y="389076"/>
                    </a:moveTo>
                    <a:cubicBezTo>
                      <a:pt x="1349289" y="368136"/>
                      <a:pt x="1344168" y="346465"/>
                      <a:pt x="1341699" y="324336"/>
                    </a:cubicBezTo>
                    <a:cubicBezTo>
                      <a:pt x="1327343" y="184981"/>
                      <a:pt x="1427104" y="42609"/>
                      <a:pt x="1562801" y="9051"/>
                    </a:cubicBezTo>
                    <a:cubicBezTo>
                      <a:pt x="1591788" y="1736"/>
                      <a:pt x="1621688" y="-916"/>
                      <a:pt x="1651315" y="273"/>
                    </a:cubicBezTo>
                    <a:cubicBezTo>
                      <a:pt x="1734709" y="3473"/>
                      <a:pt x="1818650" y="39684"/>
                      <a:pt x="1868759" y="106069"/>
                    </a:cubicBezTo>
                    <a:cubicBezTo>
                      <a:pt x="1916400" y="169345"/>
                      <a:pt x="1928378" y="260054"/>
                      <a:pt x="1891894" y="329365"/>
                    </a:cubicBezTo>
                    <a:lnTo>
                      <a:pt x="1908719" y="339332"/>
                    </a:lnTo>
                    <a:cubicBezTo>
                      <a:pt x="1917222" y="320130"/>
                      <a:pt x="1929384" y="302391"/>
                      <a:pt x="1945478" y="288766"/>
                    </a:cubicBezTo>
                    <a:cubicBezTo>
                      <a:pt x="2004547" y="238200"/>
                      <a:pt x="2095348" y="237194"/>
                      <a:pt x="2165391" y="271209"/>
                    </a:cubicBezTo>
                    <a:cubicBezTo>
                      <a:pt x="2235708" y="305042"/>
                      <a:pt x="2287463" y="368044"/>
                      <a:pt x="2327422" y="434887"/>
                    </a:cubicBezTo>
                    <a:cubicBezTo>
                      <a:pt x="2354946" y="319307"/>
                      <a:pt x="2488448" y="241491"/>
                      <a:pt x="2602565" y="274135"/>
                    </a:cubicBezTo>
                    <a:cubicBezTo>
                      <a:pt x="2716408" y="306963"/>
                      <a:pt x="2788463" y="443665"/>
                      <a:pt x="2750698" y="556045"/>
                    </a:cubicBezTo>
                    <a:cubicBezTo>
                      <a:pt x="2776484" y="463873"/>
                      <a:pt x="2908066" y="422451"/>
                      <a:pt x="2982041" y="483350"/>
                    </a:cubicBezTo>
                    <a:cubicBezTo>
                      <a:pt x="3013680" y="509411"/>
                      <a:pt x="3032608" y="547084"/>
                      <a:pt x="3054553" y="581648"/>
                    </a:cubicBezTo>
                    <a:cubicBezTo>
                      <a:pt x="3149468" y="730513"/>
                      <a:pt x="3316803" y="831005"/>
                      <a:pt x="3492643" y="844813"/>
                    </a:cubicBezTo>
                    <a:cubicBezTo>
                      <a:pt x="3668756" y="858437"/>
                      <a:pt x="3849533" y="785011"/>
                      <a:pt x="3966302" y="652423"/>
                    </a:cubicBezTo>
                    <a:lnTo>
                      <a:pt x="3973617" y="656355"/>
                    </a:lnTo>
                    <a:cubicBezTo>
                      <a:pt x="3872667" y="857065"/>
                      <a:pt x="3677077" y="1007393"/>
                      <a:pt x="3457164" y="1052656"/>
                    </a:cubicBezTo>
                    <a:cubicBezTo>
                      <a:pt x="3236244" y="1098102"/>
                      <a:pt x="2996214" y="1037111"/>
                      <a:pt x="2823942" y="891630"/>
                    </a:cubicBezTo>
                    <a:cubicBezTo>
                      <a:pt x="2805471" y="1028058"/>
                      <a:pt x="2663373" y="1134860"/>
                      <a:pt x="2527127" y="1114926"/>
                    </a:cubicBezTo>
                    <a:cubicBezTo>
                      <a:pt x="2390882" y="1094718"/>
                      <a:pt x="2285817" y="951706"/>
                      <a:pt x="2307488" y="815735"/>
                    </a:cubicBezTo>
                    <a:cubicBezTo>
                      <a:pt x="2262500" y="879194"/>
                      <a:pt x="2168866" y="902328"/>
                      <a:pt x="2099280" y="867307"/>
                    </a:cubicBezTo>
                    <a:cubicBezTo>
                      <a:pt x="2142074" y="1021017"/>
                      <a:pt x="1997873" y="1185701"/>
                      <a:pt x="1838310" y="1191370"/>
                    </a:cubicBezTo>
                    <a:cubicBezTo>
                      <a:pt x="1679021" y="1196948"/>
                      <a:pt x="1533998" y="1071949"/>
                      <a:pt x="1483614" y="920616"/>
                    </a:cubicBezTo>
                    <a:cubicBezTo>
                      <a:pt x="1419606" y="1004558"/>
                      <a:pt x="1278331" y="1012605"/>
                      <a:pt x="1205362" y="936161"/>
                    </a:cubicBezTo>
                    <a:lnTo>
                      <a:pt x="1198596" y="934698"/>
                    </a:lnTo>
                    <a:cubicBezTo>
                      <a:pt x="1158453" y="1009862"/>
                      <a:pt x="1066465" y="1053387"/>
                      <a:pt x="982797" y="1037111"/>
                    </a:cubicBezTo>
                    <a:cubicBezTo>
                      <a:pt x="899129" y="1020835"/>
                      <a:pt x="830549" y="945671"/>
                      <a:pt x="821497" y="860997"/>
                    </a:cubicBezTo>
                    <a:cubicBezTo>
                      <a:pt x="755294" y="964416"/>
                      <a:pt x="643920" y="1037842"/>
                      <a:pt x="522488" y="1057776"/>
                    </a:cubicBezTo>
                    <a:cubicBezTo>
                      <a:pt x="401330" y="1077985"/>
                      <a:pt x="272217" y="1044426"/>
                      <a:pt x="176114" y="967982"/>
                    </a:cubicBezTo>
                    <a:cubicBezTo>
                      <a:pt x="111648" y="916684"/>
                      <a:pt x="62271" y="847556"/>
                      <a:pt x="0" y="793789"/>
                    </a:cubicBezTo>
                    <a:cubicBezTo>
                      <a:pt x="215250" y="942196"/>
                      <a:pt x="536387" y="920799"/>
                      <a:pt x="725393" y="737828"/>
                    </a:cubicBezTo>
                    <a:cubicBezTo>
                      <a:pt x="761604" y="702806"/>
                      <a:pt x="793516" y="662664"/>
                      <a:pt x="835121" y="633952"/>
                    </a:cubicBezTo>
                    <a:cubicBezTo>
                      <a:pt x="915680" y="577716"/>
                      <a:pt x="1029523" y="574150"/>
                      <a:pt x="1113922" y="624717"/>
                    </a:cubicBezTo>
                    <a:cubicBezTo>
                      <a:pt x="1067196" y="556868"/>
                      <a:pt x="1079358" y="455187"/>
                      <a:pt x="1140440" y="399957"/>
                    </a:cubicBezTo>
                    <a:cubicBezTo>
                      <a:pt x="1198596" y="347928"/>
                      <a:pt x="1293693" y="343722"/>
                      <a:pt x="1356970" y="38898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8" name="Google Shape;1508;p42"/>
              <p:cNvSpPr/>
              <p:nvPr/>
            </p:nvSpPr>
            <p:spPr>
              <a:xfrm>
                <a:off x="3061501" y="5724083"/>
                <a:ext cx="1411377" cy="710506"/>
              </a:xfrm>
              <a:custGeom>
                <a:rect b="b" l="l" r="r" t="t"/>
                <a:pathLst>
                  <a:path extrusionOk="0" h="710506" w="1411377">
                    <a:moveTo>
                      <a:pt x="1016491" y="464040"/>
                    </a:moveTo>
                    <a:cubicBezTo>
                      <a:pt x="1010456" y="403324"/>
                      <a:pt x="1067515" y="357695"/>
                      <a:pt x="1123476" y="351386"/>
                    </a:cubicBezTo>
                    <a:cubicBezTo>
                      <a:pt x="1188033" y="344162"/>
                      <a:pt x="1237867" y="393174"/>
                      <a:pt x="1252772" y="452884"/>
                    </a:cubicBezTo>
                    <a:cubicBezTo>
                      <a:pt x="1268866" y="517258"/>
                      <a:pt x="1247286" y="584466"/>
                      <a:pt x="1198365" y="628814"/>
                    </a:cubicBezTo>
                    <a:cubicBezTo>
                      <a:pt x="1147525" y="675083"/>
                      <a:pt x="1072818" y="695108"/>
                      <a:pt x="1006524" y="674626"/>
                    </a:cubicBezTo>
                    <a:cubicBezTo>
                      <a:pt x="932184" y="651766"/>
                      <a:pt x="874851" y="583003"/>
                      <a:pt x="866073" y="505736"/>
                    </a:cubicBezTo>
                    <a:cubicBezTo>
                      <a:pt x="865798" y="503176"/>
                      <a:pt x="862598" y="501987"/>
                      <a:pt x="861043" y="504365"/>
                    </a:cubicBezTo>
                    <a:cubicBezTo>
                      <a:pt x="789994" y="614276"/>
                      <a:pt x="669202" y="690079"/>
                      <a:pt x="538626" y="703521"/>
                    </a:cubicBezTo>
                    <a:cubicBezTo>
                      <a:pt x="470960" y="710471"/>
                      <a:pt x="401832" y="701235"/>
                      <a:pt x="338189" y="677461"/>
                    </a:cubicBezTo>
                    <a:cubicBezTo>
                      <a:pt x="274547" y="653686"/>
                      <a:pt x="216300" y="612538"/>
                      <a:pt x="167014" y="562795"/>
                    </a:cubicBezTo>
                    <a:cubicBezTo>
                      <a:pt x="113979" y="509211"/>
                      <a:pt x="66612" y="449227"/>
                      <a:pt x="3793" y="406433"/>
                    </a:cubicBezTo>
                    <a:cubicBezTo>
                      <a:pt x="1507" y="404878"/>
                      <a:pt x="-1419" y="408536"/>
                      <a:pt x="776" y="410365"/>
                    </a:cubicBezTo>
                    <a:cubicBezTo>
                      <a:pt x="122117" y="512137"/>
                      <a:pt x="285886" y="553376"/>
                      <a:pt x="441974" y="534814"/>
                    </a:cubicBezTo>
                    <a:cubicBezTo>
                      <a:pt x="518966" y="525670"/>
                      <a:pt x="594404" y="502170"/>
                      <a:pt x="662070" y="464131"/>
                    </a:cubicBezTo>
                    <a:cubicBezTo>
                      <a:pt x="695811" y="445112"/>
                      <a:pt x="727541" y="422526"/>
                      <a:pt x="756253" y="396557"/>
                    </a:cubicBezTo>
                    <a:cubicBezTo>
                      <a:pt x="792189" y="364187"/>
                      <a:pt x="822273" y="325783"/>
                      <a:pt x="859672" y="295058"/>
                    </a:cubicBezTo>
                    <a:cubicBezTo>
                      <a:pt x="941968" y="227393"/>
                      <a:pt x="1062394" y="217517"/>
                      <a:pt x="1154383" y="271833"/>
                    </a:cubicBezTo>
                    <a:cubicBezTo>
                      <a:pt x="1156486" y="273113"/>
                      <a:pt x="1159320" y="270553"/>
                      <a:pt x="1157858" y="268358"/>
                    </a:cubicBezTo>
                    <a:cubicBezTo>
                      <a:pt x="1122928" y="216146"/>
                      <a:pt x="1121190" y="146103"/>
                      <a:pt x="1150176" y="90782"/>
                    </a:cubicBezTo>
                    <a:cubicBezTo>
                      <a:pt x="1179163" y="35461"/>
                      <a:pt x="1242257" y="2450"/>
                      <a:pt x="1306173" y="5285"/>
                    </a:cubicBezTo>
                    <a:cubicBezTo>
                      <a:pt x="1342841" y="6931"/>
                      <a:pt x="1378594" y="19916"/>
                      <a:pt x="1406940" y="43416"/>
                    </a:cubicBezTo>
                    <a:cubicBezTo>
                      <a:pt x="1409409" y="45519"/>
                      <a:pt x="1413067" y="41953"/>
                      <a:pt x="1410506" y="39850"/>
                    </a:cubicBezTo>
                    <a:cubicBezTo>
                      <a:pt x="1360032" y="-2122"/>
                      <a:pt x="1287062" y="-11266"/>
                      <a:pt x="1226804" y="13972"/>
                    </a:cubicBezTo>
                    <a:cubicBezTo>
                      <a:pt x="1166544" y="39209"/>
                      <a:pt x="1127774" y="100748"/>
                      <a:pt x="1124939" y="166585"/>
                    </a:cubicBezTo>
                    <a:cubicBezTo>
                      <a:pt x="1123385" y="203436"/>
                      <a:pt x="1132894" y="240194"/>
                      <a:pt x="1153468" y="270827"/>
                    </a:cubicBezTo>
                    <a:lnTo>
                      <a:pt x="1156943" y="267352"/>
                    </a:lnTo>
                    <a:cubicBezTo>
                      <a:pt x="1084431" y="224467"/>
                      <a:pt x="992077" y="219986"/>
                      <a:pt x="915267" y="254276"/>
                    </a:cubicBezTo>
                    <a:cubicBezTo>
                      <a:pt x="872108" y="273570"/>
                      <a:pt x="838183" y="305757"/>
                      <a:pt x="805905" y="339499"/>
                    </a:cubicBezTo>
                    <a:cubicBezTo>
                      <a:pt x="773627" y="373240"/>
                      <a:pt x="744092" y="403141"/>
                      <a:pt x="707516" y="429201"/>
                    </a:cubicBezTo>
                    <a:cubicBezTo>
                      <a:pt x="576025" y="523019"/>
                      <a:pt x="403935" y="553925"/>
                      <a:pt x="246567" y="521738"/>
                    </a:cubicBezTo>
                    <a:cubicBezTo>
                      <a:pt x="157961" y="503633"/>
                      <a:pt x="73745" y="465046"/>
                      <a:pt x="4342" y="406707"/>
                    </a:cubicBezTo>
                    <a:lnTo>
                      <a:pt x="1324" y="410639"/>
                    </a:lnTo>
                    <a:cubicBezTo>
                      <a:pt x="61126" y="451513"/>
                      <a:pt x="106755" y="508114"/>
                      <a:pt x="156772" y="559686"/>
                    </a:cubicBezTo>
                    <a:cubicBezTo>
                      <a:pt x="204961" y="609338"/>
                      <a:pt x="258636" y="650669"/>
                      <a:pt x="323010" y="677095"/>
                    </a:cubicBezTo>
                    <a:cubicBezTo>
                      <a:pt x="448100" y="728393"/>
                      <a:pt x="591112" y="720529"/>
                      <a:pt x="708978" y="654143"/>
                    </a:cubicBezTo>
                    <a:cubicBezTo>
                      <a:pt x="772164" y="618573"/>
                      <a:pt x="826388" y="567916"/>
                      <a:pt x="865798" y="507017"/>
                    </a:cubicBezTo>
                    <a:lnTo>
                      <a:pt x="860769" y="505645"/>
                    </a:lnTo>
                    <a:cubicBezTo>
                      <a:pt x="868907" y="577060"/>
                      <a:pt x="916547" y="641251"/>
                      <a:pt x="982018" y="670877"/>
                    </a:cubicBezTo>
                    <a:cubicBezTo>
                      <a:pt x="1049044" y="701235"/>
                      <a:pt x="1128322" y="688891"/>
                      <a:pt x="1186661" y="645274"/>
                    </a:cubicBezTo>
                    <a:cubicBezTo>
                      <a:pt x="1245000" y="601657"/>
                      <a:pt x="1271792" y="536460"/>
                      <a:pt x="1260819" y="467332"/>
                    </a:cubicBezTo>
                    <a:cubicBezTo>
                      <a:pt x="1251126" y="406067"/>
                      <a:pt x="1206046" y="347362"/>
                      <a:pt x="1139752" y="346174"/>
                    </a:cubicBezTo>
                    <a:cubicBezTo>
                      <a:pt x="1076567" y="345076"/>
                      <a:pt x="1006250" y="395094"/>
                      <a:pt x="1013657" y="463857"/>
                    </a:cubicBezTo>
                    <a:cubicBezTo>
                      <a:pt x="1013840" y="465686"/>
                      <a:pt x="1016766" y="465777"/>
                      <a:pt x="1016583" y="463857"/>
                    </a:cubicBezTo>
                    <a:lnTo>
                      <a:pt x="1016583" y="46385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9" name="Google Shape;1509;p42"/>
              <p:cNvSpPr/>
              <p:nvPr/>
            </p:nvSpPr>
            <p:spPr>
              <a:xfrm>
                <a:off x="4441360" y="5366201"/>
                <a:ext cx="577920" cy="591218"/>
              </a:xfrm>
              <a:custGeom>
                <a:rect b="b" l="l" r="r" t="t"/>
                <a:pathLst>
                  <a:path extrusionOk="0" h="591218" w="577920">
                    <a:moveTo>
                      <a:pt x="285216" y="588476"/>
                    </a:moveTo>
                    <a:cubicBezTo>
                      <a:pt x="162413" y="581984"/>
                      <a:pt x="50032" y="491366"/>
                      <a:pt x="15560" y="373591"/>
                    </a:cubicBezTo>
                    <a:cubicBezTo>
                      <a:pt x="-18913" y="255817"/>
                      <a:pt x="37505" y="121857"/>
                      <a:pt x="139004" y="53186"/>
                    </a:cubicBezTo>
                    <a:cubicBezTo>
                      <a:pt x="250652" y="-22344"/>
                      <a:pt x="418627" y="-8353"/>
                      <a:pt x="512353" y="90585"/>
                    </a:cubicBezTo>
                    <a:cubicBezTo>
                      <a:pt x="558805" y="139688"/>
                      <a:pt x="581848" y="210280"/>
                      <a:pt x="569869" y="277214"/>
                    </a:cubicBezTo>
                    <a:cubicBezTo>
                      <a:pt x="558713" y="339850"/>
                      <a:pt x="515645" y="390599"/>
                      <a:pt x="455112" y="410534"/>
                    </a:cubicBezTo>
                    <a:cubicBezTo>
                      <a:pt x="394578" y="430467"/>
                      <a:pt x="328650" y="416660"/>
                      <a:pt x="291526" y="364539"/>
                    </a:cubicBezTo>
                    <a:cubicBezTo>
                      <a:pt x="273238" y="338844"/>
                      <a:pt x="263911" y="303914"/>
                      <a:pt x="275615" y="273465"/>
                    </a:cubicBezTo>
                    <a:cubicBezTo>
                      <a:pt x="286039" y="246399"/>
                      <a:pt x="313014" y="226007"/>
                      <a:pt x="341635" y="222258"/>
                    </a:cubicBezTo>
                    <a:cubicBezTo>
                      <a:pt x="355899" y="220338"/>
                      <a:pt x="369890" y="222990"/>
                      <a:pt x="382326" y="230214"/>
                    </a:cubicBezTo>
                    <a:cubicBezTo>
                      <a:pt x="384886" y="231677"/>
                      <a:pt x="387081" y="227836"/>
                      <a:pt x="384612" y="226282"/>
                    </a:cubicBezTo>
                    <a:cubicBezTo>
                      <a:pt x="335508" y="196472"/>
                      <a:pt x="271866" y="239084"/>
                      <a:pt x="265740" y="292119"/>
                    </a:cubicBezTo>
                    <a:cubicBezTo>
                      <a:pt x="258333" y="357315"/>
                      <a:pt x="315483" y="412453"/>
                      <a:pt x="376290" y="422421"/>
                    </a:cubicBezTo>
                    <a:cubicBezTo>
                      <a:pt x="437098" y="432387"/>
                      <a:pt x="498363" y="407516"/>
                      <a:pt x="536585" y="362253"/>
                    </a:cubicBezTo>
                    <a:cubicBezTo>
                      <a:pt x="580751" y="309950"/>
                      <a:pt x="587517" y="234512"/>
                      <a:pt x="566394" y="171143"/>
                    </a:cubicBezTo>
                    <a:cubicBezTo>
                      <a:pt x="518846" y="28223"/>
                      <a:pt x="340812" y="-29750"/>
                      <a:pt x="205847" y="14598"/>
                    </a:cubicBezTo>
                    <a:cubicBezTo>
                      <a:pt x="82403" y="55197"/>
                      <a:pt x="-6569" y="184037"/>
                      <a:pt x="381" y="313973"/>
                    </a:cubicBezTo>
                    <a:cubicBezTo>
                      <a:pt x="7330" y="443543"/>
                      <a:pt x="112121" y="560038"/>
                      <a:pt x="238491" y="585915"/>
                    </a:cubicBezTo>
                    <a:cubicBezTo>
                      <a:pt x="253853" y="589024"/>
                      <a:pt x="269488" y="590762"/>
                      <a:pt x="285216" y="591219"/>
                    </a:cubicBezTo>
                    <a:cubicBezTo>
                      <a:pt x="287136" y="591219"/>
                      <a:pt x="287136" y="588384"/>
                      <a:pt x="285216" y="588293"/>
                    </a:cubicBezTo>
                    <a:lnTo>
                      <a:pt x="285216" y="58829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0" name="Google Shape;1510;p42"/>
              <p:cNvSpPr/>
              <p:nvPr/>
            </p:nvSpPr>
            <p:spPr>
              <a:xfrm>
                <a:off x="4997299" y="5614784"/>
                <a:ext cx="2074548" cy="602936"/>
              </a:xfrm>
              <a:custGeom>
                <a:rect b="b" l="l" r="r" t="t"/>
                <a:pathLst>
                  <a:path extrusionOk="0" h="602936" w="2074548">
                    <a:moveTo>
                      <a:pt x="126859" y="155823"/>
                    </a:moveTo>
                    <a:cubicBezTo>
                      <a:pt x="153925" y="157927"/>
                      <a:pt x="169378" y="184536"/>
                      <a:pt x="169927" y="209682"/>
                    </a:cubicBezTo>
                    <a:cubicBezTo>
                      <a:pt x="170567" y="239674"/>
                      <a:pt x="149078" y="261528"/>
                      <a:pt x="120275" y="267015"/>
                    </a:cubicBezTo>
                    <a:cubicBezTo>
                      <a:pt x="56633" y="279085"/>
                      <a:pt x="8261" y="222301"/>
                      <a:pt x="4878" y="163413"/>
                    </a:cubicBezTo>
                    <a:cubicBezTo>
                      <a:pt x="1494" y="104526"/>
                      <a:pt x="33316" y="49388"/>
                      <a:pt x="86259" y="23144"/>
                    </a:cubicBezTo>
                    <a:cubicBezTo>
                      <a:pt x="144598" y="-5659"/>
                      <a:pt x="216653" y="559"/>
                      <a:pt x="273803" y="29088"/>
                    </a:cubicBezTo>
                    <a:cubicBezTo>
                      <a:pt x="342657" y="63561"/>
                      <a:pt x="392766" y="125465"/>
                      <a:pt x="431628" y="190388"/>
                    </a:cubicBezTo>
                    <a:cubicBezTo>
                      <a:pt x="432634" y="192034"/>
                      <a:pt x="435377" y="191851"/>
                      <a:pt x="435926" y="189839"/>
                    </a:cubicBezTo>
                    <a:cubicBezTo>
                      <a:pt x="458146" y="100137"/>
                      <a:pt x="542637" y="33568"/>
                      <a:pt x="633436" y="24516"/>
                    </a:cubicBezTo>
                    <a:cubicBezTo>
                      <a:pt x="727711" y="15098"/>
                      <a:pt x="811561" y="75173"/>
                      <a:pt x="846857" y="160762"/>
                    </a:cubicBezTo>
                    <a:cubicBezTo>
                      <a:pt x="866334" y="207944"/>
                      <a:pt x="870266" y="260888"/>
                      <a:pt x="854355" y="309717"/>
                    </a:cubicBezTo>
                    <a:lnTo>
                      <a:pt x="859202" y="311089"/>
                    </a:lnTo>
                    <a:cubicBezTo>
                      <a:pt x="882244" y="232816"/>
                      <a:pt x="980085" y="191759"/>
                      <a:pt x="1054426" y="220929"/>
                    </a:cubicBezTo>
                    <a:cubicBezTo>
                      <a:pt x="1103255" y="240131"/>
                      <a:pt x="1128401" y="288869"/>
                      <a:pt x="1154553" y="331023"/>
                    </a:cubicBezTo>
                    <a:cubicBezTo>
                      <a:pt x="1180705" y="373177"/>
                      <a:pt x="1211794" y="411033"/>
                      <a:pt x="1247639" y="444683"/>
                    </a:cubicBezTo>
                    <a:cubicBezTo>
                      <a:pt x="1318139" y="510977"/>
                      <a:pt x="1405190" y="559714"/>
                      <a:pt x="1498824" y="584586"/>
                    </a:cubicBezTo>
                    <a:cubicBezTo>
                      <a:pt x="1592459" y="609458"/>
                      <a:pt x="1695512" y="609092"/>
                      <a:pt x="1790884" y="583214"/>
                    </a:cubicBezTo>
                    <a:cubicBezTo>
                      <a:pt x="1899332" y="553862"/>
                      <a:pt x="2000190" y="493420"/>
                      <a:pt x="2073982" y="408381"/>
                    </a:cubicBezTo>
                    <a:cubicBezTo>
                      <a:pt x="2075811" y="406186"/>
                      <a:pt x="2072793" y="403078"/>
                      <a:pt x="2070873" y="405272"/>
                    </a:cubicBezTo>
                    <a:cubicBezTo>
                      <a:pt x="1930056" y="561086"/>
                      <a:pt x="1708222" y="633506"/>
                      <a:pt x="1503671" y="580379"/>
                    </a:cubicBezTo>
                    <a:cubicBezTo>
                      <a:pt x="1405190" y="554776"/>
                      <a:pt x="1313841" y="502747"/>
                      <a:pt x="1241421" y="431332"/>
                    </a:cubicBezTo>
                    <a:cubicBezTo>
                      <a:pt x="1204388" y="394848"/>
                      <a:pt x="1174487" y="353517"/>
                      <a:pt x="1147420" y="309260"/>
                    </a:cubicBezTo>
                    <a:cubicBezTo>
                      <a:pt x="1124195" y="271130"/>
                      <a:pt x="1098135" y="231993"/>
                      <a:pt x="1054609" y="215534"/>
                    </a:cubicBezTo>
                    <a:cubicBezTo>
                      <a:pt x="977799" y="186365"/>
                      <a:pt x="878038" y="229433"/>
                      <a:pt x="854447" y="309900"/>
                    </a:cubicBezTo>
                    <a:cubicBezTo>
                      <a:pt x="853533" y="313009"/>
                      <a:pt x="858287" y="314289"/>
                      <a:pt x="859293" y="311271"/>
                    </a:cubicBezTo>
                    <a:cubicBezTo>
                      <a:pt x="888645" y="221295"/>
                      <a:pt x="851155" y="117876"/>
                      <a:pt x="777088" y="60909"/>
                    </a:cubicBezTo>
                    <a:cubicBezTo>
                      <a:pt x="700828" y="2296"/>
                      <a:pt x="596312" y="8605"/>
                      <a:pt x="519594" y="63012"/>
                    </a:cubicBezTo>
                    <a:cubicBezTo>
                      <a:pt x="476708" y="93370"/>
                      <a:pt x="444156" y="137444"/>
                      <a:pt x="431537" y="188742"/>
                    </a:cubicBezTo>
                    <a:lnTo>
                      <a:pt x="435834" y="188194"/>
                    </a:lnTo>
                    <a:cubicBezTo>
                      <a:pt x="396607" y="122722"/>
                      <a:pt x="345766" y="60086"/>
                      <a:pt x="276272" y="25339"/>
                    </a:cubicBezTo>
                    <a:cubicBezTo>
                      <a:pt x="214824" y="-5385"/>
                      <a:pt x="136368" y="-10871"/>
                      <a:pt x="75286" y="23967"/>
                    </a:cubicBezTo>
                    <a:cubicBezTo>
                      <a:pt x="21520" y="54599"/>
                      <a:pt x="-7924" y="117236"/>
                      <a:pt x="1860" y="178409"/>
                    </a:cubicBezTo>
                    <a:cubicBezTo>
                      <a:pt x="11644" y="239583"/>
                      <a:pt x="68337" y="289326"/>
                      <a:pt x="130425" y="269575"/>
                    </a:cubicBezTo>
                    <a:cubicBezTo>
                      <a:pt x="159137" y="260431"/>
                      <a:pt x="176785" y="235102"/>
                      <a:pt x="173676" y="204927"/>
                    </a:cubicBezTo>
                    <a:cubicBezTo>
                      <a:pt x="171024" y="179507"/>
                      <a:pt x="154291" y="154909"/>
                      <a:pt x="126950" y="153537"/>
                    </a:cubicBezTo>
                    <a:cubicBezTo>
                      <a:pt x="125304" y="153537"/>
                      <a:pt x="125396" y="155915"/>
                      <a:pt x="126950" y="156007"/>
                    </a:cubicBezTo>
                    <a:lnTo>
                      <a:pt x="126950" y="156007"/>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1" name="Google Shape;1511;p42"/>
              <p:cNvSpPr/>
              <p:nvPr/>
            </p:nvSpPr>
            <p:spPr>
              <a:xfrm>
                <a:off x="4307128" y="6020681"/>
                <a:ext cx="2773504" cy="542009"/>
              </a:xfrm>
              <a:custGeom>
                <a:rect b="b" l="l" r="r" t="t"/>
                <a:pathLst>
                  <a:path extrusionOk="0" h="542009" w="2773504">
                    <a:moveTo>
                      <a:pt x="379" y="285673"/>
                    </a:moveTo>
                    <a:cubicBezTo>
                      <a:pt x="75543" y="363123"/>
                      <a:pt x="214714" y="354619"/>
                      <a:pt x="281374" y="270312"/>
                    </a:cubicBezTo>
                    <a:lnTo>
                      <a:pt x="277717" y="269397"/>
                    </a:lnTo>
                    <a:cubicBezTo>
                      <a:pt x="317676" y="390006"/>
                      <a:pt x="416980" y="495437"/>
                      <a:pt x="540698" y="530458"/>
                    </a:cubicBezTo>
                    <a:cubicBezTo>
                      <a:pt x="601872" y="547740"/>
                      <a:pt x="667068" y="546277"/>
                      <a:pt x="726047" y="521680"/>
                    </a:cubicBezTo>
                    <a:cubicBezTo>
                      <a:pt x="781917" y="498454"/>
                      <a:pt x="830472" y="457672"/>
                      <a:pt x="863481" y="407014"/>
                    </a:cubicBezTo>
                    <a:cubicBezTo>
                      <a:pt x="900423" y="350322"/>
                      <a:pt x="915968" y="281101"/>
                      <a:pt x="898228" y="214990"/>
                    </a:cubicBezTo>
                    <a:lnTo>
                      <a:pt x="894388" y="217916"/>
                    </a:lnTo>
                    <a:cubicBezTo>
                      <a:pt x="966534" y="253121"/>
                      <a:pt x="1058705" y="230078"/>
                      <a:pt x="1105980" y="165247"/>
                    </a:cubicBezTo>
                    <a:lnTo>
                      <a:pt x="1101225" y="163235"/>
                    </a:lnTo>
                    <a:cubicBezTo>
                      <a:pt x="1085132" y="270769"/>
                      <a:pt x="1144019" y="381228"/>
                      <a:pt x="1237105" y="435178"/>
                    </a:cubicBezTo>
                    <a:cubicBezTo>
                      <a:pt x="1333483" y="491048"/>
                      <a:pt x="1452172" y="470656"/>
                      <a:pt x="1534376" y="398693"/>
                    </a:cubicBezTo>
                    <a:cubicBezTo>
                      <a:pt x="1581011" y="357911"/>
                      <a:pt x="1613929" y="302224"/>
                      <a:pt x="1622890" y="240594"/>
                    </a:cubicBezTo>
                    <a:lnTo>
                      <a:pt x="1618501" y="241782"/>
                    </a:lnTo>
                    <a:cubicBezTo>
                      <a:pt x="1757490" y="358460"/>
                      <a:pt x="1938541" y="421370"/>
                      <a:pt x="2119776" y="418261"/>
                    </a:cubicBezTo>
                    <a:cubicBezTo>
                      <a:pt x="2294426" y="415244"/>
                      <a:pt x="2463133" y="347395"/>
                      <a:pt x="2594715" y="233095"/>
                    </a:cubicBezTo>
                    <a:cubicBezTo>
                      <a:pt x="2668416" y="169087"/>
                      <a:pt x="2729497" y="90998"/>
                      <a:pt x="2773205" y="3764"/>
                    </a:cubicBezTo>
                    <a:cubicBezTo>
                      <a:pt x="2774669" y="929"/>
                      <a:pt x="2770371" y="-1631"/>
                      <a:pt x="2768908" y="1295"/>
                    </a:cubicBezTo>
                    <a:cubicBezTo>
                      <a:pt x="2692738" y="152811"/>
                      <a:pt x="2563808" y="275432"/>
                      <a:pt x="2410006" y="346390"/>
                    </a:cubicBezTo>
                    <a:cubicBezTo>
                      <a:pt x="2247974" y="421188"/>
                      <a:pt x="2062626" y="432160"/>
                      <a:pt x="1891724" y="381959"/>
                    </a:cubicBezTo>
                    <a:cubicBezTo>
                      <a:pt x="1793243" y="352973"/>
                      <a:pt x="1700980" y="304235"/>
                      <a:pt x="1622250" y="238124"/>
                    </a:cubicBezTo>
                    <a:cubicBezTo>
                      <a:pt x="1620879" y="237027"/>
                      <a:pt x="1618135" y="237119"/>
                      <a:pt x="1617861" y="239313"/>
                    </a:cubicBezTo>
                    <a:cubicBezTo>
                      <a:pt x="1602591" y="344652"/>
                      <a:pt x="1516363" y="431337"/>
                      <a:pt x="1414041" y="456118"/>
                    </a:cubicBezTo>
                    <a:cubicBezTo>
                      <a:pt x="1307148" y="481904"/>
                      <a:pt x="1200712" y="428411"/>
                      <a:pt x="1144019" y="336788"/>
                    </a:cubicBezTo>
                    <a:cubicBezTo>
                      <a:pt x="1112289" y="285582"/>
                      <a:pt x="1097293" y="224592"/>
                      <a:pt x="1106254" y="164698"/>
                    </a:cubicBezTo>
                    <a:cubicBezTo>
                      <a:pt x="1106711" y="161772"/>
                      <a:pt x="1103328" y="160217"/>
                      <a:pt x="1101499" y="162686"/>
                    </a:cubicBezTo>
                    <a:cubicBezTo>
                      <a:pt x="1056054" y="225140"/>
                      <a:pt x="966443" y="247360"/>
                      <a:pt x="897040" y="213527"/>
                    </a:cubicBezTo>
                    <a:cubicBezTo>
                      <a:pt x="895028" y="212521"/>
                      <a:pt x="892651" y="214167"/>
                      <a:pt x="893199" y="216453"/>
                    </a:cubicBezTo>
                    <a:cubicBezTo>
                      <a:pt x="925477" y="336422"/>
                      <a:pt x="845925" y="457946"/>
                      <a:pt x="739763" y="510067"/>
                    </a:cubicBezTo>
                    <a:cubicBezTo>
                      <a:pt x="623634" y="567034"/>
                      <a:pt x="488760" y="527075"/>
                      <a:pt x="396771" y="443316"/>
                    </a:cubicBezTo>
                    <a:cubicBezTo>
                      <a:pt x="344468" y="395584"/>
                      <a:pt x="305149" y="335142"/>
                      <a:pt x="281922" y="268300"/>
                    </a:cubicBezTo>
                    <a:cubicBezTo>
                      <a:pt x="281283" y="266380"/>
                      <a:pt x="279088" y="266288"/>
                      <a:pt x="277991" y="267751"/>
                    </a:cubicBezTo>
                    <a:cubicBezTo>
                      <a:pt x="213891" y="351419"/>
                      <a:pt x="76182" y="357911"/>
                      <a:pt x="2756" y="283387"/>
                    </a:cubicBezTo>
                    <a:cubicBezTo>
                      <a:pt x="1293" y="281924"/>
                      <a:pt x="-993" y="284210"/>
                      <a:pt x="470" y="285673"/>
                    </a:cubicBezTo>
                    <a:lnTo>
                      <a:pt x="470" y="285673"/>
                    </a:lnTo>
                    <a:close/>
                  </a:path>
                </a:pathLst>
              </a:custGeom>
              <a:solidFill>
                <a:srgbClr val="3D2307"/>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512" name="Google Shape;1512;p42"/>
          <p:cNvSpPr txBox="1"/>
          <p:nvPr>
            <p:ph type="title"/>
          </p:nvPr>
        </p:nvSpPr>
        <p:spPr>
          <a:xfrm>
            <a:off x="713225" y="2481025"/>
            <a:ext cx="4968900" cy="89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500"/>
              <a:t>HOMEWORKS</a:t>
            </a:r>
            <a:endParaRPr sz="4500"/>
          </a:p>
        </p:txBody>
      </p:sp>
      <p:sp>
        <p:nvSpPr>
          <p:cNvPr id="1513" name="Google Shape;1513;p42"/>
          <p:cNvSpPr txBox="1"/>
          <p:nvPr>
            <p:ph idx="4294967295" type="title"/>
          </p:nvPr>
        </p:nvSpPr>
        <p:spPr>
          <a:xfrm>
            <a:off x="713225" y="1427800"/>
            <a:ext cx="1263900" cy="111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2"/>
                </a:solidFill>
              </a:rPr>
              <a:t>03</a:t>
            </a:r>
            <a:endParaRPr sz="6000">
              <a:solidFill>
                <a:schemeClr val="dk2"/>
              </a:solidFill>
            </a:endParaRPr>
          </a:p>
        </p:txBody>
      </p:sp>
      <p:sp>
        <p:nvSpPr>
          <p:cNvPr id="1514" name="Google Shape;1514;p42"/>
          <p:cNvSpPr txBox="1"/>
          <p:nvPr>
            <p:ph idx="1" type="subTitle"/>
          </p:nvPr>
        </p:nvSpPr>
        <p:spPr>
          <a:xfrm>
            <a:off x="713225" y="3340700"/>
            <a:ext cx="49689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Final exercises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sp>
        <p:nvSpPr>
          <p:cNvPr id="1519" name="Google Shape;1519;p43"/>
          <p:cNvSpPr txBox="1"/>
          <p:nvPr>
            <p:ph type="title"/>
          </p:nvPr>
        </p:nvSpPr>
        <p:spPr>
          <a:xfrm>
            <a:off x="720000" y="234700"/>
            <a:ext cx="7704000" cy="7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solidFill>
                  <a:schemeClr val="dk2"/>
                </a:solidFill>
              </a:rPr>
              <a:t>Homework</a:t>
            </a:r>
            <a:r>
              <a:rPr lang="en" sz="3500">
                <a:solidFill>
                  <a:schemeClr val="dk2"/>
                </a:solidFill>
              </a:rPr>
              <a:t> 1</a:t>
            </a:r>
            <a:endParaRPr sz="3500">
              <a:solidFill>
                <a:schemeClr val="dk2"/>
              </a:solidFill>
            </a:endParaRPr>
          </a:p>
        </p:txBody>
      </p:sp>
      <p:sp>
        <p:nvSpPr>
          <p:cNvPr id="1520" name="Google Shape;1520;p43"/>
          <p:cNvSpPr txBox="1"/>
          <p:nvPr>
            <p:ph idx="4294967295" type="subTitle"/>
          </p:nvPr>
        </p:nvSpPr>
        <p:spPr>
          <a:xfrm>
            <a:off x="720000" y="937900"/>
            <a:ext cx="7704000" cy="7794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n" sz="2000">
                <a:latin typeface="Lora"/>
                <a:ea typeface="Lora"/>
                <a:cs typeface="Lora"/>
                <a:sym typeface="Lora"/>
              </a:rPr>
              <a:t>Mã hoá các cây nhị phân sau để lưu trữ trong chương trình. Xuất ra màn hình cây nhị phân tương ứng.</a:t>
            </a:r>
            <a:endParaRPr sz="2000">
              <a:latin typeface="Lora"/>
              <a:ea typeface="Lora"/>
              <a:cs typeface="Lora"/>
              <a:sym typeface="Lora"/>
            </a:endParaRPr>
          </a:p>
        </p:txBody>
      </p:sp>
      <p:pic>
        <p:nvPicPr>
          <p:cNvPr id="1521" name="Google Shape;1521;p43"/>
          <p:cNvPicPr preferRelativeResize="0"/>
          <p:nvPr/>
        </p:nvPicPr>
        <p:blipFill>
          <a:blip r:embed="rId3">
            <a:alphaModFix/>
          </a:blip>
          <a:stretch>
            <a:fillRect/>
          </a:stretch>
        </p:blipFill>
        <p:spPr>
          <a:xfrm>
            <a:off x="783825" y="2020825"/>
            <a:ext cx="3429000" cy="2390775"/>
          </a:xfrm>
          <a:prstGeom prst="rect">
            <a:avLst/>
          </a:prstGeom>
          <a:noFill/>
          <a:ln>
            <a:noFill/>
          </a:ln>
        </p:spPr>
      </p:pic>
      <p:sp>
        <p:nvSpPr>
          <p:cNvPr id="1522" name="Google Shape;1522;p43"/>
          <p:cNvSpPr txBox="1"/>
          <p:nvPr>
            <p:ph idx="4294967295" type="subTitle"/>
          </p:nvPr>
        </p:nvSpPr>
        <p:spPr>
          <a:xfrm>
            <a:off x="783825" y="1915650"/>
            <a:ext cx="543300" cy="7794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b="1" lang="en" sz="2000">
                <a:solidFill>
                  <a:schemeClr val="dk2"/>
                </a:solidFill>
                <a:latin typeface="Lora"/>
                <a:ea typeface="Lora"/>
                <a:cs typeface="Lora"/>
                <a:sym typeface="Lora"/>
              </a:rPr>
              <a:t>1.1</a:t>
            </a:r>
            <a:endParaRPr b="1" sz="2000">
              <a:solidFill>
                <a:schemeClr val="dk2"/>
              </a:solidFill>
              <a:latin typeface="Lora"/>
              <a:ea typeface="Lora"/>
              <a:cs typeface="Lora"/>
              <a:sym typeface="Lora"/>
            </a:endParaRPr>
          </a:p>
        </p:txBody>
      </p:sp>
      <p:pic>
        <p:nvPicPr>
          <p:cNvPr id="1523" name="Google Shape;1523;p43"/>
          <p:cNvPicPr preferRelativeResize="0"/>
          <p:nvPr/>
        </p:nvPicPr>
        <p:blipFill>
          <a:blip r:embed="rId4">
            <a:alphaModFix/>
          </a:blip>
          <a:stretch>
            <a:fillRect/>
          </a:stretch>
        </p:blipFill>
        <p:spPr>
          <a:xfrm>
            <a:off x="5404775" y="1915649"/>
            <a:ext cx="2756100" cy="2756100"/>
          </a:xfrm>
          <a:prstGeom prst="rect">
            <a:avLst/>
          </a:prstGeom>
          <a:noFill/>
          <a:ln>
            <a:noFill/>
          </a:ln>
        </p:spPr>
      </p:pic>
      <p:sp>
        <p:nvSpPr>
          <p:cNvPr id="1524" name="Google Shape;1524;p43"/>
          <p:cNvSpPr txBox="1"/>
          <p:nvPr>
            <p:ph idx="4294967295" type="subTitle"/>
          </p:nvPr>
        </p:nvSpPr>
        <p:spPr>
          <a:xfrm>
            <a:off x="5404775" y="1919500"/>
            <a:ext cx="543300" cy="7794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b="1" lang="en" sz="2000">
                <a:solidFill>
                  <a:schemeClr val="dk2"/>
                </a:solidFill>
                <a:latin typeface="Lora"/>
                <a:ea typeface="Lora"/>
                <a:cs typeface="Lora"/>
                <a:sym typeface="Lora"/>
              </a:rPr>
              <a:t>1.2</a:t>
            </a:r>
            <a:endParaRPr b="1" sz="2000">
              <a:solidFill>
                <a:schemeClr val="dk2"/>
              </a:solidFill>
              <a:latin typeface="Lora"/>
              <a:ea typeface="Lora"/>
              <a:cs typeface="Lora"/>
              <a:sym typeface="Lo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pic>
        <p:nvPicPr>
          <p:cNvPr id="1529" name="Google Shape;1529;p44"/>
          <p:cNvPicPr preferRelativeResize="0"/>
          <p:nvPr/>
        </p:nvPicPr>
        <p:blipFill>
          <a:blip r:embed="rId3">
            <a:alphaModFix/>
          </a:blip>
          <a:stretch>
            <a:fillRect/>
          </a:stretch>
        </p:blipFill>
        <p:spPr>
          <a:xfrm>
            <a:off x="783825" y="1915650"/>
            <a:ext cx="3772850" cy="2657497"/>
          </a:xfrm>
          <a:prstGeom prst="rect">
            <a:avLst/>
          </a:prstGeom>
          <a:noFill/>
          <a:ln>
            <a:noFill/>
          </a:ln>
        </p:spPr>
      </p:pic>
      <p:sp>
        <p:nvSpPr>
          <p:cNvPr id="1530" name="Google Shape;1530;p44"/>
          <p:cNvSpPr txBox="1"/>
          <p:nvPr>
            <p:ph type="title"/>
          </p:nvPr>
        </p:nvSpPr>
        <p:spPr>
          <a:xfrm>
            <a:off x="720000" y="234700"/>
            <a:ext cx="7704000" cy="7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solidFill>
                  <a:schemeClr val="dk2"/>
                </a:solidFill>
              </a:rPr>
              <a:t>Homework 1</a:t>
            </a:r>
            <a:endParaRPr sz="3500">
              <a:solidFill>
                <a:schemeClr val="dk2"/>
              </a:solidFill>
            </a:endParaRPr>
          </a:p>
        </p:txBody>
      </p:sp>
      <p:sp>
        <p:nvSpPr>
          <p:cNvPr id="1531" name="Google Shape;1531;p44"/>
          <p:cNvSpPr txBox="1"/>
          <p:nvPr>
            <p:ph idx="4294967295" type="subTitle"/>
          </p:nvPr>
        </p:nvSpPr>
        <p:spPr>
          <a:xfrm>
            <a:off x="720000" y="937900"/>
            <a:ext cx="7704000" cy="7794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n" sz="2000">
                <a:latin typeface="Lora"/>
                <a:ea typeface="Lora"/>
                <a:cs typeface="Lora"/>
                <a:sym typeface="Lora"/>
              </a:rPr>
              <a:t>Mã hoá các cây nhị phân sau để lưu trữ trong chương trình. Xuất ra màn hình cây nhị phân tương ứng.</a:t>
            </a:r>
            <a:endParaRPr sz="2000">
              <a:latin typeface="Lora"/>
              <a:ea typeface="Lora"/>
              <a:cs typeface="Lora"/>
              <a:sym typeface="Lora"/>
            </a:endParaRPr>
          </a:p>
        </p:txBody>
      </p:sp>
      <p:sp>
        <p:nvSpPr>
          <p:cNvPr id="1532" name="Google Shape;1532;p44"/>
          <p:cNvSpPr txBox="1"/>
          <p:nvPr>
            <p:ph idx="4294967295" type="subTitle"/>
          </p:nvPr>
        </p:nvSpPr>
        <p:spPr>
          <a:xfrm>
            <a:off x="783825" y="1915650"/>
            <a:ext cx="543300" cy="7794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b="1" lang="en" sz="2000">
                <a:solidFill>
                  <a:schemeClr val="dk2"/>
                </a:solidFill>
                <a:latin typeface="Lora"/>
                <a:ea typeface="Lora"/>
                <a:cs typeface="Lora"/>
                <a:sym typeface="Lora"/>
              </a:rPr>
              <a:t>1.3</a:t>
            </a:r>
            <a:endParaRPr b="1" sz="2000">
              <a:solidFill>
                <a:schemeClr val="dk2"/>
              </a:solidFill>
              <a:latin typeface="Lora"/>
              <a:ea typeface="Lora"/>
              <a:cs typeface="Lora"/>
              <a:sym typeface="Lora"/>
            </a:endParaRPr>
          </a:p>
        </p:txBody>
      </p:sp>
      <p:sp>
        <p:nvSpPr>
          <p:cNvPr id="1533" name="Google Shape;1533;p44"/>
          <p:cNvSpPr txBox="1"/>
          <p:nvPr>
            <p:ph idx="4294967295" type="subTitle"/>
          </p:nvPr>
        </p:nvSpPr>
        <p:spPr>
          <a:xfrm>
            <a:off x="4727900" y="1915650"/>
            <a:ext cx="543300" cy="7794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b="1" lang="en" sz="2000">
                <a:solidFill>
                  <a:schemeClr val="dk2"/>
                </a:solidFill>
                <a:latin typeface="Lora"/>
                <a:ea typeface="Lora"/>
                <a:cs typeface="Lora"/>
                <a:sym typeface="Lora"/>
              </a:rPr>
              <a:t>1.4</a:t>
            </a:r>
            <a:endParaRPr b="1" sz="2000">
              <a:solidFill>
                <a:schemeClr val="dk2"/>
              </a:solidFill>
              <a:latin typeface="Lora"/>
              <a:ea typeface="Lora"/>
              <a:cs typeface="Lora"/>
              <a:sym typeface="Lora"/>
            </a:endParaRPr>
          </a:p>
        </p:txBody>
      </p:sp>
      <p:pic>
        <p:nvPicPr>
          <p:cNvPr id="1534" name="Google Shape;1534;p44"/>
          <p:cNvPicPr preferRelativeResize="0"/>
          <p:nvPr/>
        </p:nvPicPr>
        <p:blipFill>
          <a:blip r:embed="rId4">
            <a:alphaModFix/>
          </a:blip>
          <a:stretch>
            <a:fillRect/>
          </a:stretch>
        </p:blipFill>
        <p:spPr>
          <a:xfrm>
            <a:off x="4727902" y="2424550"/>
            <a:ext cx="3536501" cy="2062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45"/>
          <p:cNvSpPr txBox="1"/>
          <p:nvPr>
            <p:ph type="title"/>
          </p:nvPr>
        </p:nvSpPr>
        <p:spPr>
          <a:xfrm>
            <a:off x="720000" y="234700"/>
            <a:ext cx="7704000" cy="7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solidFill>
                  <a:schemeClr val="dk2"/>
                </a:solidFill>
              </a:rPr>
              <a:t>Homework 2</a:t>
            </a:r>
            <a:endParaRPr sz="3500">
              <a:solidFill>
                <a:schemeClr val="dk2"/>
              </a:solidFill>
            </a:endParaRPr>
          </a:p>
        </p:txBody>
      </p:sp>
      <p:sp>
        <p:nvSpPr>
          <p:cNvPr id="1540" name="Google Shape;1540;p45"/>
          <p:cNvSpPr txBox="1"/>
          <p:nvPr>
            <p:ph idx="4294967295" type="subTitle"/>
          </p:nvPr>
        </p:nvSpPr>
        <p:spPr>
          <a:xfrm>
            <a:off x="720000" y="937900"/>
            <a:ext cx="7704000" cy="3653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2000">
                <a:latin typeface="Lora"/>
                <a:ea typeface="Lora"/>
                <a:cs typeface="Lora"/>
                <a:sym typeface="Lora"/>
              </a:rPr>
              <a:t>Dùng  các cây nhị phân ở HW1, mỗi cây thực hiện các yêu cầu sau:</a:t>
            </a:r>
            <a:endParaRPr sz="2000">
              <a:latin typeface="Lora"/>
              <a:ea typeface="Lora"/>
              <a:cs typeface="Lora"/>
              <a:sym typeface="Lora"/>
            </a:endParaRPr>
          </a:p>
          <a:p>
            <a:pPr indent="0" lvl="0" marL="457200" rtl="0" algn="just">
              <a:spcBef>
                <a:spcPts val="1600"/>
              </a:spcBef>
              <a:spcAft>
                <a:spcPts val="0"/>
              </a:spcAft>
              <a:buNone/>
            </a:pPr>
            <a:r>
              <a:rPr b="1" lang="en" sz="2000">
                <a:solidFill>
                  <a:schemeClr val="dk2"/>
                </a:solidFill>
                <a:latin typeface="Lora"/>
                <a:ea typeface="Lora"/>
                <a:cs typeface="Lora"/>
                <a:sym typeface="Lora"/>
              </a:rPr>
              <a:t>2.1</a:t>
            </a:r>
            <a:r>
              <a:rPr b="1" lang="en" sz="2000">
                <a:latin typeface="Lora"/>
                <a:ea typeface="Lora"/>
                <a:cs typeface="Lora"/>
                <a:sym typeface="Lora"/>
              </a:rPr>
              <a:t> </a:t>
            </a:r>
            <a:r>
              <a:rPr lang="en" sz="2000">
                <a:latin typeface="Lora"/>
                <a:ea typeface="Lora"/>
                <a:cs typeface="Lora"/>
                <a:sym typeface="Lora"/>
              </a:rPr>
              <a:t>  Tìm nút có giá trị 25.</a:t>
            </a:r>
            <a:endParaRPr sz="2000">
              <a:latin typeface="Lora"/>
              <a:ea typeface="Lora"/>
              <a:cs typeface="Lora"/>
              <a:sym typeface="Lora"/>
            </a:endParaRPr>
          </a:p>
          <a:p>
            <a:pPr indent="0" lvl="0" marL="457200" rtl="0" algn="just">
              <a:spcBef>
                <a:spcPts val="1600"/>
              </a:spcBef>
              <a:spcAft>
                <a:spcPts val="0"/>
              </a:spcAft>
              <a:buNone/>
            </a:pPr>
            <a:r>
              <a:rPr b="1" lang="en" sz="2000">
                <a:solidFill>
                  <a:schemeClr val="dk2"/>
                </a:solidFill>
                <a:latin typeface="Lora"/>
                <a:ea typeface="Lora"/>
                <a:cs typeface="Lora"/>
                <a:sym typeface="Lora"/>
              </a:rPr>
              <a:t>2.2</a:t>
            </a:r>
            <a:r>
              <a:rPr lang="en" sz="2000">
                <a:latin typeface="Lora"/>
                <a:ea typeface="Lora"/>
                <a:cs typeface="Lora"/>
                <a:sym typeface="Lora"/>
              </a:rPr>
              <a:t>   Xoá nút có giá trị 12.</a:t>
            </a:r>
            <a:endParaRPr sz="2000">
              <a:latin typeface="Lora"/>
              <a:ea typeface="Lora"/>
              <a:cs typeface="Lora"/>
              <a:sym typeface="Lora"/>
            </a:endParaRPr>
          </a:p>
          <a:p>
            <a:pPr indent="0" lvl="0" marL="457200" rtl="0" algn="just">
              <a:spcBef>
                <a:spcPts val="1600"/>
              </a:spcBef>
              <a:spcAft>
                <a:spcPts val="0"/>
              </a:spcAft>
              <a:buNone/>
            </a:pPr>
            <a:r>
              <a:rPr b="1" lang="en" sz="2000">
                <a:solidFill>
                  <a:schemeClr val="dk2"/>
                </a:solidFill>
                <a:latin typeface="Lora"/>
                <a:ea typeface="Lora"/>
                <a:cs typeface="Lora"/>
                <a:sym typeface="Lora"/>
              </a:rPr>
              <a:t>2.3</a:t>
            </a:r>
            <a:r>
              <a:rPr b="1" lang="en" sz="2000">
                <a:latin typeface="Lora"/>
                <a:ea typeface="Lora"/>
                <a:cs typeface="Lora"/>
                <a:sym typeface="Lora"/>
              </a:rPr>
              <a:t>   </a:t>
            </a:r>
            <a:r>
              <a:rPr lang="en" sz="2000">
                <a:latin typeface="Lora"/>
                <a:ea typeface="Lora"/>
                <a:cs typeface="Lora"/>
                <a:sym typeface="Lora"/>
              </a:rPr>
              <a:t>Chèn một nút có giá trị 23.</a:t>
            </a:r>
            <a:endParaRPr sz="2000">
              <a:latin typeface="Lora"/>
              <a:ea typeface="Lora"/>
              <a:cs typeface="Lora"/>
              <a:sym typeface="Lora"/>
            </a:endParaRPr>
          </a:p>
          <a:p>
            <a:pPr indent="0" lvl="0" marL="457200" rtl="0" algn="just">
              <a:spcBef>
                <a:spcPts val="1600"/>
              </a:spcBef>
              <a:spcAft>
                <a:spcPts val="0"/>
              </a:spcAft>
              <a:buNone/>
            </a:pPr>
            <a:r>
              <a:rPr b="1" lang="en" sz="2000">
                <a:solidFill>
                  <a:schemeClr val="dk2"/>
                </a:solidFill>
                <a:latin typeface="Lora"/>
                <a:ea typeface="Lora"/>
                <a:cs typeface="Lora"/>
                <a:sym typeface="Lora"/>
              </a:rPr>
              <a:t>2.4</a:t>
            </a:r>
            <a:r>
              <a:rPr b="1" lang="en" sz="2000">
                <a:latin typeface="Lora"/>
                <a:ea typeface="Lora"/>
                <a:cs typeface="Lora"/>
                <a:sym typeface="Lora"/>
              </a:rPr>
              <a:t>   </a:t>
            </a:r>
            <a:r>
              <a:rPr lang="en" sz="2000">
                <a:latin typeface="Lora"/>
                <a:ea typeface="Lora"/>
                <a:cs typeface="Lora"/>
                <a:sym typeface="Lora"/>
              </a:rPr>
              <a:t>Cho biết level 3 của cây gồm những nút nào.</a:t>
            </a:r>
            <a:endParaRPr sz="2000">
              <a:latin typeface="Lora"/>
              <a:ea typeface="Lora"/>
              <a:cs typeface="Lora"/>
              <a:sym typeface="Lora"/>
            </a:endParaRPr>
          </a:p>
          <a:p>
            <a:pPr indent="0" lvl="0" marL="0" rtl="0" algn="just">
              <a:spcBef>
                <a:spcPts val="1600"/>
              </a:spcBef>
              <a:spcAft>
                <a:spcPts val="1600"/>
              </a:spcAft>
              <a:buNone/>
            </a:pPr>
            <a:r>
              <a:rPr lang="en" sz="2000">
                <a:latin typeface="Lora"/>
                <a:ea typeface="Lora"/>
                <a:cs typeface="Lora"/>
                <a:sym typeface="Lora"/>
              </a:rPr>
              <a:t>Các yêu cầu này được thực hiện bằng cách lập trình C.</a:t>
            </a:r>
            <a:endParaRPr sz="2000">
              <a:latin typeface="Lora"/>
              <a:ea typeface="Lora"/>
              <a:cs typeface="Lora"/>
              <a:sym typeface="Lo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46"/>
          <p:cNvSpPr txBox="1"/>
          <p:nvPr>
            <p:ph type="title"/>
          </p:nvPr>
        </p:nvSpPr>
        <p:spPr>
          <a:xfrm>
            <a:off x="720000" y="234700"/>
            <a:ext cx="7704000" cy="7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solidFill>
                  <a:schemeClr val="dk2"/>
                </a:solidFill>
              </a:rPr>
              <a:t>Homework 3</a:t>
            </a:r>
            <a:endParaRPr sz="3500">
              <a:solidFill>
                <a:schemeClr val="dk2"/>
              </a:solidFill>
            </a:endParaRPr>
          </a:p>
        </p:txBody>
      </p:sp>
      <p:sp>
        <p:nvSpPr>
          <p:cNvPr id="1546" name="Google Shape;1546;p46"/>
          <p:cNvSpPr txBox="1"/>
          <p:nvPr>
            <p:ph idx="4294967295" type="subTitle"/>
          </p:nvPr>
        </p:nvSpPr>
        <p:spPr>
          <a:xfrm>
            <a:off x="643800" y="937900"/>
            <a:ext cx="7704000" cy="4252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sz="2000">
                <a:latin typeface="Lora"/>
                <a:ea typeface="Lora"/>
                <a:cs typeface="Lora"/>
                <a:sym typeface="Lora"/>
              </a:rPr>
              <a:t>Cho cây nhị phân với dữ liệu mỗi node là một số nguyên dương. Hãy viết hàm để:</a:t>
            </a:r>
            <a:endParaRPr sz="2000">
              <a:latin typeface="Lora"/>
              <a:ea typeface="Lora"/>
              <a:cs typeface="Lora"/>
              <a:sym typeface="Lora"/>
            </a:endParaRPr>
          </a:p>
          <a:p>
            <a:pPr indent="0" lvl="0" marL="0" rtl="0" algn="just">
              <a:lnSpc>
                <a:spcPct val="115000"/>
              </a:lnSpc>
              <a:spcBef>
                <a:spcPts val="0"/>
              </a:spcBef>
              <a:spcAft>
                <a:spcPts val="0"/>
              </a:spcAft>
              <a:buNone/>
            </a:pPr>
            <a:r>
              <a:rPr lang="en" sz="2000">
                <a:latin typeface="Lora"/>
                <a:ea typeface="Lora"/>
                <a:cs typeface="Lora"/>
                <a:sym typeface="Lora"/>
              </a:rPr>
              <a:t>	</a:t>
            </a:r>
            <a:r>
              <a:rPr b="1" lang="en" sz="2000">
                <a:solidFill>
                  <a:schemeClr val="dk2"/>
                </a:solidFill>
                <a:latin typeface="Lora"/>
                <a:ea typeface="Lora"/>
                <a:cs typeface="Lora"/>
                <a:sym typeface="Lora"/>
              </a:rPr>
              <a:t>3.1</a:t>
            </a:r>
            <a:r>
              <a:rPr b="1" lang="en" sz="2000">
                <a:latin typeface="Lora"/>
                <a:ea typeface="Lora"/>
                <a:cs typeface="Lora"/>
                <a:sym typeface="Lora"/>
              </a:rPr>
              <a:t> </a:t>
            </a:r>
            <a:r>
              <a:rPr lang="en" sz="2000">
                <a:latin typeface="Lora"/>
                <a:ea typeface="Lora"/>
                <a:cs typeface="Lora"/>
                <a:sym typeface="Lora"/>
              </a:rPr>
              <a:t>Số lượng phần tử tại nhánh từ root đến leaf (đường đi từ root đến leaf) có số phần tử ít nhất trong tất cả các nhánh.</a:t>
            </a:r>
            <a:endParaRPr sz="2000">
              <a:latin typeface="Lora"/>
              <a:ea typeface="Lora"/>
              <a:cs typeface="Lora"/>
              <a:sym typeface="Lora"/>
            </a:endParaRPr>
          </a:p>
          <a:p>
            <a:pPr indent="0" lvl="0" marL="0" rtl="0" algn="just">
              <a:lnSpc>
                <a:spcPct val="115000"/>
              </a:lnSpc>
              <a:spcBef>
                <a:spcPts val="0"/>
              </a:spcBef>
              <a:spcAft>
                <a:spcPts val="0"/>
              </a:spcAft>
              <a:buNone/>
            </a:pPr>
            <a:r>
              <a:rPr lang="en" sz="2000">
                <a:latin typeface="Lora"/>
                <a:ea typeface="Lora"/>
                <a:cs typeface="Lora"/>
                <a:sym typeface="Lora"/>
              </a:rPr>
              <a:t>	</a:t>
            </a:r>
            <a:r>
              <a:rPr b="1" lang="en" sz="2000">
                <a:solidFill>
                  <a:schemeClr val="dk2"/>
                </a:solidFill>
                <a:latin typeface="Lora"/>
                <a:ea typeface="Lora"/>
                <a:cs typeface="Lora"/>
                <a:sym typeface="Lora"/>
              </a:rPr>
              <a:t>3.2*</a:t>
            </a:r>
            <a:r>
              <a:rPr b="1" lang="en" sz="2000">
                <a:latin typeface="Lora"/>
                <a:ea typeface="Lora"/>
                <a:cs typeface="Lora"/>
                <a:sym typeface="Lora"/>
              </a:rPr>
              <a:t> </a:t>
            </a:r>
            <a:r>
              <a:rPr lang="en" sz="2000">
                <a:latin typeface="Lora"/>
                <a:ea typeface="Lora"/>
                <a:cs typeface="Lora"/>
                <a:sym typeface="Lora"/>
              </a:rPr>
              <a:t>Cho biết level nào trong cây có số phần tử nhiều nhất?</a:t>
            </a:r>
            <a:endParaRPr sz="2000">
              <a:latin typeface="Lora"/>
              <a:ea typeface="Lora"/>
              <a:cs typeface="Lora"/>
              <a:sym typeface="Lora"/>
            </a:endParaRPr>
          </a:p>
          <a:p>
            <a:pPr indent="0" lvl="0" marL="0" rtl="0" algn="just">
              <a:lnSpc>
                <a:spcPct val="115000"/>
              </a:lnSpc>
              <a:spcBef>
                <a:spcPts val="0"/>
              </a:spcBef>
              <a:spcAft>
                <a:spcPts val="0"/>
              </a:spcAft>
              <a:buNone/>
            </a:pPr>
            <a:r>
              <a:rPr lang="en" sz="2000">
                <a:latin typeface="Lora"/>
                <a:ea typeface="Lora"/>
                <a:cs typeface="Lora"/>
                <a:sym typeface="Lora"/>
              </a:rPr>
              <a:t>	</a:t>
            </a:r>
            <a:r>
              <a:rPr b="1" lang="en" sz="2000">
                <a:solidFill>
                  <a:schemeClr val="dk2"/>
                </a:solidFill>
                <a:latin typeface="Lora"/>
                <a:ea typeface="Lora"/>
                <a:cs typeface="Lora"/>
                <a:sym typeface="Lora"/>
              </a:rPr>
              <a:t>3.3*</a:t>
            </a:r>
            <a:r>
              <a:rPr lang="en" sz="2000">
                <a:latin typeface="Lora"/>
                <a:ea typeface="Lora"/>
                <a:cs typeface="Lora"/>
                <a:sym typeface="Lora"/>
              </a:rPr>
              <a:t> Tính tổng giá trị các node mà trong đó chỉ có một node con (one child).</a:t>
            </a:r>
            <a:endParaRPr sz="2000">
              <a:latin typeface="Lora"/>
              <a:ea typeface="Lora"/>
              <a:cs typeface="Lora"/>
              <a:sym typeface="Lora"/>
            </a:endParaRPr>
          </a:p>
          <a:p>
            <a:pPr indent="0" lvl="0" marL="0" rtl="0" algn="just">
              <a:lnSpc>
                <a:spcPct val="115000"/>
              </a:lnSpc>
              <a:spcBef>
                <a:spcPts val="0"/>
              </a:spcBef>
              <a:spcAft>
                <a:spcPts val="0"/>
              </a:spcAft>
              <a:buNone/>
            </a:pPr>
            <a:r>
              <a:rPr lang="en" sz="2000">
                <a:latin typeface="Lora"/>
                <a:ea typeface="Lora"/>
                <a:cs typeface="Lora"/>
                <a:sym typeface="Lora"/>
              </a:rPr>
              <a:t>	</a:t>
            </a:r>
            <a:r>
              <a:rPr b="1" lang="en" sz="2000">
                <a:solidFill>
                  <a:schemeClr val="dk2"/>
                </a:solidFill>
                <a:latin typeface="Lora"/>
                <a:ea typeface="Lora"/>
                <a:cs typeface="Lora"/>
                <a:sym typeface="Lora"/>
              </a:rPr>
              <a:t>3.4*</a:t>
            </a:r>
            <a:r>
              <a:rPr b="1" lang="en" sz="2000">
                <a:latin typeface="Lora"/>
                <a:ea typeface="Lora"/>
                <a:cs typeface="Lora"/>
                <a:sym typeface="Lora"/>
              </a:rPr>
              <a:t> </a:t>
            </a:r>
            <a:r>
              <a:rPr lang="en" sz="2000">
                <a:latin typeface="Lora"/>
                <a:ea typeface="Lora"/>
                <a:cs typeface="Lora"/>
                <a:sym typeface="Lora"/>
              </a:rPr>
              <a:t>Cho biết hiệu của giá trị tìm được ở câu 3.3 trừ đi tổng các giá trị của các node chỉ có một node con bên trái.</a:t>
            </a:r>
            <a:endParaRPr sz="2000">
              <a:latin typeface="Lora"/>
              <a:ea typeface="Lora"/>
              <a:cs typeface="Lora"/>
              <a:sym typeface="Lora"/>
            </a:endParaRPr>
          </a:p>
          <a:p>
            <a:pPr indent="457200" lvl="0" marL="0" rtl="0" algn="just">
              <a:lnSpc>
                <a:spcPct val="115000"/>
              </a:lnSpc>
              <a:spcBef>
                <a:spcPts val="0"/>
              </a:spcBef>
              <a:spcAft>
                <a:spcPts val="0"/>
              </a:spcAft>
              <a:buNone/>
            </a:pPr>
            <a:r>
              <a:rPr b="1" lang="en" sz="2000">
                <a:solidFill>
                  <a:schemeClr val="dk2"/>
                </a:solidFill>
                <a:latin typeface="Lora"/>
                <a:ea typeface="Lora"/>
                <a:cs typeface="Lora"/>
                <a:sym typeface="Lora"/>
              </a:rPr>
              <a:t>3.5*</a:t>
            </a:r>
            <a:r>
              <a:rPr b="1" lang="en" sz="2000">
                <a:latin typeface="Lora"/>
                <a:ea typeface="Lora"/>
                <a:cs typeface="Lora"/>
                <a:sym typeface="Lora"/>
              </a:rPr>
              <a:t> </a:t>
            </a:r>
            <a:r>
              <a:rPr lang="en" sz="2000">
                <a:latin typeface="Lora"/>
                <a:ea typeface="Lora"/>
                <a:cs typeface="Lora"/>
                <a:sym typeface="Lora"/>
              </a:rPr>
              <a:t>Cho biết node gần giá trị hiệu này nhất.</a:t>
            </a:r>
            <a:endParaRPr sz="2000">
              <a:latin typeface="Lora"/>
              <a:ea typeface="Lora"/>
              <a:cs typeface="Lora"/>
              <a:sym typeface="L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47"/>
          <p:cNvSpPr txBox="1"/>
          <p:nvPr>
            <p:ph idx="2" type="title"/>
          </p:nvPr>
        </p:nvSpPr>
        <p:spPr>
          <a:xfrm>
            <a:off x="645425" y="2012700"/>
            <a:ext cx="5036700" cy="111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1552" name="Google Shape;1552;p47"/>
          <p:cNvSpPr txBox="1"/>
          <p:nvPr>
            <p:ph idx="1" type="subTitle"/>
          </p:nvPr>
        </p:nvSpPr>
        <p:spPr>
          <a:xfrm>
            <a:off x="679325" y="3126250"/>
            <a:ext cx="49689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For more information, please click this </a:t>
            </a:r>
            <a:r>
              <a:rPr lang="en" sz="1400" u="sng">
                <a:solidFill>
                  <a:schemeClr val="hlink"/>
                </a:solidFill>
                <a:hlinkClick r:id="rId3"/>
              </a:rPr>
              <a:t>link</a:t>
            </a:r>
            <a:r>
              <a:rPr lang="en" sz="1400"/>
              <a:t>!</a:t>
            </a:r>
            <a:endParaRPr/>
          </a:p>
        </p:txBody>
      </p:sp>
      <p:grpSp>
        <p:nvGrpSpPr>
          <p:cNvPr id="1553" name="Google Shape;1553;p47"/>
          <p:cNvGrpSpPr/>
          <p:nvPr/>
        </p:nvGrpSpPr>
        <p:grpSpPr>
          <a:xfrm>
            <a:off x="6638850" y="894400"/>
            <a:ext cx="3474026" cy="4838699"/>
            <a:chOff x="6638850" y="894400"/>
            <a:chExt cx="3474026" cy="4838699"/>
          </a:xfrm>
        </p:grpSpPr>
        <p:pic>
          <p:nvPicPr>
            <p:cNvPr id="1554" name="Google Shape;1554;p47"/>
            <p:cNvPicPr preferRelativeResize="0"/>
            <p:nvPr/>
          </p:nvPicPr>
          <p:blipFill>
            <a:blip r:embed="rId4">
              <a:alphaModFix/>
            </a:blip>
            <a:stretch>
              <a:fillRect/>
            </a:stretch>
          </p:blipFill>
          <p:spPr>
            <a:xfrm flipH="1">
              <a:off x="6638850" y="894400"/>
              <a:ext cx="2276550" cy="4838699"/>
            </a:xfrm>
            <a:prstGeom prst="rect">
              <a:avLst/>
            </a:prstGeom>
            <a:noFill/>
            <a:ln>
              <a:noFill/>
            </a:ln>
          </p:spPr>
        </p:pic>
        <p:grpSp>
          <p:nvGrpSpPr>
            <p:cNvPr id="1555" name="Google Shape;1555;p47"/>
            <p:cNvGrpSpPr/>
            <p:nvPr/>
          </p:nvGrpSpPr>
          <p:grpSpPr>
            <a:xfrm>
              <a:off x="7128915" y="3115437"/>
              <a:ext cx="2983961" cy="866716"/>
              <a:chOff x="7195266" y="5292104"/>
              <a:chExt cx="4631323" cy="1345205"/>
            </a:xfrm>
          </p:grpSpPr>
          <p:sp>
            <p:nvSpPr>
              <p:cNvPr id="1556" name="Google Shape;1556;p47"/>
              <p:cNvSpPr/>
              <p:nvPr/>
            </p:nvSpPr>
            <p:spPr>
              <a:xfrm>
                <a:off x="7198193" y="5294725"/>
                <a:ext cx="4625675" cy="1340030"/>
              </a:xfrm>
              <a:custGeom>
                <a:rect b="b" l="l" r="r" t="t"/>
                <a:pathLst>
                  <a:path extrusionOk="0" h="1340030" w="4625675">
                    <a:moveTo>
                      <a:pt x="2787000" y="496683"/>
                    </a:moveTo>
                    <a:cubicBezTo>
                      <a:pt x="2841316" y="417861"/>
                      <a:pt x="2952689" y="379457"/>
                      <a:pt x="3047695" y="404877"/>
                    </a:cubicBezTo>
                    <a:cubicBezTo>
                      <a:pt x="3160625" y="435235"/>
                      <a:pt x="3244383" y="539477"/>
                      <a:pt x="3271267" y="653411"/>
                    </a:cubicBezTo>
                    <a:cubicBezTo>
                      <a:pt x="3315066" y="586568"/>
                      <a:pt x="3425617" y="615738"/>
                      <a:pt x="3474080" y="679563"/>
                    </a:cubicBezTo>
                    <a:cubicBezTo>
                      <a:pt x="3522361" y="743113"/>
                      <a:pt x="3536168" y="826872"/>
                      <a:pt x="3579236" y="894172"/>
                    </a:cubicBezTo>
                    <a:cubicBezTo>
                      <a:pt x="3662812" y="1024566"/>
                      <a:pt x="3835451" y="1065257"/>
                      <a:pt x="3990351" y="1062422"/>
                    </a:cubicBezTo>
                    <a:cubicBezTo>
                      <a:pt x="4227821" y="1057942"/>
                      <a:pt x="4471600" y="970433"/>
                      <a:pt x="4625676" y="789657"/>
                    </a:cubicBezTo>
                    <a:cubicBezTo>
                      <a:pt x="4432463" y="1126430"/>
                      <a:pt x="3962553" y="1270174"/>
                      <a:pt x="3614075" y="1098906"/>
                    </a:cubicBezTo>
                    <a:cubicBezTo>
                      <a:pt x="3552901" y="1196107"/>
                      <a:pt x="3423971" y="1235884"/>
                      <a:pt x="3311501" y="1213755"/>
                    </a:cubicBezTo>
                    <a:cubicBezTo>
                      <a:pt x="3199029" y="1191444"/>
                      <a:pt x="3102742" y="1116555"/>
                      <a:pt x="3030323" y="1027583"/>
                    </a:cubicBezTo>
                    <a:cubicBezTo>
                      <a:pt x="3021818" y="1121950"/>
                      <a:pt x="2911999" y="1186140"/>
                      <a:pt x="2820467" y="1162914"/>
                    </a:cubicBezTo>
                    <a:cubicBezTo>
                      <a:pt x="2728661" y="1139597"/>
                      <a:pt x="2664928" y="1047609"/>
                      <a:pt x="2655784" y="953243"/>
                    </a:cubicBezTo>
                    <a:cubicBezTo>
                      <a:pt x="2593147" y="1041940"/>
                      <a:pt x="2464034" y="1075589"/>
                      <a:pt x="2366102" y="1028772"/>
                    </a:cubicBezTo>
                    <a:lnTo>
                      <a:pt x="2352934" y="1028498"/>
                    </a:lnTo>
                    <a:cubicBezTo>
                      <a:pt x="2356227" y="1074401"/>
                      <a:pt x="2348728" y="1121218"/>
                      <a:pt x="2328428" y="1162640"/>
                    </a:cubicBezTo>
                    <a:cubicBezTo>
                      <a:pt x="2261403" y="1300258"/>
                      <a:pt x="2086569" y="1366186"/>
                      <a:pt x="1937614" y="1330433"/>
                    </a:cubicBezTo>
                    <a:cubicBezTo>
                      <a:pt x="1788384" y="1294863"/>
                      <a:pt x="1669329" y="1173705"/>
                      <a:pt x="1609619" y="1032796"/>
                    </a:cubicBezTo>
                    <a:cubicBezTo>
                      <a:pt x="1555760" y="1114177"/>
                      <a:pt x="1416680" y="1115366"/>
                      <a:pt x="1361633" y="1034716"/>
                    </a:cubicBezTo>
                    <a:cubicBezTo>
                      <a:pt x="1362548" y="1131642"/>
                      <a:pt x="1263518" y="1209275"/>
                      <a:pt x="1166592" y="1208634"/>
                    </a:cubicBezTo>
                    <a:cubicBezTo>
                      <a:pt x="1069666" y="1208177"/>
                      <a:pt x="981426" y="1146730"/>
                      <a:pt x="921898" y="1070286"/>
                    </a:cubicBezTo>
                    <a:cubicBezTo>
                      <a:pt x="753374" y="1222534"/>
                      <a:pt x="513619" y="1292394"/>
                      <a:pt x="289865" y="1254263"/>
                    </a:cubicBezTo>
                    <a:cubicBezTo>
                      <a:pt x="172639" y="1234055"/>
                      <a:pt x="51481" y="1177545"/>
                      <a:pt x="0" y="1070469"/>
                    </a:cubicBezTo>
                    <a:cubicBezTo>
                      <a:pt x="135514" y="1162914"/>
                      <a:pt x="323058" y="1227380"/>
                      <a:pt x="457932" y="1133745"/>
                    </a:cubicBezTo>
                    <a:cubicBezTo>
                      <a:pt x="531815" y="1082173"/>
                      <a:pt x="571134" y="994208"/>
                      <a:pt x="636331" y="931846"/>
                    </a:cubicBezTo>
                    <a:cubicBezTo>
                      <a:pt x="701253" y="869484"/>
                      <a:pt x="823418" y="844063"/>
                      <a:pt x="871881" y="920050"/>
                    </a:cubicBezTo>
                    <a:cubicBezTo>
                      <a:pt x="857068" y="835102"/>
                      <a:pt x="900318" y="743113"/>
                      <a:pt x="975208" y="700045"/>
                    </a:cubicBezTo>
                    <a:cubicBezTo>
                      <a:pt x="1020379" y="673894"/>
                      <a:pt x="1075243" y="667127"/>
                      <a:pt x="1126084" y="677917"/>
                    </a:cubicBezTo>
                    <a:cubicBezTo>
                      <a:pt x="1127273" y="578887"/>
                      <a:pt x="1171255" y="480498"/>
                      <a:pt x="1245413" y="414387"/>
                    </a:cubicBezTo>
                    <a:cubicBezTo>
                      <a:pt x="1322131" y="345898"/>
                      <a:pt x="1429390" y="312705"/>
                      <a:pt x="1531529" y="326421"/>
                    </a:cubicBezTo>
                    <a:lnTo>
                      <a:pt x="1552012" y="328067"/>
                    </a:lnTo>
                    <a:cubicBezTo>
                      <a:pt x="1556217" y="286645"/>
                      <a:pt x="1567556" y="245954"/>
                      <a:pt x="1586576" y="208738"/>
                    </a:cubicBezTo>
                    <a:cubicBezTo>
                      <a:pt x="1664483" y="56033"/>
                      <a:pt x="1852940" y="-26354"/>
                      <a:pt x="2021190" y="7570"/>
                    </a:cubicBezTo>
                    <a:cubicBezTo>
                      <a:pt x="2054108" y="14154"/>
                      <a:pt x="2086569" y="24761"/>
                      <a:pt x="2116013" y="41220"/>
                    </a:cubicBezTo>
                    <a:cubicBezTo>
                      <a:pt x="2142622" y="56033"/>
                      <a:pt x="2166854" y="75601"/>
                      <a:pt x="2188068" y="97730"/>
                    </a:cubicBezTo>
                    <a:cubicBezTo>
                      <a:pt x="2251345" y="163658"/>
                      <a:pt x="2288561" y="254001"/>
                      <a:pt x="2290390" y="345532"/>
                    </a:cubicBezTo>
                    <a:lnTo>
                      <a:pt x="2306392" y="353305"/>
                    </a:lnTo>
                    <a:cubicBezTo>
                      <a:pt x="2317456" y="343155"/>
                      <a:pt x="2329434" y="334011"/>
                      <a:pt x="2342144" y="326238"/>
                    </a:cubicBezTo>
                    <a:cubicBezTo>
                      <a:pt x="2433676" y="270460"/>
                      <a:pt x="2553920" y="276861"/>
                      <a:pt x="2650389" y="323221"/>
                    </a:cubicBezTo>
                    <a:cubicBezTo>
                      <a:pt x="2717415" y="355499"/>
                      <a:pt x="2780782" y="416398"/>
                      <a:pt x="2779137" y="490739"/>
                    </a:cubicBezTo>
                    <a:lnTo>
                      <a:pt x="2787366" y="49686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7" name="Google Shape;1557;p47"/>
              <p:cNvSpPr/>
              <p:nvPr/>
            </p:nvSpPr>
            <p:spPr>
              <a:xfrm>
                <a:off x="8743881" y="5292104"/>
                <a:ext cx="746897" cy="707056"/>
              </a:xfrm>
              <a:custGeom>
                <a:rect b="b" l="l" r="r" t="t"/>
                <a:pathLst>
                  <a:path extrusionOk="0" h="707056" w="746897">
                    <a:moveTo>
                      <a:pt x="281466" y="383723"/>
                    </a:moveTo>
                    <a:cubicBezTo>
                      <a:pt x="266653" y="364978"/>
                      <a:pt x="278083" y="338369"/>
                      <a:pt x="296463" y="326939"/>
                    </a:cubicBezTo>
                    <a:cubicBezTo>
                      <a:pt x="314842" y="315509"/>
                      <a:pt x="338708" y="315601"/>
                      <a:pt x="359830" y="316698"/>
                    </a:cubicBezTo>
                    <a:cubicBezTo>
                      <a:pt x="400704" y="318801"/>
                      <a:pt x="438378" y="331420"/>
                      <a:pt x="457854" y="369916"/>
                    </a:cubicBezTo>
                    <a:cubicBezTo>
                      <a:pt x="473490" y="400914"/>
                      <a:pt x="475685" y="437490"/>
                      <a:pt x="475411" y="471597"/>
                    </a:cubicBezTo>
                    <a:cubicBezTo>
                      <a:pt x="475045" y="512745"/>
                      <a:pt x="474313" y="556454"/>
                      <a:pt x="459957" y="595498"/>
                    </a:cubicBezTo>
                    <a:cubicBezTo>
                      <a:pt x="430605" y="675234"/>
                      <a:pt x="341451" y="711353"/>
                      <a:pt x="261532" y="699191"/>
                    </a:cubicBezTo>
                    <a:cubicBezTo>
                      <a:pt x="187100" y="687853"/>
                      <a:pt x="120166" y="642773"/>
                      <a:pt x="75909" y="582697"/>
                    </a:cubicBezTo>
                    <a:cubicBezTo>
                      <a:pt x="-1998" y="476901"/>
                      <a:pt x="-16811" y="325202"/>
                      <a:pt x="44911" y="208433"/>
                    </a:cubicBezTo>
                    <a:cubicBezTo>
                      <a:pt x="110382" y="84440"/>
                      <a:pt x="249005" y="9368"/>
                      <a:pt x="387171" y="5527"/>
                    </a:cubicBezTo>
                    <a:cubicBezTo>
                      <a:pt x="468004" y="3241"/>
                      <a:pt x="551123" y="24821"/>
                      <a:pt x="613759" y="77582"/>
                    </a:cubicBezTo>
                    <a:cubicBezTo>
                      <a:pt x="676396" y="130343"/>
                      <a:pt x="718824" y="205415"/>
                      <a:pt x="734734" y="285334"/>
                    </a:cubicBezTo>
                    <a:cubicBezTo>
                      <a:pt x="738849" y="305999"/>
                      <a:pt x="741044" y="326939"/>
                      <a:pt x="741501" y="348062"/>
                    </a:cubicBezTo>
                    <a:cubicBezTo>
                      <a:pt x="741501" y="351536"/>
                      <a:pt x="746988" y="351536"/>
                      <a:pt x="746896" y="348062"/>
                    </a:cubicBezTo>
                    <a:cubicBezTo>
                      <a:pt x="744793" y="261925"/>
                      <a:pt x="712698" y="177618"/>
                      <a:pt x="656370" y="112329"/>
                    </a:cubicBezTo>
                    <a:cubicBezTo>
                      <a:pt x="625921" y="77034"/>
                      <a:pt x="588705" y="47590"/>
                      <a:pt x="545820" y="29119"/>
                    </a:cubicBezTo>
                    <a:cubicBezTo>
                      <a:pt x="508420" y="13025"/>
                      <a:pt x="467821" y="4064"/>
                      <a:pt x="427222" y="1047"/>
                    </a:cubicBezTo>
                    <a:cubicBezTo>
                      <a:pt x="280095" y="-9652"/>
                      <a:pt x="125287" y="62220"/>
                      <a:pt x="48843" y="190419"/>
                    </a:cubicBezTo>
                    <a:cubicBezTo>
                      <a:pt x="-27601" y="318618"/>
                      <a:pt x="-11050" y="478912"/>
                      <a:pt x="75726" y="591566"/>
                    </a:cubicBezTo>
                    <a:cubicBezTo>
                      <a:pt x="123092" y="653014"/>
                      <a:pt x="194416" y="698186"/>
                      <a:pt x="272505" y="706049"/>
                    </a:cubicBezTo>
                    <a:cubicBezTo>
                      <a:pt x="350595" y="713913"/>
                      <a:pt x="435177" y="675508"/>
                      <a:pt x="464255" y="598699"/>
                    </a:cubicBezTo>
                    <a:cubicBezTo>
                      <a:pt x="479708" y="557917"/>
                      <a:pt x="480348" y="511556"/>
                      <a:pt x="480348" y="468397"/>
                    </a:cubicBezTo>
                    <a:cubicBezTo>
                      <a:pt x="480348" y="433558"/>
                      <a:pt x="477605" y="396068"/>
                      <a:pt x="460506" y="364978"/>
                    </a:cubicBezTo>
                    <a:cubicBezTo>
                      <a:pt x="441944" y="331054"/>
                      <a:pt x="408660" y="316606"/>
                      <a:pt x="371352" y="313315"/>
                    </a:cubicBezTo>
                    <a:cubicBezTo>
                      <a:pt x="338068" y="310388"/>
                      <a:pt x="289879" y="309657"/>
                      <a:pt x="275066" y="346873"/>
                    </a:cubicBezTo>
                    <a:cubicBezTo>
                      <a:pt x="269854" y="360040"/>
                      <a:pt x="270676" y="374214"/>
                      <a:pt x="279912" y="385278"/>
                    </a:cubicBezTo>
                    <a:cubicBezTo>
                      <a:pt x="280826" y="386375"/>
                      <a:pt x="282381" y="384821"/>
                      <a:pt x="281466" y="383723"/>
                    </a:cubicBezTo>
                    <a:lnTo>
                      <a:pt x="281466" y="383723"/>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8" name="Google Shape;1558;p47"/>
              <p:cNvSpPr/>
              <p:nvPr/>
            </p:nvSpPr>
            <p:spPr>
              <a:xfrm>
                <a:off x="9424743" y="5578602"/>
                <a:ext cx="554877" cy="321049"/>
              </a:xfrm>
              <a:custGeom>
                <a:rect b="b" l="l" r="r" t="t"/>
                <a:pathLst>
                  <a:path extrusionOk="0" h="321049" w="554877">
                    <a:moveTo>
                      <a:pt x="20315" y="318419"/>
                    </a:moveTo>
                    <a:cubicBezTo>
                      <a:pt x="-22205" y="221584"/>
                      <a:pt x="24978" y="103443"/>
                      <a:pt x="111206" y="47665"/>
                    </a:cubicBezTo>
                    <a:cubicBezTo>
                      <a:pt x="211150" y="-17075"/>
                      <a:pt x="350413" y="-4273"/>
                      <a:pt x="449168" y="56260"/>
                    </a:cubicBezTo>
                    <a:cubicBezTo>
                      <a:pt x="502203" y="88813"/>
                      <a:pt x="550026" y="141208"/>
                      <a:pt x="549478" y="206862"/>
                    </a:cubicBezTo>
                    <a:cubicBezTo>
                      <a:pt x="549478" y="210337"/>
                      <a:pt x="554781" y="210337"/>
                      <a:pt x="554873" y="206862"/>
                    </a:cubicBezTo>
                    <a:cubicBezTo>
                      <a:pt x="555330" y="149803"/>
                      <a:pt x="520034" y="101797"/>
                      <a:pt x="476234" y="68422"/>
                    </a:cubicBezTo>
                    <a:cubicBezTo>
                      <a:pt x="427588" y="31297"/>
                      <a:pt x="366781" y="9626"/>
                      <a:pt x="306339" y="2402"/>
                    </a:cubicBezTo>
                    <a:cubicBezTo>
                      <a:pt x="245897" y="-4822"/>
                      <a:pt x="180335" y="3865"/>
                      <a:pt x="125287" y="33675"/>
                    </a:cubicBezTo>
                    <a:cubicBezTo>
                      <a:pt x="77373" y="59644"/>
                      <a:pt x="39791" y="102255"/>
                      <a:pt x="18486" y="152272"/>
                    </a:cubicBezTo>
                    <a:cubicBezTo>
                      <a:pt x="-4283" y="205673"/>
                      <a:pt x="-7575" y="266938"/>
                      <a:pt x="17388" y="320156"/>
                    </a:cubicBezTo>
                    <a:cubicBezTo>
                      <a:pt x="18394" y="322168"/>
                      <a:pt x="21320" y="320430"/>
                      <a:pt x="20406" y="318419"/>
                    </a:cubicBezTo>
                    <a:lnTo>
                      <a:pt x="20406" y="318419"/>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9" name="Google Shape;1559;p47"/>
              <p:cNvSpPr/>
              <p:nvPr/>
            </p:nvSpPr>
            <p:spPr>
              <a:xfrm>
                <a:off x="7195266" y="5965135"/>
                <a:ext cx="2358815" cy="672174"/>
              </a:xfrm>
              <a:custGeom>
                <a:rect b="b" l="l" r="r" t="t"/>
                <a:pathLst>
                  <a:path extrusionOk="0" h="672174" w="2358815">
                    <a:moveTo>
                      <a:pt x="1098470" y="153354"/>
                    </a:moveTo>
                    <a:cubicBezTo>
                      <a:pt x="1053299" y="193130"/>
                      <a:pt x="1071861" y="272134"/>
                      <a:pt x="1120964" y="300298"/>
                    </a:cubicBezTo>
                    <a:cubicBezTo>
                      <a:pt x="1182412" y="335593"/>
                      <a:pt x="1260867" y="286307"/>
                      <a:pt x="1280984" y="225043"/>
                    </a:cubicBezTo>
                    <a:cubicBezTo>
                      <a:pt x="1306313" y="148141"/>
                      <a:pt x="1256661" y="64657"/>
                      <a:pt x="1190001" y="27441"/>
                    </a:cubicBezTo>
                    <a:cubicBezTo>
                      <a:pt x="1123342" y="-9775"/>
                      <a:pt x="1034645" y="-9867"/>
                      <a:pt x="969082" y="31647"/>
                    </a:cubicBezTo>
                    <a:cubicBezTo>
                      <a:pt x="897028" y="77275"/>
                      <a:pt x="857983" y="166613"/>
                      <a:pt x="871699" y="250372"/>
                    </a:cubicBezTo>
                    <a:lnTo>
                      <a:pt x="876637" y="248268"/>
                    </a:lnTo>
                    <a:cubicBezTo>
                      <a:pt x="846004" y="201543"/>
                      <a:pt x="788488" y="193130"/>
                      <a:pt x="737373" y="205291"/>
                    </a:cubicBezTo>
                    <a:cubicBezTo>
                      <a:pt x="709301" y="211967"/>
                      <a:pt x="682327" y="224403"/>
                      <a:pt x="658918" y="241228"/>
                    </a:cubicBezTo>
                    <a:cubicBezTo>
                      <a:pt x="632126" y="260521"/>
                      <a:pt x="610454" y="286399"/>
                      <a:pt x="590247" y="312276"/>
                    </a:cubicBezTo>
                    <a:cubicBezTo>
                      <a:pt x="546081" y="368878"/>
                      <a:pt x="507127" y="433069"/>
                      <a:pt x="443943" y="470651"/>
                    </a:cubicBezTo>
                    <a:cubicBezTo>
                      <a:pt x="380757" y="508232"/>
                      <a:pt x="305137" y="512987"/>
                      <a:pt x="234271" y="499180"/>
                    </a:cubicBezTo>
                    <a:cubicBezTo>
                      <a:pt x="151335" y="483086"/>
                      <a:pt x="73427" y="444773"/>
                      <a:pt x="3933" y="397590"/>
                    </a:cubicBezTo>
                    <a:cubicBezTo>
                      <a:pt x="1556" y="395944"/>
                      <a:pt x="-822" y="399053"/>
                      <a:pt x="275" y="401248"/>
                    </a:cubicBezTo>
                    <a:cubicBezTo>
                      <a:pt x="58340" y="519937"/>
                      <a:pt x="193854" y="573521"/>
                      <a:pt x="317664" y="590071"/>
                    </a:cubicBezTo>
                    <a:cubicBezTo>
                      <a:pt x="456195" y="608633"/>
                      <a:pt x="599116" y="586688"/>
                      <a:pt x="726766" y="530452"/>
                    </a:cubicBezTo>
                    <a:cubicBezTo>
                      <a:pt x="799644" y="498357"/>
                      <a:pt x="867218" y="454923"/>
                      <a:pt x="926380" y="401613"/>
                    </a:cubicBezTo>
                    <a:lnTo>
                      <a:pt x="922539" y="401613"/>
                    </a:lnTo>
                    <a:cubicBezTo>
                      <a:pt x="973289" y="465987"/>
                      <a:pt x="1043332" y="520851"/>
                      <a:pt x="1125445" y="536487"/>
                    </a:cubicBezTo>
                    <a:cubicBezTo>
                      <a:pt x="1198323" y="550295"/>
                      <a:pt x="1275132" y="526612"/>
                      <a:pt x="1324784" y="470559"/>
                    </a:cubicBezTo>
                    <a:cubicBezTo>
                      <a:pt x="1350936" y="441024"/>
                      <a:pt x="1366846" y="403899"/>
                      <a:pt x="1366938" y="364214"/>
                    </a:cubicBezTo>
                    <a:lnTo>
                      <a:pt x="1361909" y="365586"/>
                    </a:lnTo>
                    <a:cubicBezTo>
                      <a:pt x="1419516" y="447882"/>
                      <a:pt x="1558322" y="446785"/>
                      <a:pt x="1614649" y="363574"/>
                    </a:cubicBezTo>
                    <a:lnTo>
                      <a:pt x="1609985" y="363574"/>
                    </a:lnTo>
                    <a:cubicBezTo>
                      <a:pt x="1685972" y="541333"/>
                      <a:pt x="1861263" y="692667"/>
                      <a:pt x="2064442" y="669898"/>
                    </a:cubicBezTo>
                    <a:cubicBezTo>
                      <a:pt x="2153505" y="659931"/>
                      <a:pt x="2241104" y="618509"/>
                      <a:pt x="2298346" y="548283"/>
                    </a:cubicBezTo>
                    <a:cubicBezTo>
                      <a:pt x="2352478" y="481897"/>
                      <a:pt x="2370584" y="396035"/>
                      <a:pt x="2351381" y="312825"/>
                    </a:cubicBezTo>
                    <a:cubicBezTo>
                      <a:pt x="2330898" y="223671"/>
                      <a:pt x="2268445" y="142472"/>
                      <a:pt x="2177736" y="117966"/>
                    </a:cubicBezTo>
                    <a:cubicBezTo>
                      <a:pt x="2174353" y="117052"/>
                      <a:pt x="2172890" y="122264"/>
                      <a:pt x="2176274" y="123179"/>
                    </a:cubicBezTo>
                    <a:cubicBezTo>
                      <a:pt x="2256192" y="144758"/>
                      <a:pt x="2314165" y="211875"/>
                      <a:pt x="2339128" y="289051"/>
                    </a:cubicBezTo>
                    <a:cubicBezTo>
                      <a:pt x="2364091" y="366226"/>
                      <a:pt x="2355861" y="456477"/>
                      <a:pt x="2308130" y="526155"/>
                    </a:cubicBezTo>
                    <a:cubicBezTo>
                      <a:pt x="2257472" y="600130"/>
                      <a:pt x="2173164" y="646307"/>
                      <a:pt x="2085931" y="661394"/>
                    </a:cubicBezTo>
                    <a:cubicBezTo>
                      <a:pt x="1992753" y="677396"/>
                      <a:pt x="1898844" y="655542"/>
                      <a:pt x="1819017" y="605982"/>
                    </a:cubicBezTo>
                    <a:cubicBezTo>
                      <a:pt x="1726937" y="548740"/>
                      <a:pt x="1656985" y="459952"/>
                      <a:pt x="1614649" y="360831"/>
                    </a:cubicBezTo>
                    <a:cubicBezTo>
                      <a:pt x="1613826" y="358819"/>
                      <a:pt x="1610991" y="359368"/>
                      <a:pt x="1609985" y="360831"/>
                    </a:cubicBezTo>
                    <a:cubicBezTo>
                      <a:pt x="1556036" y="440475"/>
                      <a:pt x="1421802" y="441664"/>
                      <a:pt x="1366572" y="362843"/>
                    </a:cubicBezTo>
                    <a:cubicBezTo>
                      <a:pt x="1365109" y="360739"/>
                      <a:pt x="1361543" y="361380"/>
                      <a:pt x="1361543" y="364214"/>
                    </a:cubicBezTo>
                    <a:cubicBezTo>
                      <a:pt x="1361543" y="437915"/>
                      <a:pt x="1304941" y="498174"/>
                      <a:pt x="1238465" y="522771"/>
                    </a:cubicBezTo>
                    <a:cubicBezTo>
                      <a:pt x="1165678" y="549746"/>
                      <a:pt x="1086583" y="529446"/>
                      <a:pt x="1023398" y="488298"/>
                    </a:cubicBezTo>
                    <a:cubicBezTo>
                      <a:pt x="986090" y="463975"/>
                      <a:pt x="953812" y="432703"/>
                      <a:pt x="926380" y="397864"/>
                    </a:cubicBezTo>
                    <a:cubicBezTo>
                      <a:pt x="925465" y="396676"/>
                      <a:pt x="923545" y="396950"/>
                      <a:pt x="922539" y="397864"/>
                    </a:cubicBezTo>
                    <a:cubicBezTo>
                      <a:pt x="819944" y="490219"/>
                      <a:pt x="691745" y="552124"/>
                      <a:pt x="556231" y="577818"/>
                    </a:cubicBezTo>
                    <a:cubicBezTo>
                      <a:pt x="425929" y="602507"/>
                      <a:pt x="280905" y="596746"/>
                      <a:pt x="159107" y="540236"/>
                    </a:cubicBezTo>
                    <a:cubicBezTo>
                      <a:pt x="94276" y="510153"/>
                      <a:pt x="36668" y="463609"/>
                      <a:pt x="4847" y="398504"/>
                    </a:cubicBezTo>
                    <a:lnTo>
                      <a:pt x="1190" y="402162"/>
                    </a:lnTo>
                    <a:cubicBezTo>
                      <a:pt x="111467" y="477051"/>
                      <a:pt x="260879" y="541699"/>
                      <a:pt x="395296" y="498357"/>
                    </a:cubicBezTo>
                    <a:cubicBezTo>
                      <a:pt x="460859" y="477143"/>
                      <a:pt x="507859" y="429868"/>
                      <a:pt x="548641" y="376376"/>
                    </a:cubicBezTo>
                    <a:cubicBezTo>
                      <a:pt x="589880" y="322426"/>
                      <a:pt x="627737" y="260339"/>
                      <a:pt x="690007" y="228517"/>
                    </a:cubicBezTo>
                    <a:cubicBezTo>
                      <a:pt x="747249" y="199257"/>
                      <a:pt x="831739" y="189655"/>
                      <a:pt x="871973" y="250920"/>
                    </a:cubicBezTo>
                    <a:cubicBezTo>
                      <a:pt x="873711" y="253572"/>
                      <a:pt x="877368" y="251835"/>
                      <a:pt x="876911" y="248817"/>
                    </a:cubicBezTo>
                    <a:cubicBezTo>
                      <a:pt x="865389" y="178774"/>
                      <a:pt x="892090" y="104891"/>
                      <a:pt x="944393" y="57067"/>
                    </a:cubicBezTo>
                    <a:cubicBezTo>
                      <a:pt x="996697" y="9244"/>
                      <a:pt x="1076159" y="-6301"/>
                      <a:pt x="1145196" y="14273"/>
                    </a:cubicBezTo>
                    <a:cubicBezTo>
                      <a:pt x="1214233" y="34847"/>
                      <a:pt x="1276504" y="96935"/>
                      <a:pt x="1281990" y="173105"/>
                    </a:cubicBezTo>
                    <a:cubicBezTo>
                      <a:pt x="1284550" y="209589"/>
                      <a:pt x="1272572" y="244794"/>
                      <a:pt x="1246694" y="270763"/>
                    </a:cubicBezTo>
                    <a:cubicBezTo>
                      <a:pt x="1223286" y="294171"/>
                      <a:pt x="1190093" y="309350"/>
                      <a:pt x="1156534" y="306241"/>
                    </a:cubicBezTo>
                    <a:cubicBezTo>
                      <a:pt x="1089052" y="299841"/>
                      <a:pt x="1047447" y="204103"/>
                      <a:pt x="1101030" y="155914"/>
                    </a:cubicBezTo>
                    <a:cubicBezTo>
                      <a:pt x="1102859" y="154268"/>
                      <a:pt x="1100207" y="151708"/>
                      <a:pt x="1098379" y="153262"/>
                    </a:cubicBezTo>
                    <a:lnTo>
                      <a:pt x="1098379" y="15326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0" name="Google Shape;1560;p47"/>
              <p:cNvSpPr/>
              <p:nvPr/>
            </p:nvSpPr>
            <p:spPr>
              <a:xfrm>
                <a:off x="8321807" y="5614865"/>
                <a:ext cx="409214" cy="370190"/>
              </a:xfrm>
              <a:custGeom>
                <a:rect b="b" l="l" r="r" t="t"/>
                <a:pathLst>
                  <a:path extrusionOk="0" h="370190" w="409214">
                    <a:moveTo>
                      <a:pt x="3476" y="368841"/>
                    </a:moveTo>
                    <a:cubicBezTo>
                      <a:pt x="5122" y="289014"/>
                      <a:pt x="27891" y="212296"/>
                      <a:pt x="75805" y="147740"/>
                    </a:cubicBezTo>
                    <a:cubicBezTo>
                      <a:pt x="123720" y="83183"/>
                      <a:pt x="194769" y="36640"/>
                      <a:pt x="273224" y="16706"/>
                    </a:cubicBezTo>
                    <a:cubicBezTo>
                      <a:pt x="295535" y="11037"/>
                      <a:pt x="318487" y="7471"/>
                      <a:pt x="341438" y="6099"/>
                    </a:cubicBezTo>
                    <a:cubicBezTo>
                      <a:pt x="364390" y="4727"/>
                      <a:pt x="385330" y="6830"/>
                      <a:pt x="407458" y="7928"/>
                    </a:cubicBezTo>
                    <a:cubicBezTo>
                      <a:pt x="409470" y="8019"/>
                      <a:pt x="409927" y="4819"/>
                      <a:pt x="407916" y="4361"/>
                    </a:cubicBezTo>
                    <a:cubicBezTo>
                      <a:pt x="369328" y="-3685"/>
                      <a:pt x="326351" y="430"/>
                      <a:pt x="288037" y="8385"/>
                    </a:cubicBezTo>
                    <a:cubicBezTo>
                      <a:pt x="247712" y="16706"/>
                      <a:pt x="208667" y="31885"/>
                      <a:pt x="173280" y="53099"/>
                    </a:cubicBezTo>
                    <a:cubicBezTo>
                      <a:pt x="104700" y="94247"/>
                      <a:pt x="52122" y="158529"/>
                      <a:pt x="23593" y="233144"/>
                    </a:cubicBezTo>
                    <a:cubicBezTo>
                      <a:pt x="7317" y="275938"/>
                      <a:pt x="-2010" y="322847"/>
                      <a:pt x="367" y="368750"/>
                    </a:cubicBezTo>
                    <a:cubicBezTo>
                      <a:pt x="459" y="370670"/>
                      <a:pt x="3293" y="370670"/>
                      <a:pt x="3293" y="368750"/>
                    </a:cubicBezTo>
                    <a:lnTo>
                      <a:pt x="3293" y="368750"/>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1" name="Google Shape;1561;p47"/>
              <p:cNvSpPr/>
              <p:nvPr/>
            </p:nvSpPr>
            <p:spPr>
              <a:xfrm>
                <a:off x="9561970" y="5689586"/>
                <a:ext cx="2264619" cy="827029"/>
              </a:xfrm>
              <a:custGeom>
                <a:rect b="b" l="l" r="r" t="t"/>
                <a:pathLst>
                  <a:path extrusionOk="0" h="827029" w="2264619">
                    <a:moveTo>
                      <a:pt x="1227" y="635740"/>
                    </a:moveTo>
                    <a:cubicBezTo>
                      <a:pt x="101263" y="682832"/>
                      <a:pt x="229462" y="649273"/>
                      <a:pt x="294018" y="559662"/>
                    </a:cubicBezTo>
                    <a:lnTo>
                      <a:pt x="289538" y="558473"/>
                    </a:lnTo>
                    <a:cubicBezTo>
                      <a:pt x="297585" y="636563"/>
                      <a:pt x="340561" y="713647"/>
                      <a:pt x="410421" y="752326"/>
                    </a:cubicBezTo>
                    <a:cubicBezTo>
                      <a:pt x="475344" y="788262"/>
                      <a:pt x="555171" y="780032"/>
                      <a:pt x="612687" y="733398"/>
                    </a:cubicBezTo>
                    <a:cubicBezTo>
                      <a:pt x="643776" y="708161"/>
                      <a:pt x="665082" y="672773"/>
                      <a:pt x="669013" y="632723"/>
                    </a:cubicBezTo>
                    <a:lnTo>
                      <a:pt x="664533" y="634552"/>
                    </a:lnTo>
                    <a:cubicBezTo>
                      <a:pt x="725066" y="708252"/>
                      <a:pt x="800962" y="772626"/>
                      <a:pt x="891579" y="805636"/>
                    </a:cubicBezTo>
                    <a:cubicBezTo>
                      <a:pt x="974057" y="835720"/>
                      <a:pt x="1066504" y="835079"/>
                      <a:pt x="1146422" y="797315"/>
                    </a:cubicBezTo>
                    <a:cubicBezTo>
                      <a:pt x="1189490" y="776923"/>
                      <a:pt x="1226797" y="745651"/>
                      <a:pt x="1252584" y="705418"/>
                    </a:cubicBezTo>
                    <a:lnTo>
                      <a:pt x="1248926" y="706332"/>
                    </a:lnTo>
                    <a:cubicBezTo>
                      <a:pt x="1385264" y="772900"/>
                      <a:pt x="1540437" y="792286"/>
                      <a:pt x="1689941" y="770523"/>
                    </a:cubicBezTo>
                    <a:cubicBezTo>
                      <a:pt x="1839172" y="748852"/>
                      <a:pt x="1983190" y="686764"/>
                      <a:pt x="2099501" y="590294"/>
                    </a:cubicBezTo>
                    <a:cubicBezTo>
                      <a:pt x="2165338" y="535705"/>
                      <a:pt x="2221573" y="470051"/>
                      <a:pt x="2264276" y="395984"/>
                    </a:cubicBezTo>
                    <a:cubicBezTo>
                      <a:pt x="2265739" y="393516"/>
                      <a:pt x="2262173" y="390498"/>
                      <a:pt x="2260161" y="392784"/>
                    </a:cubicBezTo>
                    <a:cubicBezTo>
                      <a:pt x="2107457" y="570818"/>
                      <a:pt x="1871084" y="656954"/>
                      <a:pt x="1640838" y="664361"/>
                    </a:cubicBezTo>
                    <a:cubicBezTo>
                      <a:pt x="1535134" y="667744"/>
                      <a:pt x="1423302" y="653662"/>
                      <a:pt x="1329850" y="601084"/>
                    </a:cubicBezTo>
                    <a:cubicBezTo>
                      <a:pt x="1283947" y="575207"/>
                      <a:pt x="1243805" y="539454"/>
                      <a:pt x="1215825" y="494557"/>
                    </a:cubicBezTo>
                    <a:cubicBezTo>
                      <a:pt x="1183912" y="443350"/>
                      <a:pt x="1168550" y="384280"/>
                      <a:pt x="1141576" y="330696"/>
                    </a:cubicBezTo>
                    <a:cubicBezTo>
                      <a:pt x="1128499" y="304636"/>
                      <a:pt x="1112772" y="278941"/>
                      <a:pt x="1090461" y="259739"/>
                    </a:cubicBezTo>
                    <a:cubicBezTo>
                      <a:pt x="1071715" y="243554"/>
                      <a:pt x="1049495" y="231301"/>
                      <a:pt x="1025812" y="224169"/>
                    </a:cubicBezTo>
                    <a:cubicBezTo>
                      <a:pt x="982287" y="211093"/>
                      <a:pt x="932361" y="216945"/>
                      <a:pt x="905295" y="257087"/>
                    </a:cubicBezTo>
                    <a:lnTo>
                      <a:pt x="910140" y="257727"/>
                    </a:lnTo>
                    <a:cubicBezTo>
                      <a:pt x="886366" y="159246"/>
                      <a:pt x="821719" y="66709"/>
                      <a:pt x="728358" y="23366"/>
                    </a:cubicBezTo>
                    <a:cubicBezTo>
                      <a:pt x="642678" y="-16410"/>
                      <a:pt x="538986" y="-4889"/>
                      <a:pt x="464645" y="53999"/>
                    </a:cubicBezTo>
                    <a:cubicBezTo>
                      <a:pt x="429258" y="81979"/>
                      <a:pt x="402009" y="121116"/>
                      <a:pt x="392042" y="165556"/>
                    </a:cubicBezTo>
                    <a:cubicBezTo>
                      <a:pt x="382075" y="209995"/>
                      <a:pt x="389116" y="259922"/>
                      <a:pt x="413987" y="298784"/>
                    </a:cubicBezTo>
                    <a:cubicBezTo>
                      <a:pt x="437305" y="335177"/>
                      <a:pt x="475618" y="358768"/>
                      <a:pt x="519326" y="358037"/>
                    </a:cubicBezTo>
                    <a:cubicBezTo>
                      <a:pt x="559103" y="357305"/>
                      <a:pt x="600891" y="338194"/>
                      <a:pt x="622104" y="303539"/>
                    </a:cubicBezTo>
                    <a:cubicBezTo>
                      <a:pt x="646153" y="264220"/>
                      <a:pt x="633626" y="218134"/>
                      <a:pt x="598696" y="190153"/>
                    </a:cubicBezTo>
                    <a:cubicBezTo>
                      <a:pt x="566967" y="164824"/>
                      <a:pt x="519418" y="155863"/>
                      <a:pt x="487871" y="186221"/>
                    </a:cubicBezTo>
                    <a:cubicBezTo>
                      <a:pt x="485494" y="188507"/>
                      <a:pt x="489151" y="192073"/>
                      <a:pt x="491437" y="189787"/>
                    </a:cubicBezTo>
                    <a:cubicBezTo>
                      <a:pt x="520881" y="161532"/>
                      <a:pt x="565412" y="170310"/>
                      <a:pt x="595039" y="193811"/>
                    </a:cubicBezTo>
                    <a:cubicBezTo>
                      <a:pt x="626585" y="218865"/>
                      <a:pt x="639844" y="259648"/>
                      <a:pt x="620185" y="296406"/>
                    </a:cubicBezTo>
                    <a:cubicBezTo>
                      <a:pt x="600525" y="333165"/>
                      <a:pt x="559926" y="351727"/>
                      <a:pt x="520698" y="352825"/>
                    </a:cubicBezTo>
                    <a:cubicBezTo>
                      <a:pt x="476624" y="354013"/>
                      <a:pt x="438493" y="329690"/>
                      <a:pt x="416182" y="292383"/>
                    </a:cubicBezTo>
                    <a:cubicBezTo>
                      <a:pt x="368908" y="213379"/>
                      <a:pt x="398169" y="114075"/>
                      <a:pt x="467206" y="58845"/>
                    </a:cubicBezTo>
                    <a:cubicBezTo>
                      <a:pt x="536243" y="3615"/>
                      <a:pt x="631706" y="-9918"/>
                      <a:pt x="712722" y="22543"/>
                    </a:cubicBezTo>
                    <a:cubicBezTo>
                      <a:pt x="811661" y="62228"/>
                      <a:pt x="880331" y="157783"/>
                      <a:pt x="904929" y="259373"/>
                    </a:cubicBezTo>
                    <a:cubicBezTo>
                      <a:pt x="905477" y="261750"/>
                      <a:pt x="908587" y="261842"/>
                      <a:pt x="909775" y="260013"/>
                    </a:cubicBezTo>
                    <a:cubicBezTo>
                      <a:pt x="938030" y="218225"/>
                      <a:pt x="991980" y="216945"/>
                      <a:pt x="1035231" y="233313"/>
                    </a:cubicBezTo>
                    <a:cubicBezTo>
                      <a:pt x="1088540" y="253429"/>
                      <a:pt x="1120088" y="296955"/>
                      <a:pt x="1143404" y="347155"/>
                    </a:cubicBezTo>
                    <a:cubicBezTo>
                      <a:pt x="1168367" y="401014"/>
                      <a:pt x="1184552" y="459444"/>
                      <a:pt x="1218477" y="508822"/>
                    </a:cubicBezTo>
                    <a:cubicBezTo>
                      <a:pt x="1246366" y="549329"/>
                      <a:pt x="1284313" y="581882"/>
                      <a:pt x="1327016" y="606022"/>
                    </a:cubicBezTo>
                    <a:cubicBezTo>
                      <a:pt x="1416993" y="656680"/>
                      <a:pt x="1524435" y="672225"/>
                      <a:pt x="1626482" y="670304"/>
                    </a:cubicBezTo>
                    <a:cubicBezTo>
                      <a:pt x="1738770" y="668293"/>
                      <a:pt x="1851241" y="647902"/>
                      <a:pt x="1956214" y="607759"/>
                    </a:cubicBezTo>
                    <a:cubicBezTo>
                      <a:pt x="2073715" y="562862"/>
                      <a:pt x="2181523" y="492454"/>
                      <a:pt x="2263727" y="396716"/>
                    </a:cubicBezTo>
                    <a:lnTo>
                      <a:pt x="2259613" y="393516"/>
                    </a:lnTo>
                    <a:cubicBezTo>
                      <a:pt x="2184358" y="523818"/>
                      <a:pt x="2067314" y="625956"/>
                      <a:pt x="1932349" y="690970"/>
                    </a:cubicBezTo>
                    <a:cubicBezTo>
                      <a:pt x="1797383" y="755984"/>
                      <a:pt x="1644130" y="784970"/>
                      <a:pt x="1494808" y="770157"/>
                    </a:cubicBezTo>
                    <a:cubicBezTo>
                      <a:pt x="1410501" y="761836"/>
                      <a:pt x="1327747" y="739067"/>
                      <a:pt x="1251487" y="701851"/>
                    </a:cubicBezTo>
                    <a:cubicBezTo>
                      <a:pt x="1250115" y="701211"/>
                      <a:pt x="1248652" y="701485"/>
                      <a:pt x="1247829" y="702766"/>
                    </a:cubicBezTo>
                    <a:cubicBezTo>
                      <a:pt x="1201103" y="775735"/>
                      <a:pt x="1116887" y="815511"/>
                      <a:pt x="1032031" y="821363"/>
                    </a:cubicBezTo>
                    <a:cubicBezTo>
                      <a:pt x="941871" y="827490"/>
                      <a:pt x="854911" y="793474"/>
                      <a:pt x="782948" y="741079"/>
                    </a:cubicBezTo>
                    <a:cubicBezTo>
                      <a:pt x="739879" y="709806"/>
                      <a:pt x="701933" y="671950"/>
                      <a:pt x="668191" y="630894"/>
                    </a:cubicBezTo>
                    <a:cubicBezTo>
                      <a:pt x="666545" y="628882"/>
                      <a:pt x="663893" y="630711"/>
                      <a:pt x="663710" y="632723"/>
                    </a:cubicBezTo>
                    <a:cubicBezTo>
                      <a:pt x="656669" y="703406"/>
                      <a:pt x="593758" y="754886"/>
                      <a:pt x="526825" y="767322"/>
                    </a:cubicBezTo>
                    <a:cubicBezTo>
                      <a:pt x="451112" y="781404"/>
                      <a:pt x="379514" y="739524"/>
                      <a:pt x="337726" y="677894"/>
                    </a:cubicBezTo>
                    <a:cubicBezTo>
                      <a:pt x="313678" y="642415"/>
                      <a:pt x="298682" y="601084"/>
                      <a:pt x="294201" y="558473"/>
                    </a:cubicBezTo>
                    <a:cubicBezTo>
                      <a:pt x="293927" y="556096"/>
                      <a:pt x="291184" y="555273"/>
                      <a:pt x="289720" y="557285"/>
                    </a:cubicBezTo>
                    <a:cubicBezTo>
                      <a:pt x="226719" y="644976"/>
                      <a:pt x="100989" y="677711"/>
                      <a:pt x="3148" y="632266"/>
                    </a:cubicBezTo>
                    <a:cubicBezTo>
                      <a:pt x="770" y="631168"/>
                      <a:pt x="-1333" y="634734"/>
                      <a:pt x="1045" y="635832"/>
                    </a:cubicBezTo>
                    <a:lnTo>
                      <a:pt x="1045" y="63583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562" name="Google Shape;1562;p47"/>
          <p:cNvGrpSpPr/>
          <p:nvPr/>
        </p:nvGrpSpPr>
        <p:grpSpPr>
          <a:xfrm flipH="1">
            <a:off x="2024730" y="7"/>
            <a:ext cx="2567605" cy="745782"/>
            <a:chOff x="7195266" y="5292104"/>
            <a:chExt cx="4631323" cy="1345205"/>
          </a:xfrm>
        </p:grpSpPr>
        <p:sp>
          <p:nvSpPr>
            <p:cNvPr id="1563" name="Google Shape;1563;p47"/>
            <p:cNvSpPr/>
            <p:nvPr/>
          </p:nvSpPr>
          <p:spPr>
            <a:xfrm>
              <a:off x="7198193" y="5294725"/>
              <a:ext cx="4625675" cy="1340030"/>
            </a:xfrm>
            <a:custGeom>
              <a:rect b="b" l="l" r="r" t="t"/>
              <a:pathLst>
                <a:path extrusionOk="0" h="1340030" w="4625675">
                  <a:moveTo>
                    <a:pt x="2787000" y="496683"/>
                  </a:moveTo>
                  <a:cubicBezTo>
                    <a:pt x="2841316" y="417861"/>
                    <a:pt x="2952689" y="379457"/>
                    <a:pt x="3047695" y="404877"/>
                  </a:cubicBezTo>
                  <a:cubicBezTo>
                    <a:pt x="3160625" y="435235"/>
                    <a:pt x="3244383" y="539477"/>
                    <a:pt x="3271267" y="653411"/>
                  </a:cubicBezTo>
                  <a:cubicBezTo>
                    <a:pt x="3315066" y="586568"/>
                    <a:pt x="3425617" y="615738"/>
                    <a:pt x="3474080" y="679563"/>
                  </a:cubicBezTo>
                  <a:cubicBezTo>
                    <a:pt x="3522361" y="743113"/>
                    <a:pt x="3536168" y="826872"/>
                    <a:pt x="3579236" y="894172"/>
                  </a:cubicBezTo>
                  <a:cubicBezTo>
                    <a:pt x="3662812" y="1024566"/>
                    <a:pt x="3835451" y="1065257"/>
                    <a:pt x="3990351" y="1062422"/>
                  </a:cubicBezTo>
                  <a:cubicBezTo>
                    <a:pt x="4227821" y="1057942"/>
                    <a:pt x="4471600" y="970433"/>
                    <a:pt x="4625676" y="789657"/>
                  </a:cubicBezTo>
                  <a:cubicBezTo>
                    <a:pt x="4432463" y="1126430"/>
                    <a:pt x="3962553" y="1270174"/>
                    <a:pt x="3614075" y="1098906"/>
                  </a:cubicBezTo>
                  <a:cubicBezTo>
                    <a:pt x="3552901" y="1196107"/>
                    <a:pt x="3423971" y="1235884"/>
                    <a:pt x="3311501" y="1213755"/>
                  </a:cubicBezTo>
                  <a:cubicBezTo>
                    <a:pt x="3199029" y="1191444"/>
                    <a:pt x="3102742" y="1116555"/>
                    <a:pt x="3030323" y="1027583"/>
                  </a:cubicBezTo>
                  <a:cubicBezTo>
                    <a:pt x="3021818" y="1121950"/>
                    <a:pt x="2911999" y="1186140"/>
                    <a:pt x="2820467" y="1162914"/>
                  </a:cubicBezTo>
                  <a:cubicBezTo>
                    <a:pt x="2728661" y="1139597"/>
                    <a:pt x="2664928" y="1047609"/>
                    <a:pt x="2655784" y="953243"/>
                  </a:cubicBezTo>
                  <a:cubicBezTo>
                    <a:pt x="2593147" y="1041940"/>
                    <a:pt x="2464034" y="1075589"/>
                    <a:pt x="2366102" y="1028772"/>
                  </a:cubicBezTo>
                  <a:lnTo>
                    <a:pt x="2352934" y="1028498"/>
                  </a:lnTo>
                  <a:cubicBezTo>
                    <a:pt x="2356227" y="1074401"/>
                    <a:pt x="2348728" y="1121218"/>
                    <a:pt x="2328428" y="1162640"/>
                  </a:cubicBezTo>
                  <a:cubicBezTo>
                    <a:pt x="2261403" y="1300258"/>
                    <a:pt x="2086569" y="1366186"/>
                    <a:pt x="1937614" y="1330433"/>
                  </a:cubicBezTo>
                  <a:cubicBezTo>
                    <a:pt x="1788384" y="1294863"/>
                    <a:pt x="1669329" y="1173705"/>
                    <a:pt x="1609619" y="1032796"/>
                  </a:cubicBezTo>
                  <a:cubicBezTo>
                    <a:pt x="1555760" y="1114177"/>
                    <a:pt x="1416680" y="1115366"/>
                    <a:pt x="1361633" y="1034716"/>
                  </a:cubicBezTo>
                  <a:cubicBezTo>
                    <a:pt x="1362548" y="1131642"/>
                    <a:pt x="1263518" y="1209275"/>
                    <a:pt x="1166592" y="1208634"/>
                  </a:cubicBezTo>
                  <a:cubicBezTo>
                    <a:pt x="1069666" y="1208177"/>
                    <a:pt x="981426" y="1146730"/>
                    <a:pt x="921898" y="1070286"/>
                  </a:cubicBezTo>
                  <a:cubicBezTo>
                    <a:pt x="753374" y="1222534"/>
                    <a:pt x="513619" y="1292394"/>
                    <a:pt x="289865" y="1254263"/>
                  </a:cubicBezTo>
                  <a:cubicBezTo>
                    <a:pt x="172639" y="1234055"/>
                    <a:pt x="51481" y="1177545"/>
                    <a:pt x="0" y="1070469"/>
                  </a:cubicBezTo>
                  <a:cubicBezTo>
                    <a:pt x="135514" y="1162914"/>
                    <a:pt x="323058" y="1227380"/>
                    <a:pt x="457932" y="1133745"/>
                  </a:cubicBezTo>
                  <a:cubicBezTo>
                    <a:pt x="531815" y="1082173"/>
                    <a:pt x="571134" y="994208"/>
                    <a:pt x="636331" y="931846"/>
                  </a:cubicBezTo>
                  <a:cubicBezTo>
                    <a:pt x="701253" y="869484"/>
                    <a:pt x="823418" y="844063"/>
                    <a:pt x="871881" y="920050"/>
                  </a:cubicBezTo>
                  <a:cubicBezTo>
                    <a:pt x="857068" y="835102"/>
                    <a:pt x="900318" y="743113"/>
                    <a:pt x="975208" y="700045"/>
                  </a:cubicBezTo>
                  <a:cubicBezTo>
                    <a:pt x="1020379" y="673894"/>
                    <a:pt x="1075243" y="667127"/>
                    <a:pt x="1126084" y="677917"/>
                  </a:cubicBezTo>
                  <a:cubicBezTo>
                    <a:pt x="1127273" y="578887"/>
                    <a:pt x="1171255" y="480498"/>
                    <a:pt x="1245413" y="414387"/>
                  </a:cubicBezTo>
                  <a:cubicBezTo>
                    <a:pt x="1322131" y="345898"/>
                    <a:pt x="1429390" y="312705"/>
                    <a:pt x="1531529" y="326421"/>
                  </a:cubicBezTo>
                  <a:lnTo>
                    <a:pt x="1552012" y="328067"/>
                  </a:lnTo>
                  <a:cubicBezTo>
                    <a:pt x="1556217" y="286645"/>
                    <a:pt x="1567556" y="245954"/>
                    <a:pt x="1586576" y="208738"/>
                  </a:cubicBezTo>
                  <a:cubicBezTo>
                    <a:pt x="1664483" y="56033"/>
                    <a:pt x="1852940" y="-26354"/>
                    <a:pt x="2021190" y="7570"/>
                  </a:cubicBezTo>
                  <a:cubicBezTo>
                    <a:pt x="2054108" y="14154"/>
                    <a:pt x="2086569" y="24761"/>
                    <a:pt x="2116013" y="41220"/>
                  </a:cubicBezTo>
                  <a:cubicBezTo>
                    <a:pt x="2142622" y="56033"/>
                    <a:pt x="2166854" y="75601"/>
                    <a:pt x="2188068" y="97730"/>
                  </a:cubicBezTo>
                  <a:cubicBezTo>
                    <a:pt x="2251345" y="163658"/>
                    <a:pt x="2288561" y="254001"/>
                    <a:pt x="2290390" y="345532"/>
                  </a:cubicBezTo>
                  <a:lnTo>
                    <a:pt x="2306392" y="353305"/>
                  </a:lnTo>
                  <a:cubicBezTo>
                    <a:pt x="2317456" y="343155"/>
                    <a:pt x="2329434" y="334011"/>
                    <a:pt x="2342144" y="326238"/>
                  </a:cubicBezTo>
                  <a:cubicBezTo>
                    <a:pt x="2433676" y="270460"/>
                    <a:pt x="2553920" y="276861"/>
                    <a:pt x="2650389" y="323221"/>
                  </a:cubicBezTo>
                  <a:cubicBezTo>
                    <a:pt x="2717415" y="355499"/>
                    <a:pt x="2780782" y="416398"/>
                    <a:pt x="2779137" y="490739"/>
                  </a:cubicBezTo>
                  <a:lnTo>
                    <a:pt x="2787366" y="49686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4" name="Google Shape;1564;p47"/>
            <p:cNvSpPr/>
            <p:nvPr/>
          </p:nvSpPr>
          <p:spPr>
            <a:xfrm>
              <a:off x="8743881" y="5292104"/>
              <a:ext cx="746897" cy="707056"/>
            </a:xfrm>
            <a:custGeom>
              <a:rect b="b" l="l" r="r" t="t"/>
              <a:pathLst>
                <a:path extrusionOk="0" h="707056" w="746897">
                  <a:moveTo>
                    <a:pt x="281466" y="383723"/>
                  </a:moveTo>
                  <a:cubicBezTo>
                    <a:pt x="266653" y="364978"/>
                    <a:pt x="278083" y="338369"/>
                    <a:pt x="296463" y="326939"/>
                  </a:cubicBezTo>
                  <a:cubicBezTo>
                    <a:pt x="314842" y="315509"/>
                    <a:pt x="338708" y="315601"/>
                    <a:pt x="359830" y="316698"/>
                  </a:cubicBezTo>
                  <a:cubicBezTo>
                    <a:pt x="400704" y="318801"/>
                    <a:pt x="438378" y="331420"/>
                    <a:pt x="457854" y="369916"/>
                  </a:cubicBezTo>
                  <a:cubicBezTo>
                    <a:pt x="473490" y="400914"/>
                    <a:pt x="475685" y="437490"/>
                    <a:pt x="475411" y="471597"/>
                  </a:cubicBezTo>
                  <a:cubicBezTo>
                    <a:pt x="475045" y="512745"/>
                    <a:pt x="474313" y="556454"/>
                    <a:pt x="459957" y="595498"/>
                  </a:cubicBezTo>
                  <a:cubicBezTo>
                    <a:pt x="430605" y="675234"/>
                    <a:pt x="341451" y="711353"/>
                    <a:pt x="261532" y="699191"/>
                  </a:cubicBezTo>
                  <a:cubicBezTo>
                    <a:pt x="187100" y="687853"/>
                    <a:pt x="120166" y="642773"/>
                    <a:pt x="75909" y="582697"/>
                  </a:cubicBezTo>
                  <a:cubicBezTo>
                    <a:pt x="-1998" y="476901"/>
                    <a:pt x="-16811" y="325202"/>
                    <a:pt x="44911" y="208433"/>
                  </a:cubicBezTo>
                  <a:cubicBezTo>
                    <a:pt x="110382" y="84440"/>
                    <a:pt x="249005" y="9368"/>
                    <a:pt x="387171" y="5527"/>
                  </a:cubicBezTo>
                  <a:cubicBezTo>
                    <a:pt x="468004" y="3241"/>
                    <a:pt x="551123" y="24821"/>
                    <a:pt x="613759" y="77582"/>
                  </a:cubicBezTo>
                  <a:cubicBezTo>
                    <a:pt x="676396" y="130343"/>
                    <a:pt x="718824" y="205415"/>
                    <a:pt x="734734" y="285334"/>
                  </a:cubicBezTo>
                  <a:cubicBezTo>
                    <a:pt x="738849" y="305999"/>
                    <a:pt x="741044" y="326939"/>
                    <a:pt x="741501" y="348062"/>
                  </a:cubicBezTo>
                  <a:cubicBezTo>
                    <a:pt x="741501" y="351536"/>
                    <a:pt x="746988" y="351536"/>
                    <a:pt x="746896" y="348062"/>
                  </a:cubicBezTo>
                  <a:cubicBezTo>
                    <a:pt x="744793" y="261925"/>
                    <a:pt x="712698" y="177618"/>
                    <a:pt x="656370" y="112329"/>
                  </a:cubicBezTo>
                  <a:cubicBezTo>
                    <a:pt x="625921" y="77034"/>
                    <a:pt x="588705" y="47590"/>
                    <a:pt x="545820" y="29119"/>
                  </a:cubicBezTo>
                  <a:cubicBezTo>
                    <a:pt x="508420" y="13025"/>
                    <a:pt x="467821" y="4064"/>
                    <a:pt x="427222" y="1047"/>
                  </a:cubicBezTo>
                  <a:cubicBezTo>
                    <a:pt x="280095" y="-9652"/>
                    <a:pt x="125287" y="62220"/>
                    <a:pt x="48843" y="190419"/>
                  </a:cubicBezTo>
                  <a:cubicBezTo>
                    <a:pt x="-27601" y="318618"/>
                    <a:pt x="-11050" y="478912"/>
                    <a:pt x="75726" y="591566"/>
                  </a:cubicBezTo>
                  <a:cubicBezTo>
                    <a:pt x="123092" y="653014"/>
                    <a:pt x="194416" y="698186"/>
                    <a:pt x="272505" y="706049"/>
                  </a:cubicBezTo>
                  <a:cubicBezTo>
                    <a:pt x="350595" y="713913"/>
                    <a:pt x="435177" y="675508"/>
                    <a:pt x="464255" y="598699"/>
                  </a:cubicBezTo>
                  <a:cubicBezTo>
                    <a:pt x="479708" y="557917"/>
                    <a:pt x="480348" y="511556"/>
                    <a:pt x="480348" y="468397"/>
                  </a:cubicBezTo>
                  <a:cubicBezTo>
                    <a:pt x="480348" y="433558"/>
                    <a:pt x="477605" y="396068"/>
                    <a:pt x="460506" y="364978"/>
                  </a:cubicBezTo>
                  <a:cubicBezTo>
                    <a:pt x="441944" y="331054"/>
                    <a:pt x="408660" y="316606"/>
                    <a:pt x="371352" y="313315"/>
                  </a:cubicBezTo>
                  <a:cubicBezTo>
                    <a:pt x="338068" y="310388"/>
                    <a:pt x="289879" y="309657"/>
                    <a:pt x="275066" y="346873"/>
                  </a:cubicBezTo>
                  <a:cubicBezTo>
                    <a:pt x="269854" y="360040"/>
                    <a:pt x="270676" y="374214"/>
                    <a:pt x="279912" y="385278"/>
                  </a:cubicBezTo>
                  <a:cubicBezTo>
                    <a:pt x="280826" y="386375"/>
                    <a:pt x="282381" y="384821"/>
                    <a:pt x="281466" y="383723"/>
                  </a:cubicBezTo>
                  <a:lnTo>
                    <a:pt x="281466" y="383723"/>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5" name="Google Shape;1565;p47"/>
            <p:cNvSpPr/>
            <p:nvPr/>
          </p:nvSpPr>
          <p:spPr>
            <a:xfrm>
              <a:off x="9424743" y="5578602"/>
              <a:ext cx="554877" cy="321049"/>
            </a:xfrm>
            <a:custGeom>
              <a:rect b="b" l="l" r="r" t="t"/>
              <a:pathLst>
                <a:path extrusionOk="0" h="321049" w="554877">
                  <a:moveTo>
                    <a:pt x="20315" y="318419"/>
                  </a:moveTo>
                  <a:cubicBezTo>
                    <a:pt x="-22205" y="221584"/>
                    <a:pt x="24978" y="103443"/>
                    <a:pt x="111206" y="47665"/>
                  </a:cubicBezTo>
                  <a:cubicBezTo>
                    <a:pt x="211150" y="-17075"/>
                    <a:pt x="350413" y="-4273"/>
                    <a:pt x="449168" y="56260"/>
                  </a:cubicBezTo>
                  <a:cubicBezTo>
                    <a:pt x="502203" y="88813"/>
                    <a:pt x="550026" y="141208"/>
                    <a:pt x="549478" y="206862"/>
                  </a:cubicBezTo>
                  <a:cubicBezTo>
                    <a:pt x="549478" y="210337"/>
                    <a:pt x="554781" y="210337"/>
                    <a:pt x="554873" y="206862"/>
                  </a:cubicBezTo>
                  <a:cubicBezTo>
                    <a:pt x="555330" y="149803"/>
                    <a:pt x="520034" y="101797"/>
                    <a:pt x="476234" y="68422"/>
                  </a:cubicBezTo>
                  <a:cubicBezTo>
                    <a:pt x="427588" y="31297"/>
                    <a:pt x="366781" y="9626"/>
                    <a:pt x="306339" y="2402"/>
                  </a:cubicBezTo>
                  <a:cubicBezTo>
                    <a:pt x="245897" y="-4822"/>
                    <a:pt x="180335" y="3865"/>
                    <a:pt x="125287" y="33675"/>
                  </a:cubicBezTo>
                  <a:cubicBezTo>
                    <a:pt x="77373" y="59644"/>
                    <a:pt x="39791" y="102255"/>
                    <a:pt x="18486" y="152272"/>
                  </a:cubicBezTo>
                  <a:cubicBezTo>
                    <a:pt x="-4283" y="205673"/>
                    <a:pt x="-7575" y="266938"/>
                    <a:pt x="17388" y="320156"/>
                  </a:cubicBezTo>
                  <a:cubicBezTo>
                    <a:pt x="18394" y="322168"/>
                    <a:pt x="21320" y="320430"/>
                    <a:pt x="20406" y="318419"/>
                  </a:cubicBezTo>
                  <a:lnTo>
                    <a:pt x="20406" y="318419"/>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6" name="Google Shape;1566;p47"/>
            <p:cNvSpPr/>
            <p:nvPr/>
          </p:nvSpPr>
          <p:spPr>
            <a:xfrm>
              <a:off x="7195266" y="5965135"/>
              <a:ext cx="2358815" cy="672174"/>
            </a:xfrm>
            <a:custGeom>
              <a:rect b="b" l="l" r="r" t="t"/>
              <a:pathLst>
                <a:path extrusionOk="0" h="672174" w="2358815">
                  <a:moveTo>
                    <a:pt x="1098470" y="153354"/>
                  </a:moveTo>
                  <a:cubicBezTo>
                    <a:pt x="1053299" y="193130"/>
                    <a:pt x="1071861" y="272134"/>
                    <a:pt x="1120964" y="300298"/>
                  </a:cubicBezTo>
                  <a:cubicBezTo>
                    <a:pt x="1182412" y="335593"/>
                    <a:pt x="1260867" y="286307"/>
                    <a:pt x="1280984" y="225043"/>
                  </a:cubicBezTo>
                  <a:cubicBezTo>
                    <a:pt x="1306313" y="148141"/>
                    <a:pt x="1256661" y="64657"/>
                    <a:pt x="1190001" y="27441"/>
                  </a:cubicBezTo>
                  <a:cubicBezTo>
                    <a:pt x="1123342" y="-9775"/>
                    <a:pt x="1034645" y="-9867"/>
                    <a:pt x="969082" y="31647"/>
                  </a:cubicBezTo>
                  <a:cubicBezTo>
                    <a:pt x="897028" y="77275"/>
                    <a:pt x="857983" y="166613"/>
                    <a:pt x="871699" y="250372"/>
                  </a:cubicBezTo>
                  <a:lnTo>
                    <a:pt x="876637" y="248268"/>
                  </a:lnTo>
                  <a:cubicBezTo>
                    <a:pt x="846004" y="201543"/>
                    <a:pt x="788488" y="193130"/>
                    <a:pt x="737373" y="205291"/>
                  </a:cubicBezTo>
                  <a:cubicBezTo>
                    <a:pt x="709301" y="211967"/>
                    <a:pt x="682327" y="224403"/>
                    <a:pt x="658918" y="241228"/>
                  </a:cubicBezTo>
                  <a:cubicBezTo>
                    <a:pt x="632126" y="260521"/>
                    <a:pt x="610454" y="286399"/>
                    <a:pt x="590247" y="312276"/>
                  </a:cubicBezTo>
                  <a:cubicBezTo>
                    <a:pt x="546081" y="368878"/>
                    <a:pt x="507127" y="433069"/>
                    <a:pt x="443943" y="470651"/>
                  </a:cubicBezTo>
                  <a:cubicBezTo>
                    <a:pt x="380757" y="508232"/>
                    <a:pt x="305137" y="512987"/>
                    <a:pt x="234271" y="499180"/>
                  </a:cubicBezTo>
                  <a:cubicBezTo>
                    <a:pt x="151335" y="483086"/>
                    <a:pt x="73427" y="444773"/>
                    <a:pt x="3933" y="397590"/>
                  </a:cubicBezTo>
                  <a:cubicBezTo>
                    <a:pt x="1556" y="395944"/>
                    <a:pt x="-822" y="399053"/>
                    <a:pt x="275" y="401248"/>
                  </a:cubicBezTo>
                  <a:cubicBezTo>
                    <a:pt x="58340" y="519937"/>
                    <a:pt x="193854" y="573521"/>
                    <a:pt x="317664" y="590071"/>
                  </a:cubicBezTo>
                  <a:cubicBezTo>
                    <a:pt x="456195" y="608633"/>
                    <a:pt x="599116" y="586688"/>
                    <a:pt x="726766" y="530452"/>
                  </a:cubicBezTo>
                  <a:cubicBezTo>
                    <a:pt x="799644" y="498357"/>
                    <a:pt x="867218" y="454923"/>
                    <a:pt x="926380" y="401613"/>
                  </a:cubicBezTo>
                  <a:lnTo>
                    <a:pt x="922539" y="401613"/>
                  </a:lnTo>
                  <a:cubicBezTo>
                    <a:pt x="973289" y="465987"/>
                    <a:pt x="1043332" y="520851"/>
                    <a:pt x="1125445" y="536487"/>
                  </a:cubicBezTo>
                  <a:cubicBezTo>
                    <a:pt x="1198323" y="550295"/>
                    <a:pt x="1275132" y="526612"/>
                    <a:pt x="1324784" y="470559"/>
                  </a:cubicBezTo>
                  <a:cubicBezTo>
                    <a:pt x="1350936" y="441024"/>
                    <a:pt x="1366846" y="403899"/>
                    <a:pt x="1366938" y="364214"/>
                  </a:cubicBezTo>
                  <a:lnTo>
                    <a:pt x="1361909" y="365586"/>
                  </a:lnTo>
                  <a:cubicBezTo>
                    <a:pt x="1419516" y="447882"/>
                    <a:pt x="1558322" y="446785"/>
                    <a:pt x="1614649" y="363574"/>
                  </a:cubicBezTo>
                  <a:lnTo>
                    <a:pt x="1609985" y="363574"/>
                  </a:lnTo>
                  <a:cubicBezTo>
                    <a:pt x="1685972" y="541333"/>
                    <a:pt x="1861263" y="692667"/>
                    <a:pt x="2064442" y="669898"/>
                  </a:cubicBezTo>
                  <a:cubicBezTo>
                    <a:pt x="2153505" y="659931"/>
                    <a:pt x="2241104" y="618509"/>
                    <a:pt x="2298346" y="548283"/>
                  </a:cubicBezTo>
                  <a:cubicBezTo>
                    <a:pt x="2352478" y="481897"/>
                    <a:pt x="2370584" y="396035"/>
                    <a:pt x="2351381" y="312825"/>
                  </a:cubicBezTo>
                  <a:cubicBezTo>
                    <a:pt x="2330898" y="223671"/>
                    <a:pt x="2268445" y="142472"/>
                    <a:pt x="2177736" y="117966"/>
                  </a:cubicBezTo>
                  <a:cubicBezTo>
                    <a:pt x="2174353" y="117052"/>
                    <a:pt x="2172890" y="122264"/>
                    <a:pt x="2176274" y="123179"/>
                  </a:cubicBezTo>
                  <a:cubicBezTo>
                    <a:pt x="2256192" y="144758"/>
                    <a:pt x="2314165" y="211875"/>
                    <a:pt x="2339128" y="289051"/>
                  </a:cubicBezTo>
                  <a:cubicBezTo>
                    <a:pt x="2364091" y="366226"/>
                    <a:pt x="2355861" y="456477"/>
                    <a:pt x="2308130" y="526155"/>
                  </a:cubicBezTo>
                  <a:cubicBezTo>
                    <a:pt x="2257472" y="600130"/>
                    <a:pt x="2173164" y="646307"/>
                    <a:pt x="2085931" y="661394"/>
                  </a:cubicBezTo>
                  <a:cubicBezTo>
                    <a:pt x="1992753" y="677396"/>
                    <a:pt x="1898844" y="655542"/>
                    <a:pt x="1819017" y="605982"/>
                  </a:cubicBezTo>
                  <a:cubicBezTo>
                    <a:pt x="1726937" y="548740"/>
                    <a:pt x="1656985" y="459952"/>
                    <a:pt x="1614649" y="360831"/>
                  </a:cubicBezTo>
                  <a:cubicBezTo>
                    <a:pt x="1613826" y="358819"/>
                    <a:pt x="1610991" y="359368"/>
                    <a:pt x="1609985" y="360831"/>
                  </a:cubicBezTo>
                  <a:cubicBezTo>
                    <a:pt x="1556036" y="440475"/>
                    <a:pt x="1421802" y="441664"/>
                    <a:pt x="1366572" y="362843"/>
                  </a:cubicBezTo>
                  <a:cubicBezTo>
                    <a:pt x="1365109" y="360739"/>
                    <a:pt x="1361543" y="361380"/>
                    <a:pt x="1361543" y="364214"/>
                  </a:cubicBezTo>
                  <a:cubicBezTo>
                    <a:pt x="1361543" y="437915"/>
                    <a:pt x="1304941" y="498174"/>
                    <a:pt x="1238465" y="522771"/>
                  </a:cubicBezTo>
                  <a:cubicBezTo>
                    <a:pt x="1165678" y="549746"/>
                    <a:pt x="1086583" y="529446"/>
                    <a:pt x="1023398" y="488298"/>
                  </a:cubicBezTo>
                  <a:cubicBezTo>
                    <a:pt x="986090" y="463975"/>
                    <a:pt x="953812" y="432703"/>
                    <a:pt x="926380" y="397864"/>
                  </a:cubicBezTo>
                  <a:cubicBezTo>
                    <a:pt x="925465" y="396676"/>
                    <a:pt x="923545" y="396950"/>
                    <a:pt x="922539" y="397864"/>
                  </a:cubicBezTo>
                  <a:cubicBezTo>
                    <a:pt x="819944" y="490219"/>
                    <a:pt x="691745" y="552124"/>
                    <a:pt x="556231" y="577818"/>
                  </a:cubicBezTo>
                  <a:cubicBezTo>
                    <a:pt x="425929" y="602507"/>
                    <a:pt x="280905" y="596746"/>
                    <a:pt x="159107" y="540236"/>
                  </a:cubicBezTo>
                  <a:cubicBezTo>
                    <a:pt x="94276" y="510153"/>
                    <a:pt x="36668" y="463609"/>
                    <a:pt x="4847" y="398504"/>
                  </a:cubicBezTo>
                  <a:lnTo>
                    <a:pt x="1190" y="402162"/>
                  </a:lnTo>
                  <a:cubicBezTo>
                    <a:pt x="111467" y="477051"/>
                    <a:pt x="260879" y="541699"/>
                    <a:pt x="395296" y="498357"/>
                  </a:cubicBezTo>
                  <a:cubicBezTo>
                    <a:pt x="460859" y="477143"/>
                    <a:pt x="507859" y="429868"/>
                    <a:pt x="548641" y="376376"/>
                  </a:cubicBezTo>
                  <a:cubicBezTo>
                    <a:pt x="589880" y="322426"/>
                    <a:pt x="627737" y="260339"/>
                    <a:pt x="690007" y="228517"/>
                  </a:cubicBezTo>
                  <a:cubicBezTo>
                    <a:pt x="747249" y="199257"/>
                    <a:pt x="831739" y="189655"/>
                    <a:pt x="871973" y="250920"/>
                  </a:cubicBezTo>
                  <a:cubicBezTo>
                    <a:pt x="873711" y="253572"/>
                    <a:pt x="877368" y="251835"/>
                    <a:pt x="876911" y="248817"/>
                  </a:cubicBezTo>
                  <a:cubicBezTo>
                    <a:pt x="865389" y="178774"/>
                    <a:pt x="892090" y="104891"/>
                    <a:pt x="944393" y="57067"/>
                  </a:cubicBezTo>
                  <a:cubicBezTo>
                    <a:pt x="996697" y="9244"/>
                    <a:pt x="1076159" y="-6301"/>
                    <a:pt x="1145196" y="14273"/>
                  </a:cubicBezTo>
                  <a:cubicBezTo>
                    <a:pt x="1214233" y="34847"/>
                    <a:pt x="1276504" y="96935"/>
                    <a:pt x="1281990" y="173105"/>
                  </a:cubicBezTo>
                  <a:cubicBezTo>
                    <a:pt x="1284550" y="209589"/>
                    <a:pt x="1272572" y="244794"/>
                    <a:pt x="1246694" y="270763"/>
                  </a:cubicBezTo>
                  <a:cubicBezTo>
                    <a:pt x="1223286" y="294171"/>
                    <a:pt x="1190093" y="309350"/>
                    <a:pt x="1156534" y="306241"/>
                  </a:cubicBezTo>
                  <a:cubicBezTo>
                    <a:pt x="1089052" y="299841"/>
                    <a:pt x="1047447" y="204103"/>
                    <a:pt x="1101030" y="155914"/>
                  </a:cubicBezTo>
                  <a:cubicBezTo>
                    <a:pt x="1102859" y="154268"/>
                    <a:pt x="1100207" y="151708"/>
                    <a:pt x="1098379" y="153262"/>
                  </a:cubicBezTo>
                  <a:lnTo>
                    <a:pt x="1098379" y="15326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7" name="Google Shape;1567;p47"/>
            <p:cNvSpPr/>
            <p:nvPr/>
          </p:nvSpPr>
          <p:spPr>
            <a:xfrm>
              <a:off x="8321807" y="5614865"/>
              <a:ext cx="409214" cy="370190"/>
            </a:xfrm>
            <a:custGeom>
              <a:rect b="b" l="l" r="r" t="t"/>
              <a:pathLst>
                <a:path extrusionOk="0" h="370190" w="409214">
                  <a:moveTo>
                    <a:pt x="3476" y="368841"/>
                  </a:moveTo>
                  <a:cubicBezTo>
                    <a:pt x="5122" y="289014"/>
                    <a:pt x="27891" y="212296"/>
                    <a:pt x="75805" y="147740"/>
                  </a:cubicBezTo>
                  <a:cubicBezTo>
                    <a:pt x="123720" y="83183"/>
                    <a:pt x="194769" y="36640"/>
                    <a:pt x="273224" y="16706"/>
                  </a:cubicBezTo>
                  <a:cubicBezTo>
                    <a:pt x="295535" y="11037"/>
                    <a:pt x="318487" y="7471"/>
                    <a:pt x="341438" y="6099"/>
                  </a:cubicBezTo>
                  <a:cubicBezTo>
                    <a:pt x="364390" y="4727"/>
                    <a:pt x="385330" y="6830"/>
                    <a:pt x="407458" y="7928"/>
                  </a:cubicBezTo>
                  <a:cubicBezTo>
                    <a:pt x="409470" y="8019"/>
                    <a:pt x="409927" y="4819"/>
                    <a:pt x="407916" y="4361"/>
                  </a:cubicBezTo>
                  <a:cubicBezTo>
                    <a:pt x="369328" y="-3685"/>
                    <a:pt x="326351" y="430"/>
                    <a:pt x="288037" y="8385"/>
                  </a:cubicBezTo>
                  <a:cubicBezTo>
                    <a:pt x="247712" y="16706"/>
                    <a:pt x="208667" y="31885"/>
                    <a:pt x="173280" y="53099"/>
                  </a:cubicBezTo>
                  <a:cubicBezTo>
                    <a:pt x="104700" y="94247"/>
                    <a:pt x="52122" y="158529"/>
                    <a:pt x="23593" y="233144"/>
                  </a:cubicBezTo>
                  <a:cubicBezTo>
                    <a:pt x="7317" y="275938"/>
                    <a:pt x="-2010" y="322847"/>
                    <a:pt x="367" y="368750"/>
                  </a:cubicBezTo>
                  <a:cubicBezTo>
                    <a:pt x="459" y="370670"/>
                    <a:pt x="3293" y="370670"/>
                    <a:pt x="3293" y="368750"/>
                  </a:cubicBezTo>
                  <a:lnTo>
                    <a:pt x="3293" y="368750"/>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8" name="Google Shape;1568;p47"/>
            <p:cNvSpPr/>
            <p:nvPr/>
          </p:nvSpPr>
          <p:spPr>
            <a:xfrm>
              <a:off x="9561970" y="5689586"/>
              <a:ext cx="2264619" cy="827029"/>
            </a:xfrm>
            <a:custGeom>
              <a:rect b="b" l="l" r="r" t="t"/>
              <a:pathLst>
                <a:path extrusionOk="0" h="827029" w="2264619">
                  <a:moveTo>
                    <a:pt x="1227" y="635740"/>
                  </a:moveTo>
                  <a:cubicBezTo>
                    <a:pt x="101263" y="682832"/>
                    <a:pt x="229462" y="649273"/>
                    <a:pt x="294018" y="559662"/>
                  </a:cubicBezTo>
                  <a:lnTo>
                    <a:pt x="289538" y="558473"/>
                  </a:lnTo>
                  <a:cubicBezTo>
                    <a:pt x="297585" y="636563"/>
                    <a:pt x="340561" y="713647"/>
                    <a:pt x="410421" y="752326"/>
                  </a:cubicBezTo>
                  <a:cubicBezTo>
                    <a:pt x="475344" y="788262"/>
                    <a:pt x="555171" y="780032"/>
                    <a:pt x="612687" y="733398"/>
                  </a:cubicBezTo>
                  <a:cubicBezTo>
                    <a:pt x="643776" y="708161"/>
                    <a:pt x="665082" y="672773"/>
                    <a:pt x="669013" y="632723"/>
                  </a:cubicBezTo>
                  <a:lnTo>
                    <a:pt x="664533" y="634552"/>
                  </a:lnTo>
                  <a:cubicBezTo>
                    <a:pt x="725066" y="708252"/>
                    <a:pt x="800962" y="772626"/>
                    <a:pt x="891579" y="805636"/>
                  </a:cubicBezTo>
                  <a:cubicBezTo>
                    <a:pt x="974057" y="835720"/>
                    <a:pt x="1066504" y="835079"/>
                    <a:pt x="1146422" y="797315"/>
                  </a:cubicBezTo>
                  <a:cubicBezTo>
                    <a:pt x="1189490" y="776923"/>
                    <a:pt x="1226797" y="745651"/>
                    <a:pt x="1252584" y="705418"/>
                  </a:cubicBezTo>
                  <a:lnTo>
                    <a:pt x="1248926" y="706332"/>
                  </a:lnTo>
                  <a:cubicBezTo>
                    <a:pt x="1385264" y="772900"/>
                    <a:pt x="1540437" y="792286"/>
                    <a:pt x="1689941" y="770523"/>
                  </a:cubicBezTo>
                  <a:cubicBezTo>
                    <a:pt x="1839172" y="748852"/>
                    <a:pt x="1983190" y="686764"/>
                    <a:pt x="2099501" y="590294"/>
                  </a:cubicBezTo>
                  <a:cubicBezTo>
                    <a:pt x="2165338" y="535705"/>
                    <a:pt x="2221573" y="470051"/>
                    <a:pt x="2264276" y="395984"/>
                  </a:cubicBezTo>
                  <a:cubicBezTo>
                    <a:pt x="2265739" y="393516"/>
                    <a:pt x="2262173" y="390498"/>
                    <a:pt x="2260161" y="392784"/>
                  </a:cubicBezTo>
                  <a:cubicBezTo>
                    <a:pt x="2107457" y="570818"/>
                    <a:pt x="1871084" y="656954"/>
                    <a:pt x="1640838" y="664361"/>
                  </a:cubicBezTo>
                  <a:cubicBezTo>
                    <a:pt x="1535134" y="667744"/>
                    <a:pt x="1423302" y="653662"/>
                    <a:pt x="1329850" y="601084"/>
                  </a:cubicBezTo>
                  <a:cubicBezTo>
                    <a:pt x="1283947" y="575207"/>
                    <a:pt x="1243805" y="539454"/>
                    <a:pt x="1215825" y="494557"/>
                  </a:cubicBezTo>
                  <a:cubicBezTo>
                    <a:pt x="1183912" y="443350"/>
                    <a:pt x="1168550" y="384280"/>
                    <a:pt x="1141576" y="330696"/>
                  </a:cubicBezTo>
                  <a:cubicBezTo>
                    <a:pt x="1128499" y="304636"/>
                    <a:pt x="1112772" y="278941"/>
                    <a:pt x="1090461" y="259739"/>
                  </a:cubicBezTo>
                  <a:cubicBezTo>
                    <a:pt x="1071715" y="243554"/>
                    <a:pt x="1049495" y="231301"/>
                    <a:pt x="1025812" y="224169"/>
                  </a:cubicBezTo>
                  <a:cubicBezTo>
                    <a:pt x="982287" y="211093"/>
                    <a:pt x="932361" y="216945"/>
                    <a:pt x="905295" y="257087"/>
                  </a:cubicBezTo>
                  <a:lnTo>
                    <a:pt x="910140" y="257727"/>
                  </a:lnTo>
                  <a:cubicBezTo>
                    <a:pt x="886366" y="159246"/>
                    <a:pt x="821719" y="66709"/>
                    <a:pt x="728358" y="23366"/>
                  </a:cubicBezTo>
                  <a:cubicBezTo>
                    <a:pt x="642678" y="-16410"/>
                    <a:pt x="538986" y="-4889"/>
                    <a:pt x="464645" y="53999"/>
                  </a:cubicBezTo>
                  <a:cubicBezTo>
                    <a:pt x="429258" y="81979"/>
                    <a:pt x="402009" y="121116"/>
                    <a:pt x="392042" y="165556"/>
                  </a:cubicBezTo>
                  <a:cubicBezTo>
                    <a:pt x="382075" y="209995"/>
                    <a:pt x="389116" y="259922"/>
                    <a:pt x="413987" y="298784"/>
                  </a:cubicBezTo>
                  <a:cubicBezTo>
                    <a:pt x="437305" y="335177"/>
                    <a:pt x="475618" y="358768"/>
                    <a:pt x="519326" y="358037"/>
                  </a:cubicBezTo>
                  <a:cubicBezTo>
                    <a:pt x="559103" y="357305"/>
                    <a:pt x="600891" y="338194"/>
                    <a:pt x="622104" y="303539"/>
                  </a:cubicBezTo>
                  <a:cubicBezTo>
                    <a:pt x="646153" y="264220"/>
                    <a:pt x="633626" y="218134"/>
                    <a:pt x="598696" y="190153"/>
                  </a:cubicBezTo>
                  <a:cubicBezTo>
                    <a:pt x="566967" y="164824"/>
                    <a:pt x="519418" y="155863"/>
                    <a:pt x="487871" y="186221"/>
                  </a:cubicBezTo>
                  <a:cubicBezTo>
                    <a:pt x="485494" y="188507"/>
                    <a:pt x="489151" y="192073"/>
                    <a:pt x="491437" y="189787"/>
                  </a:cubicBezTo>
                  <a:cubicBezTo>
                    <a:pt x="520881" y="161532"/>
                    <a:pt x="565412" y="170310"/>
                    <a:pt x="595039" y="193811"/>
                  </a:cubicBezTo>
                  <a:cubicBezTo>
                    <a:pt x="626585" y="218865"/>
                    <a:pt x="639844" y="259648"/>
                    <a:pt x="620185" y="296406"/>
                  </a:cubicBezTo>
                  <a:cubicBezTo>
                    <a:pt x="600525" y="333165"/>
                    <a:pt x="559926" y="351727"/>
                    <a:pt x="520698" y="352825"/>
                  </a:cubicBezTo>
                  <a:cubicBezTo>
                    <a:pt x="476624" y="354013"/>
                    <a:pt x="438493" y="329690"/>
                    <a:pt x="416182" y="292383"/>
                  </a:cubicBezTo>
                  <a:cubicBezTo>
                    <a:pt x="368908" y="213379"/>
                    <a:pt x="398169" y="114075"/>
                    <a:pt x="467206" y="58845"/>
                  </a:cubicBezTo>
                  <a:cubicBezTo>
                    <a:pt x="536243" y="3615"/>
                    <a:pt x="631706" y="-9918"/>
                    <a:pt x="712722" y="22543"/>
                  </a:cubicBezTo>
                  <a:cubicBezTo>
                    <a:pt x="811661" y="62228"/>
                    <a:pt x="880331" y="157783"/>
                    <a:pt x="904929" y="259373"/>
                  </a:cubicBezTo>
                  <a:cubicBezTo>
                    <a:pt x="905477" y="261750"/>
                    <a:pt x="908587" y="261842"/>
                    <a:pt x="909775" y="260013"/>
                  </a:cubicBezTo>
                  <a:cubicBezTo>
                    <a:pt x="938030" y="218225"/>
                    <a:pt x="991980" y="216945"/>
                    <a:pt x="1035231" y="233313"/>
                  </a:cubicBezTo>
                  <a:cubicBezTo>
                    <a:pt x="1088540" y="253429"/>
                    <a:pt x="1120088" y="296955"/>
                    <a:pt x="1143404" y="347155"/>
                  </a:cubicBezTo>
                  <a:cubicBezTo>
                    <a:pt x="1168367" y="401014"/>
                    <a:pt x="1184552" y="459444"/>
                    <a:pt x="1218477" y="508822"/>
                  </a:cubicBezTo>
                  <a:cubicBezTo>
                    <a:pt x="1246366" y="549329"/>
                    <a:pt x="1284313" y="581882"/>
                    <a:pt x="1327016" y="606022"/>
                  </a:cubicBezTo>
                  <a:cubicBezTo>
                    <a:pt x="1416993" y="656680"/>
                    <a:pt x="1524435" y="672225"/>
                    <a:pt x="1626482" y="670304"/>
                  </a:cubicBezTo>
                  <a:cubicBezTo>
                    <a:pt x="1738770" y="668293"/>
                    <a:pt x="1851241" y="647902"/>
                    <a:pt x="1956214" y="607759"/>
                  </a:cubicBezTo>
                  <a:cubicBezTo>
                    <a:pt x="2073715" y="562862"/>
                    <a:pt x="2181523" y="492454"/>
                    <a:pt x="2263727" y="396716"/>
                  </a:cubicBezTo>
                  <a:lnTo>
                    <a:pt x="2259613" y="393516"/>
                  </a:lnTo>
                  <a:cubicBezTo>
                    <a:pt x="2184358" y="523818"/>
                    <a:pt x="2067314" y="625956"/>
                    <a:pt x="1932349" y="690970"/>
                  </a:cubicBezTo>
                  <a:cubicBezTo>
                    <a:pt x="1797383" y="755984"/>
                    <a:pt x="1644130" y="784970"/>
                    <a:pt x="1494808" y="770157"/>
                  </a:cubicBezTo>
                  <a:cubicBezTo>
                    <a:pt x="1410501" y="761836"/>
                    <a:pt x="1327747" y="739067"/>
                    <a:pt x="1251487" y="701851"/>
                  </a:cubicBezTo>
                  <a:cubicBezTo>
                    <a:pt x="1250115" y="701211"/>
                    <a:pt x="1248652" y="701485"/>
                    <a:pt x="1247829" y="702766"/>
                  </a:cubicBezTo>
                  <a:cubicBezTo>
                    <a:pt x="1201103" y="775735"/>
                    <a:pt x="1116887" y="815511"/>
                    <a:pt x="1032031" y="821363"/>
                  </a:cubicBezTo>
                  <a:cubicBezTo>
                    <a:pt x="941871" y="827490"/>
                    <a:pt x="854911" y="793474"/>
                    <a:pt x="782948" y="741079"/>
                  </a:cubicBezTo>
                  <a:cubicBezTo>
                    <a:pt x="739879" y="709806"/>
                    <a:pt x="701933" y="671950"/>
                    <a:pt x="668191" y="630894"/>
                  </a:cubicBezTo>
                  <a:cubicBezTo>
                    <a:pt x="666545" y="628882"/>
                    <a:pt x="663893" y="630711"/>
                    <a:pt x="663710" y="632723"/>
                  </a:cubicBezTo>
                  <a:cubicBezTo>
                    <a:pt x="656669" y="703406"/>
                    <a:pt x="593758" y="754886"/>
                    <a:pt x="526825" y="767322"/>
                  </a:cubicBezTo>
                  <a:cubicBezTo>
                    <a:pt x="451112" y="781404"/>
                    <a:pt x="379514" y="739524"/>
                    <a:pt x="337726" y="677894"/>
                  </a:cubicBezTo>
                  <a:cubicBezTo>
                    <a:pt x="313678" y="642415"/>
                    <a:pt x="298682" y="601084"/>
                    <a:pt x="294201" y="558473"/>
                  </a:cubicBezTo>
                  <a:cubicBezTo>
                    <a:pt x="293927" y="556096"/>
                    <a:pt x="291184" y="555273"/>
                    <a:pt x="289720" y="557285"/>
                  </a:cubicBezTo>
                  <a:cubicBezTo>
                    <a:pt x="226719" y="644976"/>
                    <a:pt x="100989" y="677711"/>
                    <a:pt x="3148" y="632266"/>
                  </a:cubicBezTo>
                  <a:cubicBezTo>
                    <a:pt x="770" y="631168"/>
                    <a:pt x="-1333" y="634734"/>
                    <a:pt x="1045" y="635832"/>
                  </a:cubicBezTo>
                  <a:lnTo>
                    <a:pt x="1045" y="635832"/>
                  </a:lnTo>
                  <a:close/>
                </a:path>
              </a:pathLst>
            </a:cu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inese Lunar New Year 2024: Wood Dragon by Slidesgo">
  <a:themeElements>
    <a:clrScheme name="Simple Light">
      <a:dk1>
        <a:srgbClr val="302D2D"/>
      </a:dk1>
      <a:lt1>
        <a:srgbClr val="FFFBEF"/>
      </a:lt1>
      <a:dk2>
        <a:srgbClr val="FC404E"/>
      </a:dk2>
      <a:lt2>
        <a:srgbClr val="FFFFFF"/>
      </a:lt2>
      <a:accent1>
        <a:srgbClr val="FFFFFF"/>
      </a:accent1>
      <a:accent2>
        <a:srgbClr val="FFFFFF"/>
      </a:accent2>
      <a:accent3>
        <a:srgbClr val="FFFFFF"/>
      </a:accent3>
      <a:accent4>
        <a:srgbClr val="FFFFFF"/>
      </a:accent4>
      <a:accent5>
        <a:srgbClr val="FFFFFF"/>
      </a:accent5>
      <a:accent6>
        <a:srgbClr val="FFFFFF"/>
      </a:accent6>
      <a:hlink>
        <a:srgbClr val="FC404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