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76"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Lst>
  <p:sldSz cy="5143500" cx="9144000"/>
  <p:notesSz cx="6858000" cy="9144000"/>
  <p:embeddedFontLst>
    <p:embeddedFont>
      <p:font typeface="Roboto"/>
      <p:regular r:id="rId45"/>
      <p:bold r:id="rId46"/>
      <p:italic r:id="rId47"/>
      <p:boldItalic r:id="rId48"/>
    </p:embeddedFont>
    <p:embeddedFont>
      <p:font typeface="Maven Pro"/>
      <p:regular r:id="rId49"/>
      <p:bold r:id="rId50"/>
    </p:embeddedFont>
    <p:embeddedFont>
      <p:font typeface="Jua"/>
      <p:regular r:id="rId51"/>
    </p:embeddedFont>
    <p:embeddedFont>
      <p:font typeface="Sansita"/>
      <p:regular r:id="rId52"/>
      <p:bold r:id="rId53"/>
      <p:italic r:id="rId54"/>
      <p:boldItalic r:id="rId55"/>
    </p:embeddedFont>
    <p:embeddedFont>
      <p:font typeface="Merriweather"/>
      <p:regular r:id="rId56"/>
      <p:bold r:id="rId57"/>
      <p:italic r:id="rId58"/>
      <p:boldItalic r:id="rId5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971F676-A290-492C-B086-79CF65801350}">
  <a:tblStyle styleId="{6971F676-A290-492C-B086-79CF65801350}"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font" Target="fonts/Roboto-bold.fntdata"/><Relationship Id="rId45" Type="http://schemas.openxmlformats.org/officeDocument/2006/relationships/font" Target="fonts/Roboto-regular.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Roboto-boldItalic.fntdata"/><Relationship Id="rId47" Type="http://schemas.openxmlformats.org/officeDocument/2006/relationships/font" Target="fonts/Roboto-italic.fntdata"/><Relationship Id="rId49" Type="http://schemas.openxmlformats.org/officeDocument/2006/relationships/font" Target="fonts/MavenPro-regular.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Jua-regular.fntdata"/><Relationship Id="rId50" Type="http://schemas.openxmlformats.org/officeDocument/2006/relationships/font" Target="fonts/MavenPro-bold.fntdata"/><Relationship Id="rId53" Type="http://schemas.openxmlformats.org/officeDocument/2006/relationships/font" Target="fonts/Sansita-bold.fntdata"/><Relationship Id="rId52" Type="http://schemas.openxmlformats.org/officeDocument/2006/relationships/font" Target="fonts/Sansita-regular.fntdata"/><Relationship Id="rId11" Type="http://schemas.openxmlformats.org/officeDocument/2006/relationships/slide" Target="slides/slide6.xml"/><Relationship Id="rId55" Type="http://schemas.openxmlformats.org/officeDocument/2006/relationships/font" Target="fonts/Sansita-boldItalic.fntdata"/><Relationship Id="rId10" Type="http://schemas.openxmlformats.org/officeDocument/2006/relationships/slide" Target="slides/slide5.xml"/><Relationship Id="rId54" Type="http://schemas.openxmlformats.org/officeDocument/2006/relationships/font" Target="fonts/Sansita-italic.fntdata"/><Relationship Id="rId13" Type="http://schemas.openxmlformats.org/officeDocument/2006/relationships/slide" Target="slides/slide8.xml"/><Relationship Id="rId57" Type="http://schemas.openxmlformats.org/officeDocument/2006/relationships/font" Target="fonts/Merriweather-bold.fntdata"/><Relationship Id="rId12" Type="http://schemas.openxmlformats.org/officeDocument/2006/relationships/slide" Target="slides/slide7.xml"/><Relationship Id="rId56" Type="http://schemas.openxmlformats.org/officeDocument/2006/relationships/font" Target="fonts/Merriweather-regular.fntdata"/><Relationship Id="rId15" Type="http://schemas.openxmlformats.org/officeDocument/2006/relationships/slide" Target="slides/slide10.xml"/><Relationship Id="rId59" Type="http://schemas.openxmlformats.org/officeDocument/2006/relationships/font" Target="fonts/Merriweather-boldItalic.fntdata"/><Relationship Id="rId14" Type="http://schemas.openxmlformats.org/officeDocument/2006/relationships/slide" Target="slides/slide9.xml"/><Relationship Id="rId58" Type="http://schemas.openxmlformats.org/officeDocument/2006/relationships/font" Target="fonts/Merriweather-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3" name="Shape 953"/>
        <p:cNvGrpSpPr/>
        <p:nvPr/>
      </p:nvGrpSpPr>
      <p:grpSpPr>
        <a:xfrm>
          <a:off x="0" y="0"/>
          <a:ext cx="0" cy="0"/>
          <a:chOff x="0" y="0"/>
          <a:chExt cx="0" cy="0"/>
        </a:xfrm>
      </p:grpSpPr>
      <p:sp>
        <p:nvSpPr>
          <p:cNvPr id="954" name="Google Shape;95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955" name="Google Shape;95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Biên soạn: Phạm Huy Lâm (K16)</a:t>
            </a:r>
            <a:endParaRPr/>
          </a:p>
          <a:p>
            <a:pPr indent="0" lvl="0" marL="0" rtl="0" algn="l">
              <a:spcBef>
                <a:spcPts val="0"/>
              </a:spcBef>
              <a:spcAft>
                <a:spcPts val="0"/>
              </a:spcAft>
              <a:buNone/>
            </a:pPr>
            <a:r>
              <a:rPr lang="en"/>
              <a:t>Kiểm duyệt: Hà Văn Thảo (GV)</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9" name="Shape 999"/>
        <p:cNvGrpSpPr/>
        <p:nvPr/>
      </p:nvGrpSpPr>
      <p:grpSpPr>
        <a:xfrm>
          <a:off x="0" y="0"/>
          <a:ext cx="0" cy="0"/>
          <a:chOff x="0" y="0"/>
          <a:chExt cx="0" cy="0"/>
        </a:xfrm>
      </p:grpSpPr>
      <p:sp>
        <p:nvSpPr>
          <p:cNvPr id="1000" name="Google Shape;1000;g9669c8b86c_0_262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1" name="Google Shape;1001;g9669c8b86c_0_262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1" name="Shape 1021"/>
        <p:cNvGrpSpPr/>
        <p:nvPr/>
      </p:nvGrpSpPr>
      <p:grpSpPr>
        <a:xfrm>
          <a:off x="0" y="0"/>
          <a:ext cx="0" cy="0"/>
          <a:chOff x="0" y="0"/>
          <a:chExt cx="0" cy="0"/>
        </a:xfrm>
      </p:grpSpPr>
      <p:sp>
        <p:nvSpPr>
          <p:cNvPr id="1022" name="Google Shape;1022;g941f27e7d2_0_1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3" name="Google Shape;1023;g941f27e7d2_0_1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4" name="Shape 1064"/>
        <p:cNvGrpSpPr/>
        <p:nvPr/>
      </p:nvGrpSpPr>
      <p:grpSpPr>
        <a:xfrm>
          <a:off x="0" y="0"/>
          <a:ext cx="0" cy="0"/>
          <a:chOff x="0" y="0"/>
          <a:chExt cx="0" cy="0"/>
        </a:xfrm>
      </p:grpSpPr>
      <p:sp>
        <p:nvSpPr>
          <p:cNvPr id="1065" name="Google Shape;1065;g2a3c333d56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6" name="Google Shape;1066;g2a3c333d56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3" name="Shape 1083"/>
        <p:cNvGrpSpPr/>
        <p:nvPr/>
      </p:nvGrpSpPr>
      <p:grpSpPr>
        <a:xfrm>
          <a:off x="0" y="0"/>
          <a:ext cx="0" cy="0"/>
          <a:chOff x="0" y="0"/>
          <a:chExt cx="0" cy="0"/>
        </a:xfrm>
      </p:grpSpPr>
      <p:sp>
        <p:nvSpPr>
          <p:cNvPr id="1084" name="Google Shape;1084;g2a3c333d562_0_15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5" name="Google Shape;1085;g2a3c333d562_0_15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9" name="Shape 1089"/>
        <p:cNvGrpSpPr/>
        <p:nvPr/>
      </p:nvGrpSpPr>
      <p:grpSpPr>
        <a:xfrm>
          <a:off x="0" y="0"/>
          <a:ext cx="0" cy="0"/>
          <a:chOff x="0" y="0"/>
          <a:chExt cx="0" cy="0"/>
        </a:xfrm>
      </p:grpSpPr>
      <p:sp>
        <p:nvSpPr>
          <p:cNvPr id="1090" name="Google Shape;1090;g2a3c333d562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1" name="Google Shape;1091;g2a3c333d562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0" name="Shape 1140"/>
        <p:cNvGrpSpPr/>
        <p:nvPr/>
      </p:nvGrpSpPr>
      <p:grpSpPr>
        <a:xfrm>
          <a:off x="0" y="0"/>
          <a:ext cx="0" cy="0"/>
          <a:chOff x="0" y="0"/>
          <a:chExt cx="0" cy="0"/>
        </a:xfrm>
      </p:grpSpPr>
      <p:sp>
        <p:nvSpPr>
          <p:cNvPr id="1141" name="Google Shape;1141;g2a3c333d562_0_1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2" name="Google Shape;1142;g2a3c333d562_0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9" name="Shape 1189"/>
        <p:cNvGrpSpPr/>
        <p:nvPr/>
      </p:nvGrpSpPr>
      <p:grpSpPr>
        <a:xfrm>
          <a:off x="0" y="0"/>
          <a:ext cx="0" cy="0"/>
          <a:chOff x="0" y="0"/>
          <a:chExt cx="0" cy="0"/>
        </a:xfrm>
      </p:grpSpPr>
      <p:sp>
        <p:nvSpPr>
          <p:cNvPr id="1190" name="Google Shape;1190;g2a3c333d562_0_1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1" name="Google Shape;1191;g2a3c333d562_0_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2" name="Shape 1232"/>
        <p:cNvGrpSpPr/>
        <p:nvPr/>
      </p:nvGrpSpPr>
      <p:grpSpPr>
        <a:xfrm>
          <a:off x="0" y="0"/>
          <a:ext cx="0" cy="0"/>
          <a:chOff x="0" y="0"/>
          <a:chExt cx="0" cy="0"/>
        </a:xfrm>
      </p:grpSpPr>
      <p:sp>
        <p:nvSpPr>
          <p:cNvPr id="1233" name="Google Shape;1233;g95a9c4bbe7_0_2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4" name="Google Shape;1234;g95a9c4bbe7_0_2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6" name="Shape 1286"/>
        <p:cNvGrpSpPr/>
        <p:nvPr/>
      </p:nvGrpSpPr>
      <p:grpSpPr>
        <a:xfrm>
          <a:off x="0" y="0"/>
          <a:ext cx="0" cy="0"/>
          <a:chOff x="0" y="0"/>
          <a:chExt cx="0" cy="0"/>
        </a:xfrm>
      </p:grpSpPr>
      <p:sp>
        <p:nvSpPr>
          <p:cNvPr id="1287" name="Google Shape;1287;g2a3c333d562_0_16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8" name="Google Shape;1288;g2a3c333d562_0_16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5" name="Shape 1295"/>
        <p:cNvGrpSpPr/>
        <p:nvPr/>
      </p:nvGrpSpPr>
      <p:grpSpPr>
        <a:xfrm>
          <a:off x="0" y="0"/>
          <a:ext cx="0" cy="0"/>
          <a:chOff x="0" y="0"/>
          <a:chExt cx="0" cy="0"/>
        </a:xfrm>
      </p:grpSpPr>
      <p:sp>
        <p:nvSpPr>
          <p:cNvPr id="1296" name="Google Shape;1296;g2a3c333d562_0_7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7" name="Google Shape;1297;g2a3c333d562_0_7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4" name="Shape 1304"/>
        <p:cNvGrpSpPr/>
        <p:nvPr/>
      </p:nvGrpSpPr>
      <p:grpSpPr>
        <a:xfrm>
          <a:off x="0" y="0"/>
          <a:ext cx="0" cy="0"/>
          <a:chOff x="0" y="0"/>
          <a:chExt cx="0" cy="0"/>
        </a:xfrm>
      </p:grpSpPr>
      <p:sp>
        <p:nvSpPr>
          <p:cNvPr id="1305" name="Google Shape;1305;g2a3c333d562_0_2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6" name="Google Shape;1306;g2a3c333d562_0_2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1" name="Shape 1361"/>
        <p:cNvGrpSpPr/>
        <p:nvPr/>
      </p:nvGrpSpPr>
      <p:grpSpPr>
        <a:xfrm>
          <a:off x="0" y="0"/>
          <a:ext cx="0" cy="0"/>
          <a:chOff x="0" y="0"/>
          <a:chExt cx="0" cy="0"/>
        </a:xfrm>
      </p:grpSpPr>
      <p:sp>
        <p:nvSpPr>
          <p:cNvPr id="1362" name="Google Shape;1362;g2a3c333d562_0_2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3" name="Google Shape;1363;g2a3c333d562_0_2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4" name="Shape 1414"/>
        <p:cNvGrpSpPr/>
        <p:nvPr/>
      </p:nvGrpSpPr>
      <p:grpSpPr>
        <a:xfrm>
          <a:off x="0" y="0"/>
          <a:ext cx="0" cy="0"/>
          <a:chOff x="0" y="0"/>
          <a:chExt cx="0" cy="0"/>
        </a:xfrm>
      </p:grpSpPr>
      <p:sp>
        <p:nvSpPr>
          <p:cNvPr id="1415" name="Google Shape;1415;g2a3c333d562_0_3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6" name="Google Shape;1416;g2a3c333d562_0_3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7" name="Shape 1467"/>
        <p:cNvGrpSpPr/>
        <p:nvPr/>
      </p:nvGrpSpPr>
      <p:grpSpPr>
        <a:xfrm>
          <a:off x="0" y="0"/>
          <a:ext cx="0" cy="0"/>
          <a:chOff x="0" y="0"/>
          <a:chExt cx="0" cy="0"/>
        </a:xfrm>
      </p:grpSpPr>
      <p:sp>
        <p:nvSpPr>
          <p:cNvPr id="1468" name="Google Shape;1468;g2a3c333d562_0_14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9" name="Google Shape;1469;g2a3c333d562_0_14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5" name="Shape 1565"/>
        <p:cNvGrpSpPr/>
        <p:nvPr/>
      </p:nvGrpSpPr>
      <p:grpSpPr>
        <a:xfrm>
          <a:off x="0" y="0"/>
          <a:ext cx="0" cy="0"/>
          <a:chOff x="0" y="0"/>
          <a:chExt cx="0" cy="0"/>
        </a:xfrm>
      </p:grpSpPr>
      <p:sp>
        <p:nvSpPr>
          <p:cNvPr id="1566" name="Google Shape;1566;g2a3c333d562_0_4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7" name="Google Shape;1567;g2a3c333d562_0_4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6" name="Shape 1626"/>
        <p:cNvGrpSpPr/>
        <p:nvPr/>
      </p:nvGrpSpPr>
      <p:grpSpPr>
        <a:xfrm>
          <a:off x="0" y="0"/>
          <a:ext cx="0" cy="0"/>
          <a:chOff x="0" y="0"/>
          <a:chExt cx="0" cy="0"/>
        </a:xfrm>
      </p:grpSpPr>
      <p:sp>
        <p:nvSpPr>
          <p:cNvPr id="1627" name="Google Shape;1627;g2a3c333d562_0_5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8" name="Google Shape;1628;g2a3c333d562_0_5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9" name="Shape 1689"/>
        <p:cNvGrpSpPr/>
        <p:nvPr/>
      </p:nvGrpSpPr>
      <p:grpSpPr>
        <a:xfrm>
          <a:off x="0" y="0"/>
          <a:ext cx="0" cy="0"/>
          <a:chOff x="0" y="0"/>
          <a:chExt cx="0" cy="0"/>
        </a:xfrm>
      </p:grpSpPr>
      <p:sp>
        <p:nvSpPr>
          <p:cNvPr id="1690" name="Google Shape;1690;g2a3c333d562_0_5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1" name="Google Shape;1691;g2a3c333d562_0_5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2" name="Shape 1752"/>
        <p:cNvGrpSpPr/>
        <p:nvPr/>
      </p:nvGrpSpPr>
      <p:grpSpPr>
        <a:xfrm>
          <a:off x="0" y="0"/>
          <a:ext cx="0" cy="0"/>
          <a:chOff x="0" y="0"/>
          <a:chExt cx="0" cy="0"/>
        </a:xfrm>
      </p:grpSpPr>
      <p:sp>
        <p:nvSpPr>
          <p:cNvPr id="1753" name="Google Shape;1753;g2a3c333d562_0_6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4" name="Google Shape;1754;g2a3c333d562_0_6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4" name="Shape 1814"/>
        <p:cNvGrpSpPr/>
        <p:nvPr/>
      </p:nvGrpSpPr>
      <p:grpSpPr>
        <a:xfrm>
          <a:off x="0" y="0"/>
          <a:ext cx="0" cy="0"/>
          <a:chOff x="0" y="0"/>
          <a:chExt cx="0" cy="0"/>
        </a:xfrm>
      </p:grpSpPr>
      <p:sp>
        <p:nvSpPr>
          <p:cNvPr id="1815" name="Google Shape;1815;g2a3c333d562_0_7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6" name="Google Shape;1816;g2a3c333d562_0_7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4" name="Shape 1884"/>
        <p:cNvGrpSpPr/>
        <p:nvPr/>
      </p:nvGrpSpPr>
      <p:grpSpPr>
        <a:xfrm>
          <a:off x="0" y="0"/>
          <a:ext cx="0" cy="0"/>
          <a:chOff x="0" y="0"/>
          <a:chExt cx="0" cy="0"/>
        </a:xfrm>
      </p:grpSpPr>
      <p:sp>
        <p:nvSpPr>
          <p:cNvPr id="1885" name="Google Shape;1885;g2a3c333d562_0_9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6" name="Google Shape;1886;g2a3c333d562_0_9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4" name="Shape 1944"/>
        <p:cNvGrpSpPr/>
        <p:nvPr/>
      </p:nvGrpSpPr>
      <p:grpSpPr>
        <a:xfrm>
          <a:off x="0" y="0"/>
          <a:ext cx="0" cy="0"/>
          <a:chOff x="0" y="0"/>
          <a:chExt cx="0" cy="0"/>
        </a:xfrm>
      </p:grpSpPr>
      <p:sp>
        <p:nvSpPr>
          <p:cNvPr id="1945" name="Google Shape;1945;g2a3c333d562_0_9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6" name="Google Shape;1946;g2a3c333d562_0_9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6" name="Shape 2006"/>
        <p:cNvGrpSpPr/>
        <p:nvPr/>
      </p:nvGrpSpPr>
      <p:grpSpPr>
        <a:xfrm>
          <a:off x="0" y="0"/>
          <a:ext cx="0" cy="0"/>
          <a:chOff x="0" y="0"/>
          <a:chExt cx="0" cy="0"/>
        </a:xfrm>
      </p:grpSpPr>
      <p:sp>
        <p:nvSpPr>
          <p:cNvPr id="2007" name="Google Shape;2007;g2a3c333d562_0_1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8" name="Google Shape;2008;g2a3c333d562_0_1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0" name="Shape 2070"/>
        <p:cNvGrpSpPr/>
        <p:nvPr/>
      </p:nvGrpSpPr>
      <p:grpSpPr>
        <a:xfrm>
          <a:off x="0" y="0"/>
          <a:ext cx="0" cy="0"/>
          <a:chOff x="0" y="0"/>
          <a:chExt cx="0" cy="0"/>
        </a:xfrm>
      </p:grpSpPr>
      <p:sp>
        <p:nvSpPr>
          <p:cNvPr id="2071" name="Google Shape;2071;g2a3c333d562_0_11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2" name="Google Shape;2072;g2a3c333d562_0_11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4" name="Shape 2134"/>
        <p:cNvGrpSpPr/>
        <p:nvPr/>
      </p:nvGrpSpPr>
      <p:grpSpPr>
        <a:xfrm>
          <a:off x="0" y="0"/>
          <a:ext cx="0" cy="0"/>
          <a:chOff x="0" y="0"/>
          <a:chExt cx="0" cy="0"/>
        </a:xfrm>
      </p:grpSpPr>
      <p:sp>
        <p:nvSpPr>
          <p:cNvPr id="2135" name="Google Shape;2135;g2a3c333d562_0_12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6" name="Google Shape;2136;g2a3c333d562_0_12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7" name="Shape 2197"/>
        <p:cNvGrpSpPr/>
        <p:nvPr/>
      </p:nvGrpSpPr>
      <p:grpSpPr>
        <a:xfrm>
          <a:off x="0" y="0"/>
          <a:ext cx="0" cy="0"/>
          <a:chOff x="0" y="0"/>
          <a:chExt cx="0" cy="0"/>
        </a:xfrm>
      </p:grpSpPr>
      <p:sp>
        <p:nvSpPr>
          <p:cNvPr id="2198" name="Google Shape;2198;g2a3c333d562_0_12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9" name="Google Shape;2199;g2a3c333d562_0_12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8" name="Shape 2258"/>
        <p:cNvGrpSpPr/>
        <p:nvPr/>
      </p:nvGrpSpPr>
      <p:grpSpPr>
        <a:xfrm>
          <a:off x="0" y="0"/>
          <a:ext cx="0" cy="0"/>
          <a:chOff x="0" y="0"/>
          <a:chExt cx="0" cy="0"/>
        </a:xfrm>
      </p:grpSpPr>
      <p:sp>
        <p:nvSpPr>
          <p:cNvPr id="2259" name="Google Shape;2259;g2a3c333d562_0_13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0" name="Google Shape;2260;g2a3c333d562_0_13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0" name="Shape 2310"/>
        <p:cNvGrpSpPr/>
        <p:nvPr/>
      </p:nvGrpSpPr>
      <p:grpSpPr>
        <a:xfrm>
          <a:off x="0" y="0"/>
          <a:ext cx="0" cy="0"/>
          <a:chOff x="0" y="0"/>
          <a:chExt cx="0" cy="0"/>
        </a:xfrm>
      </p:grpSpPr>
      <p:sp>
        <p:nvSpPr>
          <p:cNvPr id="2311" name="Google Shape;2311;g2a3c333d562_0_17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2" name="Google Shape;2312;g2a3c333d562_0_17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6" name="Shape 2326"/>
        <p:cNvGrpSpPr/>
        <p:nvPr/>
      </p:nvGrpSpPr>
      <p:grpSpPr>
        <a:xfrm>
          <a:off x="0" y="0"/>
          <a:ext cx="0" cy="0"/>
          <a:chOff x="0" y="0"/>
          <a:chExt cx="0" cy="0"/>
        </a:xfrm>
      </p:grpSpPr>
      <p:sp>
        <p:nvSpPr>
          <p:cNvPr id="2327" name="Google Shape;2327;g2a3c333d562_0_17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8" name="Google Shape;2328;g2a3c333d562_0_17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1" name="Shape 2341"/>
        <p:cNvGrpSpPr/>
        <p:nvPr/>
      </p:nvGrpSpPr>
      <p:grpSpPr>
        <a:xfrm>
          <a:off x="0" y="0"/>
          <a:ext cx="0" cy="0"/>
          <a:chOff x="0" y="0"/>
          <a:chExt cx="0" cy="0"/>
        </a:xfrm>
      </p:grpSpPr>
      <p:sp>
        <p:nvSpPr>
          <p:cNvPr id="2342" name="Google Shape;2342;g2a5401cc21b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3" name="Google Shape;2343;g2a5401cc21b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5" name="Shape 2365"/>
        <p:cNvGrpSpPr/>
        <p:nvPr/>
      </p:nvGrpSpPr>
      <p:grpSpPr>
        <a:xfrm>
          <a:off x="0" y="0"/>
          <a:ext cx="0" cy="0"/>
          <a:chOff x="0" y="0"/>
          <a:chExt cx="0" cy="0"/>
        </a:xfrm>
      </p:grpSpPr>
      <p:sp>
        <p:nvSpPr>
          <p:cNvPr id="2366" name="Google Shape;2366;g2a5401cc21b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7" name="Google Shape;2367;g2a5401cc21b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7" name="Shape 2457"/>
        <p:cNvGrpSpPr/>
        <p:nvPr/>
      </p:nvGrpSpPr>
      <p:grpSpPr>
        <a:xfrm>
          <a:off x="0" y="0"/>
          <a:ext cx="0" cy="0"/>
          <a:chOff x="0" y="0"/>
          <a:chExt cx="0" cy="0"/>
        </a:xfrm>
      </p:grpSpPr>
      <p:sp>
        <p:nvSpPr>
          <p:cNvPr id="2458" name="Google Shape;2458;g2a5401cc21b_0_2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9" name="Google Shape;2459;g2a5401cc21b_0_2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1" name="Shape 2471"/>
        <p:cNvGrpSpPr/>
        <p:nvPr/>
      </p:nvGrpSpPr>
      <p:grpSpPr>
        <a:xfrm>
          <a:off x="0" y="0"/>
          <a:ext cx="0" cy="0"/>
          <a:chOff x="0" y="0"/>
          <a:chExt cx="0" cy="0"/>
        </a:xfrm>
      </p:grpSpPr>
      <p:sp>
        <p:nvSpPr>
          <p:cNvPr id="2472" name="Google Shape;2472;g2a5401cc21b_0_3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3" name="Google Shape;2473;g2a5401cc21b_0_3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5" name="Shape 2485"/>
        <p:cNvGrpSpPr/>
        <p:nvPr/>
      </p:nvGrpSpPr>
      <p:grpSpPr>
        <a:xfrm>
          <a:off x="0" y="0"/>
          <a:ext cx="0" cy="0"/>
          <a:chOff x="0" y="0"/>
          <a:chExt cx="0" cy="0"/>
        </a:xfrm>
      </p:grpSpPr>
      <p:sp>
        <p:nvSpPr>
          <p:cNvPr id="2486" name="Google Shape;2486;g2a5401cc21b_0_4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87" name="Google Shape;2487;g2a5401cc21b_0_4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9" name="Shape 2499"/>
        <p:cNvGrpSpPr/>
        <p:nvPr/>
      </p:nvGrpSpPr>
      <p:grpSpPr>
        <a:xfrm>
          <a:off x="0" y="0"/>
          <a:ext cx="0" cy="0"/>
          <a:chOff x="0" y="0"/>
          <a:chExt cx="0" cy="0"/>
        </a:xfrm>
      </p:grpSpPr>
      <p:sp>
        <p:nvSpPr>
          <p:cNvPr id="2500" name="Google Shape;2500;g2a5401cc21b_0_5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1" name="Google Shape;2501;g2a5401cc21b_0_5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2" name="Shape 2512"/>
        <p:cNvGrpSpPr/>
        <p:nvPr/>
      </p:nvGrpSpPr>
      <p:grpSpPr>
        <a:xfrm>
          <a:off x="0" y="0"/>
          <a:ext cx="0" cy="0"/>
          <a:chOff x="0" y="0"/>
          <a:chExt cx="0" cy="0"/>
        </a:xfrm>
      </p:grpSpPr>
      <p:sp>
        <p:nvSpPr>
          <p:cNvPr id="2513" name="Google Shape;2513;g2a5401cc21b_0_5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4" name="Google Shape;2514;g2a5401cc21b_0_5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5" name="Shape 2525"/>
        <p:cNvGrpSpPr/>
        <p:nvPr/>
      </p:nvGrpSpPr>
      <p:grpSpPr>
        <a:xfrm>
          <a:off x="0" y="0"/>
          <a:ext cx="0" cy="0"/>
          <a:chOff x="0" y="0"/>
          <a:chExt cx="0" cy="0"/>
        </a:xfrm>
      </p:grpSpPr>
      <p:sp>
        <p:nvSpPr>
          <p:cNvPr id="2526" name="Google Shape;2526;g2a5401cc21b_0_5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7" name="Google Shape;2527;g2a5401cc21b_0_5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9" name="Shape 2539"/>
        <p:cNvGrpSpPr/>
        <p:nvPr/>
      </p:nvGrpSpPr>
      <p:grpSpPr>
        <a:xfrm>
          <a:off x="0" y="0"/>
          <a:ext cx="0" cy="0"/>
          <a:chOff x="0" y="0"/>
          <a:chExt cx="0" cy="0"/>
        </a:xfrm>
      </p:grpSpPr>
      <p:sp>
        <p:nvSpPr>
          <p:cNvPr id="2540" name="Google Shape;2540;g9414509433_0_4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1" name="Google Shape;2541;g9414509433_0_4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2" name="Shape 2552"/>
        <p:cNvGrpSpPr/>
        <p:nvPr/>
      </p:nvGrpSpPr>
      <p:grpSpPr>
        <a:xfrm>
          <a:off x="0" y="0"/>
          <a:ext cx="0" cy="0"/>
          <a:chOff x="0" y="0"/>
          <a:chExt cx="0" cy="0"/>
        </a:xfrm>
      </p:grpSpPr>
      <p:sp>
        <p:nvSpPr>
          <p:cNvPr id="2553" name="Google Shape;2553;g2a5401cc21b_0_5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54" name="Google Shape;2554;g2a5401cc21b_0_5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grpSp>
        <p:nvGrpSpPr>
          <p:cNvPr id="10" name="Google Shape;10;p2"/>
          <p:cNvGrpSpPr/>
          <p:nvPr/>
        </p:nvGrpSpPr>
        <p:grpSpPr>
          <a:xfrm rot="1871974">
            <a:off x="6927020" y="676935"/>
            <a:ext cx="1881892" cy="1143355"/>
            <a:chOff x="4422200" y="1605489"/>
            <a:chExt cx="3671784" cy="2230815"/>
          </a:xfrm>
        </p:grpSpPr>
        <p:sp>
          <p:nvSpPr>
            <p:cNvPr id="11" name="Google Shape;11;p2"/>
            <p:cNvSpPr/>
            <p:nvPr/>
          </p:nvSpPr>
          <p:spPr>
            <a:xfrm>
              <a:off x="4422200" y="1605489"/>
              <a:ext cx="1800986" cy="1664339"/>
            </a:xfrm>
            <a:custGeom>
              <a:rect b="b" l="l" r="r" t="t"/>
              <a:pathLst>
                <a:path extrusionOk="0" h="31083" w="33635">
                  <a:moveTo>
                    <a:pt x="4965" y="0"/>
                  </a:moveTo>
                  <a:cubicBezTo>
                    <a:pt x="3984" y="0"/>
                    <a:pt x="3162" y="351"/>
                    <a:pt x="2632" y="1160"/>
                  </a:cubicBezTo>
                  <a:cubicBezTo>
                    <a:pt x="0" y="5095"/>
                    <a:pt x="6592" y="9832"/>
                    <a:pt x="11003" y="12238"/>
                  </a:cubicBezTo>
                  <a:cubicBezTo>
                    <a:pt x="10357" y="12170"/>
                    <a:pt x="9768" y="12138"/>
                    <a:pt x="9233" y="12138"/>
                  </a:cubicBezTo>
                  <a:cubicBezTo>
                    <a:pt x="38" y="12138"/>
                    <a:pt x="6883" y="21641"/>
                    <a:pt x="15060" y="21641"/>
                  </a:cubicBezTo>
                  <a:cubicBezTo>
                    <a:pt x="15170" y="21641"/>
                    <a:pt x="15279" y="21640"/>
                    <a:pt x="15389" y="21636"/>
                  </a:cubicBezTo>
                  <a:lnTo>
                    <a:pt x="15389" y="21636"/>
                  </a:lnTo>
                  <a:cubicBezTo>
                    <a:pt x="3991" y="26299"/>
                    <a:pt x="14561" y="31082"/>
                    <a:pt x="25308" y="31082"/>
                  </a:cubicBezTo>
                  <a:cubicBezTo>
                    <a:pt x="27558" y="31082"/>
                    <a:pt x="29815" y="30872"/>
                    <a:pt x="31880" y="30408"/>
                  </a:cubicBezTo>
                  <a:lnTo>
                    <a:pt x="33108" y="29105"/>
                  </a:lnTo>
                  <a:cubicBezTo>
                    <a:pt x="33108" y="22213"/>
                    <a:pt x="33635" y="8228"/>
                    <a:pt x="28948" y="7626"/>
                  </a:cubicBezTo>
                  <a:cubicBezTo>
                    <a:pt x="28713" y="7570"/>
                    <a:pt x="28493" y="7544"/>
                    <a:pt x="28286" y="7544"/>
                  </a:cubicBezTo>
                  <a:cubicBezTo>
                    <a:pt x="26075" y="7544"/>
                    <a:pt x="25306" y="10519"/>
                    <a:pt x="24161" y="12238"/>
                  </a:cubicBezTo>
                  <a:cubicBezTo>
                    <a:pt x="24620" y="7630"/>
                    <a:pt x="21345" y="2528"/>
                    <a:pt x="18500" y="2528"/>
                  </a:cubicBezTo>
                  <a:cubicBezTo>
                    <a:pt x="16996" y="2528"/>
                    <a:pt x="15613" y="3952"/>
                    <a:pt x="14963" y="7626"/>
                  </a:cubicBezTo>
                  <a:cubicBezTo>
                    <a:pt x="13173" y="3835"/>
                    <a:pt x="8207" y="0"/>
                    <a:pt x="496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a:off x="4899939" y="1950753"/>
              <a:ext cx="1248134" cy="1278976"/>
            </a:xfrm>
            <a:custGeom>
              <a:rect b="b" l="l" r="r" t="t"/>
              <a:pathLst>
                <a:path extrusionOk="0" h="23886" w="23310">
                  <a:moveTo>
                    <a:pt x="1" y="0"/>
                  </a:moveTo>
                  <a:cubicBezTo>
                    <a:pt x="1" y="0"/>
                    <a:pt x="352" y="376"/>
                    <a:pt x="928" y="1028"/>
                  </a:cubicBezTo>
                  <a:cubicBezTo>
                    <a:pt x="1229" y="1354"/>
                    <a:pt x="1580" y="1730"/>
                    <a:pt x="2006" y="2181"/>
                  </a:cubicBezTo>
                  <a:cubicBezTo>
                    <a:pt x="2206" y="2431"/>
                    <a:pt x="2432" y="2657"/>
                    <a:pt x="2657" y="2907"/>
                  </a:cubicBezTo>
                  <a:cubicBezTo>
                    <a:pt x="2883" y="3158"/>
                    <a:pt x="3159" y="3409"/>
                    <a:pt x="3409" y="3684"/>
                  </a:cubicBezTo>
                  <a:cubicBezTo>
                    <a:pt x="4462" y="4762"/>
                    <a:pt x="5715" y="5990"/>
                    <a:pt x="7043" y="7319"/>
                  </a:cubicBezTo>
                  <a:cubicBezTo>
                    <a:pt x="7695" y="7970"/>
                    <a:pt x="8397" y="8647"/>
                    <a:pt x="9073" y="9374"/>
                  </a:cubicBezTo>
                  <a:cubicBezTo>
                    <a:pt x="9399" y="9725"/>
                    <a:pt x="9750" y="10075"/>
                    <a:pt x="10101" y="10451"/>
                  </a:cubicBezTo>
                  <a:lnTo>
                    <a:pt x="10602" y="11003"/>
                  </a:lnTo>
                  <a:lnTo>
                    <a:pt x="10878" y="11253"/>
                  </a:lnTo>
                  <a:lnTo>
                    <a:pt x="10928" y="11329"/>
                  </a:lnTo>
                  <a:lnTo>
                    <a:pt x="10953" y="11379"/>
                  </a:lnTo>
                  <a:lnTo>
                    <a:pt x="11078" y="11504"/>
                  </a:lnTo>
                  <a:cubicBezTo>
                    <a:pt x="12407" y="13058"/>
                    <a:pt x="13760" y="14537"/>
                    <a:pt x="14988" y="15940"/>
                  </a:cubicBezTo>
                  <a:cubicBezTo>
                    <a:pt x="15590" y="16642"/>
                    <a:pt x="16166" y="17319"/>
                    <a:pt x="16692" y="17970"/>
                  </a:cubicBezTo>
                  <a:cubicBezTo>
                    <a:pt x="17219" y="18622"/>
                    <a:pt x="17695" y="19248"/>
                    <a:pt x="18096" y="19850"/>
                  </a:cubicBezTo>
                  <a:cubicBezTo>
                    <a:pt x="18522" y="20426"/>
                    <a:pt x="18873" y="20978"/>
                    <a:pt x="19149" y="21454"/>
                  </a:cubicBezTo>
                  <a:cubicBezTo>
                    <a:pt x="19299" y="21705"/>
                    <a:pt x="19399" y="21930"/>
                    <a:pt x="19525" y="22156"/>
                  </a:cubicBezTo>
                  <a:cubicBezTo>
                    <a:pt x="19625" y="22356"/>
                    <a:pt x="19700" y="22532"/>
                    <a:pt x="19775" y="22707"/>
                  </a:cubicBezTo>
                  <a:cubicBezTo>
                    <a:pt x="19850" y="22857"/>
                    <a:pt x="19901" y="22983"/>
                    <a:pt x="19951" y="23133"/>
                  </a:cubicBezTo>
                  <a:cubicBezTo>
                    <a:pt x="20026" y="23284"/>
                    <a:pt x="20051" y="23434"/>
                    <a:pt x="20101" y="23534"/>
                  </a:cubicBezTo>
                  <a:cubicBezTo>
                    <a:pt x="20176" y="23760"/>
                    <a:pt x="20226" y="23885"/>
                    <a:pt x="20226" y="23885"/>
                  </a:cubicBezTo>
                  <a:lnTo>
                    <a:pt x="23309" y="22632"/>
                  </a:lnTo>
                  <a:cubicBezTo>
                    <a:pt x="23309" y="22632"/>
                    <a:pt x="23259" y="22507"/>
                    <a:pt x="23159" y="22306"/>
                  </a:cubicBezTo>
                  <a:cubicBezTo>
                    <a:pt x="23109" y="22206"/>
                    <a:pt x="23058" y="22055"/>
                    <a:pt x="22983" y="21905"/>
                  </a:cubicBezTo>
                  <a:cubicBezTo>
                    <a:pt x="22908" y="21755"/>
                    <a:pt x="22783" y="21529"/>
                    <a:pt x="22657" y="21304"/>
                  </a:cubicBezTo>
                  <a:cubicBezTo>
                    <a:pt x="22582" y="21178"/>
                    <a:pt x="22507" y="21053"/>
                    <a:pt x="22432" y="20928"/>
                  </a:cubicBezTo>
                  <a:cubicBezTo>
                    <a:pt x="22382" y="20802"/>
                    <a:pt x="22281" y="20702"/>
                    <a:pt x="22206" y="20577"/>
                  </a:cubicBezTo>
                  <a:cubicBezTo>
                    <a:pt x="22056" y="20351"/>
                    <a:pt x="21880" y="20075"/>
                    <a:pt x="21680" y="19800"/>
                  </a:cubicBezTo>
                  <a:cubicBezTo>
                    <a:pt x="21304" y="19273"/>
                    <a:pt x="20853" y="18697"/>
                    <a:pt x="20327" y="18096"/>
                  </a:cubicBezTo>
                  <a:cubicBezTo>
                    <a:pt x="19800" y="17519"/>
                    <a:pt x="19224" y="16892"/>
                    <a:pt x="18622" y="16266"/>
                  </a:cubicBezTo>
                  <a:cubicBezTo>
                    <a:pt x="17996" y="15639"/>
                    <a:pt x="17319" y="15013"/>
                    <a:pt x="16617" y="14361"/>
                  </a:cubicBezTo>
                  <a:cubicBezTo>
                    <a:pt x="15239" y="13058"/>
                    <a:pt x="13735" y="11730"/>
                    <a:pt x="12306" y="10376"/>
                  </a:cubicBezTo>
                  <a:lnTo>
                    <a:pt x="12156" y="10251"/>
                  </a:lnTo>
                  <a:lnTo>
                    <a:pt x="12056" y="10151"/>
                  </a:lnTo>
                  <a:lnTo>
                    <a:pt x="12006" y="10075"/>
                  </a:lnTo>
                  <a:lnTo>
                    <a:pt x="11705" y="9850"/>
                  </a:lnTo>
                  <a:lnTo>
                    <a:pt x="11129" y="9349"/>
                  </a:lnTo>
                  <a:cubicBezTo>
                    <a:pt x="10753" y="9023"/>
                    <a:pt x="10377" y="8697"/>
                    <a:pt x="10001" y="8396"/>
                  </a:cubicBezTo>
                  <a:cubicBezTo>
                    <a:pt x="9249" y="7745"/>
                    <a:pt x="8497" y="7118"/>
                    <a:pt x="7770" y="6542"/>
                  </a:cubicBezTo>
                  <a:cubicBezTo>
                    <a:pt x="6291" y="5364"/>
                    <a:pt x="4938" y="4236"/>
                    <a:pt x="3760" y="3308"/>
                  </a:cubicBezTo>
                  <a:cubicBezTo>
                    <a:pt x="3484" y="3058"/>
                    <a:pt x="3184" y="2832"/>
                    <a:pt x="2933" y="2607"/>
                  </a:cubicBezTo>
                  <a:cubicBezTo>
                    <a:pt x="2682" y="2381"/>
                    <a:pt x="2432" y="2181"/>
                    <a:pt x="2206" y="1980"/>
                  </a:cubicBezTo>
                  <a:cubicBezTo>
                    <a:pt x="1755" y="1554"/>
                    <a:pt x="1354" y="1203"/>
                    <a:pt x="1028" y="928"/>
                  </a:cubicBezTo>
                  <a:cubicBezTo>
                    <a:pt x="377" y="326"/>
                    <a:pt x="1" y="0"/>
                    <a:pt x="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5458212" y="2008421"/>
              <a:ext cx="77908" cy="495291"/>
            </a:xfrm>
            <a:custGeom>
              <a:rect b="b" l="l" r="r" t="t"/>
              <a:pathLst>
                <a:path extrusionOk="0" h="9250" w="1455">
                  <a:moveTo>
                    <a:pt x="176" y="1"/>
                  </a:moveTo>
                  <a:cubicBezTo>
                    <a:pt x="176" y="1"/>
                    <a:pt x="151" y="577"/>
                    <a:pt x="101" y="1429"/>
                  </a:cubicBezTo>
                  <a:cubicBezTo>
                    <a:pt x="76" y="1881"/>
                    <a:pt x="51" y="2382"/>
                    <a:pt x="26" y="2933"/>
                  </a:cubicBezTo>
                  <a:cubicBezTo>
                    <a:pt x="26" y="3460"/>
                    <a:pt x="26" y="4036"/>
                    <a:pt x="1" y="4612"/>
                  </a:cubicBezTo>
                  <a:cubicBezTo>
                    <a:pt x="26" y="5214"/>
                    <a:pt x="26" y="5790"/>
                    <a:pt x="51" y="6342"/>
                  </a:cubicBezTo>
                  <a:cubicBezTo>
                    <a:pt x="51" y="6617"/>
                    <a:pt x="51" y="6868"/>
                    <a:pt x="76" y="7119"/>
                  </a:cubicBezTo>
                  <a:cubicBezTo>
                    <a:pt x="76" y="7369"/>
                    <a:pt x="101" y="7595"/>
                    <a:pt x="126" y="7820"/>
                  </a:cubicBezTo>
                  <a:cubicBezTo>
                    <a:pt x="176" y="8673"/>
                    <a:pt x="226" y="9249"/>
                    <a:pt x="226" y="9249"/>
                  </a:cubicBezTo>
                  <a:lnTo>
                    <a:pt x="1454" y="9099"/>
                  </a:lnTo>
                  <a:cubicBezTo>
                    <a:pt x="1454" y="9099"/>
                    <a:pt x="1329" y="8522"/>
                    <a:pt x="1154" y="7670"/>
                  </a:cubicBezTo>
                  <a:cubicBezTo>
                    <a:pt x="1129" y="7470"/>
                    <a:pt x="1078" y="7244"/>
                    <a:pt x="1028" y="6993"/>
                  </a:cubicBezTo>
                  <a:cubicBezTo>
                    <a:pt x="953" y="6743"/>
                    <a:pt x="928" y="6492"/>
                    <a:pt x="903" y="6242"/>
                  </a:cubicBezTo>
                  <a:cubicBezTo>
                    <a:pt x="803" y="5715"/>
                    <a:pt x="728" y="5139"/>
                    <a:pt x="627" y="4587"/>
                  </a:cubicBezTo>
                  <a:cubicBezTo>
                    <a:pt x="552" y="4011"/>
                    <a:pt x="502" y="3434"/>
                    <a:pt x="427" y="2908"/>
                  </a:cubicBezTo>
                  <a:cubicBezTo>
                    <a:pt x="352" y="2382"/>
                    <a:pt x="327" y="1881"/>
                    <a:pt x="302" y="1429"/>
                  </a:cubicBezTo>
                  <a:cubicBezTo>
                    <a:pt x="226" y="577"/>
                    <a:pt x="176" y="1"/>
                    <a:pt x="17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a:off x="5834000" y="2378851"/>
              <a:ext cx="100718" cy="463004"/>
            </a:xfrm>
            <a:custGeom>
              <a:rect b="b" l="l" r="r" t="t"/>
              <a:pathLst>
                <a:path extrusionOk="0" h="8647" w="1881">
                  <a:moveTo>
                    <a:pt x="1830" y="0"/>
                  </a:moveTo>
                  <a:cubicBezTo>
                    <a:pt x="1830" y="0"/>
                    <a:pt x="1730" y="527"/>
                    <a:pt x="1579" y="1329"/>
                  </a:cubicBezTo>
                  <a:cubicBezTo>
                    <a:pt x="1504" y="1730"/>
                    <a:pt x="1429" y="2181"/>
                    <a:pt x="1329" y="2682"/>
                  </a:cubicBezTo>
                  <a:cubicBezTo>
                    <a:pt x="1253" y="3183"/>
                    <a:pt x="1153" y="3710"/>
                    <a:pt x="1028" y="4211"/>
                  </a:cubicBezTo>
                  <a:cubicBezTo>
                    <a:pt x="903" y="4737"/>
                    <a:pt x="802" y="5263"/>
                    <a:pt x="677" y="5740"/>
                  </a:cubicBezTo>
                  <a:cubicBezTo>
                    <a:pt x="552" y="6241"/>
                    <a:pt x="426" y="6692"/>
                    <a:pt x="326" y="7068"/>
                  </a:cubicBezTo>
                  <a:cubicBezTo>
                    <a:pt x="126" y="7845"/>
                    <a:pt x="0" y="8371"/>
                    <a:pt x="0" y="8371"/>
                  </a:cubicBezTo>
                  <a:lnTo>
                    <a:pt x="1654" y="8647"/>
                  </a:lnTo>
                  <a:cubicBezTo>
                    <a:pt x="1654" y="8647"/>
                    <a:pt x="1680" y="8095"/>
                    <a:pt x="1730" y="7293"/>
                  </a:cubicBezTo>
                  <a:cubicBezTo>
                    <a:pt x="1755" y="6892"/>
                    <a:pt x="1780" y="6416"/>
                    <a:pt x="1805" y="5915"/>
                  </a:cubicBezTo>
                  <a:cubicBezTo>
                    <a:pt x="1830" y="5414"/>
                    <a:pt x="1830" y="4862"/>
                    <a:pt x="1855" y="4311"/>
                  </a:cubicBezTo>
                  <a:cubicBezTo>
                    <a:pt x="1880" y="3785"/>
                    <a:pt x="1880" y="3233"/>
                    <a:pt x="1855" y="2732"/>
                  </a:cubicBezTo>
                  <a:cubicBezTo>
                    <a:pt x="1855" y="2231"/>
                    <a:pt x="1855" y="1755"/>
                    <a:pt x="1855" y="1354"/>
                  </a:cubicBezTo>
                  <a:cubicBezTo>
                    <a:pt x="1830" y="552"/>
                    <a:pt x="1830" y="0"/>
                    <a:pt x="183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a:off x="4917395" y="2432504"/>
              <a:ext cx="586478" cy="127544"/>
            </a:xfrm>
            <a:custGeom>
              <a:rect b="b" l="l" r="r" t="t"/>
              <a:pathLst>
                <a:path extrusionOk="0" h="2382" w="10953">
                  <a:moveTo>
                    <a:pt x="0" y="1"/>
                  </a:moveTo>
                  <a:cubicBezTo>
                    <a:pt x="1" y="1"/>
                    <a:pt x="677" y="151"/>
                    <a:pt x="1680" y="402"/>
                  </a:cubicBezTo>
                  <a:cubicBezTo>
                    <a:pt x="2181" y="502"/>
                    <a:pt x="2782" y="652"/>
                    <a:pt x="3409" y="803"/>
                  </a:cubicBezTo>
                  <a:cubicBezTo>
                    <a:pt x="4036" y="928"/>
                    <a:pt x="4712" y="1103"/>
                    <a:pt x="5389" y="1254"/>
                  </a:cubicBezTo>
                  <a:cubicBezTo>
                    <a:pt x="8071" y="1805"/>
                    <a:pt x="10752" y="2382"/>
                    <a:pt x="10752" y="2382"/>
                  </a:cubicBezTo>
                  <a:lnTo>
                    <a:pt x="10953" y="1129"/>
                  </a:lnTo>
                  <a:cubicBezTo>
                    <a:pt x="10953" y="1129"/>
                    <a:pt x="8196" y="878"/>
                    <a:pt x="5464" y="627"/>
                  </a:cubicBezTo>
                  <a:cubicBezTo>
                    <a:pt x="4787" y="552"/>
                    <a:pt x="4111" y="477"/>
                    <a:pt x="3459" y="402"/>
                  </a:cubicBezTo>
                  <a:cubicBezTo>
                    <a:pt x="2833" y="327"/>
                    <a:pt x="2231" y="251"/>
                    <a:pt x="1730" y="201"/>
                  </a:cubicBezTo>
                  <a:cubicBezTo>
                    <a:pt x="702" y="76"/>
                    <a:pt x="1" y="1"/>
                    <a:pt x="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5252916" y="2829760"/>
              <a:ext cx="603934" cy="107411"/>
            </a:xfrm>
            <a:custGeom>
              <a:rect b="b" l="l" r="r" t="t"/>
              <a:pathLst>
                <a:path extrusionOk="0" h="2006" w="11279">
                  <a:moveTo>
                    <a:pt x="11053" y="0"/>
                  </a:moveTo>
                  <a:cubicBezTo>
                    <a:pt x="11053" y="0"/>
                    <a:pt x="10376" y="151"/>
                    <a:pt x="9324" y="376"/>
                  </a:cubicBezTo>
                  <a:cubicBezTo>
                    <a:pt x="8822" y="502"/>
                    <a:pt x="8221" y="627"/>
                    <a:pt x="7569" y="752"/>
                  </a:cubicBezTo>
                  <a:cubicBezTo>
                    <a:pt x="6943" y="878"/>
                    <a:pt x="6241" y="1003"/>
                    <a:pt x="5564" y="1128"/>
                  </a:cubicBezTo>
                  <a:cubicBezTo>
                    <a:pt x="4862" y="1253"/>
                    <a:pt x="4186" y="1379"/>
                    <a:pt x="3534" y="1479"/>
                  </a:cubicBezTo>
                  <a:cubicBezTo>
                    <a:pt x="3208" y="1529"/>
                    <a:pt x="2882" y="1579"/>
                    <a:pt x="2582" y="1629"/>
                  </a:cubicBezTo>
                  <a:cubicBezTo>
                    <a:pt x="2281" y="1654"/>
                    <a:pt x="2005" y="1705"/>
                    <a:pt x="1755" y="1730"/>
                  </a:cubicBezTo>
                  <a:cubicBezTo>
                    <a:pt x="702" y="1855"/>
                    <a:pt x="0" y="1930"/>
                    <a:pt x="0" y="1930"/>
                  </a:cubicBezTo>
                  <a:cubicBezTo>
                    <a:pt x="0" y="1930"/>
                    <a:pt x="702" y="1955"/>
                    <a:pt x="1755" y="1980"/>
                  </a:cubicBezTo>
                  <a:cubicBezTo>
                    <a:pt x="2030" y="2005"/>
                    <a:pt x="2306" y="2005"/>
                    <a:pt x="2607" y="2005"/>
                  </a:cubicBezTo>
                  <a:lnTo>
                    <a:pt x="3559" y="2005"/>
                  </a:lnTo>
                  <a:cubicBezTo>
                    <a:pt x="4236" y="1980"/>
                    <a:pt x="4938" y="1980"/>
                    <a:pt x="5639" y="1980"/>
                  </a:cubicBezTo>
                  <a:cubicBezTo>
                    <a:pt x="6341" y="1930"/>
                    <a:pt x="7068" y="1905"/>
                    <a:pt x="7720" y="1880"/>
                  </a:cubicBezTo>
                  <a:cubicBezTo>
                    <a:pt x="8396" y="1855"/>
                    <a:pt x="8998" y="1830"/>
                    <a:pt x="9524" y="1780"/>
                  </a:cubicBezTo>
                  <a:cubicBezTo>
                    <a:pt x="10577" y="1705"/>
                    <a:pt x="11278" y="1654"/>
                    <a:pt x="11278" y="1654"/>
                  </a:cubicBezTo>
                  <a:lnTo>
                    <a:pt x="11053"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6292944" y="1605489"/>
              <a:ext cx="1801040" cy="1664339"/>
            </a:xfrm>
            <a:custGeom>
              <a:rect b="b" l="l" r="r" t="t"/>
              <a:pathLst>
                <a:path extrusionOk="0" h="31083" w="33636">
                  <a:moveTo>
                    <a:pt x="28670" y="0"/>
                  </a:moveTo>
                  <a:cubicBezTo>
                    <a:pt x="25428" y="0"/>
                    <a:pt x="20462" y="3835"/>
                    <a:pt x="18673" y="7626"/>
                  </a:cubicBezTo>
                  <a:cubicBezTo>
                    <a:pt x="18023" y="3952"/>
                    <a:pt x="16642" y="2528"/>
                    <a:pt x="15143" y="2528"/>
                  </a:cubicBezTo>
                  <a:cubicBezTo>
                    <a:pt x="12304" y="2528"/>
                    <a:pt x="9040" y="7630"/>
                    <a:pt x="9500" y="12238"/>
                  </a:cubicBezTo>
                  <a:cubicBezTo>
                    <a:pt x="8354" y="10519"/>
                    <a:pt x="7564" y="7544"/>
                    <a:pt x="5350" y="7544"/>
                  </a:cubicBezTo>
                  <a:cubicBezTo>
                    <a:pt x="5142" y="7544"/>
                    <a:pt x="4922" y="7570"/>
                    <a:pt x="4688" y="7626"/>
                  </a:cubicBezTo>
                  <a:cubicBezTo>
                    <a:pt x="1" y="8228"/>
                    <a:pt x="527" y="22213"/>
                    <a:pt x="527" y="29105"/>
                  </a:cubicBezTo>
                  <a:lnTo>
                    <a:pt x="1755" y="30408"/>
                  </a:lnTo>
                  <a:cubicBezTo>
                    <a:pt x="3820" y="30872"/>
                    <a:pt x="6079" y="31082"/>
                    <a:pt x="8330" y="31082"/>
                  </a:cubicBezTo>
                  <a:cubicBezTo>
                    <a:pt x="19082" y="31082"/>
                    <a:pt x="29670" y="26299"/>
                    <a:pt x="18272" y="21636"/>
                  </a:cubicBezTo>
                  <a:lnTo>
                    <a:pt x="18272" y="21636"/>
                  </a:lnTo>
                  <a:cubicBezTo>
                    <a:pt x="18376" y="21639"/>
                    <a:pt x="18480" y="21641"/>
                    <a:pt x="18584" y="21641"/>
                  </a:cubicBezTo>
                  <a:cubicBezTo>
                    <a:pt x="22675" y="21641"/>
                    <a:pt x="26432" y="19270"/>
                    <a:pt x="28021" y="16874"/>
                  </a:cubicBezTo>
                  <a:cubicBezTo>
                    <a:pt x="29593" y="14516"/>
                    <a:pt x="29012" y="12138"/>
                    <a:pt x="24420" y="12138"/>
                  </a:cubicBezTo>
                  <a:cubicBezTo>
                    <a:pt x="23887" y="12138"/>
                    <a:pt x="23301" y="12170"/>
                    <a:pt x="22658" y="12238"/>
                  </a:cubicBezTo>
                  <a:cubicBezTo>
                    <a:pt x="27044" y="9832"/>
                    <a:pt x="33635" y="5095"/>
                    <a:pt x="31003" y="1160"/>
                  </a:cubicBezTo>
                  <a:cubicBezTo>
                    <a:pt x="30474" y="351"/>
                    <a:pt x="29651" y="0"/>
                    <a:pt x="2867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2"/>
            <p:cNvSpPr/>
            <p:nvPr/>
          </p:nvSpPr>
          <p:spPr>
            <a:xfrm>
              <a:off x="6360038" y="1950753"/>
              <a:ext cx="1248134" cy="1278976"/>
            </a:xfrm>
            <a:custGeom>
              <a:rect b="b" l="l" r="r" t="t"/>
              <a:pathLst>
                <a:path extrusionOk="0" h="23886" w="23310">
                  <a:moveTo>
                    <a:pt x="23309" y="0"/>
                  </a:moveTo>
                  <a:cubicBezTo>
                    <a:pt x="23309" y="0"/>
                    <a:pt x="22958" y="326"/>
                    <a:pt x="22282" y="928"/>
                  </a:cubicBezTo>
                  <a:cubicBezTo>
                    <a:pt x="21956" y="1203"/>
                    <a:pt x="21580" y="1554"/>
                    <a:pt x="21129" y="1980"/>
                  </a:cubicBezTo>
                  <a:cubicBezTo>
                    <a:pt x="20903" y="2181"/>
                    <a:pt x="20653" y="2381"/>
                    <a:pt x="20402" y="2607"/>
                  </a:cubicBezTo>
                  <a:cubicBezTo>
                    <a:pt x="20126" y="2832"/>
                    <a:pt x="19851" y="3058"/>
                    <a:pt x="19550" y="3308"/>
                  </a:cubicBezTo>
                  <a:cubicBezTo>
                    <a:pt x="18397" y="4236"/>
                    <a:pt x="17044" y="5364"/>
                    <a:pt x="15565" y="6542"/>
                  </a:cubicBezTo>
                  <a:cubicBezTo>
                    <a:pt x="14838" y="7118"/>
                    <a:pt x="14061" y="7745"/>
                    <a:pt x="13334" y="8396"/>
                  </a:cubicBezTo>
                  <a:cubicBezTo>
                    <a:pt x="12958" y="8697"/>
                    <a:pt x="12582" y="9023"/>
                    <a:pt x="12181" y="9349"/>
                  </a:cubicBezTo>
                  <a:lnTo>
                    <a:pt x="11630" y="9850"/>
                  </a:lnTo>
                  <a:lnTo>
                    <a:pt x="11329" y="10075"/>
                  </a:lnTo>
                  <a:lnTo>
                    <a:pt x="11254" y="10151"/>
                  </a:lnTo>
                  <a:lnTo>
                    <a:pt x="11154" y="10251"/>
                  </a:lnTo>
                  <a:lnTo>
                    <a:pt x="11029" y="10376"/>
                  </a:lnTo>
                  <a:cubicBezTo>
                    <a:pt x="9600" y="11730"/>
                    <a:pt x="8096" y="13058"/>
                    <a:pt x="6693" y="14361"/>
                  </a:cubicBezTo>
                  <a:cubicBezTo>
                    <a:pt x="6016" y="15013"/>
                    <a:pt x="5339" y="15639"/>
                    <a:pt x="4713" y="16266"/>
                  </a:cubicBezTo>
                  <a:cubicBezTo>
                    <a:pt x="4086" y="16892"/>
                    <a:pt x="3510" y="17519"/>
                    <a:pt x="3008" y="18096"/>
                  </a:cubicBezTo>
                  <a:cubicBezTo>
                    <a:pt x="2482" y="18697"/>
                    <a:pt x="2031" y="19273"/>
                    <a:pt x="1630" y="19800"/>
                  </a:cubicBezTo>
                  <a:cubicBezTo>
                    <a:pt x="1430" y="20075"/>
                    <a:pt x="1279" y="20351"/>
                    <a:pt x="1104" y="20577"/>
                  </a:cubicBezTo>
                  <a:cubicBezTo>
                    <a:pt x="1029" y="20702"/>
                    <a:pt x="953" y="20802"/>
                    <a:pt x="878" y="20928"/>
                  </a:cubicBezTo>
                  <a:cubicBezTo>
                    <a:pt x="803" y="21053"/>
                    <a:pt x="753" y="21178"/>
                    <a:pt x="678" y="21304"/>
                  </a:cubicBezTo>
                  <a:cubicBezTo>
                    <a:pt x="552" y="21529"/>
                    <a:pt x="427" y="21755"/>
                    <a:pt x="352" y="21905"/>
                  </a:cubicBezTo>
                  <a:cubicBezTo>
                    <a:pt x="277" y="22055"/>
                    <a:pt x="201" y="22206"/>
                    <a:pt x="176" y="22306"/>
                  </a:cubicBezTo>
                  <a:cubicBezTo>
                    <a:pt x="76" y="22507"/>
                    <a:pt x="1" y="22632"/>
                    <a:pt x="1" y="22632"/>
                  </a:cubicBezTo>
                  <a:lnTo>
                    <a:pt x="3109" y="23885"/>
                  </a:lnTo>
                  <a:cubicBezTo>
                    <a:pt x="3109" y="23885"/>
                    <a:pt x="3159" y="23760"/>
                    <a:pt x="3234" y="23534"/>
                  </a:cubicBezTo>
                  <a:cubicBezTo>
                    <a:pt x="3259" y="23434"/>
                    <a:pt x="3309" y="23284"/>
                    <a:pt x="3359" y="23133"/>
                  </a:cubicBezTo>
                  <a:cubicBezTo>
                    <a:pt x="3435" y="22983"/>
                    <a:pt x="3485" y="22857"/>
                    <a:pt x="3560" y="22707"/>
                  </a:cubicBezTo>
                  <a:cubicBezTo>
                    <a:pt x="3610" y="22532"/>
                    <a:pt x="3685" y="22356"/>
                    <a:pt x="3811" y="22156"/>
                  </a:cubicBezTo>
                  <a:cubicBezTo>
                    <a:pt x="3936" y="21930"/>
                    <a:pt x="4036" y="21705"/>
                    <a:pt x="4186" y="21454"/>
                  </a:cubicBezTo>
                  <a:cubicBezTo>
                    <a:pt x="4462" y="20978"/>
                    <a:pt x="4813" y="20426"/>
                    <a:pt x="5214" y="19850"/>
                  </a:cubicBezTo>
                  <a:cubicBezTo>
                    <a:pt x="5640" y="19248"/>
                    <a:pt x="6091" y="18622"/>
                    <a:pt x="6643" y="17970"/>
                  </a:cubicBezTo>
                  <a:cubicBezTo>
                    <a:pt x="7144" y="17319"/>
                    <a:pt x="7745" y="16642"/>
                    <a:pt x="8347" y="15940"/>
                  </a:cubicBezTo>
                  <a:cubicBezTo>
                    <a:pt x="9550" y="14537"/>
                    <a:pt x="10928" y="13058"/>
                    <a:pt x="12232" y="11504"/>
                  </a:cubicBezTo>
                  <a:lnTo>
                    <a:pt x="12357" y="11379"/>
                  </a:lnTo>
                  <a:lnTo>
                    <a:pt x="12407" y="11329"/>
                  </a:lnTo>
                  <a:lnTo>
                    <a:pt x="12457" y="11253"/>
                  </a:lnTo>
                  <a:lnTo>
                    <a:pt x="12708" y="11003"/>
                  </a:lnTo>
                  <a:lnTo>
                    <a:pt x="13234" y="10451"/>
                  </a:lnTo>
                  <a:cubicBezTo>
                    <a:pt x="13585" y="10075"/>
                    <a:pt x="13911" y="9725"/>
                    <a:pt x="14262" y="9374"/>
                  </a:cubicBezTo>
                  <a:cubicBezTo>
                    <a:pt x="14938" y="8647"/>
                    <a:pt x="15615" y="7970"/>
                    <a:pt x="16292" y="7319"/>
                  </a:cubicBezTo>
                  <a:cubicBezTo>
                    <a:pt x="17620" y="5990"/>
                    <a:pt x="18848" y="4762"/>
                    <a:pt x="19926" y="3684"/>
                  </a:cubicBezTo>
                  <a:cubicBezTo>
                    <a:pt x="20177" y="3409"/>
                    <a:pt x="20427" y="3158"/>
                    <a:pt x="20678" y="2907"/>
                  </a:cubicBezTo>
                  <a:cubicBezTo>
                    <a:pt x="20903" y="2657"/>
                    <a:pt x="21129" y="2431"/>
                    <a:pt x="21329" y="2181"/>
                  </a:cubicBezTo>
                  <a:cubicBezTo>
                    <a:pt x="21755" y="1730"/>
                    <a:pt x="22106" y="1354"/>
                    <a:pt x="22407" y="1028"/>
                  </a:cubicBezTo>
                  <a:cubicBezTo>
                    <a:pt x="22983" y="376"/>
                    <a:pt x="23309" y="0"/>
                    <a:pt x="2330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2"/>
            <p:cNvSpPr/>
            <p:nvPr/>
          </p:nvSpPr>
          <p:spPr>
            <a:xfrm>
              <a:off x="6973356" y="2008421"/>
              <a:ext cx="94025" cy="496630"/>
            </a:xfrm>
            <a:custGeom>
              <a:rect b="b" l="l" r="r" t="t"/>
              <a:pathLst>
                <a:path extrusionOk="0" h="9275" w="1756">
                  <a:moveTo>
                    <a:pt x="1705" y="1"/>
                  </a:moveTo>
                  <a:cubicBezTo>
                    <a:pt x="1705" y="1"/>
                    <a:pt x="1630" y="577"/>
                    <a:pt x="1529" y="1429"/>
                  </a:cubicBezTo>
                  <a:cubicBezTo>
                    <a:pt x="1504" y="1655"/>
                    <a:pt x="1479" y="1881"/>
                    <a:pt x="1454" y="2131"/>
                  </a:cubicBezTo>
                  <a:cubicBezTo>
                    <a:pt x="1429" y="2382"/>
                    <a:pt x="1379" y="2632"/>
                    <a:pt x="1329" y="2908"/>
                  </a:cubicBezTo>
                  <a:cubicBezTo>
                    <a:pt x="1229" y="3434"/>
                    <a:pt x="1128" y="4011"/>
                    <a:pt x="1028" y="4562"/>
                  </a:cubicBezTo>
                  <a:cubicBezTo>
                    <a:pt x="778" y="5690"/>
                    <a:pt x="527" y="6818"/>
                    <a:pt x="326" y="7670"/>
                  </a:cubicBezTo>
                  <a:cubicBezTo>
                    <a:pt x="126" y="8497"/>
                    <a:pt x="1" y="9074"/>
                    <a:pt x="1" y="9074"/>
                  </a:cubicBezTo>
                  <a:lnTo>
                    <a:pt x="1229" y="9274"/>
                  </a:lnTo>
                  <a:cubicBezTo>
                    <a:pt x="1229" y="9274"/>
                    <a:pt x="1279" y="8698"/>
                    <a:pt x="1379" y="7846"/>
                  </a:cubicBezTo>
                  <a:cubicBezTo>
                    <a:pt x="1454" y="6968"/>
                    <a:pt x="1555" y="5815"/>
                    <a:pt x="1655" y="4637"/>
                  </a:cubicBezTo>
                  <a:cubicBezTo>
                    <a:pt x="1680" y="4061"/>
                    <a:pt x="1705" y="3485"/>
                    <a:pt x="1730" y="2933"/>
                  </a:cubicBezTo>
                  <a:cubicBezTo>
                    <a:pt x="1730" y="2658"/>
                    <a:pt x="1755" y="2407"/>
                    <a:pt x="1755" y="2156"/>
                  </a:cubicBezTo>
                  <a:cubicBezTo>
                    <a:pt x="1730" y="1906"/>
                    <a:pt x="1730" y="1680"/>
                    <a:pt x="1730" y="1455"/>
                  </a:cubicBezTo>
                  <a:cubicBezTo>
                    <a:pt x="1705" y="577"/>
                    <a:pt x="1705" y="1"/>
                    <a:pt x="170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6576150" y="2334569"/>
              <a:ext cx="99326" cy="507285"/>
            </a:xfrm>
            <a:custGeom>
              <a:rect b="b" l="l" r="r" t="t"/>
              <a:pathLst>
                <a:path extrusionOk="0" h="9474" w="1855">
                  <a:moveTo>
                    <a:pt x="25" y="0"/>
                  </a:moveTo>
                  <a:cubicBezTo>
                    <a:pt x="25" y="0"/>
                    <a:pt x="0" y="2356"/>
                    <a:pt x="0" y="4712"/>
                  </a:cubicBezTo>
                  <a:cubicBezTo>
                    <a:pt x="25" y="5313"/>
                    <a:pt x="25" y="5915"/>
                    <a:pt x="50" y="6466"/>
                  </a:cubicBezTo>
                  <a:cubicBezTo>
                    <a:pt x="50" y="6742"/>
                    <a:pt x="50" y="7018"/>
                    <a:pt x="75" y="7268"/>
                  </a:cubicBezTo>
                  <a:cubicBezTo>
                    <a:pt x="75" y="7519"/>
                    <a:pt x="100" y="7770"/>
                    <a:pt x="100" y="7995"/>
                  </a:cubicBezTo>
                  <a:cubicBezTo>
                    <a:pt x="176" y="8872"/>
                    <a:pt x="201" y="9474"/>
                    <a:pt x="201" y="9474"/>
                  </a:cubicBezTo>
                  <a:lnTo>
                    <a:pt x="1855" y="9198"/>
                  </a:lnTo>
                  <a:cubicBezTo>
                    <a:pt x="1855" y="9198"/>
                    <a:pt x="1704" y="8647"/>
                    <a:pt x="1504" y="7770"/>
                  </a:cubicBezTo>
                  <a:cubicBezTo>
                    <a:pt x="1454" y="7569"/>
                    <a:pt x="1404" y="7318"/>
                    <a:pt x="1328" y="7093"/>
                  </a:cubicBezTo>
                  <a:cubicBezTo>
                    <a:pt x="1278" y="6842"/>
                    <a:pt x="1228" y="6592"/>
                    <a:pt x="1178" y="6316"/>
                  </a:cubicBezTo>
                  <a:cubicBezTo>
                    <a:pt x="1078" y="5790"/>
                    <a:pt x="952" y="5213"/>
                    <a:pt x="852" y="4637"/>
                  </a:cubicBezTo>
                  <a:cubicBezTo>
                    <a:pt x="426" y="2331"/>
                    <a:pt x="25" y="0"/>
                    <a:pt x="2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7009607" y="2432504"/>
              <a:ext cx="559652" cy="127544"/>
            </a:xfrm>
            <a:custGeom>
              <a:rect b="b" l="l" r="r" t="t"/>
              <a:pathLst>
                <a:path extrusionOk="0" h="2382" w="10452">
                  <a:moveTo>
                    <a:pt x="10452" y="1"/>
                  </a:moveTo>
                  <a:cubicBezTo>
                    <a:pt x="10451" y="1"/>
                    <a:pt x="9800" y="126"/>
                    <a:pt x="8822" y="327"/>
                  </a:cubicBezTo>
                  <a:cubicBezTo>
                    <a:pt x="8321" y="427"/>
                    <a:pt x="7770" y="527"/>
                    <a:pt x="7143" y="627"/>
                  </a:cubicBezTo>
                  <a:cubicBezTo>
                    <a:pt x="6842" y="677"/>
                    <a:pt x="6517" y="728"/>
                    <a:pt x="6191" y="778"/>
                  </a:cubicBezTo>
                  <a:cubicBezTo>
                    <a:pt x="5890" y="828"/>
                    <a:pt x="5564" y="878"/>
                    <a:pt x="5238" y="903"/>
                  </a:cubicBezTo>
                  <a:cubicBezTo>
                    <a:pt x="4913" y="953"/>
                    <a:pt x="4562" y="978"/>
                    <a:pt x="4261" y="1028"/>
                  </a:cubicBezTo>
                  <a:cubicBezTo>
                    <a:pt x="3935" y="1053"/>
                    <a:pt x="3609" y="1078"/>
                    <a:pt x="3309" y="1103"/>
                  </a:cubicBezTo>
                  <a:cubicBezTo>
                    <a:pt x="3008" y="1103"/>
                    <a:pt x="2707" y="1154"/>
                    <a:pt x="2431" y="1154"/>
                  </a:cubicBezTo>
                  <a:lnTo>
                    <a:pt x="1654" y="1154"/>
                  </a:lnTo>
                  <a:cubicBezTo>
                    <a:pt x="1515" y="1161"/>
                    <a:pt x="1380" y="1164"/>
                    <a:pt x="1251" y="1164"/>
                  </a:cubicBezTo>
                  <a:cubicBezTo>
                    <a:pt x="939" y="1164"/>
                    <a:pt x="664" y="1146"/>
                    <a:pt x="451" y="1129"/>
                  </a:cubicBezTo>
                  <a:lnTo>
                    <a:pt x="0" y="1129"/>
                  </a:lnTo>
                  <a:lnTo>
                    <a:pt x="25" y="2382"/>
                  </a:lnTo>
                  <a:cubicBezTo>
                    <a:pt x="25" y="2382"/>
                    <a:pt x="201" y="2357"/>
                    <a:pt x="477" y="2332"/>
                  </a:cubicBezTo>
                  <a:cubicBezTo>
                    <a:pt x="777" y="2306"/>
                    <a:pt x="1178" y="2306"/>
                    <a:pt x="1705" y="2206"/>
                  </a:cubicBezTo>
                  <a:cubicBezTo>
                    <a:pt x="1955" y="2181"/>
                    <a:pt x="2231" y="2156"/>
                    <a:pt x="2507" y="2106"/>
                  </a:cubicBezTo>
                  <a:cubicBezTo>
                    <a:pt x="2807" y="2056"/>
                    <a:pt x="3108" y="2006"/>
                    <a:pt x="3409" y="1956"/>
                  </a:cubicBezTo>
                  <a:cubicBezTo>
                    <a:pt x="3735" y="1880"/>
                    <a:pt x="4035" y="1830"/>
                    <a:pt x="4361" y="1755"/>
                  </a:cubicBezTo>
                  <a:cubicBezTo>
                    <a:pt x="4687" y="1680"/>
                    <a:pt x="5013" y="1605"/>
                    <a:pt x="5339" y="1530"/>
                  </a:cubicBezTo>
                  <a:cubicBezTo>
                    <a:pt x="5665" y="1454"/>
                    <a:pt x="5990" y="1354"/>
                    <a:pt x="6316" y="1279"/>
                  </a:cubicBezTo>
                  <a:cubicBezTo>
                    <a:pt x="6617" y="1204"/>
                    <a:pt x="6943" y="1103"/>
                    <a:pt x="7244" y="1028"/>
                  </a:cubicBezTo>
                  <a:cubicBezTo>
                    <a:pt x="7845" y="853"/>
                    <a:pt x="8396" y="677"/>
                    <a:pt x="8873" y="527"/>
                  </a:cubicBezTo>
                  <a:cubicBezTo>
                    <a:pt x="9800" y="201"/>
                    <a:pt x="10451" y="1"/>
                    <a:pt x="1045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a:off x="6651276" y="2829760"/>
              <a:ext cx="605273" cy="107411"/>
            </a:xfrm>
            <a:custGeom>
              <a:rect b="b" l="l" r="r" t="t"/>
              <a:pathLst>
                <a:path extrusionOk="0" h="2006" w="11304">
                  <a:moveTo>
                    <a:pt x="251" y="0"/>
                  </a:moveTo>
                  <a:lnTo>
                    <a:pt x="1" y="1654"/>
                  </a:lnTo>
                  <a:cubicBezTo>
                    <a:pt x="1" y="1654"/>
                    <a:pt x="702" y="1705"/>
                    <a:pt x="1755" y="1780"/>
                  </a:cubicBezTo>
                  <a:cubicBezTo>
                    <a:pt x="2281" y="1830"/>
                    <a:pt x="2908" y="1855"/>
                    <a:pt x="3560" y="1880"/>
                  </a:cubicBezTo>
                  <a:cubicBezTo>
                    <a:pt x="4236" y="1905"/>
                    <a:pt x="4938" y="1930"/>
                    <a:pt x="5640" y="1980"/>
                  </a:cubicBezTo>
                  <a:cubicBezTo>
                    <a:pt x="6367" y="1980"/>
                    <a:pt x="7068" y="1980"/>
                    <a:pt x="7720" y="2005"/>
                  </a:cubicBezTo>
                  <a:lnTo>
                    <a:pt x="8672" y="2005"/>
                  </a:lnTo>
                  <a:cubicBezTo>
                    <a:pt x="8998" y="2005"/>
                    <a:pt x="9274" y="2005"/>
                    <a:pt x="9550" y="1980"/>
                  </a:cubicBezTo>
                  <a:cubicBezTo>
                    <a:pt x="10602" y="1955"/>
                    <a:pt x="11304" y="1930"/>
                    <a:pt x="11304" y="1930"/>
                  </a:cubicBezTo>
                  <a:cubicBezTo>
                    <a:pt x="11304" y="1930"/>
                    <a:pt x="10602" y="1855"/>
                    <a:pt x="9550" y="1730"/>
                  </a:cubicBezTo>
                  <a:cubicBezTo>
                    <a:pt x="9299" y="1705"/>
                    <a:pt x="8998" y="1654"/>
                    <a:pt x="8697" y="1629"/>
                  </a:cubicBezTo>
                  <a:cubicBezTo>
                    <a:pt x="8422" y="1579"/>
                    <a:pt x="8096" y="1529"/>
                    <a:pt x="7770" y="1479"/>
                  </a:cubicBezTo>
                  <a:cubicBezTo>
                    <a:pt x="7118" y="1379"/>
                    <a:pt x="6442" y="1253"/>
                    <a:pt x="5740" y="1128"/>
                  </a:cubicBezTo>
                  <a:cubicBezTo>
                    <a:pt x="5063" y="1003"/>
                    <a:pt x="4362" y="878"/>
                    <a:pt x="3710" y="752"/>
                  </a:cubicBezTo>
                  <a:cubicBezTo>
                    <a:pt x="3083" y="627"/>
                    <a:pt x="2482" y="502"/>
                    <a:pt x="1955" y="376"/>
                  </a:cubicBezTo>
                  <a:cubicBezTo>
                    <a:pt x="928" y="151"/>
                    <a:pt x="251" y="0"/>
                    <a:pt x="2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2"/>
            <p:cNvSpPr/>
            <p:nvPr/>
          </p:nvSpPr>
          <p:spPr>
            <a:xfrm>
              <a:off x="5416607" y="3165332"/>
              <a:ext cx="1002041" cy="670972"/>
            </a:xfrm>
            <a:custGeom>
              <a:rect b="b" l="l" r="r" t="t"/>
              <a:pathLst>
                <a:path extrusionOk="0" h="12531" w="18714">
                  <a:moveTo>
                    <a:pt x="8924" y="1"/>
                  </a:moveTo>
                  <a:cubicBezTo>
                    <a:pt x="1021" y="1"/>
                    <a:pt x="1" y="12506"/>
                    <a:pt x="10101" y="12530"/>
                  </a:cubicBezTo>
                  <a:cubicBezTo>
                    <a:pt x="10109" y="12530"/>
                    <a:pt x="10117" y="12530"/>
                    <a:pt x="10124" y="12530"/>
                  </a:cubicBezTo>
                  <a:cubicBezTo>
                    <a:pt x="17747" y="12530"/>
                    <a:pt x="18713" y="249"/>
                    <a:pt x="9525" y="24"/>
                  </a:cubicBezTo>
                  <a:cubicBezTo>
                    <a:pt x="9320" y="8"/>
                    <a:pt x="9120" y="1"/>
                    <a:pt x="892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
            <p:cNvSpPr/>
            <p:nvPr/>
          </p:nvSpPr>
          <p:spPr>
            <a:xfrm>
              <a:off x="5601823" y="3406823"/>
              <a:ext cx="280522" cy="187943"/>
            </a:xfrm>
            <a:custGeom>
              <a:rect b="b" l="l" r="r" t="t"/>
              <a:pathLst>
                <a:path extrusionOk="0" h="3510" w="5239">
                  <a:moveTo>
                    <a:pt x="2507" y="0"/>
                  </a:moveTo>
                  <a:cubicBezTo>
                    <a:pt x="301" y="0"/>
                    <a:pt x="0" y="3509"/>
                    <a:pt x="2833" y="3509"/>
                  </a:cubicBezTo>
                  <a:cubicBezTo>
                    <a:pt x="4988" y="3509"/>
                    <a:pt x="5239" y="75"/>
                    <a:pt x="2682" y="25"/>
                  </a:cubicBezTo>
                  <a:cubicBezTo>
                    <a:pt x="2607" y="0"/>
                    <a:pt x="2557" y="0"/>
                    <a:pt x="250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6110459" y="3165332"/>
              <a:ext cx="1000649" cy="670972"/>
            </a:xfrm>
            <a:custGeom>
              <a:rect b="b" l="l" r="r" t="t"/>
              <a:pathLst>
                <a:path extrusionOk="0" h="12531" w="18688">
                  <a:moveTo>
                    <a:pt x="8923" y="1"/>
                  </a:moveTo>
                  <a:cubicBezTo>
                    <a:pt x="1021" y="1"/>
                    <a:pt x="0" y="12506"/>
                    <a:pt x="10101" y="12530"/>
                  </a:cubicBezTo>
                  <a:cubicBezTo>
                    <a:pt x="10108" y="12530"/>
                    <a:pt x="10116" y="12530"/>
                    <a:pt x="10124" y="12530"/>
                  </a:cubicBezTo>
                  <a:cubicBezTo>
                    <a:pt x="17747" y="12530"/>
                    <a:pt x="18688" y="249"/>
                    <a:pt x="9524" y="24"/>
                  </a:cubicBezTo>
                  <a:cubicBezTo>
                    <a:pt x="9320" y="8"/>
                    <a:pt x="9119" y="1"/>
                    <a:pt x="892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p:nvPr/>
          </p:nvSpPr>
          <p:spPr>
            <a:xfrm>
              <a:off x="6608332" y="3496727"/>
              <a:ext cx="280522" cy="187943"/>
            </a:xfrm>
            <a:custGeom>
              <a:rect b="b" l="l" r="r" t="t"/>
              <a:pathLst>
                <a:path extrusionOk="0" h="3510" w="5239">
                  <a:moveTo>
                    <a:pt x="2507" y="1"/>
                  </a:moveTo>
                  <a:cubicBezTo>
                    <a:pt x="301" y="1"/>
                    <a:pt x="1" y="3509"/>
                    <a:pt x="2833" y="3509"/>
                  </a:cubicBezTo>
                  <a:cubicBezTo>
                    <a:pt x="4988" y="3509"/>
                    <a:pt x="5239" y="76"/>
                    <a:pt x="26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a:off x="5729370" y="2964053"/>
              <a:ext cx="1001988" cy="670972"/>
            </a:xfrm>
            <a:custGeom>
              <a:rect b="b" l="l" r="r" t="t"/>
              <a:pathLst>
                <a:path extrusionOk="0" h="12531" w="18713">
                  <a:moveTo>
                    <a:pt x="8948" y="0"/>
                  </a:moveTo>
                  <a:cubicBezTo>
                    <a:pt x="1044" y="0"/>
                    <a:pt x="0" y="12506"/>
                    <a:pt x="10125" y="12530"/>
                  </a:cubicBezTo>
                  <a:cubicBezTo>
                    <a:pt x="10133" y="12530"/>
                    <a:pt x="10140" y="12530"/>
                    <a:pt x="10148" y="12530"/>
                  </a:cubicBezTo>
                  <a:cubicBezTo>
                    <a:pt x="17771" y="12530"/>
                    <a:pt x="18712" y="249"/>
                    <a:pt x="9548" y="24"/>
                  </a:cubicBezTo>
                  <a:cubicBezTo>
                    <a:pt x="9344" y="8"/>
                    <a:pt x="9144" y="0"/>
                    <a:pt x="894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6205718" y="3094116"/>
              <a:ext cx="280522" cy="187943"/>
            </a:xfrm>
            <a:custGeom>
              <a:rect b="b" l="l" r="r" t="t"/>
              <a:pathLst>
                <a:path extrusionOk="0" h="3510" w="5239">
                  <a:moveTo>
                    <a:pt x="2507" y="1"/>
                  </a:moveTo>
                  <a:cubicBezTo>
                    <a:pt x="301" y="1"/>
                    <a:pt x="1" y="3509"/>
                    <a:pt x="2833" y="3509"/>
                  </a:cubicBezTo>
                  <a:cubicBezTo>
                    <a:pt x="4988" y="3509"/>
                    <a:pt x="5239" y="76"/>
                    <a:pt x="268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 name="Google Shape;29;p2"/>
          <p:cNvGrpSpPr/>
          <p:nvPr/>
        </p:nvGrpSpPr>
        <p:grpSpPr>
          <a:xfrm flipH="1" rot="-1871974">
            <a:off x="335095" y="676935"/>
            <a:ext cx="1881892" cy="1143355"/>
            <a:chOff x="4422200" y="1605489"/>
            <a:chExt cx="3671784" cy="2230815"/>
          </a:xfrm>
        </p:grpSpPr>
        <p:sp>
          <p:nvSpPr>
            <p:cNvPr id="30" name="Google Shape;30;p2"/>
            <p:cNvSpPr/>
            <p:nvPr/>
          </p:nvSpPr>
          <p:spPr>
            <a:xfrm>
              <a:off x="4422200" y="1605489"/>
              <a:ext cx="1800986" cy="1664339"/>
            </a:xfrm>
            <a:custGeom>
              <a:rect b="b" l="l" r="r" t="t"/>
              <a:pathLst>
                <a:path extrusionOk="0" h="31083" w="33635">
                  <a:moveTo>
                    <a:pt x="4965" y="0"/>
                  </a:moveTo>
                  <a:cubicBezTo>
                    <a:pt x="3984" y="0"/>
                    <a:pt x="3162" y="351"/>
                    <a:pt x="2632" y="1160"/>
                  </a:cubicBezTo>
                  <a:cubicBezTo>
                    <a:pt x="0" y="5095"/>
                    <a:pt x="6592" y="9832"/>
                    <a:pt x="11003" y="12238"/>
                  </a:cubicBezTo>
                  <a:cubicBezTo>
                    <a:pt x="10357" y="12170"/>
                    <a:pt x="9768" y="12138"/>
                    <a:pt x="9233" y="12138"/>
                  </a:cubicBezTo>
                  <a:cubicBezTo>
                    <a:pt x="38" y="12138"/>
                    <a:pt x="6883" y="21641"/>
                    <a:pt x="15060" y="21641"/>
                  </a:cubicBezTo>
                  <a:cubicBezTo>
                    <a:pt x="15170" y="21641"/>
                    <a:pt x="15279" y="21640"/>
                    <a:pt x="15389" y="21636"/>
                  </a:cubicBezTo>
                  <a:lnTo>
                    <a:pt x="15389" y="21636"/>
                  </a:lnTo>
                  <a:cubicBezTo>
                    <a:pt x="3991" y="26299"/>
                    <a:pt x="14561" y="31082"/>
                    <a:pt x="25308" y="31082"/>
                  </a:cubicBezTo>
                  <a:cubicBezTo>
                    <a:pt x="27558" y="31082"/>
                    <a:pt x="29815" y="30872"/>
                    <a:pt x="31880" y="30408"/>
                  </a:cubicBezTo>
                  <a:lnTo>
                    <a:pt x="33108" y="29105"/>
                  </a:lnTo>
                  <a:cubicBezTo>
                    <a:pt x="33108" y="22213"/>
                    <a:pt x="33635" y="8228"/>
                    <a:pt x="28948" y="7626"/>
                  </a:cubicBezTo>
                  <a:cubicBezTo>
                    <a:pt x="28713" y="7570"/>
                    <a:pt x="28493" y="7544"/>
                    <a:pt x="28286" y="7544"/>
                  </a:cubicBezTo>
                  <a:cubicBezTo>
                    <a:pt x="26075" y="7544"/>
                    <a:pt x="25306" y="10519"/>
                    <a:pt x="24161" y="12238"/>
                  </a:cubicBezTo>
                  <a:cubicBezTo>
                    <a:pt x="24620" y="7630"/>
                    <a:pt x="21345" y="2528"/>
                    <a:pt x="18500" y="2528"/>
                  </a:cubicBezTo>
                  <a:cubicBezTo>
                    <a:pt x="16996" y="2528"/>
                    <a:pt x="15613" y="3952"/>
                    <a:pt x="14963" y="7626"/>
                  </a:cubicBezTo>
                  <a:cubicBezTo>
                    <a:pt x="13173" y="3835"/>
                    <a:pt x="8207" y="0"/>
                    <a:pt x="496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2"/>
            <p:cNvSpPr/>
            <p:nvPr/>
          </p:nvSpPr>
          <p:spPr>
            <a:xfrm>
              <a:off x="4899939" y="1950753"/>
              <a:ext cx="1248134" cy="1278976"/>
            </a:xfrm>
            <a:custGeom>
              <a:rect b="b" l="l" r="r" t="t"/>
              <a:pathLst>
                <a:path extrusionOk="0" h="23886" w="23310">
                  <a:moveTo>
                    <a:pt x="1" y="0"/>
                  </a:moveTo>
                  <a:cubicBezTo>
                    <a:pt x="1" y="0"/>
                    <a:pt x="352" y="376"/>
                    <a:pt x="928" y="1028"/>
                  </a:cubicBezTo>
                  <a:cubicBezTo>
                    <a:pt x="1229" y="1354"/>
                    <a:pt x="1580" y="1730"/>
                    <a:pt x="2006" y="2181"/>
                  </a:cubicBezTo>
                  <a:cubicBezTo>
                    <a:pt x="2206" y="2431"/>
                    <a:pt x="2432" y="2657"/>
                    <a:pt x="2657" y="2907"/>
                  </a:cubicBezTo>
                  <a:cubicBezTo>
                    <a:pt x="2883" y="3158"/>
                    <a:pt x="3159" y="3409"/>
                    <a:pt x="3409" y="3684"/>
                  </a:cubicBezTo>
                  <a:cubicBezTo>
                    <a:pt x="4462" y="4762"/>
                    <a:pt x="5715" y="5990"/>
                    <a:pt x="7043" y="7319"/>
                  </a:cubicBezTo>
                  <a:cubicBezTo>
                    <a:pt x="7695" y="7970"/>
                    <a:pt x="8397" y="8647"/>
                    <a:pt x="9073" y="9374"/>
                  </a:cubicBezTo>
                  <a:cubicBezTo>
                    <a:pt x="9399" y="9725"/>
                    <a:pt x="9750" y="10075"/>
                    <a:pt x="10101" y="10451"/>
                  </a:cubicBezTo>
                  <a:lnTo>
                    <a:pt x="10602" y="11003"/>
                  </a:lnTo>
                  <a:lnTo>
                    <a:pt x="10878" y="11253"/>
                  </a:lnTo>
                  <a:lnTo>
                    <a:pt x="10928" y="11329"/>
                  </a:lnTo>
                  <a:lnTo>
                    <a:pt x="10953" y="11379"/>
                  </a:lnTo>
                  <a:lnTo>
                    <a:pt x="11078" y="11504"/>
                  </a:lnTo>
                  <a:cubicBezTo>
                    <a:pt x="12407" y="13058"/>
                    <a:pt x="13760" y="14537"/>
                    <a:pt x="14988" y="15940"/>
                  </a:cubicBezTo>
                  <a:cubicBezTo>
                    <a:pt x="15590" y="16642"/>
                    <a:pt x="16166" y="17319"/>
                    <a:pt x="16692" y="17970"/>
                  </a:cubicBezTo>
                  <a:cubicBezTo>
                    <a:pt x="17219" y="18622"/>
                    <a:pt x="17695" y="19248"/>
                    <a:pt x="18096" y="19850"/>
                  </a:cubicBezTo>
                  <a:cubicBezTo>
                    <a:pt x="18522" y="20426"/>
                    <a:pt x="18873" y="20978"/>
                    <a:pt x="19149" y="21454"/>
                  </a:cubicBezTo>
                  <a:cubicBezTo>
                    <a:pt x="19299" y="21705"/>
                    <a:pt x="19399" y="21930"/>
                    <a:pt x="19525" y="22156"/>
                  </a:cubicBezTo>
                  <a:cubicBezTo>
                    <a:pt x="19625" y="22356"/>
                    <a:pt x="19700" y="22532"/>
                    <a:pt x="19775" y="22707"/>
                  </a:cubicBezTo>
                  <a:cubicBezTo>
                    <a:pt x="19850" y="22857"/>
                    <a:pt x="19901" y="22983"/>
                    <a:pt x="19951" y="23133"/>
                  </a:cubicBezTo>
                  <a:cubicBezTo>
                    <a:pt x="20026" y="23284"/>
                    <a:pt x="20051" y="23434"/>
                    <a:pt x="20101" y="23534"/>
                  </a:cubicBezTo>
                  <a:cubicBezTo>
                    <a:pt x="20176" y="23760"/>
                    <a:pt x="20226" y="23885"/>
                    <a:pt x="20226" y="23885"/>
                  </a:cubicBezTo>
                  <a:lnTo>
                    <a:pt x="23309" y="22632"/>
                  </a:lnTo>
                  <a:cubicBezTo>
                    <a:pt x="23309" y="22632"/>
                    <a:pt x="23259" y="22507"/>
                    <a:pt x="23159" y="22306"/>
                  </a:cubicBezTo>
                  <a:cubicBezTo>
                    <a:pt x="23109" y="22206"/>
                    <a:pt x="23058" y="22055"/>
                    <a:pt x="22983" y="21905"/>
                  </a:cubicBezTo>
                  <a:cubicBezTo>
                    <a:pt x="22908" y="21755"/>
                    <a:pt x="22783" y="21529"/>
                    <a:pt x="22657" y="21304"/>
                  </a:cubicBezTo>
                  <a:cubicBezTo>
                    <a:pt x="22582" y="21178"/>
                    <a:pt x="22507" y="21053"/>
                    <a:pt x="22432" y="20928"/>
                  </a:cubicBezTo>
                  <a:cubicBezTo>
                    <a:pt x="22382" y="20802"/>
                    <a:pt x="22281" y="20702"/>
                    <a:pt x="22206" y="20577"/>
                  </a:cubicBezTo>
                  <a:cubicBezTo>
                    <a:pt x="22056" y="20351"/>
                    <a:pt x="21880" y="20075"/>
                    <a:pt x="21680" y="19800"/>
                  </a:cubicBezTo>
                  <a:cubicBezTo>
                    <a:pt x="21304" y="19273"/>
                    <a:pt x="20853" y="18697"/>
                    <a:pt x="20327" y="18096"/>
                  </a:cubicBezTo>
                  <a:cubicBezTo>
                    <a:pt x="19800" y="17519"/>
                    <a:pt x="19224" y="16892"/>
                    <a:pt x="18622" y="16266"/>
                  </a:cubicBezTo>
                  <a:cubicBezTo>
                    <a:pt x="17996" y="15639"/>
                    <a:pt x="17319" y="15013"/>
                    <a:pt x="16617" y="14361"/>
                  </a:cubicBezTo>
                  <a:cubicBezTo>
                    <a:pt x="15239" y="13058"/>
                    <a:pt x="13735" y="11730"/>
                    <a:pt x="12306" y="10376"/>
                  </a:cubicBezTo>
                  <a:lnTo>
                    <a:pt x="12156" y="10251"/>
                  </a:lnTo>
                  <a:lnTo>
                    <a:pt x="12056" y="10151"/>
                  </a:lnTo>
                  <a:lnTo>
                    <a:pt x="12006" y="10075"/>
                  </a:lnTo>
                  <a:lnTo>
                    <a:pt x="11705" y="9850"/>
                  </a:lnTo>
                  <a:lnTo>
                    <a:pt x="11129" y="9349"/>
                  </a:lnTo>
                  <a:cubicBezTo>
                    <a:pt x="10753" y="9023"/>
                    <a:pt x="10377" y="8697"/>
                    <a:pt x="10001" y="8396"/>
                  </a:cubicBezTo>
                  <a:cubicBezTo>
                    <a:pt x="9249" y="7745"/>
                    <a:pt x="8497" y="7118"/>
                    <a:pt x="7770" y="6542"/>
                  </a:cubicBezTo>
                  <a:cubicBezTo>
                    <a:pt x="6291" y="5364"/>
                    <a:pt x="4938" y="4236"/>
                    <a:pt x="3760" y="3308"/>
                  </a:cubicBezTo>
                  <a:cubicBezTo>
                    <a:pt x="3484" y="3058"/>
                    <a:pt x="3184" y="2832"/>
                    <a:pt x="2933" y="2607"/>
                  </a:cubicBezTo>
                  <a:cubicBezTo>
                    <a:pt x="2682" y="2381"/>
                    <a:pt x="2432" y="2181"/>
                    <a:pt x="2206" y="1980"/>
                  </a:cubicBezTo>
                  <a:cubicBezTo>
                    <a:pt x="1755" y="1554"/>
                    <a:pt x="1354" y="1203"/>
                    <a:pt x="1028" y="928"/>
                  </a:cubicBezTo>
                  <a:cubicBezTo>
                    <a:pt x="377" y="326"/>
                    <a:pt x="1" y="0"/>
                    <a:pt x="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5458212" y="2008421"/>
              <a:ext cx="77908" cy="495291"/>
            </a:xfrm>
            <a:custGeom>
              <a:rect b="b" l="l" r="r" t="t"/>
              <a:pathLst>
                <a:path extrusionOk="0" h="9250" w="1455">
                  <a:moveTo>
                    <a:pt x="176" y="1"/>
                  </a:moveTo>
                  <a:cubicBezTo>
                    <a:pt x="176" y="1"/>
                    <a:pt x="151" y="577"/>
                    <a:pt x="101" y="1429"/>
                  </a:cubicBezTo>
                  <a:cubicBezTo>
                    <a:pt x="76" y="1881"/>
                    <a:pt x="51" y="2382"/>
                    <a:pt x="26" y="2933"/>
                  </a:cubicBezTo>
                  <a:cubicBezTo>
                    <a:pt x="26" y="3460"/>
                    <a:pt x="26" y="4036"/>
                    <a:pt x="1" y="4612"/>
                  </a:cubicBezTo>
                  <a:cubicBezTo>
                    <a:pt x="26" y="5214"/>
                    <a:pt x="26" y="5790"/>
                    <a:pt x="51" y="6342"/>
                  </a:cubicBezTo>
                  <a:cubicBezTo>
                    <a:pt x="51" y="6617"/>
                    <a:pt x="51" y="6868"/>
                    <a:pt x="76" y="7119"/>
                  </a:cubicBezTo>
                  <a:cubicBezTo>
                    <a:pt x="76" y="7369"/>
                    <a:pt x="101" y="7595"/>
                    <a:pt x="126" y="7820"/>
                  </a:cubicBezTo>
                  <a:cubicBezTo>
                    <a:pt x="176" y="8673"/>
                    <a:pt x="226" y="9249"/>
                    <a:pt x="226" y="9249"/>
                  </a:cubicBezTo>
                  <a:lnTo>
                    <a:pt x="1454" y="9099"/>
                  </a:lnTo>
                  <a:cubicBezTo>
                    <a:pt x="1454" y="9099"/>
                    <a:pt x="1329" y="8522"/>
                    <a:pt x="1154" y="7670"/>
                  </a:cubicBezTo>
                  <a:cubicBezTo>
                    <a:pt x="1129" y="7470"/>
                    <a:pt x="1078" y="7244"/>
                    <a:pt x="1028" y="6993"/>
                  </a:cubicBezTo>
                  <a:cubicBezTo>
                    <a:pt x="953" y="6743"/>
                    <a:pt x="928" y="6492"/>
                    <a:pt x="903" y="6242"/>
                  </a:cubicBezTo>
                  <a:cubicBezTo>
                    <a:pt x="803" y="5715"/>
                    <a:pt x="728" y="5139"/>
                    <a:pt x="627" y="4587"/>
                  </a:cubicBezTo>
                  <a:cubicBezTo>
                    <a:pt x="552" y="4011"/>
                    <a:pt x="502" y="3434"/>
                    <a:pt x="427" y="2908"/>
                  </a:cubicBezTo>
                  <a:cubicBezTo>
                    <a:pt x="352" y="2382"/>
                    <a:pt x="327" y="1881"/>
                    <a:pt x="302" y="1429"/>
                  </a:cubicBezTo>
                  <a:cubicBezTo>
                    <a:pt x="226" y="577"/>
                    <a:pt x="176" y="1"/>
                    <a:pt x="17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5834000" y="2378851"/>
              <a:ext cx="100718" cy="463004"/>
            </a:xfrm>
            <a:custGeom>
              <a:rect b="b" l="l" r="r" t="t"/>
              <a:pathLst>
                <a:path extrusionOk="0" h="8647" w="1881">
                  <a:moveTo>
                    <a:pt x="1830" y="0"/>
                  </a:moveTo>
                  <a:cubicBezTo>
                    <a:pt x="1830" y="0"/>
                    <a:pt x="1730" y="527"/>
                    <a:pt x="1579" y="1329"/>
                  </a:cubicBezTo>
                  <a:cubicBezTo>
                    <a:pt x="1504" y="1730"/>
                    <a:pt x="1429" y="2181"/>
                    <a:pt x="1329" y="2682"/>
                  </a:cubicBezTo>
                  <a:cubicBezTo>
                    <a:pt x="1253" y="3183"/>
                    <a:pt x="1153" y="3710"/>
                    <a:pt x="1028" y="4211"/>
                  </a:cubicBezTo>
                  <a:cubicBezTo>
                    <a:pt x="903" y="4737"/>
                    <a:pt x="802" y="5263"/>
                    <a:pt x="677" y="5740"/>
                  </a:cubicBezTo>
                  <a:cubicBezTo>
                    <a:pt x="552" y="6241"/>
                    <a:pt x="426" y="6692"/>
                    <a:pt x="326" y="7068"/>
                  </a:cubicBezTo>
                  <a:cubicBezTo>
                    <a:pt x="126" y="7845"/>
                    <a:pt x="0" y="8371"/>
                    <a:pt x="0" y="8371"/>
                  </a:cubicBezTo>
                  <a:lnTo>
                    <a:pt x="1654" y="8647"/>
                  </a:lnTo>
                  <a:cubicBezTo>
                    <a:pt x="1654" y="8647"/>
                    <a:pt x="1680" y="8095"/>
                    <a:pt x="1730" y="7293"/>
                  </a:cubicBezTo>
                  <a:cubicBezTo>
                    <a:pt x="1755" y="6892"/>
                    <a:pt x="1780" y="6416"/>
                    <a:pt x="1805" y="5915"/>
                  </a:cubicBezTo>
                  <a:cubicBezTo>
                    <a:pt x="1830" y="5414"/>
                    <a:pt x="1830" y="4862"/>
                    <a:pt x="1855" y="4311"/>
                  </a:cubicBezTo>
                  <a:cubicBezTo>
                    <a:pt x="1880" y="3785"/>
                    <a:pt x="1880" y="3233"/>
                    <a:pt x="1855" y="2732"/>
                  </a:cubicBezTo>
                  <a:cubicBezTo>
                    <a:pt x="1855" y="2231"/>
                    <a:pt x="1855" y="1755"/>
                    <a:pt x="1855" y="1354"/>
                  </a:cubicBezTo>
                  <a:cubicBezTo>
                    <a:pt x="1830" y="552"/>
                    <a:pt x="1830" y="0"/>
                    <a:pt x="183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a:off x="4917395" y="2432504"/>
              <a:ext cx="586478" cy="127544"/>
            </a:xfrm>
            <a:custGeom>
              <a:rect b="b" l="l" r="r" t="t"/>
              <a:pathLst>
                <a:path extrusionOk="0" h="2382" w="10953">
                  <a:moveTo>
                    <a:pt x="0" y="1"/>
                  </a:moveTo>
                  <a:cubicBezTo>
                    <a:pt x="1" y="1"/>
                    <a:pt x="677" y="151"/>
                    <a:pt x="1680" y="402"/>
                  </a:cubicBezTo>
                  <a:cubicBezTo>
                    <a:pt x="2181" y="502"/>
                    <a:pt x="2782" y="652"/>
                    <a:pt x="3409" y="803"/>
                  </a:cubicBezTo>
                  <a:cubicBezTo>
                    <a:pt x="4036" y="928"/>
                    <a:pt x="4712" y="1103"/>
                    <a:pt x="5389" y="1254"/>
                  </a:cubicBezTo>
                  <a:cubicBezTo>
                    <a:pt x="8071" y="1805"/>
                    <a:pt x="10752" y="2382"/>
                    <a:pt x="10752" y="2382"/>
                  </a:cubicBezTo>
                  <a:lnTo>
                    <a:pt x="10953" y="1129"/>
                  </a:lnTo>
                  <a:cubicBezTo>
                    <a:pt x="10953" y="1129"/>
                    <a:pt x="8196" y="878"/>
                    <a:pt x="5464" y="627"/>
                  </a:cubicBezTo>
                  <a:cubicBezTo>
                    <a:pt x="4787" y="552"/>
                    <a:pt x="4111" y="477"/>
                    <a:pt x="3459" y="402"/>
                  </a:cubicBezTo>
                  <a:cubicBezTo>
                    <a:pt x="2833" y="327"/>
                    <a:pt x="2231" y="251"/>
                    <a:pt x="1730" y="201"/>
                  </a:cubicBezTo>
                  <a:cubicBezTo>
                    <a:pt x="702" y="76"/>
                    <a:pt x="1" y="1"/>
                    <a:pt x="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a:off x="5252916" y="2829760"/>
              <a:ext cx="603934" cy="107411"/>
            </a:xfrm>
            <a:custGeom>
              <a:rect b="b" l="l" r="r" t="t"/>
              <a:pathLst>
                <a:path extrusionOk="0" h="2006" w="11279">
                  <a:moveTo>
                    <a:pt x="11053" y="0"/>
                  </a:moveTo>
                  <a:cubicBezTo>
                    <a:pt x="11053" y="0"/>
                    <a:pt x="10376" y="151"/>
                    <a:pt x="9324" y="376"/>
                  </a:cubicBezTo>
                  <a:cubicBezTo>
                    <a:pt x="8822" y="502"/>
                    <a:pt x="8221" y="627"/>
                    <a:pt x="7569" y="752"/>
                  </a:cubicBezTo>
                  <a:cubicBezTo>
                    <a:pt x="6943" y="878"/>
                    <a:pt x="6241" y="1003"/>
                    <a:pt x="5564" y="1128"/>
                  </a:cubicBezTo>
                  <a:cubicBezTo>
                    <a:pt x="4862" y="1253"/>
                    <a:pt x="4186" y="1379"/>
                    <a:pt x="3534" y="1479"/>
                  </a:cubicBezTo>
                  <a:cubicBezTo>
                    <a:pt x="3208" y="1529"/>
                    <a:pt x="2882" y="1579"/>
                    <a:pt x="2582" y="1629"/>
                  </a:cubicBezTo>
                  <a:cubicBezTo>
                    <a:pt x="2281" y="1654"/>
                    <a:pt x="2005" y="1705"/>
                    <a:pt x="1755" y="1730"/>
                  </a:cubicBezTo>
                  <a:cubicBezTo>
                    <a:pt x="702" y="1855"/>
                    <a:pt x="0" y="1930"/>
                    <a:pt x="0" y="1930"/>
                  </a:cubicBezTo>
                  <a:cubicBezTo>
                    <a:pt x="0" y="1930"/>
                    <a:pt x="702" y="1955"/>
                    <a:pt x="1755" y="1980"/>
                  </a:cubicBezTo>
                  <a:cubicBezTo>
                    <a:pt x="2030" y="2005"/>
                    <a:pt x="2306" y="2005"/>
                    <a:pt x="2607" y="2005"/>
                  </a:cubicBezTo>
                  <a:lnTo>
                    <a:pt x="3559" y="2005"/>
                  </a:lnTo>
                  <a:cubicBezTo>
                    <a:pt x="4236" y="1980"/>
                    <a:pt x="4938" y="1980"/>
                    <a:pt x="5639" y="1980"/>
                  </a:cubicBezTo>
                  <a:cubicBezTo>
                    <a:pt x="6341" y="1930"/>
                    <a:pt x="7068" y="1905"/>
                    <a:pt x="7720" y="1880"/>
                  </a:cubicBezTo>
                  <a:cubicBezTo>
                    <a:pt x="8396" y="1855"/>
                    <a:pt x="8998" y="1830"/>
                    <a:pt x="9524" y="1780"/>
                  </a:cubicBezTo>
                  <a:cubicBezTo>
                    <a:pt x="10577" y="1705"/>
                    <a:pt x="11278" y="1654"/>
                    <a:pt x="11278" y="1654"/>
                  </a:cubicBezTo>
                  <a:lnTo>
                    <a:pt x="11053"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2"/>
            <p:cNvSpPr/>
            <p:nvPr/>
          </p:nvSpPr>
          <p:spPr>
            <a:xfrm>
              <a:off x="6292944" y="1605489"/>
              <a:ext cx="1801040" cy="1664339"/>
            </a:xfrm>
            <a:custGeom>
              <a:rect b="b" l="l" r="r" t="t"/>
              <a:pathLst>
                <a:path extrusionOk="0" h="31083" w="33636">
                  <a:moveTo>
                    <a:pt x="28670" y="0"/>
                  </a:moveTo>
                  <a:cubicBezTo>
                    <a:pt x="25428" y="0"/>
                    <a:pt x="20462" y="3835"/>
                    <a:pt x="18673" y="7626"/>
                  </a:cubicBezTo>
                  <a:cubicBezTo>
                    <a:pt x="18023" y="3952"/>
                    <a:pt x="16642" y="2528"/>
                    <a:pt x="15143" y="2528"/>
                  </a:cubicBezTo>
                  <a:cubicBezTo>
                    <a:pt x="12304" y="2528"/>
                    <a:pt x="9040" y="7630"/>
                    <a:pt x="9500" y="12238"/>
                  </a:cubicBezTo>
                  <a:cubicBezTo>
                    <a:pt x="8354" y="10519"/>
                    <a:pt x="7564" y="7544"/>
                    <a:pt x="5350" y="7544"/>
                  </a:cubicBezTo>
                  <a:cubicBezTo>
                    <a:pt x="5142" y="7544"/>
                    <a:pt x="4922" y="7570"/>
                    <a:pt x="4688" y="7626"/>
                  </a:cubicBezTo>
                  <a:cubicBezTo>
                    <a:pt x="1" y="8228"/>
                    <a:pt x="527" y="22213"/>
                    <a:pt x="527" y="29105"/>
                  </a:cubicBezTo>
                  <a:lnTo>
                    <a:pt x="1755" y="30408"/>
                  </a:lnTo>
                  <a:cubicBezTo>
                    <a:pt x="3820" y="30872"/>
                    <a:pt x="6079" y="31082"/>
                    <a:pt x="8330" y="31082"/>
                  </a:cubicBezTo>
                  <a:cubicBezTo>
                    <a:pt x="19082" y="31082"/>
                    <a:pt x="29670" y="26299"/>
                    <a:pt x="18272" y="21636"/>
                  </a:cubicBezTo>
                  <a:lnTo>
                    <a:pt x="18272" y="21636"/>
                  </a:lnTo>
                  <a:cubicBezTo>
                    <a:pt x="18376" y="21639"/>
                    <a:pt x="18480" y="21641"/>
                    <a:pt x="18584" y="21641"/>
                  </a:cubicBezTo>
                  <a:cubicBezTo>
                    <a:pt x="22675" y="21641"/>
                    <a:pt x="26432" y="19270"/>
                    <a:pt x="28021" y="16874"/>
                  </a:cubicBezTo>
                  <a:cubicBezTo>
                    <a:pt x="29593" y="14516"/>
                    <a:pt x="29012" y="12138"/>
                    <a:pt x="24420" y="12138"/>
                  </a:cubicBezTo>
                  <a:cubicBezTo>
                    <a:pt x="23887" y="12138"/>
                    <a:pt x="23301" y="12170"/>
                    <a:pt x="22658" y="12238"/>
                  </a:cubicBezTo>
                  <a:cubicBezTo>
                    <a:pt x="27044" y="9832"/>
                    <a:pt x="33635" y="5095"/>
                    <a:pt x="31003" y="1160"/>
                  </a:cubicBezTo>
                  <a:cubicBezTo>
                    <a:pt x="30474" y="351"/>
                    <a:pt x="29651" y="0"/>
                    <a:pt x="2867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2"/>
            <p:cNvSpPr/>
            <p:nvPr/>
          </p:nvSpPr>
          <p:spPr>
            <a:xfrm>
              <a:off x="6360038" y="1950753"/>
              <a:ext cx="1248134" cy="1278976"/>
            </a:xfrm>
            <a:custGeom>
              <a:rect b="b" l="l" r="r" t="t"/>
              <a:pathLst>
                <a:path extrusionOk="0" h="23886" w="23310">
                  <a:moveTo>
                    <a:pt x="23309" y="0"/>
                  </a:moveTo>
                  <a:cubicBezTo>
                    <a:pt x="23309" y="0"/>
                    <a:pt x="22958" y="326"/>
                    <a:pt x="22282" y="928"/>
                  </a:cubicBezTo>
                  <a:cubicBezTo>
                    <a:pt x="21956" y="1203"/>
                    <a:pt x="21580" y="1554"/>
                    <a:pt x="21129" y="1980"/>
                  </a:cubicBezTo>
                  <a:cubicBezTo>
                    <a:pt x="20903" y="2181"/>
                    <a:pt x="20653" y="2381"/>
                    <a:pt x="20402" y="2607"/>
                  </a:cubicBezTo>
                  <a:cubicBezTo>
                    <a:pt x="20126" y="2832"/>
                    <a:pt x="19851" y="3058"/>
                    <a:pt x="19550" y="3308"/>
                  </a:cubicBezTo>
                  <a:cubicBezTo>
                    <a:pt x="18397" y="4236"/>
                    <a:pt x="17044" y="5364"/>
                    <a:pt x="15565" y="6542"/>
                  </a:cubicBezTo>
                  <a:cubicBezTo>
                    <a:pt x="14838" y="7118"/>
                    <a:pt x="14061" y="7745"/>
                    <a:pt x="13334" y="8396"/>
                  </a:cubicBezTo>
                  <a:cubicBezTo>
                    <a:pt x="12958" y="8697"/>
                    <a:pt x="12582" y="9023"/>
                    <a:pt x="12181" y="9349"/>
                  </a:cubicBezTo>
                  <a:lnTo>
                    <a:pt x="11630" y="9850"/>
                  </a:lnTo>
                  <a:lnTo>
                    <a:pt x="11329" y="10075"/>
                  </a:lnTo>
                  <a:lnTo>
                    <a:pt x="11254" y="10151"/>
                  </a:lnTo>
                  <a:lnTo>
                    <a:pt x="11154" y="10251"/>
                  </a:lnTo>
                  <a:lnTo>
                    <a:pt x="11029" y="10376"/>
                  </a:lnTo>
                  <a:cubicBezTo>
                    <a:pt x="9600" y="11730"/>
                    <a:pt x="8096" y="13058"/>
                    <a:pt x="6693" y="14361"/>
                  </a:cubicBezTo>
                  <a:cubicBezTo>
                    <a:pt x="6016" y="15013"/>
                    <a:pt x="5339" y="15639"/>
                    <a:pt x="4713" y="16266"/>
                  </a:cubicBezTo>
                  <a:cubicBezTo>
                    <a:pt x="4086" y="16892"/>
                    <a:pt x="3510" y="17519"/>
                    <a:pt x="3008" y="18096"/>
                  </a:cubicBezTo>
                  <a:cubicBezTo>
                    <a:pt x="2482" y="18697"/>
                    <a:pt x="2031" y="19273"/>
                    <a:pt x="1630" y="19800"/>
                  </a:cubicBezTo>
                  <a:cubicBezTo>
                    <a:pt x="1430" y="20075"/>
                    <a:pt x="1279" y="20351"/>
                    <a:pt x="1104" y="20577"/>
                  </a:cubicBezTo>
                  <a:cubicBezTo>
                    <a:pt x="1029" y="20702"/>
                    <a:pt x="953" y="20802"/>
                    <a:pt x="878" y="20928"/>
                  </a:cubicBezTo>
                  <a:cubicBezTo>
                    <a:pt x="803" y="21053"/>
                    <a:pt x="753" y="21178"/>
                    <a:pt x="678" y="21304"/>
                  </a:cubicBezTo>
                  <a:cubicBezTo>
                    <a:pt x="552" y="21529"/>
                    <a:pt x="427" y="21755"/>
                    <a:pt x="352" y="21905"/>
                  </a:cubicBezTo>
                  <a:cubicBezTo>
                    <a:pt x="277" y="22055"/>
                    <a:pt x="201" y="22206"/>
                    <a:pt x="176" y="22306"/>
                  </a:cubicBezTo>
                  <a:cubicBezTo>
                    <a:pt x="76" y="22507"/>
                    <a:pt x="1" y="22632"/>
                    <a:pt x="1" y="22632"/>
                  </a:cubicBezTo>
                  <a:lnTo>
                    <a:pt x="3109" y="23885"/>
                  </a:lnTo>
                  <a:cubicBezTo>
                    <a:pt x="3109" y="23885"/>
                    <a:pt x="3159" y="23760"/>
                    <a:pt x="3234" y="23534"/>
                  </a:cubicBezTo>
                  <a:cubicBezTo>
                    <a:pt x="3259" y="23434"/>
                    <a:pt x="3309" y="23284"/>
                    <a:pt x="3359" y="23133"/>
                  </a:cubicBezTo>
                  <a:cubicBezTo>
                    <a:pt x="3435" y="22983"/>
                    <a:pt x="3485" y="22857"/>
                    <a:pt x="3560" y="22707"/>
                  </a:cubicBezTo>
                  <a:cubicBezTo>
                    <a:pt x="3610" y="22532"/>
                    <a:pt x="3685" y="22356"/>
                    <a:pt x="3811" y="22156"/>
                  </a:cubicBezTo>
                  <a:cubicBezTo>
                    <a:pt x="3936" y="21930"/>
                    <a:pt x="4036" y="21705"/>
                    <a:pt x="4186" y="21454"/>
                  </a:cubicBezTo>
                  <a:cubicBezTo>
                    <a:pt x="4462" y="20978"/>
                    <a:pt x="4813" y="20426"/>
                    <a:pt x="5214" y="19850"/>
                  </a:cubicBezTo>
                  <a:cubicBezTo>
                    <a:pt x="5640" y="19248"/>
                    <a:pt x="6091" y="18622"/>
                    <a:pt x="6643" y="17970"/>
                  </a:cubicBezTo>
                  <a:cubicBezTo>
                    <a:pt x="7144" y="17319"/>
                    <a:pt x="7745" y="16642"/>
                    <a:pt x="8347" y="15940"/>
                  </a:cubicBezTo>
                  <a:cubicBezTo>
                    <a:pt x="9550" y="14537"/>
                    <a:pt x="10928" y="13058"/>
                    <a:pt x="12232" y="11504"/>
                  </a:cubicBezTo>
                  <a:lnTo>
                    <a:pt x="12357" y="11379"/>
                  </a:lnTo>
                  <a:lnTo>
                    <a:pt x="12407" y="11329"/>
                  </a:lnTo>
                  <a:lnTo>
                    <a:pt x="12457" y="11253"/>
                  </a:lnTo>
                  <a:lnTo>
                    <a:pt x="12708" y="11003"/>
                  </a:lnTo>
                  <a:lnTo>
                    <a:pt x="13234" y="10451"/>
                  </a:lnTo>
                  <a:cubicBezTo>
                    <a:pt x="13585" y="10075"/>
                    <a:pt x="13911" y="9725"/>
                    <a:pt x="14262" y="9374"/>
                  </a:cubicBezTo>
                  <a:cubicBezTo>
                    <a:pt x="14938" y="8647"/>
                    <a:pt x="15615" y="7970"/>
                    <a:pt x="16292" y="7319"/>
                  </a:cubicBezTo>
                  <a:cubicBezTo>
                    <a:pt x="17620" y="5990"/>
                    <a:pt x="18848" y="4762"/>
                    <a:pt x="19926" y="3684"/>
                  </a:cubicBezTo>
                  <a:cubicBezTo>
                    <a:pt x="20177" y="3409"/>
                    <a:pt x="20427" y="3158"/>
                    <a:pt x="20678" y="2907"/>
                  </a:cubicBezTo>
                  <a:cubicBezTo>
                    <a:pt x="20903" y="2657"/>
                    <a:pt x="21129" y="2431"/>
                    <a:pt x="21329" y="2181"/>
                  </a:cubicBezTo>
                  <a:cubicBezTo>
                    <a:pt x="21755" y="1730"/>
                    <a:pt x="22106" y="1354"/>
                    <a:pt x="22407" y="1028"/>
                  </a:cubicBezTo>
                  <a:cubicBezTo>
                    <a:pt x="22983" y="376"/>
                    <a:pt x="23309" y="0"/>
                    <a:pt x="2330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2"/>
            <p:cNvSpPr/>
            <p:nvPr/>
          </p:nvSpPr>
          <p:spPr>
            <a:xfrm>
              <a:off x="6973356" y="2008421"/>
              <a:ext cx="94025" cy="496630"/>
            </a:xfrm>
            <a:custGeom>
              <a:rect b="b" l="l" r="r" t="t"/>
              <a:pathLst>
                <a:path extrusionOk="0" h="9275" w="1756">
                  <a:moveTo>
                    <a:pt x="1705" y="1"/>
                  </a:moveTo>
                  <a:cubicBezTo>
                    <a:pt x="1705" y="1"/>
                    <a:pt x="1630" y="577"/>
                    <a:pt x="1529" y="1429"/>
                  </a:cubicBezTo>
                  <a:cubicBezTo>
                    <a:pt x="1504" y="1655"/>
                    <a:pt x="1479" y="1881"/>
                    <a:pt x="1454" y="2131"/>
                  </a:cubicBezTo>
                  <a:cubicBezTo>
                    <a:pt x="1429" y="2382"/>
                    <a:pt x="1379" y="2632"/>
                    <a:pt x="1329" y="2908"/>
                  </a:cubicBezTo>
                  <a:cubicBezTo>
                    <a:pt x="1229" y="3434"/>
                    <a:pt x="1128" y="4011"/>
                    <a:pt x="1028" y="4562"/>
                  </a:cubicBezTo>
                  <a:cubicBezTo>
                    <a:pt x="778" y="5690"/>
                    <a:pt x="527" y="6818"/>
                    <a:pt x="326" y="7670"/>
                  </a:cubicBezTo>
                  <a:cubicBezTo>
                    <a:pt x="126" y="8497"/>
                    <a:pt x="1" y="9074"/>
                    <a:pt x="1" y="9074"/>
                  </a:cubicBezTo>
                  <a:lnTo>
                    <a:pt x="1229" y="9274"/>
                  </a:lnTo>
                  <a:cubicBezTo>
                    <a:pt x="1229" y="9274"/>
                    <a:pt x="1279" y="8698"/>
                    <a:pt x="1379" y="7846"/>
                  </a:cubicBezTo>
                  <a:cubicBezTo>
                    <a:pt x="1454" y="6968"/>
                    <a:pt x="1555" y="5815"/>
                    <a:pt x="1655" y="4637"/>
                  </a:cubicBezTo>
                  <a:cubicBezTo>
                    <a:pt x="1680" y="4061"/>
                    <a:pt x="1705" y="3485"/>
                    <a:pt x="1730" y="2933"/>
                  </a:cubicBezTo>
                  <a:cubicBezTo>
                    <a:pt x="1730" y="2658"/>
                    <a:pt x="1755" y="2407"/>
                    <a:pt x="1755" y="2156"/>
                  </a:cubicBezTo>
                  <a:cubicBezTo>
                    <a:pt x="1730" y="1906"/>
                    <a:pt x="1730" y="1680"/>
                    <a:pt x="1730" y="1455"/>
                  </a:cubicBezTo>
                  <a:cubicBezTo>
                    <a:pt x="1705" y="577"/>
                    <a:pt x="1705" y="1"/>
                    <a:pt x="170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a:off x="6576150" y="2334569"/>
              <a:ext cx="99326" cy="507285"/>
            </a:xfrm>
            <a:custGeom>
              <a:rect b="b" l="l" r="r" t="t"/>
              <a:pathLst>
                <a:path extrusionOk="0" h="9474" w="1855">
                  <a:moveTo>
                    <a:pt x="25" y="0"/>
                  </a:moveTo>
                  <a:cubicBezTo>
                    <a:pt x="25" y="0"/>
                    <a:pt x="0" y="2356"/>
                    <a:pt x="0" y="4712"/>
                  </a:cubicBezTo>
                  <a:cubicBezTo>
                    <a:pt x="25" y="5313"/>
                    <a:pt x="25" y="5915"/>
                    <a:pt x="50" y="6466"/>
                  </a:cubicBezTo>
                  <a:cubicBezTo>
                    <a:pt x="50" y="6742"/>
                    <a:pt x="50" y="7018"/>
                    <a:pt x="75" y="7268"/>
                  </a:cubicBezTo>
                  <a:cubicBezTo>
                    <a:pt x="75" y="7519"/>
                    <a:pt x="100" y="7770"/>
                    <a:pt x="100" y="7995"/>
                  </a:cubicBezTo>
                  <a:cubicBezTo>
                    <a:pt x="176" y="8872"/>
                    <a:pt x="201" y="9474"/>
                    <a:pt x="201" y="9474"/>
                  </a:cubicBezTo>
                  <a:lnTo>
                    <a:pt x="1855" y="9198"/>
                  </a:lnTo>
                  <a:cubicBezTo>
                    <a:pt x="1855" y="9198"/>
                    <a:pt x="1704" y="8647"/>
                    <a:pt x="1504" y="7770"/>
                  </a:cubicBezTo>
                  <a:cubicBezTo>
                    <a:pt x="1454" y="7569"/>
                    <a:pt x="1404" y="7318"/>
                    <a:pt x="1328" y="7093"/>
                  </a:cubicBezTo>
                  <a:cubicBezTo>
                    <a:pt x="1278" y="6842"/>
                    <a:pt x="1228" y="6592"/>
                    <a:pt x="1178" y="6316"/>
                  </a:cubicBezTo>
                  <a:cubicBezTo>
                    <a:pt x="1078" y="5790"/>
                    <a:pt x="952" y="5213"/>
                    <a:pt x="852" y="4637"/>
                  </a:cubicBezTo>
                  <a:cubicBezTo>
                    <a:pt x="426" y="2331"/>
                    <a:pt x="25" y="0"/>
                    <a:pt x="2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2"/>
            <p:cNvSpPr/>
            <p:nvPr/>
          </p:nvSpPr>
          <p:spPr>
            <a:xfrm>
              <a:off x="7009607" y="2432504"/>
              <a:ext cx="559652" cy="127544"/>
            </a:xfrm>
            <a:custGeom>
              <a:rect b="b" l="l" r="r" t="t"/>
              <a:pathLst>
                <a:path extrusionOk="0" h="2382" w="10452">
                  <a:moveTo>
                    <a:pt x="10452" y="1"/>
                  </a:moveTo>
                  <a:cubicBezTo>
                    <a:pt x="10451" y="1"/>
                    <a:pt x="9800" y="126"/>
                    <a:pt x="8822" y="327"/>
                  </a:cubicBezTo>
                  <a:cubicBezTo>
                    <a:pt x="8321" y="427"/>
                    <a:pt x="7770" y="527"/>
                    <a:pt x="7143" y="627"/>
                  </a:cubicBezTo>
                  <a:cubicBezTo>
                    <a:pt x="6842" y="677"/>
                    <a:pt x="6517" y="728"/>
                    <a:pt x="6191" y="778"/>
                  </a:cubicBezTo>
                  <a:cubicBezTo>
                    <a:pt x="5890" y="828"/>
                    <a:pt x="5564" y="878"/>
                    <a:pt x="5238" y="903"/>
                  </a:cubicBezTo>
                  <a:cubicBezTo>
                    <a:pt x="4913" y="953"/>
                    <a:pt x="4562" y="978"/>
                    <a:pt x="4261" y="1028"/>
                  </a:cubicBezTo>
                  <a:cubicBezTo>
                    <a:pt x="3935" y="1053"/>
                    <a:pt x="3609" y="1078"/>
                    <a:pt x="3309" y="1103"/>
                  </a:cubicBezTo>
                  <a:cubicBezTo>
                    <a:pt x="3008" y="1103"/>
                    <a:pt x="2707" y="1154"/>
                    <a:pt x="2431" y="1154"/>
                  </a:cubicBezTo>
                  <a:lnTo>
                    <a:pt x="1654" y="1154"/>
                  </a:lnTo>
                  <a:cubicBezTo>
                    <a:pt x="1515" y="1161"/>
                    <a:pt x="1380" y="1164"/>
                    <a:pt x="1251" y="1164"/>
                  </a:cubicBezTo>
                  <a:cubicBezTo>
                    <a:pt x="939" y="1164"/>
                    <a:pt x="664" y="1146"/>
                    <a:pt x="451" y="1129"/>
                  </a:cubicBezTo>
                  <a:lnTo>
                    <a:pt x="0" y="1129"/>
                  </a:lnTo>
                  <a:lnTo>
                    <a:pt x="25" y="2382"/>
                  </a:lnTo>
                  <a:cubicBezTo>
                    <a:pt x="25" y="2382"/>
                    <a:pt x="201" y="2357"/>
                    <a:pt x="477" y="2332"/>
                  </a:cubicBezTo>
                  <a:cubicBezTo>
                    <a:pt x="777" y="2306"/>
                    <a:pt x="1178" y="2306"/>
                    <a:pt x="1705" y="2206"/>
                  </a:cubicBezTo>
                  <a:cubicBezTo>
                    <a:pt x="1955" y="2181"/>
                    <a:pt x="2231" y="2156"/>
                    <a:pt x="2507" y="2106"/>
                  </a:cubicBezTo>
                  <a:cubicBezTo>
                    <a:pt x="2807" y="2056"/>
                    <a:pt x="3108" y="2006"/>
                    <a:pt x="3409" y="1956"/>
                  </a:cubicBezTo>
                  <a:cubicBezTo>
                    <a:pt x="3735" y="1880"/>
                    <a:pt x="4035" y="1830"/>
                    <a:pt x="4361" y="1755"/>
                  </a:cubicBezTo>
                  <a:cubicBezTo>
                    <a:pt x="4687" y="1680"/>
                    <a:pt x="5013" y="1605"/>
                    <a:pt x="5339" y="1530"/>
                  </a:cubicBezTo>
                  <a:cubicBezTo>
                    <a:pt x="5665" y="1454"/>
                    <a:pt x="5990" y="1354"/>
                    <a:pt x="6316" y="1279"/>
                  </a:cubicBezTo>
                  <a:cubicBezTo>
                    <a:pt x="6617" y="1204"/>
                    <a:pt x="6943" y="1103"/>
                    <a:pt x="7244" y="1028"/>
                  </a:cubicBezTo>
                  <a:cubicBezTo>
                    <a:pt x="7845" y="853"/>
                    <a:pt x="8396" y="677"/>
                    <a:pt x="8873" y="527"/>
                  </a:cubicBezTo>
                  <a:cubicBezTo>
                    <a:pt x="9800" y="201"/>
                    <a:pt x="10451" y="1"/>
                    <a:pt x="1045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a:off x="6651276" y="2829760"/>
              <a:ext cx="605273" cy="107411"/>
            </a:xfrm>
            <a:custGeom>
              <a:rect b="b" l="l" r="r" t="t"/>
              <a:pathLst>
                <a:path extrusionOk="0" h="2006" w="11304">
                  <a:moveTo>
                    <a:pt x="251" y="0"/>
                  </a:moveTo>
                  <a:lnTo>
                    <a:pt x="1" y="1654"/>
                  </a:lnTo>
                  <a:cubicBezTo>
                    <a:pt x="1" y="1654"/>
                    <a:pt x="702" y="1705"/>
                    <a:pt x="1755" y="1780"/>
                  </a:cubicBezTo>
                  <a:cubicBezTo>
                    <a:pt x="2281" y="1830"/>
                    <a:pt x="2908" y="1855"/>
                    <a:pt x="3560" y="1880"/>
                  </a:cubicBezTo>
                  <a:cubicBezTo>
                    <a:pt x="4236" y="1905"/>
                    <a:pt x="4938" y="1930"/>
                    <a:pt x="5640" y="1980"/>
                  </a:cubicBezTo>
                  <a:cubicBezTo>
                    <a:pt x="6367" y="1980"/>
                    <a:pt x="7068" y="1980"/>
                    <a:pt x="7720" y="2005"/>
                  </a:cubicBezTo>
                  <a:lnTo>
                    <a:pt x="8672" y="2005"/>
                  </a:lnTo>
                  <a:cubicBezTo>
                    <a:pt x="8998" y="2005"/>
                    <a:pt x="9274" y="2005"/>
                    <a:pt x="9550" y="1980"/>
                  </a:cubicBezTo>
                  <a:cubicBezTo>
                    <a:pt x="10602" y="1955"/>
                    <a:pt x="11304" y="1930"/>
                    <a:pt x="11304" y="1930"/>
                  </a:cubicBezTo>
                  <a:cubicBezTo>
                    <a:pt x="11304" y="1930"/>
                    <a:pt x="10602" y="1855"/>
                    <a:pt x="9550" y="1730"/>
                  </a:cubicBezTo>
                  <a:cubicBezTo>
                    <a:pt x="9299" y="1705"/>
                    <a:pt x="8998" y="1654"/>
                    <a:pt x="8697" y="1629"/>
                  </a:cubicBezTo>
                  <a:cubicBezTo>
                    <a:pt x="8422" y="1579"/>
                    <a:pt x="8096" y="1529"/>
                    <a:pt x="7770" y="1479"/>
                  </a:cubicBezTo>
                  <a:cubicBezTo>
                    <a:pt x="7118" y="1379"/>
                    <a:pt x="6442" y="1253"/>
                    <a:pt x="5740" y="1128"/>
                  </a:cubicBezTo>
                  <a:cubicBezTo>
                    <a:pt x="5063" y="1003"/>
                    <a:pt x="4362" y="878"/>
                    <a:pt x="3710" y="752"/>
                  </a:cubicBezTo>
                  <a:cubicBezTo>
                    <a:pt x="3083" y="627"/>
                    <a:pt x="2482" y="502"/>
                    <a:pt x="1955" y="376"/>
                  </a:cubicBezTo>
                  <a:cubicBezTo>
                    <a:pt x="928" y="151"/>
                    <a:pt x="251" y="0"/>
                    <a:pt x="2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5416607" y="3165332"/>
              <a:ext cx="1002041" cy="670972"/>
            </a:xfrm>
            <a:custGeom>
              <a:rect b="b" l="l" r="r" t="t"/>
              <a:pathLst>
                <a:path extrusionOk="0" h="12531" w="18714">
                  <a:moveTo>
                    <a:pt x="8924" y="1"/>
                  </a:moveTo>
                  <a:cubicBezTo>
                    <a:pt x="1021" y="1"/>
                    <a:pt x="1" y="12506"/>
                    <a:pt x="10101" y="12530"/>
                  </a:cubicBezTo>
                  <a:cubicBezTo>
                    <a:pt x="10109" y="12530"/>
                    <a:pt x="10117" y="12530"/>
                    <a:pt x="10124" y="12530"/>
                  </a:cubicBezTo>
                  <a:cubicBezTo>
                    <a:pt x="17747" y="12530"/>
                    <a:pt x="18713" y="249"/>
                    <a:pt x="9525" y="24"/>
                  </a:cubicBezTo>
                  <a:cubicBezTo>
                    <a:pt x="9320" y="8"/>
                    <a:pt x="9120" y="1"/>
                    <a:pt x="892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a:off x="5601823" y="3406823"/>
              <a:ext cx="280522" cy="187943"/>
            </a:xfrm>
            <a:custGeom>
              <a:rect b="b" l="l" r="r" t="t"/>
              <a:pathLst>
                <a:path extrusionOk="0" h="3510" w="5239">
                  <a:moveTo>
                    <a:pt x="2507" y="0"/>
                  </a:moveTo>
                  <a:cubicBezTo>
                    <a:pt x="301" y="0"/>
                    <a:pt x="0" y="3509"/>
                    <a:pt x="2833" y="3509"/>
                  </a:cubicBezTo>
                  <a:cubicBezTo>
                    <a:pt x="4988" y="3509"/>
                    <a:pt x="5239" y="75"/>
                    <a:pt x="2682" y="25"/>
                  </a:cubicBezTo>
                  <a:cubicBezTo>
                    <a:pt x="2607" y="0"/>
                    <a:pt x="2557" y="0"/>
                    <a:pt x="250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a:off x="6110459" y="3165332"/>
              <a:ext cx="1000649" cy="670972"/>
            </a:xfrm>
            <a:custGeom>
              <a:rect b="b" l="l" r="r" t="t"/>
              <a:pathLst>
                <a:path extrusionOk="0" h="12531" w="18688">
                  <a:moveTo>
                    <a:pt x="8923" y="1"/>
                  </a:moveTo>
                  <a:cubicBezTo>
                    <a:pt x="1021" y="1"/>
                    <a:pt x="0" y="12506"/>
                    <a:pt x="10101" y="12530"/>
                  </a:cubicBezTo>
                  <a:cubicBezTo>
                    <a:pt x="10108" y="12530"/>
                    <a:pt x="10116" y="12530"/>
                    <a:pt x="10124" y="12530"/>
                  </a:cubicBezTo>
                  <a:cubicBezTo>
                    <a:pt x="17747" y="12530"/>
                    <a:pt x="18688" y="249"/>
                    <a:pt x="9524" y="24"/>
                  </a:cubicBezTo>
                  <a:cubicBezTo>
                    <a:pt x="9320" y="8"/>
                    <a:pt x="9119" y="1"/>
                    <a:pt x="892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a:off x="6608332" y="3496727"/>
              <a:ext cx="280522" cy="187943"/>
            </a:xfrm>
            <a:custGeom>
              <a:rect b="b" l="l" r="r" t="t"/>
              <a:pathLst>
                <a:path extrusionOk="0" h="3510" w="5239">
                  <a:moveTo>
                    <a:pt x="2507" y="1"/>
                  </a:moveTo>
                  <a:cubicBezTo>
                    <a:pt x="301" y="1"/>
                    <a:pt x="1" y="3509"/>
                    <a:pt x="2833" y="3509"/>
                  </a:cubicBezTo>
                  <a:cubicBezTo>
                    <a:pt x="4988" y="3509"/>
                    <a:pt x="5239" y="76"/>
                    <a:pt x="26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2"/>
            <p:cNvSpPr/>
            <p:nvPr/>
          </p:nvSpPr>
          <p:spPr>
            <a:xfrm>
              <a:off x="5729370" y="2964053"/>
              <a:ext cx="1001988" cy="670972"/>
            </a:xfrm>
            <a:custGeom>
              <a:rect b="b" l="l" r="r" t="t"/>
              <a:pathLst>
                <a:path extrusionOk="0" h="12531" w="18713">
                  <a:moveTo>
                    <a:pt x="8948" y="0"/>
                  </a:moveTo>
                  <a:cubicBezTo>
                    <a:pt x="1044" y="0"/>
                    <a:pt x="0" y="12506"/>
                    <a:pt x="10125" y="12530"/>
                  </a:cubicBezTo>
                  <a:cubicBezTo>
                    <a:pt x="10133" y="12530"/>
                    <a:pt x="10140" y="12530"/>
                    <a:pt x="10148" y="12530"/>
                  </a:cubicBezTo>
                  <a:cubicBezTo>
                    <a:pt x="17771" y="12530"/>
                    <a:pt x="18712" y="249"/>
                    <a:pt x="9548" y="24"/>
                  </a:cubicBezTo>
                  <a:cubicBezTo>
                    <a:pt x="9344" y="8"/>
                    <a:pt x="9144" y="0"/>
                    <a:pt x="894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2"/>
            <p:cNvSpPr/>
            <p:nvPr/>
          </p:nvSpPr>
          <p:spPr>
            <a:xfrm>
              <a:off x="6205718" y="3094116"/>
              <a:ext cx="280522" cy="187943"/>
            </a:xfrm>
            <a:custGeom>
              <a:rect b="b" l="l" r="r" t="t"/>
              <a:pathLst>
                <a:path extrusionOk="0" h="3510" w="5239">
                  <a:moveTo>
                    <a:pt x="2507" y="1"/>
                  </a:moveTo>
                  <a:cubicBezTo>
                    <a:pt x="301" y="1"/>
                    <a:pt x="1" y="3509"/>
                    <a:pt x="2833" y="3509"/>
                  </a:cubicBezTo>
                  <a:cubicBezTo>
                    <a:pt x="4988" y="3509"/>
                    <a:pt x="5239" y="76"/>
                    <a:pt x="268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8" name="Google Shape;48;p2"/>
          <p:cNvGrpSpPr/>
          <p:nvPr/>
        </p:nvGrpSpPr>
        <p:grpSpPr>
          <a:xfrm rot="191764">
            <a:off x="96892" y="2812553"/>
            <a:ext cx="2074547" cy="1949796"/>
            <a:chOff x="39161" y="2569289"/>
            <a:chExt cx="2207289" cy="2074556"/>
          </a:xfrm>
        </p:grpSpPr>
        <p:sp>
          <p:nvSpPr>
            <p:cNvPr id="49" name="Google Shape;49;p2"/>
            <p:cNvSpPr/>
            <p:nvPr/>
          </p:nvSpPr>
          <p:spPr>
            <a:xfrm flipH="1" rot="376776">
              <a:off x="135373" y="2672421"/>
              <a:ext cx="1988222" cy="1868294"/>
            </a:xfrm>
            <a:custGeom>
              <a:rect b="b" l="l" r="r" t="t"/>
              <a:pathLst>
                <a:path extrusionOk="0" h="55911" w="59500">
                  <a:moveTo>
                    <a:pt x="41074" y="1"/>
                  </a:moveTo>
                  <a:cubicBezTo>
                    <a:pt x="35013" y="1"/>
                    <a:pt x="29092" y="3078"/>
                    <a:pt x="25765" y="8617"/>
                  </a:cubicBezTo>
                  <a:lnTo>
                    <a:pt x="1229" y="49344"/>
                  </a:lnTo>
                  <a:cubicBezTo>
                    <a:pt x="0" y="51399"/>
                    <a:pt x="652" y="54056"/>
                    <a:pt x="2707" y="55284"/>
                  </a:cubicBezTo>
                  <a:cubicBezTo>
                    <a:pt x="3409" y="55710"/>
                    <a:pt x="4186" y="55910"/>
                    <a:pt x="4938" y="55910"/>
                  </a:cubicBezTo>
                  <a:cubicBezTo>
                    <a:pt x="6391" y="55910"/>
                    <a:pt x="7845" y="55158"/>
                    <a:pt x="8647" y="53805"/>
                  </a:cubicBezTo>
                  <a:lnTo>
                    <a:pt x="33184" y="13078"/>
                  </a:lnTo>
                  <a:cubicBezTo>
                    <a:pt x="34900" y="10229"/>
                    <a:pt x="37956" y="8643"/>
                    <a:pt x="41078" y="8643"/>
                  </a:cubicBezTo>
                  <a:cubicBezTo>
                    <a:pt x="42653" y="8643"/>
                    <a:pt x="44245" y="9046"/>
                    <a:pt x="45690" y="9895"/>
                  </a:cubicBezTo>
                  <a:cubicBezTo>
                    <a:pt x="47820" y="11148"/>
                    <a:pt x="49324" y="13178"/>
                    <a:pt x="49926" y="15584"/>
                  </a:cubicBezTo>
                  <a:cubicBezTo>
                    <a:pt x="50527" y="17990"/>
                    <a:pt x="50151" y="20472"/>
                    <a:pt x="48848" y="22602"/>
                  </a:cubicBezTo>
                  <a:lnTo>
                    <a:pt x="46316" y="26737"/>
                  </a:lnTo>
                  <a:cubicBezTo>
                    <a:pt x="45063" y="28792"/>
                    <a:pt x="45715" y="31449"/>
                    <a:pt x="47745" y="32702"/>
                  </a:cubicBezTo>
                  <a:cubicBezTo>
                    <a:pt x="48445" y="33126"/>
                    <a:pt x="49222" y="33329"/>
                    <a:pt x="49991" y="33329"/>
                  </a:cubicBezTo>
                  <a:cubicBezTo>
                    <a:pt x="51451" y="33329"/>
                    <a:pt x="52880" y="32595"/>
                    <a:pt x="53685" y="31249"/>
                  </a:cubicBezTo>
                  <a:lnTo>
                    <a:pt x="56241" y="27113"/>
                  </a:lnTo>
                  <a:cubicBezTo>
                    <a:pt x="58748" y="23003"/>
                    <a:pt x="59500" y="18166"/>
                    <a:pt x="58322" y="13479"/>
                  </a:cubicBezTo>
                  <a:cubicBezTo>
                    <a:pt x="57169" y="8817"/>
                    <a:pt x="54236" y="4883"/>
                    <a:pt x="50076" y="2451"/>
                  </a:cubicBezTo>
                  <a:cubicBezTo>
                    <a:pt x="47252" y="791"/>
                    <a:pt x="44145" y="1"/>
                    <a:pt x="4107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2"/>
            <p:cNvSpPr/>
            <p:nvPr/>
          </p:nvSpPr>
          <p:spPr>
            <a:xfrm flipH="1" rot="376776">
              <a:off x="1688275" y="4022649"/>
              <a:ext cx="218604" cy="585348"/>
            </a:xfrm>
            <a:custGeom>
              <a:rect b="b" l="l" r="r" t="t"/>
              <a:pathLst>
                <a:path extrusionOk="0" h="16968" w="6542">
                  <a:moveTo>
                    <a:pt x="3559" y="0"/>
                  </a:moveTo>
                  <a:lnTo>
                    <a:pt x="0" y="5915"/>
                  </a:lnTo>
                  <a:lnTo>
                    <a:pt x="2782" y="16968"/>
                  </a:lnTo>
                  <a:cubicBezTo>
                    <a:pt x="3409" y="16617"/>
                    <a:pt x="3960" y="16116"/>
                    <a:pt x="4361" y="15439"/>
                  </a:cubicBezTo>
                  <a:lnTo>
                    <a:pt x="6542" y="11805"/>
                  </a:lnTo>
                  <a:lnTo>
                    <a:pt x="3559"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2"/>
            <p:cNvSpPr/>
            <p:nvPr/>
          </p:nvSpPr>
          <p:spPr>
            <a:xfrm flipH="1" rot="376748">
              <a:off x="1485677" y="3577206"/>
              <a:ext cx="218654" cy="625325"/>
            </a:xfrm>
            <a:custGeom>
              <a:rect b="b" l="l" r="r" t="t"/>
              <a:pathLst>
                <a:path extrusionOk="0" h="17720" w="6543">
                  <a:moveTo>
                    <a:pt x="3560" y="1"/>
                  </a:moveTo>
                  <a:lnTo>
                    <a:pt x="1" y="5915"/>
                  </a:lnTo>
                  <a:lnTo>
                    <a:pt x="2983" y="17720"/>
                  </a:lnTo>
                  <a:lnTo>
                    <a:pt x="6542" y="11805"/>
                  </a:lnTo>
                  <a:lnTo>
                    <a:pt x="3560"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2"/>
            <p:cNvSpPr/>
            <p:nvPr/>
          </p:nvSpPr>
          <p:spPr>
            <a:xfrm flipH="1" rot="376776">
              <a:off x="1284459" y="3145767"/>
              <a:ext cx="218604" cy="612897"/>
            </a:xfrm>
            <a:custGeom>
              <a:rect b="b" l="l" r="r" t="t"/>
              <a:pathLst>
                <a:path extrusionOk="0" h="17746" w="6542">
                  <a:moveTo>
                    <a:pt x="3559" y="1"/>
                  </a:moveTo>
                  <a:lnTo>
                    <a:pt x="0" y="5941"/>
                  </a:lnTo>
                  <a:lnTo>
                    <a:pt x="2983" y="17745"/>
                  </a:lnTo>
                  <a:lnTo>
                    <a:pt x="6542" y="11830"/>
                  </a:lnTo>
                  <a:lnTo>
                    <a:pt x="3559"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2"/>
            <p:cNvSpPr/>
            <p:nvPr/>
          </p:nvSpPr>
          <p:spPr>
            <a:xfrm flipH="1" rot="376776">
              <a:off x="1078967" y="2779772"/>
              <a:ext cx="217802" cy="546449"/>
            </a:xfrm>
            <a:custGeom>
              <a:rect b="b" l="l" r="r" t="t"/>
              <a:pathLst>
                <a:path extrusionOk="0" h="15791" w="6518">
                  <a:moveTo>
                    <a:pt x="4036" y="1"/>
                  </a:moveTo>
                  <a:cubicBezTo>
                    <a:pt x="2507" y="1104"/>
                    <a:pt x="1129" y="2457"/>
                    <a:pt x="1" y="4061"/>
                  </a:cubicBezTo>
                  <a:lnTo>
                    <a:pt x="2958" y="15790"/>
                  </a:lnTo>
                  <a:lnTo>
                    <a:pt x="6517" y="9850"/>
                  </a:lnTo>
                  <a:lnTo>
                    <a:pt x="403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2"/>
            <p:cNvSpPr/>
            <p:nvPr/>
          </p:nvSpPr>
          <p:spPr>
            <a:xfrm flipH="1" rot="376798">
              <a:off x="496526" y="3476634"/>
              <a:ext cx="125298" cy="239556"/>
            </a:xfrm>
            <a:custGeom>
              <a:rect b="b" l="l" r="r" t="t"/>
              <a:pathLst>
                <a:path extrusionOk="0" h="7169" w="3560">
                  <a:moveTo>
                    <a:pt x="1755" y="0"/>
                  </a:moveTo>
                  <a:lnTo>
                    <a:pt x="1253" y="802"/>
                  </a:lnTo>
                  <a:cubicBezTo>
                    <a:pt x="0" y="2857"/>
                    <a:pt x="652" y="5514"/>
                    <a:pt x="2682" y="6767"/>
                  </a:cubicBezTo>
                  <a:cubicBezTo>
                    <a:pt x="2958" y="6918"/>
                    <a:pt x="3258" y="7068"/>
                    <a:pt x="3559" y="7168"/>
                  </a:cubicBezTo>
                  <a:lnTo>
                    <a:pt x="1755"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2"/>
            <p:cNvSpPr/>
            <p:nvPr/>
          </p:nvSpPr>
          <p:spPr>
            <a:xfrm flipH="1" rot="376776">
              <a:off x="791432" y="2635135"/>
              <a:ext cx="235345" cy="320570"/>
            </a:xfrm>
            <a:custGeom>
              <a:rect b="b" l="l" r="r" t="t"/>
              <a:pathLst>
                <a:path extrusionOk="0" h="9324" w="7043">
                  <a:moveTo>
                    <a:pt x="4837" y="0"/>
                  </a:moveTo>
                  <a:cubicBezTo>
                    <a:pt x="3183" y="76"/>
                    <a:pt x="1554" y="376"/>
                    <a:pt x="0" y="903"/>
                  </a:cubicBezTo>
                  <a:lnTo>
                    <a:pt x="2131" y="9324"/>
                  </a:lnTo>
                  <a:cubicBezTo>
                    <a:pt x="3213" y="8862"/>
                    <a:pt x="4384" y="8627"/>
                    <a:pt x="5572" y="8627"/>
                  </a:cubicBezTo>
                  <a:cubicBezTo>
                    <a:pt x="6061" y="8627"/>
                    <a:pt x="6553" y="8667"/>
                    <a:pt x="7043" y="8747"/>
                  </a:cubicBezTo>
                  <a:lnTo>
                    <a:pt x="4837"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2"/>
            <p:cNvSpPr/>
            <p:nvPr/>
          </p:nvSpPr>
          <p:spPr>
            <a:xfrm flipH="1" rot="376804">
              <a:off x="260070" y="2611373"/>
              <a:ext cx="377701" cy="1044490"/>
            </a:xfrm>
            <a:custGeom>
              <a:rect b="b" l="l" r="r" t="t"/>
              <a:pathLst>
                <a:path extrusionOk="0" h="30678" w="11304">
                  <a:moveTo>
                    <a:pt x="0" y="1"/>
                  </a:moveTo>
                  <a:lnTo>
                    <a:pt x="3259" y="12858"/>
                  </a:lnTo>
                  <a:cubicBezTo>
                    <a:pt x="3584" y="13510"/>
                    <a:pt x="3860" y="14187"/>
                    <a:pt x="4036" y="14913"/>
                  </a:cubicBezTo>
                  <a:cubicBezTo>
                    <a:pt x="4236" y="15640"/>
                    <a:pt x="4311" y="16367"/>
                    <a:pt x="4311" y="17069"/>
                  </a:cubicBezTo>
                  <a:lnTo>
                    <a:pt x="7745" y="30678"/>
                  </a:lnTo>
                  <a:lnTo>
                    <a:pt x="7795" y="30578"/>
                  </a:lnTo>
                  <a:lnTo>
                    <a:pt x="10351" y="26442"/>
                  </a:lnTo>
                  <a:cubicBezTo>
                    <a:pt x="10702" y="25866"/>
                    <a:pt x="11003" y="25264"/>
                    <a:pt x="11304" y="24663"/>
                  </a:cubicBezTo>
                  <a:lnTo>
                    <a:pt x="5790" y="2833"/>
                  </a:lnTo>
                  <a:cubicBezTo>
                    <a:pt x="5264" y="2457"/>
                    <a:pt x="4737" y="2106"/>
                    <a:pt x="4186" y="1780"/>
                  </a:cubicBezTo>
                  <a:cubicBezTo>
                    <a:pt x="2833" y="978"/>
                    <a:pt x="1429" y="402"/>
                    <a:pt x="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2"/>
            <p:cNvSpPr/>
            <p:nvPr/>
          </p:nvSpPr>
          <p:spPr>
            <a:xfrm flipH="1" rot="376776">
              <a:off x="1266619" y="4060058"/>
              <a:ext cx="284767" cy="322292"/>
            </a:xfrm>
            <a:custGeom>
              <a:rect b="b" l="l" r="r" t="t"/>
              <a:pathLst>
                <a:path extrusionOk="0" h="9645" w="8522">
                  <a:moveTo>
                    <a:pt x="2162" y="0"/>
                  </a:moveTo>
                  <a:cubicBezTo>
                    <a:pt x="821" y="0"/>
                    <a:pt x="0" y="672"/>
                    <a:pt x="0" y="672"/>
                  </a:cubicBezTo>
                  <a:cubicBezTo>
                    <a:pt x="0" y="672"/>
                    <a:pt x="3183" y="3053"/>
                    <a:pt x="3259" y="9645"/>
                  </a:cubicBezTo>
                  <a:cubicBezTo>
                    <a:pt x="4888" y="8868"/>
                    <a:pt x="5665" y="6512"/>
                    <a:pt x="5665" y="6512"/>
                  </a:cubicBezTo>
                  <a:lnTo>
                    <a:pt x="8522" y="6186"/>
                  </a:lnTo>
                  <a:cubicBezTo>
                    <a:pt x="8522" y="6186"/>
                    <a:pt x="7093" y="2051"/>
                    <a:pt x="4437" y="622"/>
                  </a:cubicBezTo>
                  <a:cubicBezTo>
                    <a:pt x="3579" y="157"/>
                    <a:pt x="2810" y="0"/>
                    <a:pt x="216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2"/>
            <p:cNvSpPr/>
            <p:nvPr/>
          </p:nvSpPr>
          <p:spPr>
            <a:xfrm flipH="1" rot="376776">
              <a:off x="1779390" y="3939080"/>
              <a:ext cx="333353" cy="251518"/>
            </a:xfrm>
            <a:custGeom>
              <a:rect b="b" l="l" r="r" t="t"/>
              <a:pathLst>
                <a:path extrusionOk="0" h="7527" w="9976">
                  <a:moveTo>
                    <a:pt x="5297" y="0"/>
                  </a:moveTo>
                  <a:cubicBezTo>
                    <a:pt x="2722" y="0"/>
                    <a:pt x="1" y="1361"/>
                    <a:pt x="1" y="1361"/>
                  </a:cubicBezTo>
                  <a:lnTo>
                    <a:pt x="1830" y="3591"/>
                  </a:lnTo>
                  <a:cubicBezTo>
                    <a:pt x="1830" y="3591"/>
                    <a:pt x="753" y="5822"/>
                    <a:pt x="1379" y="7526"/>
                  </a:cubicBezTo>
                  <a:cubicBezTo>
                    <a:pt x="5236" y="3607"/>
                    <a:pt x="8625" y="3277"/>
                    <a:pt x="9656" y="3277"/>
                  </a:cubicBezTo>
                  <a:cubicBezTo>
                    <a:pt x="9864" y="3277"/>
                    <a:pt x="9976" y="3291"/>
                    <a:pt x="9976" y="3291"/>
                  </a:cubicBezTo>
                  <a:cubicBezTo>
                    <a:pt x="9976" y="3291"/>
                    <a:pt x="9675" y="985"/>
                    <a:pt x="6793" y="183"/>
                  </a:cubicBezTo>
                  <a:cubicBezTo>
                    <a:pt x="6315" y="54"/>
                    <a:pt x="5809" y="0"/>
                    <a:pt x="529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2"/>
            <p:cNvSpPr/>
            <p:nvPr/>
          </p:nvSpPr>
          <p:spPr>
            <a:xfrm flipH="1" rot="376776">
              <a:off x="1112618" y="3877158"/>
              <a:ext cx="548582" cy="285836"/>
            </a:xfrm>
            <a:custGeom>
              <a:rect b="b" l="l" r="r" t="t"/>
              <a:pathLst>
                <a:path extrusionOk="0" h="8554" w="16417">
                  <a:moveTo>
                    <a:pt x="9155" y="1"/>
                  </a:moveTo>
                  <a:cubicBezTo>
                    <a:pt x="6313" y="1"/>
                    <a:pt x="3375" y="1325"/>
                    <a:pt x="502" y="2980"/>
                  </a:cubicBezTo>
                  <a:cubicBezTo>
                    <a:pt x="1" y="3932"/>
                    <a:pt x="101" y="5561"/>
                    <a:pt x="101" y="5561"/>
                  </a:cubicBezTo>
                  <a:cubicBezTo>
                    <a:pt x="687" y="5832"/>
                    <a:pt x="12052" y="8554"/>
                    <a:pt x="14940" y="8554"/>
                  </a:cubicBezTo>
                  <a:cubicBezTo>
                    <a:pt x="15264" y="8554"/>
                    <a:pt x="15481" y="8519"/>
                    <a:pt x="15565" y="8443"/>
                  </a:cubicBezTo>
                  <a:cubicBezTo>
                    <a:pt x="16417" y="7692"/>
                    <a:pt x="15139" y="4860"/>
                    <a:pt x="15239" y="4283"/>
                  </a:cubicBezTo>
                  <a:cubicBezTo>
                    <a:pt x="15339" y="3707"/>
                    <a:pt x="16141" y="2228"/>
                    <a:pt x="12332" y="624"/>
                  </a:cubicBezTo>
                  <a:cubicBezTo>
                    <a:pt x="11293" y="190"/>
                    <a:pt x="10231" y="1"/>
                    <a:pt x="915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2"/>
            <p:cNvSpPr/>
            <p:nvPr/>
          </p:nvSpPr>
          <p:spPr>
            <a:xfrm flipH="1" rot="376776">
              <a:off x="1091256" y="4006289"/>
              <a:ext cx="558373" cy="175665"/>
            </a:xfrm>
            <a:custGeom>
              <a:rect b="b" l="l" r="r" t="t"/>
              <a:pathLst>
                <a:path extrusionOk="0" h="5257" w="16710">
                  <a:moveTo>
                    <a:pt x="7301" y="0"/>
                  </a:moveTo>
                  <a:cubicBezTo>
                    <a:pt x="3363" y="0"/>
                    <a:pt x="0" y="1656"/>
                    <a:pt x="0" y="1656"/>
                  </a:cubicBezTo>
                  <a:cubicBezTo>
                    <a:pt x="4373" y="3898"/>
                    <a:pt x="9937" y="5256"/>
                    <a:pt x="13110" y="5256"/>
                  </a:cubicBezTo>
                  <a:cubicBezTo>
                    <a:pt x="15719" y="5256"/>
                    <a:pt x="16710" y="4337"/>
                    <a:pt x="14085" y="2233"/>
                  </a:cubicBezTo>
                  <a:cubicBezTo>
                    <a:pt x="11982" y="539"/>
                    <a:pt x="9548" y="0"/>
                    <a:pt x="7301"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2"/>
            <p:cNvSpPr/>
            <p:nvPr/>
          </p:nvSpPr>
          <p:spPr>
            <a:xfrm flipH="1" rot="376776">
              <a:off x="1673051" y="3634359"/>
              <a:ext cx="458126" cy="457258"/>
            </a:xfrm>
            <a:custGeom>
              <a:rect b="b" l="l" r="r" t="t"/>
              <a:pathLst>
                <a:path extrusionOk="0" h="13684" w="13710">
                  <a:moveTo>
                    <a:pt x="5298" y="0"/>
                  </a:moveTo>
                  <a:cubicBezTo>
                    <a:pt x="4185" y="0"/>
                    <a:pt x="3835" y="710"/>
                    <a:pt x="3584" y="976"/>
                  </a:cubicBezTo>
                  <a:cubicBezTo>
                    <a:pt x="3183" y="1402"/>
                    <a:pt x="150" y="2054"/>
                    <a:pt x="75" y="3157"/>
                  </a:cubicBezTo>
                  <a:cubicBezTo>
                    <a:pt x="0" y="4285"/>
                    <a:pt x="11253" y="13357"/>
                    <a:pt x="11930" y="13683"/>
                  </a:cubicBezTo>
                  <a:cubicBezTo>
                    <a:pt x="11930" y="13683"/>
                    <a:pt x="13258" y="12756"/>
                    <a:pt x="13709" y="11753"/>
                  </a:cubicBezTo>
                  <a:cubicBezTo>
                    <a:pt x="13058" y="7267"/>
                    <a:pt x="11830" y="3007"/>
                    <a:pt x="8246" y="1001"/>
                  </a:cubicBezTo>
                  <a:cubicBezTo>
                    <a:pt x="6897" y="252"/>
                    <a:pt x="5962" y="0"/>
                    <a:pt x="529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2"/>
            <p:cNvSpPr/>
            <p:nvPr/>
          </p:nvSpPr>
          <p:spPr>
            <a:xfrm flipH="1" rot="376776">
              <a:off x="1727081" y="3733750"/>
              <a:ext cx="500831" cy="366434"/>
            </a:xfrm>
            <a:custGeom>
              <a:rect b="b" l="l" r="r" t="t"/>
              <a:pathLst>
                <a:path extrusionOk="0" h="10966" w="14988">
                  <a:moveTo>
                    <a:pt x="4290" y="0"/>
                  </a:moveTo>
                  <a:cubicBezTo>
                    <a:pt x="0" y="0"/>
                    <a:pt x="7525" y="7532"/>
                    <a:pt x="14988" y="10965"/>
                  </a:cubicBezTo>
                  <a:cubicBezTo>
                    <a:pt x="14988" y="10965"/>
                    <a:pt x="13083" y="1918"/>
                    <a:pt x="5840" y="213"/>
                  </a:cubicBezTo>
                  <a:cubicBezTo>
                    <a:pt x="5210" y="68"/>
                    <a:pt x="4697" y="0"/>
                    <a:pt x="4290"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2"/>
            <p:cNvSpPr/>
            <p:nvPr/>
          </p:nvSpPr>
          <p:spPr>
            <a:xfrm flipH="1" rot="376776">
              <a:off x="1511572" y="3871653"/>
              <a:ext cx="296496" cy="274742"/>
            </a:xfrm>
            <a:custGeom>
              <a:rect b="b" l="l" r="r" t="t"/>
              <a:pathLst>
                <a:path extrusionOk="0" h="8222" w="8873">
                  <a:moveTo>
                    <a:pt x="3785" y="1"/>
                  </a:moveTo>
                  <a:cubicBezTo>
                    <a:pt x="3258" y="2482"/>
                    <a:pt x="0" y="4362"/>
                    <a:pt x="0" y="4362"/>
                  </a:cubicBezTo>
                  <a:cubicBezTo>
                    <a:pt x="0" y="4362"/>
                    <a:pt x="3409" y="7996"/>
                    <a:pt x="7920" y="8221"/>
                  </a:cubicBezTo>
                  <a:cubicBezTo>
                    <a:pt x="7694" y="8046"/>
                    <a:pt x="7719" y="4337"/>
                    <a:pt x="8872" y="2031"/>
                  </a:cubicBezTo>
                  <a:lnTo>
                    <a:pt x="8872" y="2031"/>
                  </a:lnTo>
                  <a:cubicBezTo>
                    <a:pt x="8689" y="2093"/>
                    <a:pt x="8490" y="2121"/>
                    <a:pt x="8278" y="2121"/>
                  </a:cubicBezTo>
                  <a:cubicBezTo>
                    <a:pt x="6697" y="2121"/>
                    <a:pt x="4470" y="553"/>
                    <a:pt x="378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4" name="Google Shape;64;p2"/>
          <p:cNvGrpSpPr/>
          <p:nvPr/>
        </p:nvGrpSpPr>
        <p:grpSpPr>
          <a:xfrm>
            <a:off x="6726877" y="2429202"/>
            <a:ext cx="2361547" cy="2389462"/>
            <a:chOff x="6726877" y="2429202"/>
            <a:chExt cx="2361547" cy="2389462"/>
          </a:xfrm>
        </p:grpSpPr>
        <p:grpSp>
          <p:nvGrpSpPr>
            <p:cNvPr id="65" name="Google Shape;65;p2"/>
            <p:cNvGrpSpPr/>
            <p:nvPr/>
          </p:nvGrpSpPr>
          <p:grpSpPr>
            <a:xfrm rot="1294701">
              <a:off x="7004782" y="2696235"/>
              <a:ext cx="1805736" cy="1855395"/>
              <a:chOff x="961225" y="311200"/>
              <a:chExt cx="884525" cy="908850"/>
            </a:xfrm>
          </p:grpSpPr>
          <p:sp>
            <p:nvSpPr>
              <p:cNvPr id="66" name="Google Shape;66;p2"/>
              <p:cNvSpPr/>
              <p:nvPr/>
            </p:nvSpPr>
            <p:spPr>
              <a:xfrm>
                <a:off x="961225" y="639725"/>
                <a:ext cx="884525" cy="580325"/>
              </a:xfrm>
              <a:custGeom>
                <a:rect b="b" l="l" r="r" t="t"/>
                <a:pathLst>
                  <a:path extrusionOk="0" h="23213" w="35381">
                    <a:moveTo>
                      <a:pt x="16002" y="1"/>
                    </a:moveTo>
                    <a:cubicBezTo>
                      <a:pt x="0" y="1"/>
                      <a:pt x="433" y="23213"/>
                      <a:pt x="16675" y="23213"/>
                    </a:cubicBezTo>
                    <a:cubicBezTo>
                      <a:pt x="16819" y="23213"/>
                      <a:pt x="16964" y="23211"/>
                      <a:pt x="17111" y="23207"/>
                    </a:cubicBezTo>
                    <a:cubicBezTo>
                      <a:pt x="35381" y="22737"/>
                      <a:pt x="33306" y="13"/>
                      <a:pt x="17479" y="13"/>
                    </a:cubicBezTo>
                    <a:cubicBezTo>
                      <a:pt x="17283" y="13"/>
                      <a:pt x="17085" y="17"/>
                      <a:pt x="16885" y="24"/>
                    </a:cubicBezTo>
                    <a:cubicBezTo>
                      <a:pt x="16585" y="9"/>
                      <a:pt x="16291" y="1"/>
                      <a:pt x="1600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2"/>
              <p:cNvSpPr/>
              <p:nvPr/>
            </p:nvSpPr>
            <p:spPr>
              <a:xfrm>
                <a:off x="1032775" y="794875"/>
                <a:ext cx="734875" cy="224075"/>
              </a:xfrm>
              <a:custGeom>
                <a:rect b="b" l="l" r="r" t="t"/>
                <a:pathLst>
                  <a:path extrusionOk="0" h="8963" w="29395">
                    <a:moveTo>
                      <a:pt x="1176" y="0"/>
                    </a:moveTo>
                    <a:cubicBezTo>
                      <a:pt x="549" y="0"/>
                      <a:pt x="1" y="807"/>
                      <a:pt x="590" y="1337"/>
                    </a:cubicBezTo>
                    <a:cubicBezTo>
                      <a:pt x="1692" y="2314"/>
                      <a:pt x="665" y="4745"/>
                      <a:pt x="2620" y="5121"/>
                    </a:cubicBezTo>
                    <a:cubicBezTo>
                      <a:pt x="2694" y="5134"/>
                      <a:pt x="2769" y="5140"/>
                      <a:pt x="2845" y="5140"/>
                    </a:cubicBezTo>
                    <a:cubicBezTo>
                      <a:pt x="3500" y="5140"/>
                      <a:pt x="4160" y="4684"/>
                      <a:pt x="4700" y="4369"/>
                    </a:cubicBezTo>
                    <a:cubicBezTo>
                      <a:pt x="5064" y="4155"/>
                      <a:pt x="5336" y="4062"/>
                      <a:pt x="5547" y="4062"/>
                    </a:cubicBezTo>
                    <a:cubicBezTo>
                      <a:pt x="6150" y="4062"/>
                      <a:pt x="6265" y="4819"/>
                      <a:pt x="6655" y="5673"/>
                    </a:cubicBezTo>
                    <a:cubicBezTo>
                      <a:pt x="7063" y="6563"/>
                      <a:pt x="7616" y="6986"/>
                      <a:pt x="8269" y="6986"/>
                    </a:cubicBezTo>
                    <a:cubicBezTo>
                      <a:pt x="8738" y="6986"/>
                      <a:pt x="9258" y="6768"/>
                      <a:pt x="9813" y="6349"/>
                    </a:cubicBezTo>
                    <a:cubicBezTo>
                      <a:pt x="10434" y="5884"/>
                      <a:pt x="10814" y="5571"/>
                      <a:pt x="11141" y="5571"/>
                    </a:cubicBezTo>
                    <a:cubicBezTo>
                      <a:pt x="11446" y="5571"/>
                      <a:pt x="11705" y="5846"/>
                      <a:pt x="12068" y="6525"/>
                    </a:cubicBezTo>
                    <a:cubicBezTo>
                      <a:pt x="12369" y="7101"/>
                      <a:pt x="12770" y="7828"/>
                      <a:pt x="13397" y="8054"/>
                    </a:cubicBezTo>
                    <a:cubicBezTo>
                      <a:pt x="13591" y="8130"/>
                      <a:pt x="13783" y="8166"/>
                      <a:pt x="13970" y="8166"/>
                    </a:cubicBezTo>
                    <a:cubicBezTo>
                      <a:pt x="14337" y="8166"/>
                      <a:pt x="14685" y="8027"/>
                      <a:pt x="15001" y="7778"/>
                    </a:cubicBezTo>
                    <a:cubicBezTo>
                      <a:pt x="15578" y="7335"/>
                      <a:pt x="16215" y="6257"/>
                      <a:pt x="16831" y="6257"/>
                    </a:cubicBezTo>
                    <a:cubicBezTo>
                      <a:pt x="17017" y="6257"/>
                      <a:pt x="17201" y="6356"/>
                      <a:pt x="17382" y="6600"/>
                    </a:cubicBezTo>
                    <a:cubicBezTo>
                      <a:pt x="18031" y="7505"/>
                      <a:pt x="18680" y="8672"/>
                      <a:pt x="19692" y="8672"/>
                    </a:cubicBezTo>
                    <a:cubicBezTo>
                      <a:pt x="19970" y="8672"/>
                      <a:pt x="20275" y="8584"/>
                      <a:pt x="20615" y="8379"/>
                    </a:cubicBezTo>
                    <a:cubicBezTo>
                      <a:pt x="21009" y="8139"/>
                      <a:pt x="21995" y="6540"/>
                      <a:pt x="22640" y="6540"/>
                    </a:cubicBezTo>
                    <a:cubicBezTo>
                      <a:pt x="22733" y="6540"/>
                      <a:pt x="22819" y="6574"/>
                      <a:pt x="22895" y="6650"/>
                    </a:cubicBezTo>
                    <a:cubicBezTo>
                      <a:pt x="23572" y="7352"/>
                      <a:pt x="23923" y="8154"/>
                      <a:pt x="24725" y="8705"/>
                    </a:cubicBezTo>
                    <a:cubicBezTo>
                      <a:pt x="24986" y="8886"/>
                      <a:pt x="25228" y="8963"/>
                      <a:pt x="25454" y="8963"/>
                    </a:cubicBezTo>
                    <a:cubicBezTo>
                      <a:pt x="26705" y="8963"/>
                      <a:pt x="27487" y="6608"/>
                      <a:pt x="28484" y="6374"/>
                    </a:cubicBezTo>
                    <a:cubicBezTo>
                      <a:pt x="29394" y="6141"/>
                      <a:pt x="29110" y="4823"/>
                      <a:pt x="28258" y="4823"/>
                    </a:cubicBezTo>
                    <a:cubicBezTo>
                      <a:pt x="28195" y="4823"/>
                      <a:pt x="28128" y="4830"/>
                      <a:pt x="28058" y="4846"/>
                    </a:cubicBezTo>
                    <a:cubicBezTo>
                      <a:pt x="27407" y="5021"/>
                      <a:pt x="27006" y="5422"/>
                      <a:pt x="26580" y="5948"/>
                    </a:cubicBezTo>
                    <a:cubicBezTo>
                      <a:pt x="26053" y="6562"/>
                      <a:pt x="25746" y="6882"/>
                      <a:pt x="25436" y="6882"/>
                    </a:cubicBezTo>
                    <a:cubicBezTo>
                      <a:pt x="25126" y="6882"/>
                      <a:pt x="24813" y="6562"/>
                      <a:pt x="24274" y="5898"/>
                    </a:cubicBezTo>
                    <a:cubicBezTo>
                      <a:pt x="23727" y="5221"/>
                      <a:pt x="23171" y="4842"/>
                      <a:pt x="22574" y="4842"/>
                    </a:cubicBezTo>
                    <a:cubicBezTo>
                      <a:pt x="22132" y="4842"/>
                      <a:pt x="21667" y="5050"/>
                      <a:pt x="21166" y="5497"/>
                    </a:cubicBezTo>
                    <a:cubicBezTo>
                      <a:pt x="20648" y="5981"/>
                      <a:pt x="20260" y="6811"/>
                      <a:pt x="19757" y="6811"/>
                    </a:cubicBezTo>
                    <a:cubicBezTo>
                      <a:pt x="19531" y="6811"/>
                      <a:pt x="19281" y="6642"/>
                      <a:pt x="18986" y="6199"/>
                    </a:cubicBezTo>
                    <a:cubicBezTo>
                      <a:pt x="18610" y="5623"/>
                      <a:pt x="18159" y="4795"/>
                      <a:pt x="17457" y="4570"/>
                    </a:cubicBezTo>
                    <a:cubicBezTo>
                      <a:pt x="17273" y="4506"/>
                      <a:pt x="17091" y="4475"/>
                      <a:pt x="16913" y="4475"/>
                    </a:cubicBezTo>
                    <a:cubicBezTo>
                      <a:pt x="16533" y="4475"/>
                      <a:pt x="16169" y="4615"/>
                      <a:pt x="15828" y="4871"/>
                    </a:cubicBezTo>
                    <a:cubicBezTo>
                      <a:pt x="15335" y="5265"/>
                      <a:pt x="14626" y="6386"/>
                      <a:pt x="14053" y="6386"/>
                    </a:cubicBezTo>
                    <a:cubicBezTo>
                      <a:pt x="13897" y="6386"/>
                      <a:pt x="13751" y="6303"/>
                      <a:pt x="13622" y="6099"/>
                    </a:cubicBezTo>
                    <a:cubicBezTo>
                      <a:pt x="13177" y="5387"/>
                      <a:pt x="12515" y="3628"/>
                      <a:pt x="11390" y="3628"/>
                    </a:cubicBezTo>
                    <a:cubicBezTo>
                      <a:pt x="11248" y="3628"/>
                      <a:pt x="11098" y="3656"/>
                      <a:pt x="10941" y="3718"/>
                    </a:cubicBezTo>
                    <a:cubicBezTo>
                      <a:pt x="10289" y="3993"/>
                      <a:pt x="9763" y="4394"/>
                      <a:pt x="9211" y="4846"/>
                    </a:cubicBezTo>
                    <a:cubicBezTo>
                      <a:pt x="8913" y="5091"/>
                      <a:pt x="8679" y="5193"/>
                      <a:pt x="8490" y="5193"/>
                    </a:cubicBezTo>
                    <a:cubicBezTo>
                      <a:pt x="7869" y="5193"/>
                      <a:pt x="7733" y="4086"/>
                      <a:pt x="7407" y="3317"/>
                    </a:cubicBezTo>
                    <a:cubicBezTo>
                      <a:pt x="7058" y="2566"/>
                      <a:pt x="6523" y="2289"/>
                      <a:pt x="5929" y="2289"/>
                    </a:cubicBezTo>
                    <a:cubicBezTo>
                      <a:pt x="5411" y="2289"/>
                      <a:pt x="4849" y="2499"/>
                      <a:pt x="4324" y="2790"/>
                    </a:cubicBezTo>
                    <a:cubicBezTo>
                      <a:pt x="3873" y="3041"/>
                      <a:pt x="3447" y="3342"/>
                      <a:pt x="2945" y="3542"/>
                    </a:cubicBezTo>
                    <a:cubicBezTo>
                      <a:pt x="2941" y="3544"/>
                      <a:pt x="2936" y="3545"/>
                      <a:pt x="2931" y="3545"/>
                    </a:cubicBezTo>
                    <a:cubicBezTo>
                      <a:pt x="2759" y="3545"/>
                      <a:pt x="2569" y="2261"/>
                      <a:pt x="2544" y="2139"/>
                    </a:cubicBezTo>
                    <a:cubicBezTo>
                      <a:pt x="2419" y="1437"/>
                      <a:pt x="2244" y="735"/>
                      <a:pt x="1692" y="209"/>
                    </a:cubicBezTo>
                    <a:cubicBezTo>
                      <a:pt x="1529" y="62"/>
                      <a:pt x="1350" y="0"/>
                      <a:pt x="117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2"/>
              <p:cNvSpPr/>
              <p:nvPr/>
            </p:nvSpPr>
            <p:spPr>
              <a:xfrm>
                <a:off x="1071725" y="725525"/>
                <a:ext cx="672550" cy="134525"/>
              </a:xfrm>
              <a:custGeom>
                <a:rect b="b" l="l" r="r" t="t"/>
                <a:pathLst>
                  <a:path extrusionOk="0" h="5381" w="26902">
                    <a:moveTo>
                      <a:pt x="691" y="0"/>
                    </a:moveTo>
                    <a:cubicBezTo>
                      <a:pt x="283" y="0"/>
                      <a:pt x="1" y="672"/>
                      <a:pt x="435" y="1003"/>
                    </a:cubicBezTo>
                    <a:cubicBezTo>
                      <a:pt x="5755" y="4867"/>
                      <a:pt x="12813" y="5380"/>
                      <a:pt x="19528" y="5380"/>
                    </a:cubicBezTo>
                    <a:cubicBezTo>
                      <a:pt x="21828" y="5380"/>
                      <a:pt x="24089" y="5320"/>
                      <a:pt x="26225" y="5314"/>
                    </a:cubicBezTo>
                    <a:cubicBezTo>
                      <a:pt x="26901" y="5314"/>
                      <a:pt x="26901" y="4286"/>
                      <a:pt x="26225" y="4286"/>
                    </a:cubicBezTo>
                    <a:cubicBezTo>
                      <a:pt x="24079" y="4286"/>
                      <a:pt x="21804" y="4348"/>
                      <a:pt x="19490" y="4348"/>
                    </a:cubicBezTo>
                    <a:cubicBezTo>
                      <a:pt x="12965" y="4348"/>
                      <a:pt x="6123" y="3856"/>
                      <a:pt x="961" y="101"/>
                    </a:cubicBezTo>
                    <a:cubicBezTo>
                      <a:pt x="869" y="31"/>
                      <a:pt x="777" y="0"/>
                      <a:pt x="69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2"/>
              <p:cNvSpPr/>
              <p:nvPr/>
            </p:nvSpPr>
            <p:spPr>
              <a:xfrm>
                <a:off x="1007000" y="951450"/>
                <a:ext cx="724750" cy="139700"/>
              </a:xfrm>
              <a:custGeom>
                <a:rect b="b" l="l" r="r" t="t"/>
                <a:pathLst>
                  <a:path extrusionOk="0" h="5588" w="28990">
                    <a:moveTo>
                      <a:pt x="799" y="1"/>
                    </a:moveTo>
                    <a:cubicBezTo>
                      <a:pt x="318" y="1"/>
                      <a:pt x="0" y="705"/>
                      <a:pt x="518" y="964"/>
                    </a:cubicBezTo>
                    <a:cubicBezTo>
                      <a:pt x="8065" y="4636"/>
                      <a:pt x="16932" y="5588"/>
                      <a:pt x="25333" y="5588"/>
                    </a:cubicBezTo>
                    <a:cubicBezTo>
                      <a:pt x="26334" y="5588"/>
                      <a:pt x="27328" y="5574"/>
                      <a:pt x="28312" y="5550"/>
                    </a:cubicBezTo>
                    <a:cubicBezTo>
                      <a:pt x="28981" y="5525"/>
                      <a:pt x="28989" y="4497"/>
                      <a:pt x="28336" y="4497"/>
                    </a:cubicBezTo>
                    <a:cubicBezTo>
                      <a:pt x="28328" y="4497"/>
                      <a:pt x="28320" y="4497"/>
                      <a:pt x="28312" y="4497"/>
                    </a:cubicBezTo>
                    <a:cubicBezTo>
                      <a:pt x="27286" y="4523"/>
                      <a:pt x="26249" y="4538"/>
                      <a:pt x="25204" y="4538"/>
                    </a:cubicBezTo>
                    <a:cubicBezTo>
                      <a:pt x="17020" y="4538"/>
                      <a:pt x="8401" y="3640"/>
                      <a:pt x="1044" y="61"/>
                    </a:cubicBezTo>
                    <a:cubicBezTo>
                      <a:pt x="960" y="19"/>
                      <a:pt x="878" y="1"/>
                      <a:pt x="79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2"/>
              <p:cNvSpPr/>
              <p:nvPr/>
            </p:nvSpPr>
            <p:spPr>
              <a:xfrm>
                <a:off x="1135225" y="921025"/>
                <a:ext cx="50775" cy="38850"/>
              </a:xfrm>
              <a:custGeom>
                <a:rect b="b" l="l" r="r" t="t"/>
                <a:pathLst>
                  <a:path extrusionOk="0" h="1554" w="2031">
                    <a:moveTo>
                      <a:pt x="1028" y="0"/>
                    </a:moveTo>
                    <a:cubicBezTo>
                      <a:pt x="0" y="0"/>
                      <a:pt x="0" y="1554"/>
                      <a:pt x="1028" y="1554"/>
                    </a:cubicBezTo>
                    <a:cubicBezTo>
                      <a:pt x="2030" y="1554"/>
                      <a:pt x="2030" y="0"/>
                      <a:pt x="102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2"/>
              <p:cNvSpPr/>
              <p:nvPr/>
            </p:nvSpPr>
            <p:spPr>
              <a:xfrm>
                <a:off x="1276200" y="961125"/>
                <a:ext cx="50775" cy="38850"/>
              </a:xfrm>
              <a:custGeom>
                <a:rect b="b" l="l" r="r" t="t"/>
                <a:pathLst>
                  <a:path extrusionOk="0" h="1554" w="2031">
                    <a:moveTo>
                      <a:pt x="1028" y="0"/>
                    </a:moveTo>
                    <a:cubicBezTo>
                      <a:pt x="0" y="0"/>
                      <a:pt x="0" y="1554"/>
                      <a:pt x="1028" y="1554"/>
                    </a:cubicBezTo>
                    <a:cubicBezTo>
                      <a:pt x="2031" y="1554"/>
                      <a:pt x="2031" y="0"/>
                      <a:pt x="102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2"/>
              <p:cNvSpPr/>
              <p:nvPr/>
            </p:nvSpPr>
            <p:spPr>
              <a:xfrm>
                <a:off x="1427825" y="981800"/>
                <a:ext cx="50775" cy="38875"/>
              </a:xfrm>
              <a:custGeom>
                <a:rect b="b" l="l" r="r" t="t"/>
                <a:pathLst>
                  <a:path extrusionOk="0" h="1555" w="2031">
                    <a:moveTo>
                      <a:pt x="1003" y="0"/>
                    </a:moveTo>
                    <a:cubicBezTo>
                      <a:pt x="1" y="0"/>
                      <a:pt x="1" y="1554"/>
                      <a:pt x="1003" y="1554"/>
                    </a:cubicBezTo>
                    <a:cubicBezTo>
                      <a:pt x="2031" y="1554"/>
                      <a:pt x="2031" y="0"/>
                      <a:pt x="100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2"/>
              <p:cNvSpPr/>
              <p:nvPr/>
            </p:nvSpPr>
            <p:spPr>
              <a:xfrm>
                <a:off x="1573825" y="995575"/>
                <a:ext cx="50775" cy="39500"/>
              </a:xfrm>
              <a:custGeom>
                <a:rect b="b" l="l" r="r" t="t"/>
                <a:pathLst>
                  <a:path extrusionOk="0" h="1580" w="2031">
                    <a:moveTo>
                      <a:pt x="1028" y="1"/>
                    </a:moveTo>
                    <a:cubicBezTo>
                      <a:pt x="0" y="1"/>
                      <a:pt x="0" y="1580"/>
                      <a:pt x="1028" y="1580"/>
                    </a:cubicBezTo>
                    <a:cubicBezTo>
                      <a:pt x="2030" y="1580"/>
                      <a:pt x="2030" y="1"/>
                      <a:pt x="102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2"/>
              <p:cNvSpPr/>
              <p:nvPr/>
            </p:nvSpPr>
            <p:spPr>
              <a:xfrm>
                <a:off x="1640225" y="896575"/>
                <a:ext cx="50800" cy="38875"/>
              </a:xfrm>
              <a:custGeom>
                <a:rect b="b" l="l" r="r" t="t"/>
                <a:pathLst>
                  <a:path extrusionOk="0" h="1555" w="2032">
                    <a:moveTo>
                      <a:pt x="1003" y="1"/>
                    </a:moveTo>
                    <a:cubicBezTo>
                      <a:pt x="1" y="1"/>
                      <a:pt x="1" y="1555"/>
                      <a:pt x="1003" y="1555"/>
                    </a:cubicBezTo>
                    <a:cubicBezTo>
                      <a:pt x="2031" y="1555"/>
                      <a:pt x="2031" y="1"/>
                      <a:pt x="100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2"/>
              <p:cNvSpPr/>
              <p:nvPr/>
            </p:nvSpPr>
            <p:spPr>
              <a:xfrm>
                <a:off x="1503025" y="891575"/>
                <a:ext cx="50150" cy="38875"/>
              </a:xfrm>
              <a:custGeom>
                <a:rect b="b" l="l" r="r" t="t"/>
                <a:pathLst>
                  <a:path extrusionOk="0" h="1555" w="2006">
                    <a:moveTo>
                      <a:pt x="1003" y="0"/>
                    </a:moveTo>
                    <a:cubicBezTo>
                      <a:pt x="0" y="0"/>
                      <a:pt x="0" y="1554"/>
                      <a:pt x="1003" y="1554"/>
                    </a:cubicBezTo>
                    <a:cubicBezTo>
                      <a:pt x="2005" y="1554"/>
                      <a:pt x="2005" y="0"/>
                      <a:pt x="100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2"/>
              <p:cNvSpPr/>
              <p:nvPr/>
            </p:nvSpPr>
            <p:spPr>
              <a:xfrm>
                <a:off x="1362050" y="879025"/>
                <a:ext cx="50150" cy="39500"/>
              </a:xfrm>
              <a:custGeom>
                <a:rect b="b" l="l" r="r" t="t"/>
                <a:pathLst>
                  <a:path extrusionOk="0" h="1580" w="2006">
                    <a:moveTo>
                      <a:pt x="1003" y="1"/>
                    </a:moveTo>
                    <a:cubicBezTo>
                      <a:pt x="0" y="1"/>
                      <a:pt x="0" y="1580"/>
                      <a:pt x="1003" y="1580"/>
                    </a:cubicBezTo>
                    <a:cubicBezTo>
                      <a:pt x="2005" y="1580"/>
                      <a:pt x="2005" y="1"/>
                      <a:pt x="100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2"/>
              <p:cNvSpPr/>
              <p:nvPr/>
            </p:nvSpPr>
            <p:spPr>
              <a:xfrm>
                <a:off x="1234850" y="852725"/>
                <a:ext cx="50150" cy="39500"/>
              </a:xfrm>
              <a:custGeom>
                <a:rect b="b" l="l" r="r" t="t"/>
                <a:pathLst>
                  <a:path extrusionOk="0" h="1580" w="2006">
                    <a:moveTo>
                      <a:pt x="1003" y="0"/>
                    </a:moveTo>
                    <a:cubicBezTo>
                      <a:pt x="0" y="0"/>
                      <a:pt x="0" y="1579"/>
                      <a:pt x="1003" y="1579"/>
                    </a:cubicBezTo>
                    <a:cubicBezTo>
                      <a:pt x="2005" y="1579"/>
                      <a:pt x="2005" y="0"/>
                      <a:pt x="100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2"/>
              <p:cNvSpPr/>
              <p:nvPr/>
            </p:nvSpPr>
            <p:spPr>
              <a:xfrm>
                <a:off x="1172363" y="686820"/>
                <a:ext cx="488658" cy="105819"/>
              </a:xfrm>
              <a:custGeom>
                <a:rect b="b" l="l" r="r" t="t"/>
                <a:pathLst>
                  <a:path extrusionOk="0" h="5435" w="25098">
                    <a:moveTo>
                      <a:pt x="1122" y="0"/>
                    </a:moveTo>
                    <a:cubicBezTo>
                      <a:pt x="452" y="0"/>
                      <a:pt x="0" y="1030"/>
                      <a:pt x="739" y="1473"/>
                    </a:cubicBezTo>
                    <a:cubicBezTo>
                      <a:pt x="5633" y="4377"/>
                      <a:pt x="11527" y="5435"/>
                      <a:pt x="17312" y="5435"/>
                    </a:cubicBezTo>
                    <a:cubicBezTo>
                      <a:pt x="19614" y="5435"/>
                      <a:pt x="21900" y="5267"/>
                      <a:pt x="24098" y="4982"/>
                    </a:cubicBezTo>
                    <a:cubicBezTo>
                      <a:pt x="25055" y="4862"/>
                      <a:pt x="25098" y="3418"/>
                      <a:pt x="24228" y="3418"/>
                    </a:cubicBezTo>
                    <a:cubicBezTo>
                      <a:pt x="24186" y="3418"/>
                      <a:pt x="24143" y="3421"/>
                      <a:pt x="24098" y="3428"/>
                    </a:cubicBezTo>
                    <a:cubicBezTo>
                      <a:pt x="21919" y="3706"/>
                      <a:pt x="19654" y="3872"/>
                      <a:pt x="17375" y="3872"/>
                    </a:cubicBezTo>
                    <a:cubicBezTo>
                      <a:pt x="11842" y="3872"/>
                      <a:pt x="6220" y="2889"/>
                      <a:pt x="1516" y="119"/>
                    </a:cubicBezTo>
                    <a:cubicBezTo>
                      <a:pt x="1381" y="36"/>
                      <a:pt x="1248" y="0"/>
                      <a:pt x="112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2"/>
              <p:cNvSpPr/>
              <p:nvPr/>
            </p:nvSpPr>
            <p:spPr>
              <a:xfrm>
                <a:off x="1090695" y="1029472"/>
                <a:ext cx="536639" cy="119577"/>
              </a:xfrm>
              <a:custGeom>
                <a:rect b="b" l="l" r="r" t="t"/>
                <a:pathLst>
                  <a:path extrusionOk="0" h="5941" w="26662">
                    <a:moveTo>
                      <a:pt x="1166" y="1"/>
                    </a:moveTo>
                    <a:cubicBezTo>
                      <a:pt x="455" y="1"/>
                      <a:pt x="1" y="1047"/>
                      <a:pt x="771" y="1454"/>
                    </a:cubicBezTo>
                    <a:cubicBezTo>
                      <a:pt x="8516" y="5489"/>
                      <a:pt x="17087" y="5940"/>
                      <a:pt x="25659" y="5940"/>
                    </a:cubicBezTo>
                    <a:cubicBezTo>
                      <a:pt x="26661" y="5940"/>
                      <a:pt x="26661" y="4386"/>
                      <a:pt x="25659" y="4386"/>
                    </a:cubicBezTo>
                    <a:cubicBezTo>
                      <a:pt x="17388" y="4386"/>
                      <a:pt x="9042" y="4011"/>
                      <a:pt x="1548" y="101"/>
                    </a:cubicBezTo>
                    <a:cubicBezTo>
                      <a:pt x="1417" y="31"/>
                      <a:pt x="1288" y="1"/>
                      <a:pt x="11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2"/>
              <p:cNvSpPr/>
              <p:nvPr/>
            </p:nvSpPr>
            <p:spPr>
              <a:xfrm>
                <a:off x="1328825" y="493075"/>
                <a:ext cx="261950" cy="156025"/>
              </a:xfrm>
              <a:custGeom>
                <a:rect b="b" l="l" r="r" t="t"/>
                <a:pathLst>
                  <a:path extrusionOk="0" h="6241" w="10478">
                    <a:moveTo>
                      <a:pt x="4011" y="0"/>
                    </a:moveTo>
                    <a:cubicBezTo>
                      <a:pt x="1" y="0"/>
                      <a:pt x="1429" y="1504"/>
                      <a:pt x="1354" y="6015"/>
                    </a:cubicBezTo>
                    <a:lnTo>
                      <a:pt x="7194" y="6241"/>
                    </a:lnTo>
                    <a:cubicBezTo>
                      <a:pt x="8246" y="2406"/>
                      <a:pt x="10477" y="0"/>
                      <a:pt x="4011"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2"/>
              <p:cNvSpPr/>
              <p:nvPr/>
            </p:nvSpPr>
            <p:spPr>
              <a:xfrm>
                <a:off x="1316300" y="583300"/>
                <a:ext cx="231225" cy="85850"/>
              </a:xfrm>
              <a:custGeom>
                <a:rect b="b" l="l" r="r" t="t"/>
                <a:pathLst>
                  <a:path extrusionOk="0" h="3434" w="9249">
                    <a:moveTo>
                      <a:pt x="1028" y="0"/>
                    </a:moveTo>
                    <a:lnTo>
                      <a:pt x="1" y="2281"/>
                    </a:lnTo>
                    <a:cubicBezTo>
                      <a:pt x="928" y="2682"/>
                      <a:pt x="2006" y="2958"/>
                      <a:pt x="3209" y="3158"/>
                    </a:cubicBezTo>
                    <a:cubicBezTo>
                      <a:pt x="4387" y="3334"/>
                      <a:pt x="5665" y="3434"/>
                      <a:pt x="6868" y="3434"/>
                    </a:cubicBezTo>
                    <a:cubicBezTo>
                      <a:pt x="7695" y="3434"/>
                      <a:pt x="8522" y="3384"/>
                      <a:pt x="9249" y="3309"/>
                    </a:cubicBezTo>
                    <a:lnTo>
                      <a:pt x="8948" y="802"/>
                    </a:lnTo>
                    <a:cubicBezTo>
                      <a:pt x="8321" y="877"/>
                      <a:pt x="7620" y="928"/>
                      <a:pt x="6868" y="928"/>
                    </a:cubicBezTo>
                    <a:cubicBezTo>
                      <a:pt x="5790" y="928"/>
                      <a:pt x="4637" y="852"/>
                      <a:pt x="3584" y="677"/>
                    </a:cubicBezTo>
                    <a:cubicBezTo>
                      <a:pt x="2557" y="527"/>
                      <a:pt x="1630" y="276"/>
                      <a:pt x="102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2"/>
              <p:cNvSpPr/>
              <p:nvPr/>
            </p:nvSpPr>
            <p:spPr>
              <a:xfrm>
                <a:off x="1386850" y="311200"/>
                <a:ext cx="200775" cy="232400"/>
              </a:xfrm>
              <a:custGeom>
                <a:rect b="b" l="l" r="r" t="t"/>
                <a:pathLst>
                  <a:path extrusionOk="0" h="9296" w="8031">
                    <a:moveTo>
                      <a:pt x="3610" y="941"/>
                    </a:moveTo>
                    <a:cubicBezTo>
                      <a:pt x="4201" y="941"/>
                      <a:pt x="4597" y="1705"/>
                      <a:pt x="4597" y="2263"/>
                    </a:cubicBezTo>
                    <a:cubicBezTo>
                      <a:pt x="4622" y="3015"/>
                      <a:pt x="4321" y="3817"/>
                      <a:pt x="4046" y="4518"/>
                    </a:cubicBezTo>
                    <a:cubicBezTo>
                      <a:pt x="3690" y="5496"/>
                      <a:pt x="3221" y="6436"/>
                      <a:pt x="2746" y="7365"/>
                    </a:cubicBezTo>
                    <a:lnTo>
                      <a:pt x="2746" y="7365"/>
                    </a:lnTo>
                    <a:cubicBezTo>
                      <a:pt x="2671" y="6523"/>
                      <a:pt x="2559" y="5677"/>
                      <a:pt x="2492" y="4819"/>
                    </a:cubicBezTo>
                    <a:cubicBezTo>
                      <a:pt x="2417" y="3791"/>
                      <a:pt x="2116" y="1812"/>
                      <a:pt x="3118" y="1110"/>
                    </a:cubicBezTo>
                    <a:cubicBezTo>
                      <a:pt x="3293" y="992"/>
                      <a:pt x="3458" y="941"/>
                      <a:pt x="3610" y="941"/>
                    </a:cubicBezTo>
                    <a:close/>
                    <a:moveTo>
                      <a:pt x="3660" y="0"/>
                    </a:moveTo>
                    <a:cubicBezTo>
                      <a:pt x="0" y="0"/>
                      <a:pt x="1716" y="6488"/>
                      <a:pt x="1765" y="8604"/>
                    </a:cubicBezTo>
                    <a:cubicBezTo>
                      <a:pt x="1765" y="8927"/>
                      <a:pt x="2005" y="9095"/>
                      <a:pt x="2256" y="9110"/>
                    </a:cubicBezTo>
                    <a:lnTo>
                      <a:pt x="2256" y="9110"/>
                    </a:lnTo>
                    <a:cubicBezTo>
                      <a:pt x="2364" y="9224"/>
                      <a:pt x="2517" y="9295"/>
                      <a:pt x="2666" y="9295"/>
                    </a:cubicBezTo>
                    <a:cubicBezTo>
                      <a:pt x="2822" y="9295"/>
                      <a:pt x="2974" y="9217"/>
                      <a:pt x="3068" y="9030"/>
                    </a:cubicBezTo>
                    <a:cubicBezTo>
                      <a:pt x="3820" y="7526"/>
                      <a:pt x="8031" y="233"/>
                      <a:pt x="3870" y="7"/>
                    </a:cubicBezTo>
                    <a:cubicBezTo>
                      <a:pt x="3798" y="2"/>
                      <a:pt x="3728" y="0"/>
                      <a:pt x="3660"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3" name="Google Shape;83;p2"/>
            <p:cNvSpPr/>
            <p:nvPr/>
          </p:nvSpPr>
          <p:spPr>
            <a:xfrm>
              <a:off x="7300966" y="3491252"/>
              <a:ext cx="86544" cy="68165"/>
            </a:xfrm>
            <a:custGeom>
              <a:rect b="b" l="l" r="r" t="t"/>
              <a:pathLst>
                <a:path extrusionOk="0" h="1580" w="2006">
                  <a:moveTo>
                    <a:pt x="1003" y="0"/>
                  </a:moveTo>
                  <a:cubicBezTo>
                    <a:pt x="0" y="0"/>
                    <a:pt x="0" y="1579"/>
                    <a:pt x="1003" y="1579"/>
                  </a:cubicBezTo>
                  <a:cubicBezTo>
                    <a:pt x="2005" y="1579"/>
                    <a:pt x="2005" y="0"/>
                    <a:pt x="100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4" name="Google Shape;84;p2"/>
          <p:cNvGrpSpPr/>
          <p:nvPr/>
        </p:nvGrpSpPr>
        <p:grpSpPr>
          <a:xfrm>
            <a:off x="8393050" y="4392815"/>
            <a:ext cx="424193" cy="496557"/>
            <a:chOff x="5827575" y="3641525"/>
            <a:chExt cx="202450" cy="236975"/>
          </a:xfrm>
        </p:grpSpPr>
        <p:sp>
          <p:nvSpPr>
            <p:cNvPr id="85" name="Google Shape;85;p2"/>
            <p:cNvSpPr/>
            <p:nvPr/>
          </p:nvSpPr>
          <p:spPr>
            <a:xfrm>
              <a:off x="5942475" y="3641525"/>
              <a:ext cx="87550" cy="58425"/>
            </a:xfrm>
            <a:custGeom>
              <a:rect b="b" l="l" r="r" t="t"/>
              <a:pathLst>
                <a:path extrusionOk="0" h="2337" w="3502">
                  <a:moveTo>
                    <a:pt x="1666" y="0"/>
                  </a:moveTo>
                  <a:cubicBezTo>
                    <a:pt x="192" y="0"/>
                    <a:pt x="0" y="2336"/>
                    <a:pt x="1882" y="2336"/>
                  </a:cubicBezTo>
                  <a:cubicBezTo>
                    <a:pt x="1890" y="2336"/>
                    <a:pt x="1898" y="2336"/>
                    <a:pt x="1905" y="2336"/>
                  </a:cubicBezTo>
                  <a:cubicBezTo>
                    <a:pt x="3337" y="2336"/>
                    <a:pt x="3502" y="55"/>
                    <a:pt x="1782" y="5"/>
                  </a:cubicBezTo>
                  <a:cubicBezTo>
                    <a:pt x="1742" y="2"/>
                    <a:pt x="1704" y="0"/>
                    <a:pt x="166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2"/>
            <p:cNvSpPr/>
            <p:nvPr/>
          </p:nvSpPr>
          <p:spPr>
            <a:xfrm>
              <a:off x="5827575" y="3833275"/>
              <a:ext cx="67350" cy="45225"/>
            </a:xfrm>
            <a:custGeom>
              <a:rect b="b" l="l" r="r" t="t"/>
              <a:pathLst>
                <a:path extrusionOk="0" h="1809" w="2694">
                  <a:moveTo>
                    <a:pt x="1275" y="0"/>
                  </a:moveTo>
                  <a:cubicBezTo>
                    <a:pt x="153" y="0"/>
                    <a:pt x="0" y="1809"/>
                    <a:pt x="1465" y="1809"/>
                  </a:cubicBezTo>
                  <a:cubicBezTo>
                    <a:pt x="2568" y="1809"/>
                    <a:pt x="2693" y="29"/>
                    <a:pt x="1365" y="4"/>
                  </a:cubicBezTo>
                  <a:cubicBezTo>
                    <a:pt x="1334" y="2"/>
                    <a:pt x="1304" y="0"/>
                    <a:pt x="127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7" name="Google Shape;87;p2"/>
          <p:cNvGrpSpPr/>
          <p:nvPr/>
        </p:nvGrpSpPr>
        <p:grpSpPr>
          <a:xfrm rot="-10285185">
            <a:off x="361433" y="282991"/>
            <a:ext cx="424183" cy="496545"/>
            <a:chOff x="5827575" y="3641525"/>
            <a:chExt cx="202450" cy="236975"/>
          </a:xfrm>
        </p:grpSpPr>
        <p:sp>
          <p:nvSpPr>
            <p:cNvPr id="88" name="Google Shape;88;p2"/>
            <p:cNvSpPr/>
            <p:nvPr/>
          </p:nvSpPr>
          <p:spPr>
            <a:xfrm>
              <a:off x="5942475" y="3641525"/>
              <a:ext cx="87550" cy="58425"/>
            </a:xfrm>
            <a:custGeom>
              <a:rect b="b" l="l" r="r" t="t"/>
              <a:pathLst>
                <a:path extrusionOk="0" h="2337" w="3502">
                  <a:moveTo>
                    <a:pt x="1666" y="0"/>
                  </a:moveTo>
                  <a:cubicBezTo>
                    <a:pt x="192" y="0"/>
                    <a:pt x="0" y="2336"/>
                    <a:pt x="1882" y="2336"/>
                  </a:cubicBezTo>
                  <a:cubicBezTo>
                    <a:pt x="1890" y="2336"/>
                    <a:pt x="1898" y="2336"/>
                    <a:pt x="1905" y="2336"/>
                  </a:cubicBezTo>
                  <a:cubicBezTo>
                    <a:pt x="3337" y="2336"/>
                    <a:pt x="3502" y="55"/>
                    <a:pt x="1782" y="5"/>
                  </a:cubicBezTo>
                  <a:cubicBezTo>
                    <a:pt x="1742" y="2"/>
                    <a:pt x="1704" y="0"/>
                    <a:pt x="166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2"/>
            <p:cNvSpPr/>
            <p:nvPr/>
          </p:nvSpPr>
          <p:spPr>
            <a:xfrm>
              <a:off x="5827575" y="3833275"/>
              <a:ext cx="67350" cy="45225"/>
            </a:xfrm>
            <a:custGeom>
              <a:rect b="b" l="l" r="r" t="t"/>
              <a:pathLst>
                <a:path extrusionOk="0" h="1809" w="2694">
                  <a:moveTo>
                    <a:pt x="1275" y="0"/>
                  </a:moveTo>
                  <a:cubicBezTo>
                    <a:pt x="153" y="0"/>
                    <a:pt x="0" y="1809"/>
                    <a:pt x="1465" y="1809"/>
                  </a:cubicBezTo>
                  <a:cubicBezTo>
                    <a:pt x="2568" y="1809"/>
                    <a:pt x="2693" y="29"/>
                    <a:pt x="1365" y="4"/>
                  </a:cubicBezTo>
                  <a:cubicBezTo>
                    <a:pt x="1334" y="2"/>
                    <a:pt x="1304" y="0"/>
                    <a:pt x="127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0" name="Google Shape;90;p2"/>
          <p:cNvSpPr/>
          <p:nvPr/>
        </p:nvSpPr>
        <p:spPr>
          <a:xfrm>
            <a:off x="479492" y="4377086"/>
            <a:ext cx="260546" cy="398110"/>
          </a:xfrm>
          <a:custGeom>
            <a:rect b="b" l="l" r="r" t="t"/>
            <a:pathLst>
              <a:path extrusionOk="0" h="11605" w="7595">
                <a:moveTo>
                  <a:pt x="2155" y="0"/>
                </a:moveTo>
                <a:cubicBezTo>
                  <a:pt x="2406" y="2507"/>
                  <a:pt x="2506" y="5940"/>
                  <a:pt x="0" y="6943"/>
                </a:cubicBezTo>
                <a:cubicBezTo>
                  <a:pt x="2757" y="6943"/>
                  <a:pt x="4336" y="9123"/>
                  <a:pt x="5589" y="11604"/>
                </a:cubicBezTo>
                <a:cubicBezTo>
                  <a:pt x="5589" y="9123"/>
                  <a:pt x="5338" y="6617"/>
                  <a:pt x="7594" y="5113"/>
                </a:cubicBezTo>
                <a:lnTo>
                  <a:pt x="7594" y="5113"/>
                </a:lnTo>
                <a:cubicBezTo>
                  <a:pt x="7536" y="5115"/>
                  <a:pt x="7479" y="5116"/>
                  <a:pt x="7423" y="5116"/>
                </a:cubicBezTo>
                <a:cubicBezTo>
                  <a:pt x="4895" y="5116"/>
                  <a:pt x="3381" y="2942"/>
                  <a:pt x="215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2"/>
          <p:cNvSpPr/>
          <p:nvPr/>
        </p:nvSpPr>
        <p:spPr>
          <a:xfrm>
            <a:off x="353510" y="4775192"/>
            <a:ext cx="119251" cy="80225"/>
          </a:xfrm>
          <a:custGeom>
            <a:rect b="b" l="l" r="r" t="t"/>
            <a:pathLst>
              <a:path extrusionOk="0" h="2362" w="3511">
                <a:moveTo>
                  <a:pt x="1689" y="1"/>
                </a:moveTo>
                <a:cubicBezTo>
                  <a:pt x="191" y="1"/>
                  <a:pt x="0" y="2337"/>
                  <a:pt x="1907" y="2361"/>
                </a:cubicBezTo>
                <a:cubicBezTo>
                  <a:pt x="3335" y="2361"/>
                  <a:pt x="3511" y="55"/>
                  <a:pt x="1806" y="5"/>
                </a:cubicBezTo>
                <a:cubicBezTo>
                  <a:pt x="1766" y="2"/>
                  <a:pt x="1727" y="1"/>
                  <a:pt x="168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2"/>
          <p:cNvSpPr/>
          <p:nvPr/>
        </p:nvSpPr>
        <p:spPr>
          <a:xfrm flipH="1" rot="-2430099">
            <a:off x="8283998" y="325010"/>
            <a:ext cx="260546" cy="398108"/>
          </a:xfrm>
          <a:custGeom>
            <a:rect b="b" l="l" r="r" t="t"/>
            <a:pathLst>
              <a:path extrusionOk="0" h="11605" w="7595">
                <a:moveTo>
                  <a:pt x="2155" y="0"/>
                </a:moveTo>
                <a:cubicBezTo>
                  <a:pt x="2406" y="2507"/>
                  <a:pt x="2506" y="5940"/>
                  <a:pt x="0" y="6943"/>
                </a:cubicBezTo>
                <a:cubicBezTo>
                  <a:pt x="2757" y="6943"/>
                  <a:pt x="4336" y="9123"/>
                  <a:pt x="5589" y="11604"/>
                </a:cubicBezTo>
                <a:cubicBezTo>
                  <a:pt x="5589" y="9123"/>
                  <a:pt x="5338" y="6617"/>
                  <a:pt x="7594" y="5113"/>
                </a:cubicBezTo>
                <a:lnTo>
                  <a:pt x="7594" y="5113"/>
                </a:lnTo>
                <a:cubicBezTo>
                  <a:pt x="7536" y="5115"/>
                  <a:pt x="7479" y="5116"/>
                  <a:pt x="7423" y="5116"/>
                </a:cubicBezTo>
                <a:cubicBezTo>
                  <a:pt x="4895" y="5116"/>
                  <a:pt x="3381" y="2942"/>
                  <a:pt x="215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2"/>
          <p:cNvSpPr/>
          <p:nvPr/>
        </p:nvSpPr>
        <p:spPr>
          <a:xfrm flipH="1" rot="-2430259">
            <a:off x="8659499" y="538097"/>
            <a:ext cx="119249" cy="80224"/>
          </a:xfrm>
          <a:custGeom>
            <a:rect b="b" l="l" r="r" t="t"/>
            <a:pathLst>
              <a:path extrusionOk="0" h="2362" w="3511">
                <a:moveTo>
                  <a:pt x="1689" y="1"/>
                </a:moveTo>
                <a:cubicBezTo>
                  <a:pt x="191" y="1"/>
                  <a:pt x="0" y="2337"/>
                  <a:pt x="1907" y="2361"/>
                </a:cubicBezTo>
                <a:cubicBezTo>
                  <a:pt x="3335" y="2361"/>
                  <a:pt x="3511" y="55"/>
                  <a:pt x="1806" y="5"/>
                </a:cubicBezTo>
                <a:cubicBezTo>
                  <a:pt x="1766" y="2"/>
                  <a:pt x="1727" y="1"/>
                  <a:pt x="168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2"/>
          <p:cNvSpPr txBox="1"/>
          <p:nvPr>
            <p:ph type="ctrTitle"/>
          </p:nvPr>
        </p:nvSpPr>
        <p:spPr>
          <a:xfrm>
            <a:off x="1384650" y="1354600"/>
            <a:ext cx="6374700" cy="1913400"/>
          </a:xfrm>
          <a:prstGeom prst="rect">
            <a:avLst/>
          </a:prstGeom>
        </p:spPr>
        <p:txBody>
          <a:bodyPr anchorCtr="0" anchor="ctr" bIns="91425" lIns="91425" spcFirstLastPara="1" rIns="91425" wrap="square" tIns="91425">
            <a:noAutofit/>
          </a:bodyPr>
          <a:lstStyle>
            <a:lvl1pPr lvl="0" algn="ctr">
              <a:spcBef>
                <a:spcPts val="0"/>
              </a:spcBef>
              <a:spcAft>
                <a:spcPts val="0"/>
              </a:spcAft>
              <a:buSzPts val="5200"/>
              <a:buNone/>
              <a:defRPr sz="75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95" name="Google Shape;95;p2"/>
          <p:cNvSpPr txBox="1"/>
          <p:nvPr>
            <p:ph idx="1" type="subTitle"/>
          </p:nvPr>
        </p:nvSpPr>
        <p:spPr>
          <a:xfrm>
            <a:off x="2473050" y="3421893"/>
            <a:ext cx="4197900" cy="486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16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6" name="Shape 96"/>
        <p:cNvGrpSpPr/>
        <p:nvPr/>
      </p:nvGrpSpPr>
      <p:grpSpPr>
        <a:xfrm>
          <a:off x="0" y="0"/>
          <a:ext cx="0" cy="0"/>
          <a:chOff x="0" y="0"/>
          <a:chExt cx="0" cy="0"/>
        </a:xfrm>
      </p:grpSpPr>
      <p:grpSp>
        <p:nvGrpSpPr>
          <p:cNvPr id="97" name="Google Shape;97;p3"/>
          <p:cNvGrpSpPr/>
          <p:nvPr/>
        </p:nvGrpSpPr>
        <p:grpSpPr>
          <a:xfrm>
            <a:off x="290725" y="351915"/>
            <a:ext cx="1467343" cy="1274153"/>
            <a:chOff x="424563" y="201981"/>
            <a:chExt cx="1467343" cy="1274153"/>
          </a:xfrm>
        </p:grpSpPr>
        <p:sp>
          <p:nvSpPr>
            <p:cNvPr id="98" name="Google Shape;98;p3"/>
            <p:cNvSpPr/>
            <p:nvPr/>
          </p:nvSpPr>
          <p:spPr>
            <a:xfrm>
              <a:off x="523863" y="301875"/>
              <a:ext cx="1246375" cy="1050375"/>
            </a:xfrm>
            <a:custGeom>
              <a:rect b="b" l="l" r="r" t="t"/>
              <a:pathLst>
                <a:path extrusionOk="0" h="42015" w="49855">
                  <a:moveTo>
                    <a:pt x="21089" y="25971"/>
                  </a:moveTo>
                  <a:lnTo>
                    <a:pt x="21089" y="25971"/>
                  </a:lnTo>
                  <a:cubicBezTo>
                    <a:pt x="23205" y="26490"/>
                    <a:pt x="25348" y="27512"/>
                    <a:pt x="26341" y="29335"/>
                  </a:cubicBezTo>
                  <a:cubicBezTo>
                    <a:pt x="27049" y="30613"/>
                    <a:pt x="27049" y="32690"/>
                    <a:pt x="25611" y="33512"/>
                  </a:cubicBezTo>
                  <a:cubicBezTo>
                    <a:pt x="25225" y="33735"/>
                    <a:pt x="24834" y="33832"/>
                    <a:pt x="24452" y="33832"/>
                  </a:cubicBezTo>
                  <a:cubicBezTo>
                    <a:pt x="23068" y="33832"/>
                    <a:pt x="21792" y="32560"/>
                    <a:pt x="21274" y="31344"/>
                  </a:cubicBezTo>
                  <a:cubicBezTo>
                    <a:pt x="20545" y="29638"/>
                    <a:pt x="20595" y="27751"/>
                    <a:pt x="21089" y="25971"/>
                  </a:cubicBezTo>
                  <a:close/>
                  <a:moveTo>
                    <a:pt x="48569" y="0"/>
                  </a:moveTo>
                  <a:cubicBezTo>
                    <a:pt x="48290" y="0"/>
                    <a:pt x="48022" y="142"/>
                    <a:pt x="47865" y="484"/>
                  </a:cubicBezTo>
                  <a:cubicBezTo>
                    <a:pt x="44487" y="7994"/>
                    <a:pt x="36087" y="10367"/>
                    <a:pt x="29445" y="14088"/>
                  </a:cubicBezTo>
                  <a:cubicBezTo>
                    <a:pt x="25584" y="16259"/>
                    <a:pt x="21564" y="19621"/>
                    <a:pt x="19778" y="23808"/>
                  </a:cubicBezTo>
                  <a:lnTo>
                    <a:pt x="19778" y="23808"/>
                  </a:lnTo>
                  <a:cubicBezTo>
                    <a:pt x="18930" y="23705"/>
                    <a:pt x="18078" y="23657"/>
                    <a:pt x="17250" y="23657"/>
                  </a:cubicBezTo>
                  <a:cubicBezTo>
                    <a:pt x="15666" y="23657"/>
                    <a:pt x="14172" y="23832"/>
                    <a:pt x="12965" y="24131"/>
                  </a:cubicBezTo>
                  <a:cubicBezTo>
                    <a:pt x="5228" y="26025"/>
                    <a:pt x="1" y="33238"/>
                    <a:pt x="46" y="41090"/>
                  </a:cubicBezTo>
                  <a:cubicBezTo>
                    <a:pt x="58" y="41706"/>
                    <a:pt x="537" y="42015"/>
                    <a:pt x="1011" y="42015"/>
                  </a:cubicBezTo>
                  <a:cubicBezTo>
                    <a:pt x="1484" y="42015"/>
                    <a:pt x="1952" y="41706"/>
                    <a:pt x="1941" y="41090"/>
                  </a:cubicBezTo>
                  <a:cubicBezTo>
                    <a:pt x="1918" y="35407"/>
                    <a:pt x="4931" y="29929"/>
                    <a:pt x="10021" y="27258"/>
                  </a:cubicBezTo>
                  <a:cubicBezTo>
                    <a:pt x="12235" y="26084"/>
                    <a:pt x="14742" y="25510"/>
                    <a:pt x="17239" y="25510"/>
                  </a:cubicBezTo>
                  <a:cubicBezTo>
                    <a:pt x="17703" y="25510"/>
                    <a:pt x="18165" y="25530"/>
                    <a:pt x="18626" y="25569"/>
                  </a:cubicBezTo>
                  <a:cubicBezTo>
                    <a:pt x="18801" y="25584"/>
                    <a:pt x="18980" y="25602"/>
                    <a:pt x="19163" y="25624"/>
                  </a:cubicBezTo>
                  <a:lnTo>
                    <a:pt x="19163" y="25624"/>
                  </a:lnTo>
                  <a:cubicBezTo>
                    <a:pt x="18795" y="27085"/>
                    <a:pt x="18709" y="28631"/>
                    <a:pt x="18991" y="30248"/>
                  </a:cubicBezTo>
                  <a:cubicBezTo>
                    <a:pt x="19465" y="33021"/>
                    <a:pt x="21452" y="35705"/>
                    <a:pt x="24492" y="35705"/>
                  </a:cubicBezTo>
                  <a:cubicBezTo>
                    <a:pt x="24530" y="35705"/>
                    <a:pt x="24568" y="35704"/>
                    <a:pt x="24606" y="35703"/>
                  </a:cubicBezTo>
                  <a:cubicBezTo>
                    <a:pt x="27391" y="35635"/>
                    <a:pt x="28989" y="32964"/>
                    <a:pt x="28669" y="30385"/>
                  </a:cubicBezTo>
                  <a:cubicBezTo>
                    <a:pt x="28220" y="26867"/>
                    <a:pt x="25218" y="24973"/>
                    <a:pt x="21756" y="24157"/>
                  </a:cubicBezTo>
                  <a:lnTo>
                    <a:pt x="21756" y="24157"/>
                  </a:lnTo>
                  <a:cubicBezTo>
                    <a:pt x="21993" y="23638"/>
                    <a:pt x="22262" y="23140"/>
                    <a:pt x="22552" y="22670"/>
                  </a:cubicBezTo>
                  <a:cubicBezTo>
                    <a:pt x="25679" y="17603"/>
                    <a:pt x="31340" y="15183"/>
                    <a:pt x="36475" y="12673"/>
                  </a:cubicBezTo>
                  <a:cubicBezTo>
                    <a:pt x="41680" y="10116"/>
                    <a:pt x="47021" y="6966"/>
                    <a:pt x="49509" y="1443"/>
                  </a:cubicBezTo>
                  <a:cubicBezTo>
                    <a:pt x="49854" y="689"/>
                    <a:pt x="49184" y="0"/>
                    <a:pt x="4856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3"/>
            <p:cNvSpPr/>
            <p:nvPr/>
          </p:nvSpPr>
          <p:spPr>
            <a:xfrm>
              <a:off x="1693275" y="201981"/>
              <a:ext cx="198631" cy="199803"/>
            </a:xfrm>
            <a:custGeom>
              <a:rect b="b" l="l" r="r" t="t"/>
              <a:pathLst>
                <a:path extrusionOk="0" h="4262" w="4237">
                  <a:moveTo>
                    <a:pt x="2131" y="1"/>
                  </a:moveTo>
                  <a:cubicBezTo>
                    <a:pt x="953" y="1"/>
                    <a:pt x="1" y="953"/>
                    <a:pt x="1" y="2131"/>
                  </a:cubicBezTo>
                  <a:cubicBezTo>
                    <a:pt x="1" y="3309"/>
                    <a:pt x="953" y="4261"/>
                    <a:pt x="2131" y="4261"/>
                  </a:cubicBezTo>
                  <a:cubicBezTo>
                    <a:pt x="3309" y="4261"/>
                    <a:pt x="4236" y="3309"/>
                    <a:pt x="4236" y="2131"/>
                  </a:cubicBezTo>
                  <a:cubicBezTo>
                    <a:pt x="4236" y="953"/>
                    <a:pt x="3309" y="1"/>
                    <a:pt x="213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3"/>
            <p:cNvSpPr/>
            <p:nvPr/>
          </p:nvSpPr>
          <p:spPr>
            <a:xfrm>
              <a:off x="424563" y="1276331"/>
              <a:ext cx="198631" cy="199803"/>
            </a:xfrm>
            <a:custGeom>
              <a:rect b="b" l="l" r="r" t="t"/>
              <a:pathLst>
                <a:path extrusionOk="0" h="4262" w="4237">
                  <a:moveTo>
                    <a:pt x="2131" y="1"/>
                  </a:moveTo>
                  <a:cubicBezTo>
                    <a:pt x="953" y="1"/>
                    <a:pt x="1" y="953"/>
                    <a:pt x="1" y="2131"/>
                  </a:cubicBezTo>
                  <a:cubicBezTo>
                    <a:pt x="1" y="3309"/>
                    <a:pt x="953" y="4261"/>
                    <a:pt x="2131" y="4261"/>
                  </a:cubicBezTo>
                  <a:cubicBezTo>
                    <a:pt x="3309" y="4261"/>
                    <a:pt x="4236" y="3309"/>
                    <a:pt x="4236" y="2131"/>
                  </a:cubicBezTo>
                  <a:cubicBezTo>
                    <a:pt x="4236" y="953"/>
                    <a:pt x="3309" y="1"/>
                    <a:pt x="213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1" name="Google Shape;101;p3"/>
          <p:cNvGrpSpPr/>
          <p:nvPr/>
        </p:nvGrpSpPr>
        <p:grpSpPr>
          <a:xfrm rot="-5641879">
            <a:off x="7421423" y="282469"/>
            <a:ext cx="1358635" cy="1413044"/>
            <a:chOff x="7223535" y="3383638"/>
            <a:chExt cx="1358670" cy="1413080"/>
          </a:xfrm>
        </p:grpSpPr>
        <p:sp>
          <p:nvSpPr>
            <p:cNvPr id="102" name="Google Shape;102;p3"/>
            <p:cNvSpPr/>
            <p:nvPr/>
          </p:nvSpPr>
          <p:spPr>
            <a:xfrm flipH="1" rot="-5196720">
              <a:off x="7268368" y="3553113"/>
              <a:ext cx="1246435" cy="1050425"/>
            </a:xfrm>
            <a:custGeom>
              <a:rect b="b" l="l" r="r" t="t"/>
              <a:pathLst>
                <a:path extrusionOk="0" h="42015" w="49855">
                  <a:moveTo>
                    <a:pt x="21089" y="25971"/>
                  </a:moveTo>
                  <a:lnTo>
                    <a:pt x="21089" y="25971"/>
                  </a:lnTo>
                  <a:cubicBezTo>
                    <a:pt x="23205" y="26490"/>
                    <a:pt x="25348" y="27512"/>
                    <a:pt x="26341" y="29335"/>
                  </a:cubicBezTo>
                  <a:cubicBezTo>
                    <a:pt x="27049" y="30613"/>
                    <a:pt x="27049" y="32690"/>
                    <a:pt x="25611" y="33512"/>
                  </a:cubicBezTo>
                  <a:cubicBezTo>
                    <a:pt x="25225" y="33735"/>
                    <a:pt x="24834" y="33832"/>
                    <a:pt x="24452" y="33832"/>
                  </a:cubicBezTo>
                  <a:cubicBezTo>
                    <a:pt x="23068" y="33832"/>
                    <a:pt x="21792" y="32560"/>
                    <a:pt x="21274" y="31344"/>
                  </a:cubicBezTo>
                  <a:cubicBezTo>
                    <a:pt x="20545" y="29638"/>
                    <a:pt x="20595" y="27751"/>
                    <a:pt x="21089" y="25971"/>
                  </a:cubicBezTo>
                  <a:close/>
                  <a:moveTo>
                    <a:pt x="48569" y="0"/>
                  </a:moveTo>
                  <a:cubicBezTo>
                    <a:pt x="48290" y="0"/>
                    <a:pt x="48022" y="142"/>
                    <a:pt x="47865" y="484"/>
                  </a:cubicBezTo>
                  <a:cubicBezTo>
                    <a:pt x="44487" y="7994"/>
                    <a:pt x="36087" y="10367"/>
                    <a:pt x="29445" y="14088"/>
                  </a:cubicBezTo>
                  <a:cubicBezTo>
                    <a:pt x="25584" y="16259"/>
                    <a:pt x="21564" y="19621"/>
                    <a:pt x="19778" y="23808"/>
                  </a:cubicBezTo>
                  <a:lnTo>
                    <a:pt x="19778" y="23808"/>
                  </a:lnTo>
                  <a:cubicBezTo>
                    <a:pt x="18930" y="23705"/>
                    <a:pt x="18078" y="23657"/>
                    <a:pt x="17250" y="23657"/>
                  </a:cubicBezTo>
                  <a:cubicBezTo>
                    <a:pt x="15666" y="23657"/>
                    <a:pt x="14172" y="23832"/>
                    <a:pt x="12965" y="24131"/>
                  </a:cubicBezTo>
                  <a:cubicBezTo>
                    <a:pt x="5228" y="26025"/>
                    <a:pt x="1" y="33238"/>
                    <a:pt x="46" y="41090"/>
                  </a:cubicBezTo>
                  <a:cubicBezTo>
                    <a:pt x="58" y="41706"/>
                    <a:pt x="537" y="42015"/>
                    <a:pt x="1011" y="42015"/>
                  </a:cubicBezTo>
                  <a:cubicBezTo>
                    <a:pt x="1484" y="42015"/>
                    <a:pt x="1952" y="41706"/>
                    <a:pt x="1941" y="41090"/>
                  </a:cubicBezTo>
                  <a:cubicBezTo>
                    <a:pt x="1918" y="35407"/>
                    <a:pt x="4931" y="29929"/>
                    <a:pt x="10021" y="27258"/>
                  </a:cubicBezTo>
                  <a:cubicBezTo>
                    <a:pt x="12235" y="26084"/>
                    <a:pt x="14742" y="25510"/>
                    <a:pt x="17239" y="25510"/>
                  </a:cubicBezTo>
                  <a:cubicBezTo>
                    <a:pt x="17703" y="25510"/>
                    <a:pt x="18165" y="25530"/>
                    <a:pt x="18626" y="25569"/>
                  </a:cubicBezTo>
                  <a:cubicBezTo>
                    <a:pt x="18801" y="25584"/>
                    <a:pt x="18980" y="25602"/>
                    <a:pt x="19163" y="25624"/>
                  </a:cubicBezTo>
                  <a:lnTo>
                    <a:pt x="19163" y="25624"/>
                  </a:lnTo>
                  <a:cubicBezTo>
                    <a:pt x="18795" y="27085"/>
                    <a:pt x="18709" y="28631"/>
                    <a:pt x="18991" y="30248"/>
                  </a:cubicBezTo>
                  <a:cubicBezTo>
                    <a:pt x="19465" y="33021"/>
                    <a:pt x="21452" y="35705"/>
                    <a:pt x="24492" y="35705"/>
                  </a:cubicBezTo>
                  <a:cubicBezTo>
                    <a:pt x="24530" y="35705"/>
                    <a:pt x="24568" y="35704"/>
                    <a:pt x="24606" y="35703"/>
                  </a:cubicBezTo>
                  <a:cubicBezTo>
                    <a:pt x="27391" y="35635"/>
                    <a:pt x="28989" y="32964"/>
                    <a:pt x="28669" y="30385"/>
                  </a:cubicBezTo>
                  <a:cubicBezTo>
                    <a:pt x="28220" y="26867"/>
                    <a:pt x="25218" y="24973"/>
                    <a:pt x="21756" y="24157"/>
                  </a:cubicBezTo>
                  <a:lnTo>
                    <a:pt x="21756" y="24157"/>
                  </a:lnTo>
                  <a:cubicBezTo>
                    <a:pt x="21993" y="23638"/>
                    <a:pt x="22262" y="23140"/>
                    <a:pt x="22552" y="22670"/>
                  </a:cubicBezTo>
                  <a:cubicBezTo>
                    <a:pt x="25679" y="17603"/>
                    <a:pt x="31340" y="15183"/>
                    <a:pt x="36475" y="12673"/>
                  </a:cubicBezTo>
                  <a:cubicBezTo>
                    <a:pt x="41680" y="10116"/>
                    <a:pt x="47021" y="6966"/>
                    <a:pt x="49509" y="1443"/>
                  </a:cubicBezTo>
                  <a:cubicBezTo>
                    <a:pt x="49854" y="689"/>
                    <a:pt x="49184" y="0"/>
                    <a:pt x="4856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3"/>
            <p:cNvSpPr/>
            <p:nvPr/>
          </p:nvSpPr>
          <p:spPr>
            <a:xfrm flipH="1" rot="-5196764">
              <a:off x="7229815" y="4591765"/>
              <a:ext cx="198639" cy="199811"/>
            </a:xfrm>
            <a:custGeom>
              <a:rect b="b" l="l" r="r" t="t"/>
              <a:pathLst>
                <a:path extrusionOk="0" h="4262" w="4237">
                  <a:moveTo>
                    <a:pt x="2131" y="1"/>
                  </a:moveTo>
                  <a:cubicBezTo>
                    <a:pt x="953" y="1"/>
                    <a:pt x="1" y="953"/>
                    <a:pt x="1" y="2131"/>
                  </a:cubicBezTo>
                  <a:cubicBezTo>
                    <a:pt x="1" y="3309"/>
                    <a:pt x="953" y="4261"/>
                    <a:pt x="2131" y="4261"/>
                  </a:cubicBezTo>
                  <a:cubicBezTo>
                    <a:pt x="3309" y="4261"/>
                    <a:pt x="4236" y="3309"/>
                    <a:pt x="4236" y="2131"/>
                  </a:cubicBezTo>
                  <a:cubicBezTo>
                    <a:pt x="4236" y="953"/>
                    <a:pt x="3309" y="1"/>
                    <a:pt x="213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3"/>
            <p:cNvSpPr/>
            <p:nvPr/>
          </p:nvSpPr>
          <p:spPr>
            <a:xfrm flipH="1" rot="-5196764">
              <a:off x="8377286" y="3388782"/>
              <a:ext cx="198639" cy="199811"/>
            </a:xfrm>
            <a:custGeom>
              <a:rect b="b" l="l" r="r" t="t"/>
              <a:pathLst>
                <a:path extrusionOk="0" h="4262" w="4237">
                  <a:moveTo>
                    <a:pt x="2131" y="1"/>
                  </a:moveTo>
                  <a:cubicBezTo>
                    <a:pt x="953" y="1"/>
                    <a:pt x="1" y="953"/>
                    <a:pt x="1" y="2131"/>
                  </a:cubicBezTo>
                  <a:cubicBezTo>
                    <a:pt x="1" y="3309"/>
                    <a:pt x="953" y="4261"/>
                    <a:pt x="2131" y="4261"/>
                  </a:cubicBezTo>
                  <a:cubicBezTo>
                    <a:pt x="3309" y="4261"/>
                    <a:pt x="4236" y="3309"/>
                    <a:pt x="4236" y="2131"/>
                  </a:cubicBezTo>
                  <a:cubicBezTo>
                    <a:pt x="4236" y="953"/>
                    <a:pt x="3309" y="1"/>
                    <a:pt x="213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5" name="Google Shape;105;p3"/>
          <p:cNvSpPr txBox="1"/>
          <p:nvPr>
            <p:ph type="title"/>
          </p:nvPr>
        </p:nvSpPr>
        <p:spPr>
          <a:xfrm>
            <a:off x="2962500" y="2533063"/>
            <a:ext cx="32190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7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06" name="Google Shape;106;p3"/>
          <p:cNvSpPr txBox="1"/>
          <p:nvPr>
            <p:ph hasCustomPrompt="1" idx="2" type="title"/>
          </p:nvPr>
        </p:nvSpPr>
        <p:spPr>
          <a:xfrm>
            <a:off x="3151500" y="1362612"/>
            <a:ext cx="2841000" cy="11775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2000"/>
              <a:buNone/>
              <a:defRPr sz="9000">
                <a:solidFill>
                  <a:schemeClr val="accent2"/>
                </a:solidFill>
              </a:defRPr>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107" name="Google Shape;107;p3"/>
          <p:cNvSpPr txBox="1"/>
          <p:nvPr>
            <p:ph idx="1" type="subTitle"/>
          </p:nvPr>
        </p:nvSpPr>
        <p:spPr>
          <a:xfrm>
            <a:off x="2610000" y="3382488"/>
            <a:ext cx="3924000" cy="398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16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08" name="Google Shape;108;p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09" name="Shape 109"/>
        <p:cNvGrpSpPr/>
        <p:nvPr/>
      </p:nvGrpSpPr>
      <p:grpSpPr>
        <a:xfrm>
          <a:off x="0" y="0"/>
          <a:ext cx="0" cy="0"/>
          <a:chOff x="0" y="0"/>
          <a:chExt cx="0" cy="0"/>
        </a:xfrm>
      </p:grpSpPr>
      <p:sp>
        <p:nvSpPr>
          <p:cNvPr id="110" name="Google Shape;110;p4"/>
          <p:cNvSpPr txBox="1"/>
          <p:nvPr>
            <p:ph type="title"/>
          </p:nvPr>
        </p:nvSpPr>
        <p:spPr>
          <a:xfrm>
            <a:off x="847916" y="1512141"/>
            <a:ext cx="3642000" cy="11190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8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1" name="Google Shape;111;p4"/>
          <p:cNvSpPr txBox="1"/>
          <p:nvPr>
            <p:ph idx="1" type="body"/>
          </p:nvPr>
        </p:nvSpPr>
        <p:spPr>
          <a:xfrm>
            <a:off x="847913" y="2631138"/>
            <a:ext cx="3642000" cy="816900"/>
          </a:xfrm>
          <a:prstGeom prst="rect">
            <a:avLst/>
          </a:prstGeom>
        </p:spPr>
        <p:txBody>
          <a:bodyPr anchorCtr="0" anchor="t" bIns="91425" lIns="91425" spcFirstLastPara="1" rIns="91425" wrap="square" tIns="91425">
            <a:noAutofit/>
          </a:bodyPr>
          <a:lstStyle>
            <a:lvl1pPr indent="-342900" lvl="0" marL="457200" algn="ctr">
              <a:lnSpc>
                <a:spcPct val="100000"/>
              </a:lnSpc>
              <a:spcBef>
                <a:spcPts val="0"/>
              </a:spcBef>
              <a:spcAft>
                <a:spcPts val="0"/>
              </a:spcAft>
              <a:buSzPts val="1800"/>
              <a:buChar char="●"/>
              <a:defRPr sz="16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grpSp>
        <p:nvGrpSpPr>
          <p:cNvPr id="112" name="Google Shape;112;p4"/>
          <p:cNvGrpSpPr/>
          <p:nvPr/>
        </p:nvGrpSpPr>
        <p:grpSpPr>
          <a:xfrm flipH="1" rot="-1827695">
            <a:off x="3409003" y="-507479"/>
            <a:ext cx="2019767" cy="1805111"/>
            <a:chOff x="3536075" y="659925"/>
            <a:chExt cx="2759951" cy="2466630"/>
          </a:xfrm>
        </p:grpSpPr>
        <p:sp>
          <p:nvSpPr>
            <p:cNvPr id="113" name="Google Shape;113;p4"/>
            <p:cNvSpPr/>
            <p:nvPr/>
          </p:nvSpPr>
          <p:spPr>
            <a:xfrm>
              <a:off x="3536075" y="659925"/>
              <a:ext cx="2269649" cy="1912733"/>
            </a:xfrm>
            <a:custGeom>
              <a:rect b="b" l="l" r="r" t="t"/>
              <a:pathLst>
                <a:path extrusionOk="0" h="42015" w="49855">
                  <a:moveTo>
                    <a:pt x="21089" y="25971"/>
                  </a:moveTo>
                  <a:lnTo>
                    <a:pt x="21089" y="25971"/>
                  </a:lnTo>
                  <a:cubicBezTo>
                    <a:pt x="23205" y="26490"/>
                    <a:pt x="25348" y="27512"/>
                    <a:pt x="26341" y="29335"/>
                  </a:cubicBezTo>
                  <a:cubicBezTo>
                    <a:pt x="27049" y="30613"/>
                    <a:pt x="27049" y="32690"/>
                    <a:pt x="25611" y="33512"/>
                  </a:cubicBezTo>
                  <a:cubicBezTo>
                    <a:pt x="25225" y="33735"/>
                    <a:pt x="24834" y="33832"/>
                    <a:pt x="24452" y="33832"/>
                  </a:cubicBezTo>
                  <a:cubicBezTo>
                    <a:pt x="23068" y="33832"/>
                    <a:pt x="21792" y="32560"/>
                    <a:pt x="21274" y="31344"/>
                  </a:cubicBezTo>
                  <a:cubicBezTo>
                    <a:pt x="20545" y="29638"/>
                    <a:pt x="20595" y="27751"/>
                    <a:pt x="21089" y="25971"/>
                  </a:cubicBezTo>
                  <a:close/>
                  <a:moveTo>
                    <a:pt x="48569" y="0"/>
                  </a:moveTo>
                  <a:cubicBezTo>
                    <a:pt x="48290" y="0"/>
                    <a:pt x="48022" y="142"/>
                    <a:pt x="47865" y="484"/>
                  </a:cubicBezTo>
                  <a:cubicBezTo>
                    <a:pt x="44487" y="7994"/>
                    <a:pt x="36087" y="10367"/>
                    <a:pt x="29445" y="14088"/>
                  </a:cubicBezTo>
                  <a:cubicBezTo>
                    <a:pt x="25584" y="16259"/>
                    <a:pt x="21564" y="19621"/>
                    <a:pt x="19778" y="23808"/>
                  </a:cubicBezTo>
                  <a:lnTo>
                    <a:pt x="19778" y="23808"/>
                  </a:lnTo>
                  <a:cubicBezTo>
                    <a:pt x="18930" y="23705"/>
                    <a:pt x="18078" y="23657"/>
                    <a:pt x="17250" y="23657"/>
                  </a:cubicBezTo>
                  <a:cubicBezTo>
                    <a:pt x="15666" y="23657"/>
                    <a:pt x="14172" y="23832"/>
                    <a:pt x="12965" y="24131"/>
                  </a:cubicBezTo>
                  <a:cubicBezTo>
                    <a:pt x="5228" y="26025"/>
                    <a:pt x="1" y="33238"/>
                    <a:pt x="46" y="41090"/>
                  </a:cubicBezTo>
                  <a:cubicBezTo>
                    <a:pt x="58" y="41706"/>
                    <a:pt x="537" y="42015"/>
                    <a:pt x="1011" y="42015"/>
                  </a:cubicBezTo>
                  <a:cubicBezTo>
                    <a:pt x="1484" y="42015"/>
                    <a:pt x="1952" y="41706"/>
                    <a:pt x="1941" y="41090"/>
                  </a:cubicBezTo>
                  <a:cubicBezTo>
                    <a:pt x="1918" y="35407"/>
                    <a:pt x="4931" y="29929"/>
                    <a:pt x="10021" y="27258"/>
                  </a:cubicBezTo>
                  <a:cubicBezTo>
                    <a:pt x="12235" y="26084"/>
                    <a:pt x="14742" y="25510"/>
                    <a:pt x="17239" y="25510"/>
                  </a:cubicBezTo>
                  <a:cubicBezTo>
                    <a:pt x="17703" y="25510"/>
                    <a:pt x="18165" y="25530"/>
                    <a:pt x="18626" y="25569"/>
                  </a:cubicBezTo>
                  <a:cubicBezTo>
                    <a:pt x="18801" y="25584"/>
                    <a:pt x="18980" y="25602"/>
                    <a:pt x="19163" y="25624"/>
                  </a:cubicBezTo>
                  <a:lnTo>
                    <a:pt x="19163" y="25624"/>
                  </a:lnTo>
                  <a:cubicBezTo>
                    <a:pt x="18795" y="27085"/>
                    <a:pt x="18709" y="28631"/>
                    <a:pt x="18991" y="30248"/>
                  </a:cubicBezTo>
                  <a:cubicBezTo>
                    <a:pt x="19465" y="33021"/>
                    <a:pt x="21452" y="35705"/>
                    <a:pt x="24492" y="35705"/>
                  </a:cubicBezTo>
                  <a:cubicBezTo>
                    <a:pt x="24530" y="35705"/>
                    <a:pt x="24568" y="35704"/>
                    <a:pt x="24606" y="35703"/>
                  </a:cubicBezTo>
                  <a:cubicBezTo>
                    <a:pt x="27391" y="35635"/>
                    <a:pt x="28989" y="32964"/>
                    <a:pt x="28669" y="30385"/>
                  </a:cubicBezTo>
                  <a:cubicBezTo>
                    <a:pt x="28220" y="26867"/>
                    <a:pt x="25218" y="24973"/>
                    <a:pt x="21756" y="24157"/>
                  </a:cubicBezTo>
                  <a:lnTo>
                    <a:pt x="21756" y="24157"/>
                  </a:lnTo>
                  <a:cubicBezTo>
                    <a:pt x="21993" y="23638"/>
                    <a:pt x="22262" y="23140"/>
                    <a:pt x="22552" y="22670"/>
                  </a:cubicBezTo>
                  <a:cubicBezTo>
                    <a:pt x="25679" y="17603"/>
                    <a:pt x="31340" y="15183"/>
                    <a:pt x="36475" y="12673"/>
                  </a:cubicBezTo>
                  <a:cubicBezTo>
                    <a:pt x="41680" y="10116"/>
                    <a:pt x="47021" y="6966"/>
                    <a:pt x="49509" y="1443"/>
                  </a:cubicBezTo>
                  <a:cubicBezTo>
                    <a:pt x="49854" y="689"/>
                    <a:pt x="49184" y="0"/>
                    <a:pt x="4856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4"/>
            <p:cNvSpPr/>
            <p:nvPr/>
          </p:nvSpPr>
          <p:spPr>
            <a:xfrm>
              <a:off x="5364949" y="1024852"/>
              <a:ext cx="253574" cy="257763"/>
            </a:xfrm>
            <a:custGeom>
              <a:rect b="b" l="l" r="r" t="t"/>
              <a:pathLst>
                <a:path extrusionOk="0" h="5662" w="5570">
                  <a:moveTo>
                    <a:pt x="2420" y="0"/>
                  </a:moveTo>
                  <a:lnTo>
                    <a:pt x="0" y="2169"/>
                  </a:lnTo>
                  <a:lnTo>
                    <a:pt x="3150" y="5661"/>
                  </a:lnTo>
                  <a:lnTo>
                    <a:pt x="5570" y="3493"/>
                  </a:lnTo>
                  <a:lnTo>
                    <a:pt x="2420"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4"/>
            <p:cNvSpPr/>
            <p:nvPr/>
          </p:nvSpPr>
          <p:spPr>
            <a:xfrm>
              <a:off x="5508352" y="1183824"/>
              <a:ext cx="768917" cy="803334"/>
            </a:xfrm>
            <a:custGeom>
              <a:rect b="b" l="l" r="r" t="t"/>
              <a:pathLst>
                <a:path extrusionOk="0" h="17646" w="16890">
                  <a:moveTo>
                    <a:pt x="2420" y="1"/>
                  </a:moveTo>
                  <a:lnTo>
                    <a:pt x="0" y="2169"/>
                  </a:lnTo>
                  <a:cubicBezTo>
                    <a:pt x="0" y="2169"/>
                    <a:pt x="1004" y="17074"/>
                    <a:pt x="15476" y="17645"/>
                  </a:cubicBezTo>
                  <a:cubicBezTo>
                    <a:pt x="15488" y="17645"/>
                    <a:pt x="15501" y="17645"/>
                    <a:pt x="15513" y="17645"/>
                  </a:cubicBezTo>
                  <a:cubicBezTo>
                    <a:pt x="16272" y="17645"/>
                    <a:pt x="16889" y="16970"/>
                    <a:pt x="16799" y="16184"/>
                  </a:cubicBezTo>
                  <a:cubicBezTo>
                    <a:pt x="16320" y="12349"/>
                    <a:pt x="14220" y="1872"/>
                    <a:pt x="242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4"/>
            <p:cNvSpPr/>
            <p:nvPr/>
          </p:nvSpPr>
          <p:spPr>
            <a:xfrm>
              <a:off x="5543270" y="1138937"/>
              <a:ext cx="752756" cy="908952"/>
            </a:xfrm>
            <a:custGeom>
              <a:rect b="b" l="l" r="r" t="t"/>
              <a:pathLst>
                <a:path extrusionOk="0" h="19966" w="16535">
                  <a:moveTo>
                    <a:pt x="1388" y="0"/>
                  </a:moveTo>
                  <a:cubicBezTo>
                    <a:pt x="358" y="0"/>
                    <a:pt x="0" y="1599"/>
                    <a:pt x="1105" y="1854"/>
                  </a:cubicBezTo>
                  <a:cubicBezTo>
                    <a:pt x="9162" y="3703"/>
                    <a:pt x="14594" y="10801"/>
                    <a:pt x="14298" y="19041"/>
                  </a:cubicBezTo>
                  <a:cubicBezTo>
                    <a:pt x="14275" y="19658"/>
                    <a:pt x="14737" y="19966"/>
                    <a:pt x="15211" y="19966"/>
                  </a:cubicBezTo>
                  <a:cubicBezTo>
                    <a:pt x="15684" y="19966"/>
                    <a:pt x="16169" y="19658"/>
                    <a:pt x="16192" y="19041"/>
                  </a:cubicBezTo>
                  <a:cubicBezTo>
                    <a:pt x="16535" y="10003"/>
                    <a:pt x="10440" y="2037"/>
                    <a:pt x="1630" y="28"/>
                  </a:cubicBezTo>
                  <a:cubicBezTo>
                    <a:pt x="1546" y="9"/>
                    <a:pt x="1465" y="0"/>
                    <a:pt x="138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4"/>
            <p:cNvSpPr/>
            <p:nvPr/>
          </p:nvSpPr>
          <p:spPr>
            <a:xfrm>
              <a:off x="5557155" y="1345301"/>
              <a:ext cx="287855" cy="423610"/>
            </a:xfrm>
            <a:custGeom>
              <a:rect b="b" l="l" r="r" t="t"/>
              <a:pathLst>
                <a:path extrusionOk="0" h="9305" w="6323">
                  <a:moveTo>
                    <a:pt x="951" y="0"/>
                  </a:moveTo>
                  <a:cubicBezTo>
                    <a:pt x="489" y="0"/>
                    <a:pt x="1" y="384"/>
                    <a:pt x="138" y="973"/>
                  </a:cubicBezTo>
                  <a:cubicBezTo>
                    <a:pt x="891" y="4077"/>
                    <a:pt x="2420" y="6816"/>
                    <a:pt x="4657" y="9076"/>
                  </a:cubicBezTo>
                  <a:cubicBezTo>
                    <a:pt x="4818" y="9237"/>
                    <a:pt x="5000" y="9304"/>
                    <a:pt x="5177" y="9304"/>
                  </a:cubicBezTo>
                  <a:cubicBezTo>
                    <a:pt x="5779" y="9304"/>
                    <a:pt x="6322" y="8522"/>
                    <a:pt x="5776" y="7958"/>
                  </a:cubicBezTo>
                  <a:cubicBezTo>
                    <a:pt x="3721" y="5880"/>
                    <a:pt x="2329" y="3393"/>
                    <a:pt x="1644" y="562"/>
                  </a:cubicBezTo>
                  <a:cubicBezTo>
                    <a:pt x="1553" y="170"/>
                    <a:pt x="1258" y="0"/>
                    <a:pt x="951" y="0"/>
                  </a:cubicBezTo>
                  <a:close/>
                </a:path>
              </a:pathLst>
            </a:custGeom>
            <a:solidFill>
              <a:srgbClr val="FFFD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4"/>
            <p:cNvSpPr/>
            <p:nvPr/>
          </p:nvSpPr>
          <p:spPr>
            <a:xfrm>
              <a:off x="5816966" y="1752247"/>
              <a:ext cx="91460" cy="70700"/>
            </a:xfrm>
            <a:custGeom>
              <a:rect b="b" l="l" r="r" t="t"/>
              <a:pathLst>
                <a:path extrusionOk="0" h="1553" w="2009">
                  <a:moveTo>
                    <a:pt x="1004" y="0"/>
                  </a:moveTo>
                  <a:cubicBezTo>
                    <a:pt x="0" y="0"/>
                    <a:pt x="0" y="1552"/>
                    <a:pt x="1004" y="1552"/>
                  </a:cubicBezTo>
                  <a:cubicBezTo>
                    <a:pt x="2009" y="1552"/>
                    <a:pt x="2009" y="0"/>
                    <a:pt x="1004" y="0"/>
                  </a:cubicBezTo>
                  <a:close/>
                </a:path>
              </a:pathLst>
            </a:custGeom>
            <a:solidFill>
              <a:srgbClr val="FFFD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4"/>
            <p:cNvSpPr/>
            <p:nvPr/>
          </p:nvSpPr>
          <p:spPr>
            <a:xfrm>
              <a:off x="3789649" y="1929754"/>
              <a:ext cx="200583" cy="245243"/>
            </a:xfrm>
            <a:custGeom>
              <a:rect b="b" l="l" r="r" t="t"/>
              <a:pathLst>
                <a:path extrusionOk="0" h="5387" w="4406">
                  <a:moveTo>
                    <a:pt x="3127" y="0"/>
                  </a:moveTo>
                  <a:lnTo>
                    <a:pt x="0" y="868"/>
                  </a:lnTo>
                  <a:lnTo>
                    <a:pt x="1278" y="5387"/>
                  </a:lnTo>
                  <a:lnTo>
                    <a:pt x="4405" y="4520"/>
                  </a:lnTo>
                  <a:lnTo>
                    <a:pt x="312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4"/>
            <p:cNvSpPr/>
            <p:nvPr/>
          </p:nvSpPr>
          <p:spPr>
            <a:xfrm>
              <a:off x="3587017" y="2087856"/>
              <a:ext cx="845854" cy="990988"/>
            </a:xfrm>
            <a:custGeom>
              <a:rect b="b" l="l" r="r" t="t"/>
              <a:pathLst>
                <a:path extrusionOk="0" h="21768" w="18580">
                  <a:moveTo>
                    <a:pt x="8856" y="1"/>
                  </a:moveTo>
                  <a:lnTo>
                    <a:pt x="5729" y="868"/>
                  </a:lnTo>
                  <a:cubicBezTo>
                    <a:pt x="5729" y="868"/>
                    <a:pt x="0" y="14677"/>
                    <a:pt x="12714" y="21616"/>
                  </a:cubicBezTo>
                  <a:cubicBezTo>
                    <a:pt x="12906" y="21719"/>
                    <a:pt x="13115" y="21767"/>
                    <a:pt x="13321" y="21767"/>
                  </a:cubicBezTo>
                  <a:cubicBezTo>
                    <a:pt x="13849" y="21767"/>
                    <a:pt x="14359" y="21450"/>
                    <a:pt x="14540" y="20909"/>
                  </a:cubicBezTo>
                  <a:cubicBezTo>
                    <a:pt x="15841" y="17257"/>
                    <a:pt x="18580" y="6939"/>
                    <a:pt x="885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4"/>
            <p:cNvSpPr/>
            <p:nvPr/>
          </p:nvSpPr>
          <p:spPr>
            <a:xfrm>
              <a:off x="3900593" y="2025168"/>
              <a:ext cx="513613" cy="1101386"/>
            </a:xfrm>
            <a:custGeom>
              <a:rect b="b" l="l" r="r" t="t"/>
              <a:pathLst>
                <a:path extrusionOk="0" h="24193" w="11282">
                  <a:moveTo>
                    <a:pt x="1512" y="1"/>
                  </a:moveTo>
                  <a:cubicBezTo>
                    <a:pt x="708" y="1"/>
                    <a:pt x="1" y="961"/>
                    <a:pt x="781" y="1560"/>
                  </a:cubicBezTo>
                  <a:cubicBezTo>
                    <a:pt x="7309" y="6627"/>
                    <a:pt x="9250" y="15461"/>
                    <a:pt x="5255" y="22765"/>
                  </a:cubicBezTo>
                  <a:cubicBezTo>
                    <a:pt x="4845" y="23506"/>
                    <a:pt x="5503" y="24193"/>
                    <a:pt x="6144" y="24193"/>
                  </a:cubicBezTo>
                  <a:cubicBezTo>
                    <a:pt x="6431" y="24193"/>
                    <a:pt x="6715" y="24055"/>
                    <a:pt x="6899" y="23724"/>
                  </a:cubicBezTo>
                  <a:cubicBezTo>
                    <a:pt x="11281" y="15735"/>
                    <a:pt x="9341" y="5829"/>
                    <a:pt x="2128" y="214"/>
                  </a:cubicBezTo>
                  <a:cubicBezTo>
                    <a:pt x="1932" y="64"/>
                    <a:pt x="1719" y="1"/>
                    <a:pt x="1512"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4"/>
            <p:cNvSpPr/>
            <p:nvPr/>
          </p:nvSpPr>
          <p:spPr>
            <a:xfrm>
              <a:off x="3818739" y="2220197"/>
              <a:ext cx="128289" cy="472367"/>
            </a:xfrm>
            <a:custGeom>
              <a:rect b="b" l="l" r="r" t="t"/>
              <a:pathLst>
                <a:path extrusionOk="0" h="10376" w="2818">
                  <a:moveTo>
                    <a:pt x="1378" y="1"/>
                  </a:moveTo>
                  <a:cubicBezTo>
                    <a:pt x="1071" y="1"/>
                    <a:pt x="776" y="171"/>
                    <a:pt x="685" y="563"/>
                  </a:cubicBezTo>
                  <a:cubicBezTo>
                    <a:pt x="0" y="3690"/>
                    <a:pt x="137" y="6794"/>
                    <a:pt x="1119" y="9830"/>
                  </a:cubicBezTo>
                  <a:cubicBezTo>
                    <a:pt x="1246" y="10211"/>
                    <a:pt x="1560" y="10376"/>
                    <a:pt x="1873" y="10376"/>
                  </a:cubicBezTo>
                  <a:cubicBezTo>
                    <a:pt x="2347" y="10376"/>
                    <a:pt x="2818" y="9997"/>
                    <a:pt x="2625" y="9419"/>
                  </a:cubicBezTo>
                  <a:cubicBezTo>
                    <a:pt x="1712" y="6635"/>
                    <a:pt x="1552" y="3827"/>
                    <a:pt x="2191" y="974"/>
                  </a:cubicBezTo>
                  <a:cubicBezTo>
                    <a:pt x="2328" y="385"/>
                    <a:pt x="1840" y="1"/>
                    <a:pt x="1378" y="1"/>
                  </a:cubicBezTo>
                  <a:close/>
                </a:path>
              </a:pathLst>
            </a:custGeom>
            <a:solidFill>
              <a:srgbClr val="FFFD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4"/>
            <p:cNvSpPr/>
            <p:nvPr/>
          </p:nvSpPr>
          <p:spPr>
            <a:xfrm>
              <a:off x="3894584" y="2701986"/>
              <a:ext cx="92507" cy="71747"/>
            </a:xfrm>
            <a:custGeom>
              <a:rect b="b" l="l" r="r" t="t"/>
              <a:pathLst>
                <a:path extrusionOk="0" h="1576" w="2032">
                  <a:moveTo>
                    <a:pt x="1005" y="0"/>
                  </a:moveTo>
                  <a:cubicBezTo>
                    <a:pt x="0" y="0"/>
                    <a:pt x="0" y="1575"/>
                    <a:pt x="1005" y="1575"/>
                  </a:cubicBezTo>
                  <a:cubicBezTo>
                    <a:pt x="2032" y="1575"/>
                    <a:pt x="2032" y="0"/>
                    <a:pt x="1005" y="0"/>
                  </a:cubicBezTo>
                  <a:close/>
                </a:path>
              </a:pathLst>
            </a:custGeom>
            <a:solidFill>
              <a:srgbClr val="FFFD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4" name="Google Shape;124;p4"/>
          <p:cNvGrpSpPr/>
          <p:nvPr/>
        </p:nvGrpSpPr>
        <p:grpSpPr>
          <a:xfrm rot="-8972305">
            <a:off x="3562116" y="3835696"/>
            <a:ext cx="2019767" cy="1805111"/>
            <a:chOff x="3536075" y="659925"/>
            <a:chExt cx="2759951" cy="2466630"/>
          </a:xfrm>
        </p:grpSpPr>
        <p:sp>
          <p:nvSpPr>
            <p:cNvPr id="125" name="Google Shape;125;p4"/>
            <p:cNvSpPr/>
            <p:nvPr/>
          </p:nvSpPr>
          <p:spPr>
            <a:xfrm>
              <a:off x="3536075" y="659925"/>
              <a:ext cx="2269649" cy="1912733"/>
            </a:xfrm>
            <a:custGeom>
              <a:rect b="b" l="l" r="r" t="t"/>
              <a:pathLst>
                <a:path extrusionOk="0" h="42015" w="49855">
                  <a:moveTo>
                    <a:pt x="21089" y="25971"/>
                  </a:moveTo>
                  <a:lnTo>
                    <a:pt x="21089" y="25971"/>
                  </a:lnTo>
                  <a:cubicBezTo>
                    <a:pt x="23205" y="26490"/>
                    <a:pt x="25348" y="27512"/>
                    <a:pt x="26341" y="29335"/>
                  </a:cubicBezTo>
                  <a:cubicBezTo>
                    <a:pt x="27049" y="30613"/>
                    <a:pt x="27049" y="32690"/>
                    <a:pt x="25611" y="33512"/>
                  </a:cubicBezTo>
                  <a:cubicBezTo>
                    <a:pt x="25225" y="33735"/>
                    <a:pt x="24834" y="33832"/>
                    <a:pt x="24452" y="33832"/>
                  </a:cubicBezTo>
                  <a:cubicBezTo>
                    <a:pt x="23068" y="33832"/>
                    <a:pt x="21792" y="32560"/>
                    <a:pt x="21274" y="31344"/>
                  </a:cubicBezTo>
                  <a:cubicBezTo>
                    <a:pt x="20545" y="29638"/>
                    <a:pt x="20595" y="27751"/>
                    <a:pt x="21089" y="25971"/>
                  </a:cubicBezTo>
                  <a:close/>
                  <a:moveTo>
                    <a:pt x="48569" y="0"/>
                  </a:moveTo>
                  <a:cubicBezTo>
                    <a:pt x="48290" y="0"/>
                    <a:pt x="48022" y="142"/>
                    <a:pt x="47865" y="484"/>
                  </a:cubicBezTo>
                  <a:cubicBezTo>
                    <a:pt x="44487" y="7994"/>
                    <a:pt x="36087" y="10367"/>
                    <a:pt x="29445" y="14088"/>
                  </a:cubicBezTo>
                  <a:cubicBezTo>
                    <a:pt x="25584" y="16259"/>
                    <a:pt x="21564" y="19621"/>
                    <a:pt x="19778" y="23808"/>
                  </a:cubicBezTo>
                  <a:lnTo>
                    <a:pt x="19778" y="23808"/>
                  </a:lnTo>
                  <a:cubicBezTo>
                    <a:pt x="18930" y="23705"/>
                    <a:pt x="18078" y="23657"/>
                    <a:pt x="17250" y="23657"/>
                  </a:cubicBezTo>
                  <a:cubicBezTo>
                    <a:pt x="15666" y="23657"/>
                    <a:pt x="14172" y="23832"/>
                    <a:pt x="12965" y="24131"/>
                  </a:cubicBezTo>
                  <a:cubicBezTo>
                    <a:pt x="5228" y="26025"/>
                    <a:pt x="1" y="33238"/>
                    <a:pt x="46" y="41090"/>
                  </a:cubicBezTo>
                  <a:cubicBezTo>
                    <a:pt x="58" y="41706"/>
                    <a:pt x="537" y="42015"/>
                    <a:pt x="1011" y="42015"/>
                  </a:cubicBezTo>
                  <a:cubicBezTo>
                    <a:pt x="1484" y="42015"/>
                    <a:pt x="1952" y="41706"/>
                    <a:pt x="1941" y="41090"/>
                  </a:cubicBezTo>
                  <a:cubicBezTo>
                    <a:pt x="1918" y="35407"/>
                    <a:pt x="4931" y="29929"/>
                    <a:pt x="10021" y="27258"/>
                  </a:cubicBezTo>
                  <a:cubicBezTo>
                    <a:pt x="12235" y="26084"/>
                    <a:pt x="14742" y="25510"/>
                    <a:pt x="17239" y="25510"/>
                  </a:cubicBezTo>
                  <a:cubicBezTo>
                    <a:pt x="17703" y="25510"/>
                    <a:pt x="18165" y="25530"/>
                    <a:pt x="18626" y="25569"/>
                  </a:cubicBezTo>
                  <a:cubicBezTo>
                    <a:pt x="18801" y="25584"/>
                    <a:pt x="18980" y="25602"/>
                    <a:pt x="19163" y="25624"/>
                  </a:cubicBezTo>
                  <a:lnTo>
                    <a:pt x="19163" y="25624"/>
                  </a:lnTo>
                  <a:cubicBezTo>
                    <a:pt x="18795" y="27085"/>
                    <a:pt x="18709" y="28631"/>
                    <a:pt x="18991" y="30248"/>
                  </a:cubicBezTo>
                  <a:cubicBezTo>
                    <a:pt x="19465" y="33021"/>
                    <a:pt x="21452" y="35705"/>
                    <a:pt x="24492" y="35705"/>
                  </a:cubicBezTo>
                  <a:cubicBezTo>
                    <a:pt x="24530" y="35705"/>
                    <a:pt x="24568" y="35704"/>
                    <a:pt x="24606" y="35703"/>
                  </a:cubicBezTo>
                  <a:cubicBezTo>
                    <a:pt x="27391" y="35635"/>
                    <a:pt x="28989" y="32964"/>
                    <a:pt x="28669" y="30385"/>
                  </a:cubicBezTo>
                  <a:cubicBezTo>
                    <a:pt x="28220" y="26867"/>
                    <a:pt x="25218" y="24973"/>
                    <a:pt x="21756" y="24157"/>
                  </a:cubicBezTo>
                  <a:lnTo>
                    <a:pt x="21756" y="24157"/>
                  </a:lnTo>
                  <a:cubicBezTo>
                    <a:pt x="21993" y="23638"/>
                    <a:pt x="22262" y="23140"/>
                    <a:pt x="22552" y="22670"/>
                  </a:cubicBezTo>
                  <a:cubicBezTo>
                    <a:pt x="25679" y="17603"/>
                    <a:pt x="31340" y="15183"/>
                    <a:pt x="36475" y="12673"/>
                  </a:cubicBezTo>
                  <a:cubicBezTo>
                    <a:pt x="41680" y="10116"/>
                    <a:pt x="47021" y="6966"/>
                    <a:pt x="49509" y="1443"/>
                  </a:cubicBezTo>
                  <a:cubicBezTo>
                    <a:pt x="49854" y="689"/>
                    <a:pt x="49184" y="0"/>
                    <a:pt x="4856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4"/>
            <p:cNvSpPr/>
            <p:nvPr/>
          </p:nvSpPr>
          <p:spPr>
            <a:xfrm>
              <a:off x="5364949" y="1024852"/>
              <a:ext cx="253574" cy="257763"/>
            </a:xfrm>
            <a:custGeom>
              <a:rect b="b" l="l" r="r" t="t"/>
              <a:pathLst>
                <a:path extrusionOk="0" h="5662" w="5570">
                  <a:moveTo>
                    <a:pt x="2420" y="0"/>
                  </a:moveTo>
                  <a:lnTo>
                    <a:pt x="0" y="2169"/>
                  </a:lnTo>
                  <a:lnTo>
                    <a:pt x="3150" y="5661"/>
                  </a:lnTo>
                  <a:lnTo>
                    <a:pt x="5570" y="3493"/>
                  </a:lnTo>
                  <a:lnTo>
                    <a:pt x="2420"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4"/>
            <p:cNvSpPr/>
            <p:nvPr/>
          </p:nvSpPr>
          <p:spPr>
            <a:xfrm>
              <a:off x="5508352" y="1183824"/>
              <a:ext cx="768917" cy="803334"/>
            </a:xfrm>
            <a:custGeom>
              <a:rect b="b" l="l" r="r" t="t"/>
              <a:pathLst>
                <a:path extrusionOk="0" h="17646" w="16890">
                  <a:moveTo>
                    <a:pt x="2420" y="1"/>
                  </a:moveTo>
                  <a:lnTo>
                    <a:pt x="0" y="2169"/>
                  </a:lnTo>
                  <a:cubicBezTo>
                    <a:pt x="0" y="2169"/>
                    <a:pt x="1004" y="17074"/>
                    <a:pt x="15476" y="17645"/>
                  </a:cubicBezTo>
                  <a:cubicBezTo>
                    <a:pt x="15488" y="17645"/>
                    <a:pt x="15501" y="17645"/>
                    <a:pt x="15513" y="17645"/>
                  </a:cubicBezTo>
                  <a:cubicBezTo>
                    <a:pt x="16272" y="17645"/>
                    <a:pt x="16889" y="16970"/>
                    <a:pt x="16799" y="16184"/>
                  </a:cubicBezTo>
                  <a:cubicBezTo>
                    <a:pt x="16320" y="12349"/>
                    <a:pt x="14220" y="1872"/>
                    <a:pt x="24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4"/>
            <p:cNvSpPr/>
            <p:nvPr/>
          </p:nvSpPr>
          <p:spPr>
            <a:xfrm>
              <a:off x="5543270" y="1138937"/>
              <a:ext cx="752756" cy="908952"/>
            </a:xfrm>
            <a:custGeom>
              <a:rect b="b" l="l" r="r" t="t"/>
              <a:pathLst>
                <a:path extrusionOk="0" h="19966" w="16535">
                  <a:moveTo>
                    <a:pt x="1388" y="0"/>
                  </a:moveTo>
                  <a:cubicBezTo>
                    <a:pt x="358" y="0"/>
                    <a:pt x="0" y="1599"/>
                    <a:pt x="1105" y="1854"/>
                  </a:cubicBezTo>
                  <a:cubicBezTo>
                    <a:pt x="9162" y="3703"/>
                    <a:pt x="14594" y="10801"/>
                    <a:pt x="14298" y="19041"/>
                  </a:cubicBezTo>
                  <a:cubicBezTo>
                    <a:pt x="14275" y="19658"/>
                    <a:pt x="14737" y="19966"/>
                    <a:pt x="15211" y="19966"/>
                  </a:cubicBezTo>
                  <a:cubicBezTo>
                    <a:pt x="15684" y="19966"/>
                    <a:pt x="16169" y="19658"/>
                    <a:pt x="16192" y="19041"/>
                  </a:cubicBezTo>
                  <a:cubicBezTo>
                    <a:pt x="16535" y="10003"/>
                    <a:pt x="10440" y="2037"/>
                    <a:pt x="1630" y="28"/>
                  </a:cubicBezTo>
                  <a:cubicBezTo>
                    <a:pt x="1546" y="9"/>
                    <a:pt x="1465" y="0"/>
                    <a:pt x="138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4"/>
            <p:cNvSpPr/>
            <p:nvPr/>
          </p:nvSpPr>
          <p:spPr>
            <a:xfrm>
              <a:off x="5557155" y="1345301"/>
              <a:ext cx="287855" cy="423610"/>
            </a:xfrm>
            <a:custGeom>
              <a:rect b="b" l="l" r="r" t="t"/>
              <a:pathLst>
                <a:path extrusionOk="0" h="9305" w="6323">
                  <a:moveTo>
                    <a:pt x="951" y="0"/>
                  </a:moveTo>
                  <a:cubicBezTo>
                    <a:pt x="489" y="0"/>
                    <a:pt x="1" y="384"/>
                    <a:pt x="138" y="973"/>
                  </a:cubicBezTo>
                  <a:cubicBezTo>
                    <a:pt x="891" y="4077"/>
                    <a:pt x="2420" y="6816"/>
                    <a:pt x="4657" y="9076"/>
                  </a:cubicBezTo>
                  <a:cubicBezTo>
                    <a:pt x="4818" y="9237"/>
                    <a:pt x="5000" y="9304"/>
                    <a:pt x="5177" y="9304"/>
                  </a:cubicBezTo>
                  <a:cubicBezTo>
                    <a:pt x="5779" y="9304"/>
                    <a:pt x="6322" y="8522"/>
                    <a:pt x="5776" y="7958"/>
                  </a:cubicBezTo>
                  <a:cubicBezTo>
                    <a:pt x="3721" y="5880"/>
                    <a:pt x="2329" y="3393"/>
                    <a:pt x="1644" y="562"/>
                  </a:cubicBezTo>
                  <a:cubicBezTo>
                    <a:pt x="1553" y="170"/>
                    <a:pt x="1258" y="0"/>
                    <a:pt x="951" y="0"/>
                  </a:cubicBezTo>
                  <a:close/>
                </a:path>
              </a:pathLst>
            </a:custGeom>
            <a:solidFill>
              <a:srgbClr val="FFFD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4"/>
            <p:cNvSpPr/>
            <p:nvPr/>
          </p:nvSpPr>
          <p:spPr>
            <a:xfrm>
              <a:off x="5816966" y="1752247"/>
              <a:ext cx="91460" cy="70700"/>
            </a:xfrm>
            <a:custGeom>
              <a:rect b="b" l="l" r="r" t="t"/>
              <a:pathLst>
                <a:path extrusionOk="0" h="1553" w="2009">
                  <a:moveTo>
                    <a:pt x="1004" y="0"/>
                  </a:moveTo>
                  <a:cubicBezTo>
                    <a:pt x="0" y="0"/>
                    <a:pt x="0" y="1552"/>
                    <a:pt x="1004" y="1552"/>
                  </a:cubicBezTo>
                  <a:cubicBezTo>
                    <a:pt x="2009" y="1552"/>
                    <a:pt x="2009" y="0"/>
                    <a:pt x="1004" y="0"/>
                  </a:cubicBezTo>
                  <a:close/>
                </a:path>
              </a:pathLst>
            </a:custGeom>
            <a:solidFill>
              <a:srgbClr val="FFFD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4"/>
            <p:cNvSpPr/>
            <p:nvPr/>
          </p:nvSpPr>
          <p:spPr>
            <a:xfrm>
              <a:off x="3789649" y="1929754"/>
              <a:ext cx="200583" cy="245243"/>
            </a:xfrm>
            <a:custGeom>
              <a:rect b="b" l="l" r="r" t="t"/>
              <a:pathLst>
                <a:path extrusionOk="0" h="5387" w="4406">
                  <a:moveTo>
                    <a:pt x="3127" y="0"/>
                  </a:moveTo>
                  <a:lnTo>
                    <a:pt x="0" y="868"/>
                  </a:lnTo>
                  <a:lnTo>
                    <a:pt x="1278" y="5387"/>
                  </a:lnTo>
                  <a:lnTo>
                    <a:pt x="4405" y="4520"/>
                  </a:lnTo>
                  <a:lnTo>
                    <a:pt x="312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4"/>
            <p:cNvSpPr/>
            <p:nvPr/>
          </p:nvSpPr>
          <p:spPr>
            <a:xfrm>
              <a:off x="3587017" y="2087856"/>
              <a:ext cx="845854" cy="990988"/>
            </a:xfrm>
            <a:custGeom>
              <a:rect b="b" l="l" r="r" t="t"/>
              <a:pathLst>
                <a:path extrusionOk="0" h="21768" w="18580">
                  <a:moveTo>
                    <a:pt x="8856" y="1"/>
                  </a:moveTo>
                  <a:lnTo>
                    <a:pt x="5729" y="868"/>
                  </a:lnTo>
                  <a:cubicBezTo>
                    <a:pt x="5729" y="868"/>
                    <a:pt x="0" y="14677"/>
                    <a:pt x="12714" y="21616"/>
                  </a:cubicBezTo>
                  <a:cubicBezTo>
                    <a:pt x="12906" y="21719"/>
                    <a:pt x="13115" y="21767"/>
                    <a:pt x="13321" y="21767"/>
                  </a:cubicBezTo>
                  <a:cubicBezTo>
                    <a:pt x="13849" y="21767"/>
                    <a:pt x="14359" y="21450"/>
                    <a:pt x="14540" y="20909"/>
                  </a:cubicBezTo>
                  <a:cubicBezTo>
                    <a:pt x="15841" y="17257"/>
                    <a:pt x="18580" y="6939"/>
                    <a:pt x="8856"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4"/>
            <p:cNvSpPr/>
            <p:nvPr/>
          </p:nvSpPr>
          <p:spPr>
            <a:xfrm>
              <a:off x="3900593" y="2025168"/>
              <a:ext cx="513613" cy="1101386"/>
            </a:xfrm>
            <a:custGeom>
              <a:rect b="b" l="l" r="r" t="t"/>
              <a:pathLst>
                <a:path extrusionOk="0" h="24193" w="11282">
                  <a:moveTo>
                    <a:pt x="1512" y="1"/>
                  </a:moveTo>
                  <a:cubicBezTo>
                    <a:pt x="708" y="1"/>
                    <a:pt x="1" y="961"/>
                    <a:pt x="781" y="1560"/>
                  </a:cubicBezTo>
                  <a:cubicBezTo>
                    <a:pt x="7309" y="6627"/>
                    <a:pt x="9250" y="15461"/>
                    <a:pt x="5255" y="22765"/>
                  </a:cubicBezTo>
                  <a:cubicBezTo>
                    <a:pt x="4845" y="23506"/>
                    <a:pt x="5503" y="24193"/>
                    <a:pt x="6144" y="24193"/>
                  </a:cubicBezTo>
                  <a:cubicBezTo>
                    <a:pt x="6431" y="24193"/>
                    <a:pt x="6715" y="24055"/>
                    <a:pt x="6899" y="23724"/>
                  </a:cubicBezTo>
                  <a:cubicBezTo>
                    <a:pt x="11281" y="15735"/>
                    <a:pt x="9341" y="5829"/>
                    <a:pt x="2128" y="214"/>
                  </a:cubicBezTo>
                  <a:cubicBezTo>
                    <a:pt x="1932" y="64"/>
                    <a:pt x="1719" y="1"/>
                    <a:pt x="151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4"/>
            <p:cNvSpPr/>
            <p:nvPr/>
          </p:nvSpPr>
          <p:spPr>
            <a:xfrm>
              <a:off x="3818739" y="2220197"/>
              <a:ext cx="128289" cy="472367"/>
            </a:xfrm>
            <a:custGeom>
              <a:rect b="b" l="l" r="r" t="t"/>
              <a:pathLst>
                <a:path extrusionOk="0" h="10376" w="2818">
                  <a:moveTo>
                    <a:pt x="1378" y="1"/>
                  </a:moveTo>
                  <a:cubicBezTo>
                    <a:pt x="1071" y="1"/>
                    <a:pt x="776" y="171"/>
                    <a:pt x="685" y="563"/>
                  </a:cubicBezTo>
                  <a:cubicBezTo>
                    <a:pt x="0" y="3690"/>
                    <a:pt x="137" y="6794"/>
                    <a:pt x="1119" y="9830"/>
                  </a:cubicBezTo>
                  <a:cubicBezTo>
                    <a:pt x="1246" y="10211"/>
                    <a:pt x="1560" y="10376"/>
                    <a:pt x="1873" y="10376"/>
                  </a:cubicBezTo>
                  <a:cubicBezTo>
                    <a:pt x="2347" y="10376"/>
                    <a:pt x="2818" y="9997"/>
                    <a:pt x="2625" y="9419"/>
                  </a:cubicBezTo>
                  <a:cubicBezTo>
                    <a:pt x="1712" y="6635"/>
                    <a:pt x="1552" y="3827"/>
                    <a:pt x="2191" y="974"/>
                  </a:cubicBezTo>
                  <a:cubicBezTo>
                    <a:pt x="2328" y="385"/>
                    <a:pt x="1840" y="1"/>
                    <a:pt x="1378" y="1"/>
                  </a:cubicBezTo>
                  <a:close/>
                </a:path>
              </a:pathLst>
            </a:custGeom>
            <a:solidFill>
              <a:srgbClr val="FFFD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4"/>
            <p:cNvSpPr/>
            <p:nvPr/>
          </p:nvSpPr>
          <p:spPr>
            <a:xfrm>
              <a:off x="3894584" y="2701986"/>
              <a:ext cx="92507" cy="71747"/>
            </a:xfrm>
            <a:custGeom>
              <a:rect b="b" l="l" r="r" t="t"/>
              <a:pathLst>
                <a:path extrusionOk="0" h="1576" w="2032">
                  <a:moveTo>
                    <a:pt x="1005" y="0"/>
                  </a:moveTo>
                  <a:cubicBezTo>
                    <a:pt x="0" y="0"/>
                    <a:pt x="0" y="1575"/>
                    <a:pt x="1005" y="1575"/>
                  </a:cubicBezTo>
                  <a:cubicBezTo>
                    <a:pt x="2032" y="1575"/>
                    <a:pt x="2032" y="0"/>
                    <a:pt x="1005" y="0"/>
                  </a:cubicBezTo>
                  <a:close/>
                </a:path>
              </a:pathLst>
            </a:custGeom>
            <a:solidFill>
              <a:srgbClr val="FFFD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6" name="Google Shape;136;p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37" name="Shape 137"/>
        <p:cNvGrpSpPr/>
        <p:nvPr/>
      </p:nvGrpSpPr>
      <p:grpSpPr>
        <a:xfrm>
          <a:off x="0" y="0"/>
          <a:ext cx="0" cy="0"/>
          <a:chOff x="0" y="0"/>
          <a:chExt cx="0" cy="0"/>
        </a:xfrm>
      </p:grpSpPr>
      <p:sp>
        <p:nvSpPr>
          <p:cNvPr id="138" name="Google Shape;138;p5"/>
          <p:cNvSpPr txBox="1"/>
          <p:nvPr>
            <p:ph idx="1" type="body"/>
          </p:nvPr>
        </p:nvSpPr>
        <p:spPr>
          <a:xfrm>
            <a:off x="1373700" y="3406000"/>
            <a:ext cx="2541000" cy="790800"/>
          </a:xfrm>
          <a:prstGeom prst="rect">
            <a:avLst/>
          </a:prstGeom>
        </p:spPr>
        <p:txBody>
          <a:bodyPr anchorCtr="0" anchor="t" bIns="91425" lIns="91425" spcFirstLastPara="1" rIns="91425" wrap="square" tIns="91425">
            <a:noAutofit/>
          </a:bodyPr>
          <a:lstStyle>
            <a:lvl1pPr indent="-317500" lvl="0" marL="457200" rtl="0" algn="ctr">
              <a:lnSpc>
                <a:spcPct val="100000"/>
              </a:lnSpc>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139" name="Google Shape;139;p5"/>
          <p:cNvSpPr txBox="1"/>
          <p:nvPr>
            <p:ph idx="2" type="body"/>
          </p:nvPr>
        </p:nvSpPr>
        <p:spPr>
          <a:xfrm>
            <a:off x="5234775" y="3406000"/>
            <a:ext cx="2541000" cy="790800"/>
          </a:xfrm>
          <a:prstGeom prst="rect">
            <a:avLst/>
          </a:prstGeom>
        </p:spPr>
        <p:txBody>
          <a:bodyPr anchorCtr="0" anchor="t" bIns="91425" lIns="91425" spcFirstLastPara="1" rIns="91425" wrap="square" tIns="91425">
            <a:noAutofit/>
          </a:bodyPr>
          <a:lstStyle>
            <a:lvl1pPr indent="-317500" lvl="0" marL="457200" rtl="0" algn="ctr">
              <a:lnSpc>
                <a:spcPct val="100000"/>
              </a:lnSpc>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140" name="Google Shape;140;p5"/>
          <p:cNvSpPr txBox="1"/>
          <p:nvPr>
            <p:ph idx="3" type="subTitle"/>
          </p:nvPr>
        </p:nvSpPr>
        <p:spPr>
          <a:xfrm>
            <a:off x="1599750" y="2987259"/>
            <a:ext cx="2088900" cy="4569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accent3"/>
              </a:buClr>
              <a:buSzPts val="2000"/>
              <a:buFont typeface="Fredoka One"/>
              <a:buNone/>
              <a:defRPr b="1" sz="2000">
                <a:solidFill>
                  <a:schemeClr val="dk1"/>
                </a:solidFill>
                <a:latin typeface="Sansita"/>
                <a:ea typeface="Sansita"/>
                <a:cs typeface="Sansita"/>
                <a:sym typeface="Sansita"/>
              </a:defRPr>
            </a:lvl1pPr>
            <a:lvl2pPr lvl="1" rtl="0">
              <a:spcBef>
                <a:spcPts val="0"/>
              </a:spcBef>
              <a:spcAft>
                <a:spcPts val="0"/>
              </a:spcAft>
              <a:buClr>
                <a:schemeClr val="accent3"/>
              </a:buClr>
              <a:buSzPts val="2000"/>
              <a:buNone/>
              <a:defRPr sz="2000">
                <a:solidFill>
                  <a:schemeClr val="accent3"/>
                </a:solidFill>
              </a:defRPr>
            </a:lvl2pPr>
            <a:lvl3pPr lvl="2" rtl="0">
              <a:spcBef>
                <a:spcPts val="0"/>
              </a:spcBef>
              <a:spcAft>
                <a:spcPts val="0"/>
              </a:spcAft>
              <a:buClr>
                <a:schemeClr val="accent3"/>
              </a:buClr>
              <a:buSzPts val="2000"/>
              <a:buNone/>
              <a:defRPr sz="2000">
                <a:solidFill>
                  <a:schemeClr val="accent3"/>
                </a:solidFill>
              </a:defRPr>
            </a:lvl3pPr>
            <a:lvl4pPr lvl="3" rtl="0">
              <a:spcBef>
                <a:spcPts val="1600"/>
              </a:spcBef>
              <a:spcAft>
                <a:spcPts val="0"/>
              </a:spcAft>
              <a:buClr>
                <a:schemeClr val="accent3"/>
              </a:buClr>
              <a:buSzPts val="2000"/>
              <a:buNone/>
              <a:defRPr sz="2000">
                <a:solidFill>
                  <a:schemeClr val="accent3"/>
                </a:solidFill>
              </a:defRPr>
            </a:lvl4pPr>
            <a:lvl5pPr lvl="4" rtl="0">
              <a:spcBef>
                <a:spcPts val="1600"/>
              </a:spcBef>
              <a:spcAft>
                <a:spcPts val="0"/>
              </a:spcAft>
              <a:buClr>
                <a:schemeClr val="accent3"/>
              </a:buClr>
              <a:buSzPts val="2000"/>
              <a:buNone/>
              <a:defRPr sz="2000">
                <a:solidFill>
                  <a:schemeClr val="accent3"/>
                </a:solidFill>
              </a:defRPr>
            </a:lvl5pPr>
            <a:lvl6pPr lvl="5" rtl="0">
              <a:spcBef>
                <a:spcPts val="0"/>
              </a:spcBef>
              <a:spcAft>
                <a:spcPts val="0"/>
              </a:spcAft>
              <a:buClr>
                <a:schemeClr val="accent3"/>
              </a:buClr>
              <a:buSzPts val="2000"/>
              <a:buNone/>
              <a:defRPr sz="2000">
                <a:solidFill>
                  <a:schemeClr val="accent3"/>
                </a:solidFill>
              </a:defRPr>
            </a:lvl6pPr>
            <a:lvl7pPr lvl="6" rtl="0">
              <a:spcBef>
                <a:spcPts val="1600"/>
              </a:spcBef>
              <a:spcAft>
                <a:spcPts val="0"/>
              </a:spcAft>
              <a:buClr>
                <a:schemeClr val="accent3"/>
              </a:buClr>
              <a:buSzPts val="2000"/>
              <a:buNone/>
              <a:defRPr sz="2000">
                <a:solidFill>
                  <a:schemeClr val="accent3"/>
                </a:solidFill>
              </a:defRPr>
            </a:lvl7pPr>
            <a:lvl8pPr lvl="7" rtl="0">
              <a:spcBef>
                <a:spcPts val="1600"/>
              </a:spcBef>
              <a:spcAft>
                <a:spcPts val="0"/>
              </a:spcAft>
              <a:buClr>
                <a:schemeClr val="accent3"/>
              </a:buClr>
              <a:buSzPts val="2000"/>
              <a:buNone/>
              <a:defRPr sz="2000">
                <a:solidFill>
                  <a:schemeClr val="accent3"/>
                </a:solidFill>
              </a:defRPr>
            </a:lvl8pPr>
            <a:lvl9pPr lvl="8" rtl="0">
              <a:spcBef>
                <a:spcPts val="1600"/>
              </a:spcBef>
              <a:spcAft>
                <a:spcPts val="1600"/>
              </a:spcAft>
              <a:buClr>
                <a:schemeClr val="accent3"/>
              </a:buClr>
              <a:buSzPts val="2000"/>
              <a:buNone/>
              <a:defRPr sz="2000">
                <a:solidFill>
                  <a:schemeClr val="accent3"/>
                </a:solidFill>
              </a:defRPr>
            </a:lvl9pPr>
          </a:lstStyle>
          <a:p/>
        </p:txBody>
      </p:sp>
      <p:sp>
        <p:nvSpPr>
          <p:cNvPr id="141" name="Google Shape;141;p5"/>
          <p:cNvSpPr txBox="1"/>
          <p:nvPr>
            <p:ph idx="4" type="subTitle"/>
          </p:nvPr>
        </p:nvSpPr>
        <p:spPr>
          <a:xfrm>
            <a:off x="5460825" y="2987259"/>
            <a:ext cx="2088900" cy="4569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accent3"/>
              </a:buClr>
              <a:buSzPts val="2000"/>
              <a:buFont typeface="Fredoka One"/>
              <a:buNone/>
              <a:defRPr b="1" sz="2000">
                <a:solidFill>
                  <a:schemeClr val="dk1"/>
                </a:solidFill>
                <a:latin typeface="Sansita"/>
                <a:ea typeface="Sansita"/>
                <a:cs typeface="Sansita"/>
                <a:sym typeface="Sansita"/>
              </a:defRPr>
            </a:lvl1pPr>
            <a:lvl2pPr lvl="1" rtl="0">
              <a:spcBef>
                <a:spcPts val="0"/>
              </a:spcBef>
              <a:spcAft>
                <a:spcPts val="0"/>
              </a:spcAft>
              <a:buClr>
                <a:schemeClr val="accent3"/>
              </a:buClr>
              <a:buSzPts val="2000"/>
              <a:buNone/>
              <a:defRPr sz="2000">
                <a:solidFill>
                  <a:schemeClr val="accent3"/>
                </a:solidFill>
              </a:defRPr>
            </a:lvl2pPr>
            <a:lvl3pPr lvl="2" rtl="0">
              <a:spcBef>
                <a:spcPts val="0"/>
              </a:spcBef>
              <a:spcAft>
                <a:spcPts val="0"/>
              </a:spcAft>
              <a:buClr>
                <a:schemeClr val="accent3"/>
              </a:buClr>
              <a:buSzPts val="2000"/>
              <a:buNone/>
              <a:defRPr sz="2000">
                <a:solidFill>
                  <a:schemeClr val="accent3"/>
                </a:solidFill>
              </a:defRPr>
            </a:lvl3pPr>
            <a:lvl4pPr lvl="3" rtl="0">
              <a:spcBef>
                <a:spcPts val="1600"/>
              </a:spcBef>
              <a:spcAft>
                <a:spcPts val="0"/>
              </a:spcAft>
              <a:buClr>
                <a:schemeClr val="accent3"/>
              </a:buClr>
              <a:buSzPts val="2000"/>
              <a:buNone/>
              <a:defRPr sz="2000">
                <a:solidFill>
                  <a:schemeClr val="accent3"/>
                </a:solidFill>
              </a:defRPr>
            </a:lvl4pPr>
            <a:lvl5pPr lvl="4" rtl="0">
              <a:spcBef>
                <a:spcPts val="1600"/>
              </a:spcBef>
              <a:spcAft>
                <a:spcPts val="0"/>
              </a:spcAft>
              <a:buClr>
                <a:schemeClr val="accent3"/>
              </a:buClr>
              <a:buSzPts val="2000"/>
              <a:buNone/>
              <a:defRPr sz="2000">
                <a:solidFill>
                  <a:schemeClr val="accent3"/>
                </a:solidFill>
              </a:defRPr>
            </a:lvl5pPr>
            <a:lvl6pPr lvl="5" rtl="0">
              <a:spcBef>
                <a:spcPts val="0"/>
              </a:spcBef>
              <a:spcAft>
                <a:spcPts val="0"/>
              </a:spcAft>
              <a:buClr>
                <a:schemeClr val="accent3"/>
              </a:buClr>
              <a:buSzPts val="2000"/>
              <a:buNone/>
              <a:defRPr sz="2000">
                <a:solidFill>
                  <a:schemeClr val="accent3"/>
                </a:solidFill>
              </a:defRPr>
            </a:lvl6pPr>
            <a:lvl7pPr lvl="6" rtl="0">
              <a:spcBef>
                <a:spcPts val="1600"/>
              </a:spcBef>
              <a:spcAft>
                <a:spcPts val="0"/>
              </a:spcAft>
              <a:buClr>
                <a:schemeClr val="accent3"/>
              </a:buClr>
              <a:buSzPts val="2000"/>
              <a:buNone/>
              <a:defRPr sz="2000">
                <a:solidFill>
                  <a:schemeClr val="accent3"/>
                </a:solidFill>
              </a:defRPr>
            </a:lvl7pPr>
            <a:lvl8pPr lvl="7" rtl="0">
              <a:spcBef>
                <a:spcPts val="1600"/>
              </a:spcBef>
              <a:spcAft>
                <a:spcPts val="0"/>
              </a:spcAft>
              <a:buClr>
                <a:schemeClr val="accent3"/>
              </a:buClr>
              <a:buSzPts val="2000"/>
              <a:buNone/>
              <a:defRPr sz="2000">
                <a:solidFill>
                  <a:schemeClr val="accent3"/>
                </a:solidFill>
              </a:defRPr>
            </a:lvl8pPr>
            <a:lvl9pPr lvl="8" rtl="0">
              <a:spcBef>
                <a:spcPts val="1600"/>
              </a:spcBef>
              <a:spcAft>
                <a:spcPts val="1600"/>
              </a:spcAft>
              <a:buClr>
                <a:schemeClr val="accent3"/>
              </a:buClr>
              <a:buSzPts val="2000"/>
              <a:buNone/>
              <a:defRPr sz="2000">
                <a:solidFill>
                  <a:schemeClr val="accent3"/>
                </a:solidFill>
              </a:defRPr>
            </a:lvl9pPr>
          </a:lstStyle>
          <a:p/>
        </p:txBody>
      </p:sp>
      <p:grpSp>
        <p:nvGrpSpPr>
          <p:cNvPr id="142" name="Google Shape;142;p5"/>
          <p:cNvGrpSpPr/>
          <p:nvPr/>
        </p:nvGrpSpPr>
        <p:grpSpPr>
          <a:xfrm flipH="1" rot="685970">
            <a:off x="395399" y="224652"/>
            <a:ext cx="585995" cy="909394"/>
            <a:chOff x="7686063" y="677323"/>
            <a:chExt cx="781665" cy="1213051"/>
          </a:xfrm>
        </p:grpSpPr>
        <p:sp>
          <p:nvSpPr>
            <p:cNvPr id="143" name="Google Shape;143;p5"/>
            <p:cNvSpPr/>
            <p:nvPr/>
          </p:nvSpPr>
          <p:spPr>
            <a:xfrm>
              <a:off x="7867565" y="740675"/>
              <a:ext cx="380187" cy="575627"/>
            </a:xfrm>
            <a:custGeom>
              <a:rect b="b" l="l" r="r" t="t"/>
              <a:pathLst>
                <a:path extrusionOk="0" h="13510" w="8923">
                  <a:moveTo>
                    <a:pt x="4662" y="1"/>
                  </a:moveTo>
                  <a:cubicBezTo>
                    <a:pt x="4161" y="2758"/>
                    <a:pt x="3309" y="6016"/>
                    <a:pt x="0" y="6592"/>
                  </a:cubicBezTo>
                  <a:cubicBezTo>
                    <a:pt x="2757" y="7820"/>
                    <a:pt x="3910" y="10702"/>
                    <a:pt x="4161" y="13509"/>
                  </a:cubicBezTo>
                  <a:cubicBezTo>
                    <a:pt x="4662" y="10753"/>
                    <a:pt x="5815" y="7920"/>
                    <a:pt x="8923" y="7068"/>
                  </a:cubicBezTo>
                  <a:cubicBezTo>
                    <a:pt x="5589" y="5915"/>
                    <a:pt x="5439" y="3760"/>
                    <a:pt x="466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5"/>
            <p:cNvSpPr/>
            <p:nvPr/>
          </p:nvSpPr>
          <p:spPr>
            <a:xfrm>
              <a:off x="8268709" y="1375767"/>
              <a:ext cx="199020" cy="133788"/>
            </a:xfrm>
            <a:custGeom>
              <a:rect b="b" l="l" r="r" t="t"/>
              <a:pathLst>
                <a:path extrusionOk="0" h="3140" w="4671">
                  <a:moveTo>
                    <a:pt x="2205" y="0"/>
                  </a:moveTo>
                  <a:cubicBezTo>
                    <a:pt x="245" y="0"/>
                    <a:pt x="0" y="3140"/>
                    <a:pt x="2515" y="3140"/>
                  </a:cubicBezTo>
                  <a:cubicBezTo>
                    <a:pt x="4420" y="3140"/>
                    <a:pt x="4671" y="57"/>
                    <a:pt x="2365" y="7"/>
                  </a:cubicBezTo>
                  <a:cubicBezTo>
                    <a:pt x="2310" y="2"/>
                    <a:pt x="2257" y="0"/>
                    <a:pt x="220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5"/>
            <p:cNvSpPr/>
            <p:nvPr/>
          </p:nvSpPr>
          <p:spPr>
            <a:xfrm>
              <a:off x="7781470" y="677323"/>
              <a:ext cx="94227" cy="63352"/>
            </a:xfrm>
            <a:custGeom>
              <a:rect b="b" l="l" r="r" t="t"/>
              <a:pathLst>
                <a:path extrusionOk="0" h="2361" w="3512">
                  <a:moveTo>
                    <a:pt x="1668" y="0"/>
                  </a:moveTo>
                  <a:cubicBezTo>
                    <a:pt x="192" y="0"/>
                    <a:pt x="1" y="2361"/>
                    <a:pt x="1908" y="2361"/>
                  </a:cubicBezTo>
                  <a:cubicBezTo>
                    <a:pt x="3336" y="2361"/>
                    <a:pt x="3512" y="55"/>
                    <a:pt x="1782" y="5"/>
                  </a:cubicBezTo>
                  <a:cubicBezTo>
                    <a:pt x="1743" y="2"/>
                    <a:pt x="1705" y="0"/>
                    <a:pt x="166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5"/>
            <p:cNvSpPr/>
            <p:nvPr/>
          </p:nvSpPr>
          <p:spPr>
            <a:xfrm>
              <a:off x="7686063" y="1316307"/>
              <a:ext cx="114785" cy="77120"/>
            </a:xfrm>
            <a:custGeom>
              <a:rect b="b" l="l" r="r" t="t"/>
              <a:pathLst>
                <a:path extrusionOk="0" h="1810" w="2694">
                  <a:moveTo>
                    <a:pt x="1275" y="1"/>
                  </a:moveTo>
                  <a:cubicBezTo>
                    <a:pt x="153" y="1"/>
                    <a:pt x="1" y="1809"/>
                    <a:pt x="1466" y="1809"/>
                  </a:cubicBezTo>
                  <a:cubicBezTo>
                    <a:pt x="2569" y="1809"/>
                    <a:pt x="2694" y="30"/>
                    <a:pt x="1366" y="5"/>
                  </a:cubicBezTo>
                  <a:cubicBezTo>
                    <a:pt x="1335" y="2"/>
                    <a:pt x="1305" y="1"/>
                    <a:pt x="127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5"/>
            <p:cNvSpPr/>
            <p:nvPr/>
          </p:nvSpPr>
          <p:spPr>
            <a:xfrm rot="-885390">
              <a:off x="7818742" y="1548804"/>
              <a:ext cx="211329" cy="319934"/>
            </a:xfrm>
            <a:custGeom>
              <a:rect b="b" l="l" r="r" t="t"/>
              <a:pathLst>
                <a:path extrusionOk="0" h="13510" w="8923">
                  <a:moveTo>
                    <a:pt x="4662" y="1"/>
                  </a:moveTo>
                  <a:cubicBezTo>
                    <a:pt x="4161" y="2758"/>
                    <a:pt x="3309" y="6016"/>
                    <a:pt x="0" y="6592"/>
                  </a:cubicBezTo>
                  <a:cubicBezTo>
                    <a:pt x="2757" y="7820"/>
                    <a:pt x="3910" y="10702"/>
                    <a:pt x="4161" y="13509"/>
                  </a:cubicBezTo>
                  <a:cubicBezTo>
                    <a:pt x="4662" y="10753"/>
                    <a:pt x="5815" y="7920"/>
                    <a:pt x="8923" y="7068"/>
                  </a:cubicBezTo>
                  <a:cubicBezTo>
                    <a:pt x="5589" y="5915"/>
                    <a:pt x="5439" y="3760"/>
                    <a:pt x="466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8" name="Google Shape;148;p5"/>
          <p:cNvGrpSpPr/>
          <p:nvPr/>
        </p:nvGrpSpPr>
        <p:grpSpPr>
          <a:xfrm>
            <a:off x="8496575" y="4222014"/>
            <a:ext cx="420720" cy="627915"/>
            <a:chOff x="7916904" y="1014028"/>
            <a:chExt cx="550825" cy="822094"/>
          </a:xfrm>
        </p:grpSpPr>
        <p:sp>
          <p:nvSpPr>
            <p:cNvPr id="149" name="Google Shape;149;p5"/>
            <p:cNvSpPr/>
            <p:nvPr/>
          </p:nvSpPr>
          <p:spPr>
            <a:xfrm>
              <a:off x="8268709" y="1375767"/>
              <a:ext cx="199020" cy="133788"/>
            </a:xfrm>
            <a:custGeom>
              <a:rect b="b" l="l" r="r" t="t"/>
              <a:pathLst>
                <a:path extrusionOk="0" h="3140" w="4671">
                  <a:moveTo>
                    <a:pt x="2205" y="0"/>
                  </a:moveTo>
                  <a:cubicBezTo>
                    <a:pt x="245" y="0"/>
                    <a:pt x="0" y="3140"/>
                    <a:pt x="2515" y="3140"/>
                  </a:cubicBezTo>
                  <a:cubicBezTo>
                    <a:pt x="4420" y="3140"/>
                    <a:pt x="4671" y="57"/>
                    <a:pt x="2365" y="7"/>
                  </a:cubicBezTo>
                  <a:cubicBezTo>
                    <a:pt x="2310" y="2"/>
                    <a:pt x="2257" y="0"/>
                    <a:pt x="220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5"/>
            <p:cNvSpPr/>
            <p:nvPr/>
          </p:nvSpPr>
          <p:spPr>
            <a:xfrm>
              <a:off x="8180528" y="1014028"/>
              <a:ext cx="94227" cy="63352"/>
            </a:xfrm>
            <a:custGeom>
              <a:rect b="b" l="l" r="r" t="t"/>
              <a:pathLst>
                <a:path extrusionOk="0" h="2361" w="3512">
                  <a:moveTo>
                    <a:pt x="1668" y="0"/>
                  </a:moveTo>
                  <a:cubicBezTo>
                    <a:pt x="192" y="0"/>
                    <a:pt x="1" y="2361"/>
                    <a:pt x="1908" y="2361"/>
                  </a:cubicBezTo>
                  <a:cubicBezTo>
                    <a:pt x="3336" y="2361"/>
                    <a:pt x="3512" y="55"/>
                    <a:pt x="1782" y="5"/>
                  </a:cubicBezTo>
                  <a:cubicBezTo>
                    <a:pt x="1743" y="2"/>
                    <a:pt x="1705" y="0"/>
                    <a:pt x="166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5"/>
            <p:cNvSpPr/>
            <p:nvPr/>
          </p:nvSpPr>
          <p:spPr>
            <a:xfrm rot="-407710">
              <a:off x="7940398" y="1408120"/>
              <a:ext cx="272998" cy="413304"/>
            </a:xfrm>
            <a:custGeom>
              <a:rect b="b" l="l" r="r" t="t"/>
              <a:pathLst>
                <a:path extrusionOk="0" h="13510" w="8923">
                  <a:moveTo>
                    <a:pt x="4662" y="1"/>
                  </a:moveTo>
                  <a:cubicBezTo>
                    <a:pt x="4161" y="2758"/>
                    <a:pt x="3309" y="6016"/>
                    <a:pt x="0" y="6592"/>
                  </a:cubicBezTo>
                  <a:cubicBezTo>
                    <a:pt x="2757" y="7820"/>
                    <a:pt x="3910" y="10702"/>
                    <a:pt x="4161" y="13509"/>
                  </a:cubicBezTo>
                  <a:cubicBezTo>
                    <a:pt x="4662" y="10753"/>
                    <a:pt x="5815" y="7920"/>
                    <a:pt x="8923" y="7068"/>
                  </a:cubicBezTo>
                  <a:cubicBezTo>
                    <a:pt x="5589" y="5915"/>
                    <a:pt x="5439" y="3760"/>
                    <a:pt x="466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2" name="Google Shape;152;p5"/>
          <p:cNvGrpSpPr/>
          <p:nvPr/>
        </p:nvGrpSpPr>
        <p:grpSpPr>
          <a:xfrm rot="4391427">
            <a:off x="382683" y="3755489"/>
            <a:ext cx="1467387" cy="1274191"/>
            <a:chOff x="424563" y="201981"/>
            <a:chExt cx="1467343" cy="1274153"/>
          </a:xfrm>
        </p:grpSpPr>
        <p:sp>
          <p:nvSpPr>
            <p:cNvPr id="153" name="Google Shape;153;p5"/>
            <p:cNvSpPr/>
            <p:nvPr/>
          </p:nvSpPr>
          <p:spPr>
            <a:xfrm>
              <a:off x="523863" y="301875"/>
              <a:ext cx="1246375" cy="1050375"/>
            </a:xfrm>
            <a:custGeom>
              <a:rect b="b" l="l" r="r" t="t"/>
              <a:pathLst>
                <a:path extrusionOk="0" h="42015" w="49855">
                  <a:moveTo>
                    <a:pt x="21089" y="25971"/>
                  </a:moveTo>
                  <a:lnTo>
                    <a:pt x="21089" y="25971"/>
                  </a:lnTo>
                  <a:cubicBezTo>
                    <a:pt x="23205" y="26490"/>
                    <a:pt x="25348" y="27512"/>
                    <a:pt x="26341" y="29335"/>
                  </a:cubicBezTo>
                  <a:cubicBezTo>
                    <a:pt x="27049" y="30613"/>
                    <a:pt x="27049" y="32690"/>
                    <a:pt x="25611" y="33512"/>
                  </a:cubicBezTo>
                  <a:cubicBezTo>
                    <a:pt x="25225" y="33735"/>
                    <a:pt x="24834" y="33832"/>
                    <a:pt x="24452" y="33832"/>
                  </a:cubicBezTo>
                  <a:cubicBezTo>
                    <a:pt x="23068" y="33832"/>
                    <a:pt x="21792" y="32560"/>
                    <a:pt x="21274" y="31344"/>
                  </a:cubicBezTo>
                  <a:cubicBezTo>
                    <a:pt x="20545" y="29638"/>
                    <a:pt x="20595" y="27751"/>
                    <a:pt x="21089" y="25971"/>
                  </a:cubicBezTo>
                  <a:close/>
                  <a:moveTo>
                    <a:pt x="48569" y="0"/>
                  </a:moveTo>
                  <a:cubicBezTo>
                    <a:pt x="48290" y="0"/>
                    <a:pt x="48022" y="142"/>
                    <a:pt x="47865" y="484"/>
                  </a:cubicBezTo>
                  <a:cubicBezTo>
                    <a:pt x="44487" y="7994"/>
                    <a:pt x="36087" y="10367"/>
                    <a:pt x="29445" y="14088"/>
                  </a:cubicBezTo>
                  <a:cubicBezTo>
                    <a:pt x="25584" y="16259"/>
                    <a:pt x="21564" y="19621"/>
                    <a:pt x="19778" y="23808"/>
                  </a:cubicBezTo>
                  <a:lnTo>
                    <a:pt x="19778" y="23808"/>
                  </a:lnTo>
                  <a:cubicBezTo>
                    <a:pt x="18930" y="23705"/>
                    <a:pt x="18078" y="23657"/>
                    <a:pt x="17250" y="23657"/>
                  </a:cubicBezTo>
                  <a:cubicBezTo>
                    <a:pt x="15666" y="23657"/>
                    <a:pt x="14172" y="23832"/>
                    <a:pt x="12965" y="24131"/>
                  </a:cubicBezTo>
                  <a:cubicBezTo>
                    <a:pt x="5228" y="26025"/>
                    <a:pt x="1" y="33238"/>
                    <a:pt x="46" y="41090"/>
                  </a:cubicBezTo>
                  <a:cubicBezTo>
                    <a:pt x="58" y="41706"/>
                    <a:pt x="537" y="42015"/>
                    <a:pt x="1011" y="42015"/>
                  </a:cubicBezTo>
                  <a:cubicBezTo>
                    <a:pt x="1484" y="42015"/>
                    <a:pt x="1952" y="41706"/>
                    <a:pt x="1941" y="41090"/>
                  </a:cubicBezTo>
                  <a:cubicBezTo>
                    <a:pt x="1918" y="35407"/>
                    <a:pt x="4931" y="29929"/>
                    <a:pt x="10021" y="27258"/>
                  </a:cubicBezTo>
                  <a:cubicBezTo>
                    <a:pt x="12235" y="26084"/>
                    <a:pt x="14742" y="25510"/>
                    <a:pt x="17239" y="25510"/>
                  </a:cubicBezTo>
                  <a:cubicBezTo>
                    <a:pt x="17703" y="25510"/>
                    <a:pt x="18165" y="25530"/>
                    <a:pt x="18626" y="25569"/>
                  </a:cubicBezTo>
                  <a:cubicBezTo>
                    <a:pt x="18801" y="25584"/>
                    <a:pt x="18980" y="25602"/>
                    <a:pt x="19163" y="25624"/>
                  </a:cubicBezTo>
                  <a:lnTo>
                    <a:pt x="19163" y="25624"/>
                  </a:lnTo>
                  <a:cubicBezTo>
                    <a:pt x="18795" y="27085"/>
                    <a:pt x="18709" y="28631"/>
                    <a:pt x="18991" y="30248"/>
                  </a:cubicBezTo>
                  <a:cubicBezTo>
                    <a:pt x="19465" y="33021"/>
                    <a:pt x="21452" y="35705"/>
                    <a:pt x="24492" y="35705"/>
                  </a:cubicBezTo>
                  <a:cubicBezTo>
                    <a:pt x="24530" y="35705"/>
                    <a:pt x="24568" y="35704"/>
                    <a:pt x="24606" y="35703"/>
                  </a:cubicBezTo>
                  <a:cubicBezTo>
                    <a:pt x="27391" y="35635"/>
                    <a:pt x="28989" y="32964"/>
                    <a:pt x="28669" y="30385"/>
                  </a:cubicBezTo>
                  <a:cubicBezTo>
                    <a:pt x="28220" y="26867"/>
                    <a:pt x="25218" y="24973"/>
                    <a:pt x="21756" y="24157"/>
                  </a:cubicBezTo>
                  <a:lnTo>
                    <a:pt x="21756" y="24157"/>
                  </a:lnTo>
                  <a:cubicBezTo>
                    <a:pt x="21993" y="23638"/>
                    <a:pt x="22262" y="23140"/>
                    <a:pt x="22552" y="22670"/>
                  </a:cubicBezTo>
                  <a:cubicBezTo>
                    <a:pt x="25679" y="17603"/>
                    <a:pt x="31340" y="15183"/>
                    <a:pt x="36475" y="12673"/>
                  </a:cubicBezTo>
                  <a:cubicBezTo>
                    <a:pt x="41680" y="10116"/>
                    <a:pt x="47021" y="6966"/>
                    <a:pt x="49509" y="1443"/>
                  </a:cubicBezTo>
                  <a:cubicBezTo>
                    <a:pt x="49854" y="689"/>
                    <a:pt x="49184" y="0"/>
                    <a:pt x="4856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5"/>
            <p:cNvSpPr/>
            <p:nvPr/>
          </p:nvSpPr>
          <p:spPr>
            <a:xfrm>
              <a:off x="1693275" y="201981"/>
              <a:ext cx="198631" cy="199803"/>
            </a:xfrm>
            <a:custGeom>
              <a:rect b="b" l="l" r="r" t="t"/>
              <a:pathLst>
                <a:path extrusionOk="0" h="4262" w="4237">
                  <a:moveTo>
                    <a:pt x="2131" y="1"/>
                  </a:moveTo>
                  <a:cubicBezTo>
                    <a:pt x="953" y="1"/>
                    <a:pt x="1" y="953"/>
                    <a:pt x="1" y="2131"/>
                  </a:cubicBezTo>
                  <a:cubicBezTo>
                    <a:pt x="1" y="3309"/>
                    <a:pt x="953" y="4261"/>
                    <a:pt x="2131" y="4261"/>
                  </a:cubicBezTo>
                  <a:cubicBezTo>
                    <a:pt x="3309" y="4261"/>
                    <a:pt x="4236" y="3309"/>
                    <a:pt x="4236" y="2131"/>
                  </a:cubicBezTo>
                  <a:cubicBezTo>
                    <a:pt x="4236" y="953"/>
                    <a:pt x="3309" y="1"/>
                    <a:pt x="213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5"/>
            <p:cNvSpPr/>
            <p:nvPr/>
          </p:nvSpPr>
          <p:spPr>
            <a:xfrm>
              <a:off x="424563" y="1276331"/>
              <a:ext cx="198631" cy="199803"/>
            </a:xfrm>
            <a:custGeom>
              <a:rect b="b" l="l" r="r" t="t"/>
              <a:pathLst>
                <a:path extrusionOk="0" h="4262" w="4237">
                  <a:moveTo>
                    <a:pt x="2131" y="1"/>
                  </a:moveTo>
                  <a:cubicBezTo>
                    <a:pt x="953" y="1"/>
                    <a:pt x="1" y="953"/>
                    <a:pt x="1" y="2131"/>
                  </a:cubicBezTo>
                  <a:cubicBezTo>
                    <a:pt x="1" y="3309"/>
                    <a:pt x="953" y="4261"/>
                    <a:pt x="2131" y="4261"/>
                  </a:cubicBezTo>
                  <a:cubicBezTo>
                    <a:pt x="3309" y="4261"/>
                    <a:pt x="4236" y="3309"/>
                    <a:pt x="4236" y="2131"/>
                  </a:cubicBezTo>
                  <a:cubicBezTo>
                    <a:pt x="4236" y="953"/>
                    <a:pt x="3309" y="1"/>
                    <a:pt x="213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6" name="Google Shape;156;p5"/>
          <p:cNvGrpSpPr/>
          <p:nvPr/>
        </p:nvGrpSpPr>
        <p:grpSpPr>
          <a:xfrm rot="-6556105">
            <a:off x="7041975" y="241002"/>
            <a:ext cx="1467369" cy="1274175"/>
            <a:chOff x="424563" y="201981"/>
            <a:chExt cx="1467343" cy="1274153"/>
          </a:xfrm>
        </p:grpSpPr>
        <p:sp>
          <p:nvSpPr>
            <p:cNvPr id="157" name="Google Shape;157;p5"/>
            <p:cNvSpPr/>
            <p:nvPr/>
          </p:nvSpPr>
          <p:spPr>
            <a:xfrm>
              <a:off x="523863" y="301875"/>
              <a:ext cx="1246375" cy="1050375"/>
            </a:xfrm>
            <a:custGeom>
              <a:rect b="b" l="l" r="r" t="t"/>
              <a:pathLst>
                <a:path extrusionOk="0" h="42015" w="49855">
                  <a:moveTo>
                    <a:pt x="21089" y="25971"/>
                  </a:moveTo>
                  <a:lnTo>
                    <a:pt x="21089" y="25971"/>
                  </a:lnTo>
                  <a:cubicBezTo>
                    <a:pt x="23205" y="26490"/>
                    <a:pt x="25348" y="27512"/>
                    <a:pt x="26341" y="29335"/>
                  </a:cubicBezTo>
                  <a:cubicBezTo>
                    <a:pt x="27049" y="30613"/>
                    <a:pt x="27049" y="32690"/>
                    <a:pt x="25611" y="33512"/>
                  </a:cubicBezTo>
                  <a:cubicBezTo>
                    <a:pt x="25225" y="33735"/>
                    <a:pt x="24834" y="33832"/>
                    <a:pt x="24452" y="33832"/>
                  </a:cubicBezTo>
                  <a:cubicBezTo>
                    <a:pt x="23068" y="33832"/>
                    <a:pt x="21792" y="32560"/>
                    <a:pt x="21274" y="31344"/>
                  </a:cubicBezTo>
                  <a:cubicBezTo>
                    <a:pt x="20545" y="29638"/>
                    <a:pt x="20595" y="27751"/>
                    <a:pt x="21089" y="25971"/>
                  </a:cubicBezTo>
                  <a:close/>
                  <a:moveTo>
                    <a:pt x="48569" y="0"/>
                  </a:moveTo>
                  <a:cubicBezTo>
                    <a:pt x="48290" y="0"/>
                    <a:pt x="48022" y="142"/>
                    <a:pt x="47865" y="484"/>
                  </a:cubicBezTo>
                  <a:cubicBezTo>
                    <a:pt x="44487" y="7994"/>
                    <a:pt x="36087" y="10367"/>
                    <a:pt x="29445" y="14088"/>
                  </a:cubicBezTo>
                  <a:cubicBezTo>
                    <a:pt x="25584" y="16259"/>
                    <a:pt x="21564" y="19621"/>
                    <a:pt x="19778" y="23808"/>
                  </a:cubicBezTo>
                  <a:lnTo>
                    <a:pt x="19778" y="23808"/>
                  </a:lnTo>
                  <a:cubicBezTo>
                    <a:pt x="18930" y="23705"/>
                    <a:pt x="18078" y="23657"/>
                    <a:pt x="17250" y="23657"/>
                  </a:cubicBezTo>
                  <a:cubicBezTo>
                    <a:pt x="15666" y="23657"/>
                    <a:pt x="14172" y="23832"/>
                    <a:pt x="12965" y="24131"/>
                  </a:cubicBezTo>
                  <a:cubicBezTo>
                    <a:pt x="5228" y="26025"/>
                    <a:pt x="1" y="33238"/>
                    <a:pt x="46" y="41090"/>
                  </a:cubicBezTo>
                  <a:cubicBezTo>
                    <a:pt x="58" y="41706"/>
                    <a:pt x="537" y="42015"/>
                    <a:pt x="1011" y="42015"/>
                  </a:cubicBezTo>
                  <a:cubicBezTo>
                    <a:pt x="1484" y="42015"/>
                    <a:pt x="1952" y="41706"/>
                    <a:pt x="1941" y="41090"/>
                  </a:cubicBezTo>
                  <a:cubicBezTo>
                    <a:pt x="1918" y="35407"/>
                    <a:pt x="4931" y="29929"/>
                    <a:pt x="10021" y="27258"/>
                  </a:cubicBezTo>
                  <a:cubicBezTo>
                    <a:pt x="12235" y="26084"/>
                    <a:pt x="14742" y="25510"/>
                    <a:pt x="17239" y="25510"/>
                  </a:cubicBezTo>
                  <a:cubicBezTo>
                    <a:pt x="17703" y="25510"/>
                    <a:pt x="18165" y="25530"/>
                    <a:pt x="18626" y="25569"/>
                  </a:cubicBezTo>
                  <a:cubicBezTo>
                    <a:pt x="18801" y="25584"/>
                    <a:pt x="18980" y="25602"/>
                    <a:pt x="19163" y="25624"/>
                  </a:cubicBezTo>
                  <a:lnTo>
                    <a:pt x="19163" y="25624"/>
                  </a:lnTo>
                  <a:cubicBezTo>
                    <a:pt x="18795" y="27085"/>
                    <a:pt x="18709" y="28631"/>
                    <a:pt x="18991" y="30248"/>
                  </a:cubicBezTo>
                  <a:cubicBezTo>
                    <a:pt x="19465" y="33021"/>
                    <a:pt x="21452" y="35705"/>
                    <a:pt x="24492" y="35705"/>
                  </a:cubicBezTo>
                  <a:cubicBezTo>
                    <a:pt x="24530" y="35705"/>
                    <a:pt x="24568" y="35704"/>
                    <a:pt x="24606" y="35703"/>
                  </a:cubicBezTo>
                  <a:cubicBezTo>
                    <a:pt x="27391" y="35635"/>
                    <a:pt x="28989" y="32964"/>
                    <a:pt x="28669" y="30385"/>
                  </a:cubicBezTo>
                  <a:cubicBezTo>
                    <a:pt x="28220" y="26867"/>
                    <a:pt x="25218" y="24973"/>
                    <a:pt x="21756" y="24157"/>
                  </a:cubicBezTo>
                  <a:lnTo>
                    <a:pt x="21756" y="24157"/>
                  </a:lnTo>
                  <a:cubicBezTo>
                    <a:pt x="21993" y="23638"/>
                    <a:pt x="22262" y="23140"/>
                    <a:pt x="22552" y="22670"/>
                  </a:cubicBezTo>
                  <a:cubicBezTo>
                    <a:pt x="25679" y="17603"/>
                    <a:pt x="31340" y="15183"/>
                    <a:pt x="36475" y="12673"/>
                  </a:cubicBezTo>
                  <a:cubicBezTo>
                    <a:pt x="41680" y="10116"/>
                    <a:pt x="47021" y="6966"/>
                    <a:pt x="49509" y="1443"/>
                  </a:cubicBezTo>
                  <a:cubicBezTo>
                    <a:pt x="49854" y="689"/>
                    <a:pt x="49184" y="0"/>
                    <a:pt x="4856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5"/>
            <p:cNvSpPr/>
            <p:nvPr/>
          </p:nvSpPr>
          <p:spPr>
            <a:xfrm>
              <a:off x="1693275" y="201981"/>
              <a:ext cx="198631" cy="199803"/>
            </a:xfrm>
            <a:custGeom>
              <a:rect b="b" l="l" r="r" t="t"/>
              <a:pathLst>
                <a:path extrusionOk="0" h="4262" w="4237">
                  <a:moveTo>
                    <a:pt x="2131" y="1"/>
                  </a:moveTo>
                  <a:cubicBezTo>
                    <a:pt x="953" y="1"/>
                    <a:pt x="1" y="953"/>
                    <a:pt x="1" y="2131"/>
                  </a:cubicBezTo>
                  <a:cubicBezTo>
                    <a:pt x="1" y="3309"/>
                    <a:pt x="953" y="4261"/>
                    <a:pt x="2131" y="4261"/>
                  </a:cubicBezTo>
                  <a:cubicBezTo>
                    <a:pt x="3309" y="4261"/>
                    <a:pt x="4236" y="3309"/>
                    <a:pt x="4236" y="2131"/>
                  </a:cubicBezTo>
                  <a:cubicBezTo>
                    <a:pt x="4236" y="953"/>
                    <a:pt x="3309" y="1"/>
                    <a:pt x="213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5"/>
            <p:cNvSpPr/>
            <p:nvPr/>
          </p:nvSpPr>
          <p:spPr>
            <a:xfrm>
              <a:off x="424563" y="1276331"/>
              <a:ext cx="198631" cy="199803"/>
            </a:xfrm>
            <a:custGeom>
              <a:rect b="b" l="l" r="r" t="t"/>
              <a:pathLst>
                <a:path extrusionOk="0" h="4262" w="4237">
                  <a:moveTo>
                    <a:pt x="2131" y="1"/>
                  </a:moveTo>
                  <a:cubicBezTo>
                    <a:pt x="953" y="1"/>
                    <a:pt x="1" y="953"/>
                    <a:pt x="1" y="2131"/>
                  </a:cubicBezTo>
                  <a:cubicBezTo>
                    <a:pt x="1" y="3309"/>
                    <a:pt x="953" y="4261"/>
                    <a:pt x="2131" y="4261"/>
                  </a:cubicBezTo>
                  <a:cubicBezTo>
                    <a:pt x="3309" y="4261"/>
                    <a:pt x="4236" y="3309"/>
                    <a:pt x="4236" y="2131"/>
                  </a:cubicBezTo>
                  <a:cubicBezTo>
                    <a:pt x="4236" y="953"/>
                    <a:pt x="3309" y="1"/>
                    <a:pt x="213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0" name="Google Shape;160;p5"/>
          <p:cNvSpPr txBox="1"/>
          <p:nvPr>
            <p:ph type="title"/>
          </p:nvPr>
        </p:nvSpPr>
        <p:spPr>
          <a:xfrm>
            <a:off x="720000" y="549420"/>
            <a:ext cx="7704000" cy="4776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sz="3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61" name="Google Shape;161;p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62" name="Shape 162"/>
        <p:cNvGrpSpPr/>
        <p:nvPr/>
      </p:nvGrpSpPr>
      <p:grpSpPr>
        <a:xfrm>
          <a:off x="0" y="0"/>
          <a:ext cx="0" cy="0"/>
          <a:chOff x="0" y="0"/>
          <a:chExt cx="0" cy="0"/>
        </a:xfrm>
      </p:grpSpPr>
      <p:sp>
        <p:nvSpPr>
          <p:cNvPr id="163" name="Google Shape;163;p6"/>
          <p:cNvSpPr txBox="1"/>
          <p:nvPr>
            <p:ph type="title"/>
          </p:nvPr>
        </p:nvSpPr>
        <p:spPr>
          <a:xfrm>
            <a:off x="720000" y="540000"/>
            <a:ext cx="7704000" cy="4776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sz="3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164" name="Google Shape;164;p6"/>
          <p:cNvGrpSpPr/>
          <p:nvPr/>
        </p:nvGrpSpPr>
        <p:grpSpPr>
          <a:xfrm flipH="1" rot="685970">
            <a:off x="395399" y="224652"/>
            <a:ext cx="585995" cy="909394"/>
            <a:chOff x="7686063" y="677323"/>
            <a:chExt cx="781665" cy="1213051"/>
          </a:xfrm>
        </p:grpSpPr>
        <p:sp>
          <p:nvSpPr>
            <p:cNvPr id="165" name="Google Shape;165;p6"/>
            <p:cNvSpPr/>
            <p:nvPr/>
          </p:nvSpPr>
          <p:spPr>
            <a:xfrm>
              <a:off x="7867565" y="740675"/>
              <a:ext cx="380187" cy="575627"/>
            </a:xfrm>
            <a:custGeom>
              <a:rect b="b" l="l" r="r" t="t"/>
              <a:pathLst>
                <a:path extrusionOk="0" h="13510" w="8923">
                  <a:moveTo>
                    <a:pt x="4662" y="1"/>
                  </a:moveTo>
                  <a:cubicBezTo>
                    <a:pt x="4161" y="2758"/>
                    <a:pt x="3309" y="6016"/>
                    <a:pt x="0" y="6592"/>
                  </a:cubicBezTo>
                  <a:cubicBezTo>
                    <a:pt x="2757" y="7820"/>
                    <a:pt x="3910" y="10702"/>
                    <a:pt x="4161" y="13509"/>
                  </a:cubicBezTo>
                  <a:cubicBezTo>
                    <a:pt x="4662" y="10753"/>
                    <a:pt x="5815" y="7920"/>
                    <a:pt x="8923" y="7068"/>
                  </a:cubicBezTo>
                  <a:cubicBezTo>
                    <a:pt x="5589" y="5915"/>
                    <a:pt x="5439" y="3760"/>
                    <a:pt x="466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6"/>
            <p:cNvSpPr/>
            <p:nvPr/>
          </p:nvSpPr>
          <p:spPr>
            <a:xfrm>
              <a:off x="8268709" y="1375767"/>
              <a:ext cx="199020" cy="133788"/>
            </a:xfrm>
            <a:custGeom>
              <a:rect b="b" l="l" r="r" t="t"/>
              <a:pathLst>
                <a:path extrusionOk="0" h="3140" w="4671">
                  <a:moveTo>
                    <a:pt x="2205" y="0"/>
                  </a:moveTo>
                  <a:cubicBezTo>
                    <a:pt x="245" y="0"/>
                    <a:pt x="0" y="3140"/>
                    <a:pt x="2515" y="3140"/>
                  </a:cubicBezTo>
                  <a:cubicBezTo>
                    <a:pt x="4420" y="3140"/>
                    <a:pt x="4671" y="57"/>
                    <a:pt x="2365" y="7"/>
                  </a:cubicBezTo>
                  <a:cubicBezTo>
                    <a:pt x="2310" y="2"/>
                    <a:pt x="2257" y="0"/>
                    <a:pt x="220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6"/>
            <p:cNvSpPr/>
            <p:nvPr/>
          </p:nvSpPr>
          <p:spPr>
            <a:xfrm>
              <a:off x="7781470" y="677323"/>
              <a:ext cx="94227" cy="63352"/>
            </a:xfrm>
            <a:custGeom>
              <a:rect b="b" l="l" r="r" t="t"/>
              <a:pathLst>
                <a:path extrusionOk="0" h="2361" w="3512">
                  <a:moveTo>
                    <a:pt x="1668" y="0"/>
                  </a:moveTo>
                  <a:cubicBezTo>
                    <a:pt x="192" y="0"/>
                    <a:pt x="1" y="2361"/>
                    <a:pt x="1908" y="2361"/>
                  </a:cubicBezTo>
                  <a:cubicBezTo>
                    <a:pt x="3336" y="2361"/>
                    <a:pt x="3512" y="55"/>
                    <a:pt x="1782" y="5"/>
                  </a:cubicBezTo>
                  <a:cubicBezTo>
                    <a:pt x="1743" y="2"/>
                    <a:pt x="1705" y="0"/>
                    <a:pt x="166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6"/>
            <p:cNvSpPr/>
            <p:nvPr/>
          </p:nvSpPr>
          <p:spPr>
            <a:xfrm>
              <a:off x="7686063" y="1316307"/>
              <a:ext cx="114785" cy="77120"/>
            </a:xfrm>
            <a:custGeom>
              <a:rect b="b" l="l" r="r" t="t"/>
              <a:pathLst>
                <a:path extrusionOk="0" h="1810" w="2694">
                  <a:moveTo>
                    <a:pt x="1275" y="1"/>
                  </a:moveTo>
                  <a:cubicBezTo>
                    <a:pt x="153" y="1"/>
                    <a:pt x="1" y="1809"/>
                    <a:pt x="1466" y="1809"/>
                  </a:cubicBezTo>
                  <a:cubicBezTo>
                    <a:pt x="2569" y="1809"/>
                    <a:pt x="2694" y="30"/>
                    <a:pt x="1366" y="5"/>
                  </a:cubicBezTo>
                  <a:cubicBezTo>
                    <a:pt x="1335" y="2"/>
                    <a:pt x="1305" y="1"/>
                    <a:pt x="127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6"/>
            <p:cNvSpPr/>
            <p:nvPr/>
          </p:nvSpPr>
          <p:spPr>
            <a:xfrm rot="-885390">
              <a:off x="7818742" y="1548804"/>
              <a:ext cx="211329" cy="319934"/>
            </a:xfrm>
            <a:custGeom>
              <a:rect b="b" l="l" r="r" t="t"/>
              <a:pathLst>
                <a:path extrusionOk="0" h="13510" w="8923">
                  <a:moveTo>
                    <a:pt x="4662" y="1"/>
                  </a:moveTo>
                  <a:cubicBezTo>
                    <a:pt x="4161" y="2758"/>
                    <a:pt x="3309" y="6016"/>
                    <a:pt x="0" y="6592"/>
                  </a:cubicBezTo>
                  <a:cubicBezTo>
                    <a:pt x="2757" y="7820"/>
                    <a:pt x="3910" y="10702"/>
                    <a:pt x="4161" y="13509"/>
                  </a:cubicBezTo>
                  <a:cubicBezTo>
                    <a:pt x="4662" y="10753"/>
                    <a:pt x="5815" y="7920"/>
                    <a:pt x="8923" y="7068"/>
                  </a:cubicBezTo>
                  <a:cubicBezTo>
                    <a:pt x="5589" y="5915"/>
                    <a:pt x="5439" y="3760"/>
                    <a:pt x="466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0" name="Google Shape;170;p6"/>
          <p:cNvGrpSpPr/>
          <p:nvPr/>
        </p:nvGrpSpPr>
        <p:grpSpPr>
          <a:xfrm>
            <a:off x="8496575" y="4222014"/>
            <a:ext cx="420720" cy="627915"/>
            <a:chOff x="7916904" y="1014028"/>
            <a:chExt cx="550825" cy="822094"/>
          </a:xfrm>
        </p:grpSpPr>
        <p:sp>
          <p:nvSpPr>
            <p:cNvPr id="171" name="Google Shape;171;p6"/>
            <p:cNvSpPr/>
            <p:nvPr/>
          </p:nvSpPr>
          <p:spPr>
            <a:xfrm>
              <a:off x="8268709" y="1375767"/>
              <a:ext cx="199020" cy="133788"/>
            </a:xfrm>
            <a:custGeom>
              <a:rect b="b" l="l" r="r" t="t"/>
              <a:pathLst>
                <a:path extrusionOk="0" h="3140" w="4671">
                  <a:moveTo>
                    <a:pt x="2205" y="0"/>
                  </a:moveTo>
                  <a:cubicBezTo>
                    <a:pt x="245" y="0"/>
                    <a:pt x="0" y="3140"/>
                    <a:pt x="2515" y="3140"/>
                  </a:cubicBezTo>
                  <a:cubicBezTo>
                    <a:pt x="4420" y="3140"/>
                    <a:pt x="4671" y="57"/>
                    <a:pt x="2365" y="7"/>
                  </a:cubicBezTo>
                  <a:cubicBezTo>
                    <a:pt x="2310" y="2"/>
                    <a:pt x="2257" y="0"/>
                    <a:pt x="220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6"/>
            <p:cNvSpPr/>
            <p:nvPr/>
          </p:nvSpPr>
          <p:spPr>
            <a:xfrm>
              <a:off x="8180528" y="1014028"/>
              <a:ext cx="94227" cy="63352"/>
            </a:xfrm>
            <a:custGeom>
              <a:rect b="b" l="l" r="r" t="t"/>
              <a:pathLst>
                <a:path extrusionOk="0" h="2361" w="3512">
                  <a:moveTo>
                    <a:pt x="1668" y="0"/>
                  </a:moveTo>
                  <a:cubicBezTo>
                    <a:pt x="192" y="0"/>
                    <a:pt x="1" y="2361"/>
                    <a:pt x="1908" y="2361"/>
                  </a:cubicBezTo>
                  <a:cubicBezTo>
                    <a:pt x="3336" y="2361"/>
                    <a:pt x="3512" y="55"/>
                    <a:pt x="1782" y="5"/>
                  </a:cubicBezTo>
                  <a:cubicBezTo>
                    <a:pt x="1743" y="2"/>
                    <a:pt x="1705" y="0"/>
                    <a:pt x="166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6"/>
            <p:cNvSpPr/>
            <p:nvPr/>
          </p:nvSpPr>
          <p:spPr>
            <a:xfrm rot="-407710">
              <a:off x="7940398" y="1408120"/>
              <a:ext cx="272998" cy="413304"/>
            </a:xfrm>
            <a:custGeom>
              <a:rect b="b" l="l" r="r" t="t"/>
              <a:pathLst>
                <a:path extrusionOk="0" h="13510" w="8923">
                  <a:moveTo>
                    <a:pt x="4662" y="1"/>
                  </a:moveTo>
                  <a:cubicBezTo>
                    <a:pt x="4161" y="2758"/>
                    <a:pt x="3309" y="6016"/>
                    <a:pt x="0" y="6592"/>
                  </a:cubicBezTo>
                  <a:cubicBezTo>
                    <a:pt x="2757" y="7820"/>
                    <a:pt x="3910" y="10702"/>
                    <a:pt x="4161" y="13509"/>
                  </a:cubicBezTo>
                  <a:cubicBezTo>
                    <a:pt x="4662" y="10753"/>
                    <a:pt x="5815" y="7920"/>
                    <a:pt x="8923" y="7068"/>
                  </a:cubicBezTo>
                  <a:cubicBezTo>
                    <a:pt x="5589" y="5915"/>
                    <a:pt x="5439" y="3760"/>
                    <a:pt x="466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4" name="Google Shape;174;p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75" name="Shape 175"/>
        <p:cNvGrpSpPr/>
        <p:nvPr/>
      </p:nvGrpSpPr>
      <p:grpSpPr>
        <a:xfrm>
          <a:off x="0" y="0"/>
          <a:ext cx="0" cy="0"/>
          <a:chOff x="0" y="0"/>
          <a:chExt cx="0" cy="0"/>
        </a:xfrm>
      </p:grpSpPr>
      <p:sp>
        <p:nvSpPr>
          <p:cNvPr id="176" name="Google Shape;176;p7"/>
          <p:cNvSpPr txBox="1"/>
          <p:nvPr>
            <p:ph type="title"/>
          </p:nvPr>
        </p:nvSpPr>
        <p:spPr>
          <a:xfrm>
            <a:off x="720000" y="1408688"/>
            <a:ext cx="3051900" cy="1440300"/>
          </a:xfrm>
          <a:prstGeom prst="rect">
            <a:avLst/>
          </a:prstGeom>
        </p:spPr>
        <p:txBody>
          <a:bodyPr anchorCtr="0" anchor="ctr" bIns="91425" lIns="91425" spcFirstLastPara="1" rIns="91425" wrap="square" tIns="91425">
            <a:noAutofit/>
          </a:bodyPr>
          <a:lstStyle>
            <a:lvl1pPr lvl="0">
              <a:spcBef>
                <a:spcPts val="0"/>
              </a:spcBef>
              <a:spcAft>
                <a:spcPts val="0"/>
              </a:spcAft>
              <a:buSzPts val="2400"/>
              <a:buNone/>
              <a:defRPr sz="30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177" name="Google Shape;177;p7"/>
          <p:cNvSpPr txBox="1"/>
          <p:nvPr>
            <p:ph idx="1" type="body"/>
          </p:nvPr>
        </p:nvSpPr>
        <p:spPr>
          <a:xfrm>
            <a:off x="720000" y="2777603"/>
            <a:ext cx="3518700" cy="775500"/>
          </a:xfrm>
          <a:prstGeom prst="rect">
            <a:avLst/>
          </a:prstGeom>
        </p:spPr>
        <p:txBody>
          <a:bodyPr anchorCtr="0" anchor="t" bIns="91425" lIns="91425" spcFirstLastPara="1" rIns="91425" wrap="square" tIns="91425">
            <a:noAutofit/>
          </a:bodyPr>
          <a:lstStyle>
            <a:lvl1pPr indent="-304800" lvl="0" marL="457200">
              <a:lnSpc>
                <a:spcPct val="100000"/>
              </a:lnSpc>
              <a:spcBef>
                <a:spcPts val="0"/>
              </a:spcBef>
              <a:spcAft>
                <a:spcPts val="0"/>
              </a:spcAft>
              <a:buSzPts val="1200"/>
              <a:buChar char="●"/>
              <a:defRPr sz="16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grpSp>
        <p:nvGrpSpPr>
          <p:cNvPr id="178" name="Google Shape;178;p7"/>
          <p:cNvGrpSpPr/>
          <p:nvPr/>
        </p:nvGrpSpPr>
        <p:grpSpPr>
          <a:xfrm rot="-10285185">
            <a:off x="361433" y="282991"/>
            <a:ext cx="424183" cy="496545"/>
            <a:chOff x="5827575" y="3641525"/>
            <a:chExt cx="202450" cy="236975"/>
          </a:xfrm>
        </p:grpSpPr>
        <p:sp>
          <p:nvSpPr>
            <p:cNvPr id="179" name="Google Shape;179;p7"/>
            <p:cNvSpPr/>
            <p:nvPr/>
          </p:nvSpPr>
          <p:spPr>
            <a:xfrm>
              <a:off x="5942475" y="3641525"/>
              <a:ext cx="87550" cy="58425"/>
            </a:xfrm>
            <a:custGeom>
              <a:rect b="b" l="l" r="r" t="t"/>
              <a:pathLst>
                <a:path extrusionOk="0" h="2337" w="3502">
                  <a:moveTo>
                    <a:pt x="1666" y="0"/>
                  </a:moveTo>
                  <a:cubicBezTo>
                    <a:pt x="192" y="0"/>
                    <a:pt x="0" y="2336"/>
                    <a:pt x="1882" y="2336"/>
                  </a:cubicBezTo>
                  <a:cubicBezTo>
                    <a:pt x="1890" y="2336"/>
                    <a:pt x="1898" y="2336"/>
                    <a:pt x="1905" y="2336"/>
                  </a:cubicBezTo>
                  <a:cubicBezTo>
                    <a:pt x="3337" y="2336"/>
                    <a:pt x="3502" y="55"/>
                    <a:pt x="1782" y="5"/>
                  </a:cubicBezTo>
                  <a:cubicBezTo>
                    <a:pt x="1742" y="2"/>
                    <a:pt x="1704" y="0"/>
                    <a:pt x="166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7"/>
            <p:cNvSpPr/>
            <p:nvPr/>
          </p:nvSpPr>
          <p:spPr>
            <a:xfrm>
              <a:off x="5827575" y="3833275"/>
              <a:ext cx="67350" cy="45225"/>
            </a:xfrm>
            <a:custGeom>
              <a:rect b="b" l="l" r="r" t="t"/>
              <a:pathLst>
                <a:path extrusionOk="0" h="1809" w="2694">
                  <a:moveTo>
                    <a:pt x="1275" y="0"/>
                  </a:moveTo>
                  <a:cubicBezTo>
                    <a:pt x="153" y="0"/>
                    <a:pt x="0" y="1809"/>
                    <a:pt x="1465" y="1809"/>
                  </a:cubicBezTo>
                  <a:cubicBezTo>
                    <a:pt x="2568" y="1809"/>
                    <a:pt x="2693" y="29"/>
                    <a:pt x="1365" y="4"/>
                  </a:cubicBezTo>
                  <a:cubicBezTo>
                    <a:pt x="1334" y="2"/>
                    <a:pt x="1304" y="0"/>
                    <a:pt x="127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1" name="Google Shape;181;p7"/>
          <p:cNvGrpSpPr/>
          <p:nvPr/>
        </p:nvGrpSpPr>
        <p:grpSpPr>
          <a:xfrm rot="-10285185">
            <a:off x="8286233" y="4293016"/>
            <a:ext cx="424183" cy="496545"/>
            <a:chOff x="5827575" y="3641525"/>
            <a:chExt cx="202450" cy="236975"/>
          </a:xfrm>
        </p:grpSpPr>
        <p:sp>
          <p:nvSpPr>
            <p:cNvPr id="182" name="Google Shape;182;p7"/>
            <p:cNvSpPr/>
            <p:nvPr/>
          </p:nvSpPr>
          <p:spPr>
            <a:xfrm>
              <a:off x="5942475" y="3641525"/>
              <a:ext cx="87550" cy="58425"/>
            </a:xfrm>
            <a:custGeom>
              <a:rect b="b" l="l" r="r" t="t"/>
              <a:pathLst>
                <a:path extrusionOk="0" h="2337" w="3502">
                  <a:moveTo>
                    <a:pt x="1666" y="0"/>
                  </a:moveTo>
                  <a:cubicBezTo>
                    <a:pt x="192" y="0"/>
                    <a:pt x="0" y="2336"/>
                    <a:pt x="1882" y="2336"/>
                  </a:cubicBezTo>
                  <a:cubicBezTo>
                    <a:pt x="1890" y="2336"/>
                    <a:pt x="1898" y="2336"/>
                    <a:pt x="1905" y="2336"/>
                  </a:cubicBezTo>
                  <a:cubicBezTo>
                    <a:pt x="3337" y="2336"/>
                    <a:pt x="3502" y="55"/>
                    <a:pt x="1782" y="5"/>
                  </a:cubicBezTo>
                  <a:cubicBezTo>
                    <a:pt x="1742" y="2"/>
                    <a:pt x="1704" y="0"/>
                    <a:pt x="166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7"/>
            <p:cNvSpPr/>
            <p:nvPr/>
          </p:nvSpPr>
          <p:spPr>
            <a:xfrm>
              <a:off x="5827575" y="3833275"/>
              <a:ext cx="67350" cy="45225"/>
            </a:xfrm>
            <a:custGeom>
              <a:rect b="b" l="l" r="r" t="t"/>
              <a:pathLst>
                <a:path extrusionOk="0" h="1809" w="2694">
                  <a:moveTo>
                    <a:pt x="1275" y="0"/>
                  </a:moveTo>
                  <a:cubicBezTo>
                    <a:pt x="153" y="0"/>
                    <a:pt x="0" y="1809"/>
                    <a:pt x="1465" y="1809"/>
                  </a:cubicBezTo>
                  <a:cubicBezTo>
                    <a:pt x="2568" y="1809"/>
                    <a:pt x="2693" y="29"/>
                    <a:pt x="1365" y="4"/>
                  </a:cubicBezTo>
                  <a:cubicBezTo>
                    <a:pt x="1334" y="2"/>
                    <a:pt x="1304" y="0"/>
                    <a:pt x="127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4" name="Google Shape;184;p7"/>
          <p:cNvGrpSpPr/>
          <p:nvPr/>
        </p:nvGrpSpPr>
        <p:grpSpPr>
          <a:xfrm>
            <a:off x="1856720" y="-653150"/>
            <a:ext cx="5302815" cy="1852584"/>
            <a:chOff x="1867257" y="-799125"/>
            <a:chExt cx="5302815" cy="1852584"/>
          </a:xfrm>
        </p:grpSpPr>
        <p:grpSp>
          <p:nvGrpSpPr>
            <p:cNvPr id="185" name="Google Shape;185;p7"/>
            <p:cNvGrpSpPr/>
            <p:nvPr/>
          </p:nvGrpSpPr>
          <p:grpSpPr>
            <a:xfrm rot="1202847">
              <a:off x="4417764" y="-373290"/>
              <a:ext cx="2661380" cy="1000914"/>
              <a:chOff x="720000" y="3829047"/>
              <a:chExt cx="2057547" cy="773819"/>
            </a:xfrm>
          </p:grpSpPr>
          <p:sp>
            <p:nvSpPr>
              <p:cNvPr id="186" name="Google Shape;186;p7"/>
              <p:cNvSpPr/>
              <p:nvPr/>
            </p:nvSpPr>
            <p:spPr>
              <a:xfrm>
                <a:off x="747524" y="4140653"/>
                <a:ext cx="1628264" cy="367137"/>
              </a:xfrm>
              <a:custGeom>
                <a:rect b="b" l="l" r="r" t="t"/>
                <a:pathLst>
                  <a:path extrusionOk="0" h="15447" w="68508">
                    <a:moveTo>
                      <a:pt x="43313" y="0"/>
                    </a:moveTo>
                    <a:cubicBezTo>
                      <a:pt x="39438" y="0"/>
                      <a:pt x="35566" y="236"/>
                      <a:pt x="31724" y="725"/>
                    </a:cubicBezTo>
                    <a:cubicBezTo>
                      <a:pt x="20271" y="2178"/>
                      <a:pt x="8842" y="6239"/>
                      <a:pt x="446" y="14384"/>
                    </a:cubicBezTo>
                    <a:cubicBezTo>
                      <a:pt x="0" y="14810"/>
                      <a:pt x="424" y="15447"/>
                      <a:pt x="917" y="15447"/>
                    </a:cubicBezTo>
                    <a:cubicBezTo>
                      <a:pt x="1061" y="15447"/>
                      <a:pt x="1212" y="15392"/>
                      <a:pt x="1348" y="15261"/>
                    </a:cubicBezTo>
                    <a:cubicBezTo>
                      <a:pt x="9820" y="7041"/>
                      <a:pt x="21374" y="3206"/>
                      <a:pt x="32927" y="1828"/>
                    </a:cubicBezTo>
                    <a:cubicBezTo>
                      <a:pt x="36361" y="1423"/>
                      <a:pt x="39826" y="1229"/>
                      <a:pt x="43297" y="1229"/>
                    </a:cubicBezTo>
                    <a:cubicBezTo>
                      <a:pt x="51430" y="1229"/>
                      <a:pt x="59595" y="2294"/>
                      <a:pt x="67464" y="4209"/>
                    </a:cubicBezTo>
                    <a:cubicBezTo>
                      <a:pt x="67523" y="4224"/>
                      <a:pt x="67580" y="4231"/>
                      <a:pt x="67634" y="4231"/>
                    </a:cubicBezTo>
                    <a:cubicBezTo>
                      <a:pt x="68284" y="4231"/>
                      <a:pt x="68507" y="3191"/>
                      <a:pt x="67790" y="3006"/>
                    </a:cubicBezTo>
                    <a:cubicBezTo>
                      <a:pt x="59796" y="1063"/>
                      <a:pt x="51548" y="0"/>
                      <a:pt x="4331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7"/>
              <p:cNvSpPr/>
              <p:nvPr/>
            </p:nvSpPr>
            <p:spPr>
              <a:xfrm>
                <a:off x="2336731" y="4176923"/>
                <a:ext cx="440816" cy="166681"/>
              </a:xfrm>
              <a:custGeom>
                <a:rect b="b" l="l" r="r" t="t"/>
                <a:pathLst>
                  <a:path extrusionOk="0" h="7013" w="18547">
                    <a:moveTo>
                      <a:pt x="6492" y="1"/>
                    </a:moveTo>
                    <a:cubicBezTo>
                      <a:pt x="5890" y="1"/>
                      <a:pt x="5339" y="26"/>
                      <a:pt x="4762" y="101"/>
                    </a:cubicBezTo>
                    <a:cubicBezTo>
                      <a:pt x="4211" y="176"/>
                      <a:pt x="3685" y="277"/>
                      <a:pt x="3183" y="402"/>
                    </a:cubicBezTo>
                    <a:cubicBezTo>
                      <a:pt x="2958" y="477"/>
                      <a:pt x="2707" y="527"/>
                      <a:pt x="2507" y="577"/>
                    </a:cubicBezTo>
                    <a:cubicBezTo>
                      <a:pt x="2281" y="678"/>
                      <a:pt x="2081" y="728"/>
                      <a:pt x="1880" y="828"/>
                    </a:cubicBezTo>
                    <a:cubicBezTo>
                      <a:pt x="1504" y="978"/>
                      <a:pt x="1153" y="1129"/>
                      <a:pt x="878" y="1279"/>
                    </a:cubicBezTo>
                    <a:cubicBezTo>
                      <a:pt x="602" y="1404"/>
                      <a:pt x="376" y="1555"/>
                      <a:pt x="226" y="1655"/>
                    </a:cubicBezTo>
                    <a:cubicBezTo>
                      <a:pt x="76" y="1730"/>
                      <a:pt x="0" y="1805"/>
                      <a:pt x="0" y="1805"/>
                    </a:cubicBezTo>
                    <a:cubicBezTo>
                      <a:pt x="0" y="1805"/>
                      <a:pt x="51" y="1881"/>
                      <a:pt x="176" y="2006"/>
                    </a:cubicBezTo>
                    <a:cubicBezTo>
                      <a:pt x="301" y="2131"/>
                      <a:pt x="502" y="2332"/>
                      <a:pt x="727" y="2507"/>
                    </a:cubicBezTo>
                    <a:cubicBezTo>
                      <a:pt x="978" y="2733"/>
                      <a:pt x="1254" y="2958"/>
                      <a:pt x="1579" y="3209"/>
                    </a:cubicBezTo>
                    <a:cubicBezTo>
                      <a:pt x="1930" y="3434"/>
                      <a:pt x="2281" y="3685"/>
                      <a:pt x="2682" y="3986"/>
                    </a:cubicBezTo>
                    <a:cubicBezTo>
                      <a:pt x="3083" y="4236"/>
                      <a:pt x="3509" y="4512"/>
                      <a:pt x="3960" y="4738"/>
                    </a:cubicBezTo>
                    <a:cubicBezTo>
                      <a:pt x="4412" y="4988"/>
                      <a:pt x="4913" y="5239"/>
                      <a:pt x="5414" y="5439"/>
                    </a:cubicBezTo>
                    <a:cubicBezTo>
                      <a:pt x="6417" y="5866"/>
                      <a:pt x="7519" y="6241"/>
                      <a:pt x="8647" y="6492"/>
                    </a:cubicBezTo>
                    <a:cubicBezTo>
                      <a:pt x="9224" y="6642"/>
                      <a:pt x="9775" y="6743"/>
                      <a:pt x="10351" y="6818"/>
                    </a:cubicBezTo>
                    <a:cubicBezTo>
                      <a:pt x="10928" y="6918"/>
                      <a:pt x="11479" y="6968"/>
                      <a:pt x="12056" y="6993"/>
                    </a:cubicBezTo>
                    <a:cubicBezTo>
                      <a:pt x="12341" y="7006"/>
                      <a:pt x="12624" y="7013"/>
                      <a:pt x="12904" y="7013"/>
                    </a:cubicBezTo>
                    <a:cubicBezTo>
                      <a:pt x="13707" y="7013"/>
                      <a:pt x="14482" y="6961"/>
                      <a:pt x="15189" y="6868"/>
                    </a:cubicBezTo>
                    <a:cubicBezTo>
                      <a:pt x="16141" y="6718"/>
                      <a:pt x="16968" y="6517"/>
                      <a:pt x="17570" y="6342"/>
                    </a:cubicBezTo>
                    <a:cubicBezTo>
                      <a:pt x="17870" y="6241"/>
                      <a:pt x="18121" y="6141"/>
                      <a:pt x="18296" y="6091"/>
                    </a:cubicBezTo>
                    <a:cubicBezTo>
                      <a:pt x="18447" y="6016"/>
                      <a:pt x="18547" y="5966"/>
                      <a:pt x="18547" y="5966"/>
                    </a:cubicBezTo>
                    <a:cubicBezTo>
                      <a:pt x="18547" y="5966"/>
                      <a:pt x="18497" y="5891"/>
                      <a:pt x="18397" y="5740"/>
                    </a:cubicBezTo>
                    <a:cubicBezTo>
                      <a:pt x="18296" y="5615"/>
                      <a:pt x="18146" y="5364"/>
                      <a:pt x="17945" y="5139"/>
                    </a:cubicBezTo>
                    <a:cubicBezTo>
                      <a:pt x="17745" y="4888"/>
                      <a:pt x="17519" y="4612"/>
                      <a:pt x="17219" y="4312"/>
                    </a:cubicBezTo>
                    <a:cubicBezTo>
                      <a:pt x="16918" y="3986"/>
                      <a:pt x="16592" y="3685"/>
                      <a:pt x="16216" y="3384"/>
                    </a:cubicBezTo>
                    <a:cubicBezTo>
                      <a:pt x="15815" y="3058"/>
                      <a:pt x="15414" y="2733"/>
                      <a:pt x="14938" y="2432"/>
                    </a:cubicBezTo>
                    <a:cubicBezTo>
                      <a:pt x="14487" y="2156"/>
                      <a:pt x="13986" y="1881"/>
                      <a:pt x="13459" y="1605"/>
                    </a:cubicBezTo>
                    <a:cubicBezTo>
                      <a:pt x="12958" y="1354"/>
                      <a:pt x="12407" y="1104"/>
                      <a:pt x="11830" y="928"/>
                    </a:cubicBezTo>
                    <a:cubicBezTo>
                      <a:pt x="11254" y="728"/>
                      <a:pt x="10677" y="552"/>
                      <a:pt x="10076" y="402"/>
                    </a:cubicBezTo>
                    <a:cubicBezTo>
                      <a:pt x="9474" y="277"/>
                      <a:pt x="8873" y="176"/>
                      <a:pt x="8271" y="101"/>
                    </a:cubicBezTo>
                    <a:cubicBezTo>
                      <a:pt x="7670" y="26"/>
                      <a:pt x="7068" y="1"/>
                      <a:pt x="649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7"/>
              <p:cNvSpPr/>
              <p:nvPr/>
            </p:nvSpPr>
            <p:spPr>
              <a:xfrm>
                <a:off x="2160393" y="3951383"/>
                <a:ext cx="378878" cy="230925"/>
              </a:xfrm>
              <a:custGeom>
                <a:rect b="b" l="l" r="r" t="t"/>
                <a:pathLst>
                  <a:path extrusionOk="0" h="9716" w="15941">
                    <a:moveTo>
                      <a:pt x="13156" y="0"/>
                    </a:moveTo>
                    <a:cubicBezTo>
                      <a:pt x="12955" y="0"/>
                      <a:pt x="12747" y="5"/>
                      <a:pt x="12532" y="16"/>
                    </a:cubicBezTo>
                    <a:cubicBezTo>
                      <a:pt x="12056" y="66"/>
                      <a:pt x="11555" y="116"/>
                      <a:pt x="11029" y="242"/>
                    </a:cubicBezTo>
                    <a:cubicBezTo>
                      <a:pt x="10502" y="342"/>
                      <a:pt x="9951" y="467"/>
                      <a:pt x="9425" y="668"/>
                    </a:cubicBezTo>
                    <a:cubicBezTo>
                      <a:pt x="8873" y="868"/>
                      <a:pt x="8347" y="1069"/>
                      <a:pt x="7821" y="1344"/>
                    </a:cubicBezTo>
                    <a:cubicBezTo>
                      <a:pt x="7294" y="1595"/>
                      <a:pt x="6793" y="1871"/>
                      <a:pt x="6292" y="2197"/>
                    </a:cubicBezTo>
                    <a:cubicBezTo>
                      <a:pt x="5815" y="2522"/>
                      <a:pt x="5364" y="2848"/>
                      <a:pt x="4913" y="3174"/>
                    </a:cubicBezTo>
                    <a:cubicBezTo>
                      <a:pt x="4487" y="3525"/>
                      <a:pt x="4086" y="3901"/>
                      <a:pt x="3710" y="4252"/>
                    </a:cubicBezTo>
                    <a:cubicBezTo>
                      <a:pt x="3334" y="4603"/>
                      <a:pt x="2983" y="4979"/>
                      <a:pt x="2683" y="5354"/>
                    </a:cubicBezTo>
                    <a:cubicBezTo>
                      <a:pt x="2357" y="5705"/>
                      <a:pt x="2081" y="6081"/>
                      <a:pt x="1830" y="6432"/>
                    </a:cubicBezTo>
                    <a:cubicBezTo>
                      <a:pt x="1705" y="6608"/>
                      <a:pt x="1580" y="6783"/>
                      <a:pt x="1455" y="6958"/>
                    </a:cubicBezTo>
                    <a:cubicBezTo>
                      <a:pt x="1329" y="7134"/>
                      <a:pt x="1179" y="7284"/>
                      <a:pt x="1079" y="7460"/>
                    </a:cubicBezTo>
                    <a:cubicBezTo>
                      <a:pt x="828" y="7786"/>
                      <a:pt x="627" y="8086"/>
                      <a:pt x="477" y="8362"/>
                    </a:cubicBezTo>
                    <a:cubicBezTo>
                      <a:pt x="327" y="8613"/>
                      <a:pt x="201" y="8838"/>
                      <a:pt x="126" y="8989"/>
                    </a:cubicBezTo>
                    <a:cubicBezTo>
                      <a:pt x="51" y="9139"/>
                      <a:pt x="1" y="9239"/>
                      <a:pt x="1" y="9239"/>
                    </a:cubicBezTo>
                    <a:cubicBezTo>
                      <a:pt x="1" y="9239"/>
                      <a:pt x="101" y="9264"/>
                      <a:pt x="277" y="9314"/>
                    </a:cubicBezTo>
                    <a:cubicBezTo>
                      <a:pt x="427" y="9365"/>
                      <a:pt x="678" y="9440"/>
                      <a:pt x="978" y="9490"/>
                    </a:cubicBezTo>
                    <a:cubicBezTo>
                      <a:pt x="1279" y="9565"/>
                      <a:pt x="1630" y="9615"/>
                      <a:pt x="2031" y="9665"/>
                    </a:cubicBezTo>
                    <a:cubicBezTo>
                      <a:pt x="2231" y="9690"/>
                      <a:pt x="2432" y="9715"/>
                      <a:pt x="2658" y="9715"/>
                    </a:cubicBezTo>
                    <a:cubicBezTo>
                      <a:pt x="2883" y="9715"/>
                      <a:pt x="3134" y="9690"/>
                      <a:pt x="3384" y="9690"/>
                    </a:cubicBezTo>
                    <a:cubicBezTo>
                      <a:pt x="3886" y="9640"/>
                      <a:pt x="4412" y="9565"/>
                      <a:pt x="4988" y="9465"/>
                    </a:cubicBezTo>
                    <a:cubicBezTo>
                      <a:pt x="5515" y="9339"/>
                      <a:pt x="6041" y="9189"/>
                      <a:pt x="6592" y="8989"/>
                    </a:cubicBezTo>
                    <a:cubicBezTo>
                      <a:pt x="7144" y="8813"/>
                      <a:pt x="7670" y="8588"/>
                      <a:pt x="8171" y="8312"/>
                    </a:cubicBezTo>
                    <a:cubicBezTo>
                      <a:pt x="8698" y="8061"/>
                      <a:pt x="9199" y="7760"/>
                      <a:pt x="9675" y="7460"/>
                    </a:cubicBezTo>
                    <a:cubicBezTo>
                      <a:pt x="10151" y="7159"/>
                      <a:pt x="10602" y="6833"/>
                      <a:pt x="11029" y="6507"/>
                    </a:cubicBezTo>
                    <a:cubicBezTo>
                      <a:pt x="11480" y="6182"/>
                      <a:pt x="11881" y="5831"/>
                      <a:pt x="12257" y="5455"/>
                    </a:cubicBezTo>
                    <a:cubicBezTo>
                      <a:pt x="12633" y="5079"/>
                      <a:pt x="13009" y="4728"/>
                      <a:pt x="13334" y="4352"/>
                    </a:cubicBezTo>
                    <a:cubicBezTo>
                      <a:pt x="13660" y="3976"/>
                      <a:pt x="13961" y="3600"/>
                      <a:pt x="14237" y="3224"/>
                    </a:cubicBezTo>
                    <a:cubicBezTo>
                      <a:pt x="14512" y="2873"/>
                      <a:pt x="14763" y="2522"/>
                      <a:pt x="14963" y="2197"/>
                    </a:cubicBezTo>
                    <a:cubicBezTo>
                      <a:pt x="15189" y="1871"/>
                      <a:pt x="15364" y="1545"/>
                      <a:pt x="15515" y="1269"/>
                    </a:cubicBezTo>
                    <a:cubicBezTo>
                      <a:pt x="15665" y="1019"/>
                      <a:pt x="15765" y="768"/>
                      <a:pt x="15841" y="618"/>
                    </a:cubicBezTo>
                    <a:cubicBezTo>
                      <a:pt x="15916" y="467"/>
                      <a:pt x="15941" y="367"/>
                      <a:pt x="15941" y="367"/>
                    </a:cubicBezTo>
                    <a:cubicBezTo>
                      <a:pt x="15941" y="367"/>
                      <a:pt x="15841" y="342"/>
                      <a:pt x="15690" y="292"/>
                    </a:cubicBezTo>
                    <a:cubicBezTo>
                      <a:pt x="15515" y="267"/>
                      <a:pt x="15264" y="192"/>
                      <a:pt x="14963" y="141"/>
                    </a:cubicBezTo>
                    <a:cubicBezTo>
                      <a:pt x="14494" y="63"/>
                      <a:pt x="13871" y="0"/>
                      <a:pt x="1315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7"/>
              <p:cNvSpPr/>
              <p:nvPr/>
            </p:nvSpPr>
            <p:spPr>
              <a:xfrm>
                <a:off x="2001358" y="4172764"/>
                <a:ext cx="343131" cy="318104"/>
              </a:xfrm>
              <a:custGeom>
                <a:rect b="b" l="l" r="r" t="t"/>
                <a:pathLst>
                  <a:path extrusionOk="0" h="13384" w="14437">
                    <a:moveTo>
                      <a:pt x="0" y="0"/>
                    </a:moveTo>
                    <a:cubicBezTo>
                      <a:pt x="0" y="0"/>
                      <a:pt x="25" y="101"/>
                      <a:pt x="50" y="276"/>
                    </a:cubicBezTo>
                    <a:cubicBezTo>
                      <a:pt x="100" y="452"/>
                      <a:pt x="151" y="727"/>
                      <a:pt x="251" y="1028"/>
                    </a:cubicBezTo>
                    <a:cubicBezTo>
                      <a:pt x="426" y="1629"/>
                      <a:pt x="777" y="2482"/>
                      <a:pt x="1278" y="3359"/>
                    </a:cubicBezTo>
                    <a:cubicBezTo>
                      <a:pt x="1755" y="4236"/>
                      <a:pt x="2381" y="5188"/>
                      <a:pt x="3133" y="6091"/>
                    </a:cubicBezTo>
                    <a:cubicBezTo>
                      <a:pt x="3885" y="6968"/>
                      <a:pt x="4737" y="7820"/>
                      <a:pt x="5639" y="8597"/>
                    </a:cubicBezTo>
                    <a:cubicBezTo>
                      <a:pt x="6090" y="8973"/>
                      <a:pt x="6567" y="9349"/>
                      <a:pt x="7043" y="9675"/>
                    </a:cubicBezTo>
                    <a:cubicBezTo>
                      <a:pt x="7494" y="10025"/>
                      <a:pt x="7970" y="10326"/>
                      <a:pt x="8446" y="10627"/>
                    </a:cubicBezTo>
                    <a:cubicBezTo>
                      <a:pt x="8922" y="10903"/>
                      <a:pt x="9374" y="11178"/>
                      <a:pt x="9850" y="11429"/>
                    </a:cubicBezTo>
                    <a:cubicBezTo>
                      <a:pt x="10301" y="11655"/>
                      <a:pt x="10752" y="11880"/>
                      <a:pt x="11178" y="12081"/>
                    </a:cubicBezTo>
                    <a:cubicBezTo>
                      <a:pt x="11404" y="12156"/>
                      <a:pt x="11579" y="12256"/>
                      <a:pt x="11805" y="12356"/>
                    </a:cubicBezTo>
                    <a:cubicBezTo>
                      <a:pt x="12005" y="12432"/>
                      <a:pt x="12206" y="12532"/>
                      <a:pt x="12381" y="12607"/>
                    </a:cubicBezTo>
                    <a:cubicBezTo>
                      <a:pt x="12732" y="12757"/>
                      <a:pt x="13108" y="12883"/>
                      <a:pt x="13384" y="13008"/>
                    </a:cubicBezTo>
                    <a:cubicBezTo>
                      <a:pt x="13659" y="13133"/>
                      <a:pt x="13910" y="13208"/>
                      <a:pt x="14085" y="13284"/>
                    </a:cubicBezTo>
                    <a:cubicBezTo>
                      <a:pt x="14261" y="13359"/>
                      <a:pt x="14361" y="13384"/>
                      <a:pt x="14361" y="13384"/>
                    </a:cubicBezTo>
                    <a:cubicBezTo>
                      <a:pt x="14361" y="13384"/>
                      <a:pt x="14386" y="13284"/>
                      <a:pt x="14386" y="13108"/>
                    </a:cubicBezTo>
                    <a:cubicBezTo>
                      <a:pt x="14411" y="12933"/>
                      <a:pt x="14436" y="12657"/>
                      <a:pt x="14436" y="12331"/>
                    </a:cubicBezTo>
                    <a:cubicBezTo>
                      <a:pt x="14436" y="11980"/>
                      <a:pt x="14386" y="11604"/>
                      <a:pt x="14311" y="11153"/>
                    </a:cubicBezTo>
                    <a:cubicBezTo>
                      <a:pt x="14236" y="10677"/>
                      <a:pt x="14110" y="10226"/>
                      <a:pt x="13935" y="9700"/>
                    </a:cubicBezTo>
                    <a:cubicBezTo>
                      <a:pt x="13760" y="9198"/>
                      <a:pt x="13534" y="8672"/>
                      <a:pt x="13258" y="8146"/>
                    </a:cubicBezTo>
                    <a:cubicBezTo>
                      <a:pt x="12983" y="7645"/>
                      <a:pt x="12657" y="7093"/>
                      <a:pt x="12281" y="6592"/>
                    </a:cubicBezTo>
                    <a:cubicBezTo>
                      <a:pt x="11554" y="5564"/>
                      <a:pt x="10652" y="4637"/>
                      <a:pt x="9699" y="3810"/>
                    </a:cubicBezTo>
                    <a:cubicBezTo>
                      <a:pt x="8697" y="2983"/>
                      <a:pt x="7669" y="2281"/>
                      <a:pt x="6592" y="1755"/>
                    </a:cubicBezTo>
                    <a:cubicBezTo>
                      <a:pt x="6065" y="1479"/>
                      <a:pt x="5539" y="1228"/>
                      <a:pt x="5013" y="1028"/>
                    </a:cubicBezTo>
                    <a:cubicBezTo>
                      <a:pt x="4511" y="827"/>
                      <a:pt x="3985" y="677"/>
                      <a:pt x="3509" y="527"/>
                    </a:cubicBezTo>
                    <a:cubicBezTo>
                      <a:pt x="2557" y="251"/>
                      <a:pt x="1704" y="126"/>
                      <a:pt x="1053" y="76"/>
                    </a:cubicBezTo>
                    <a:cubicBezTo>
                      <a:pt x="727" y="25"/>
                      <a:pt x="476" y="25"/>
                      <a:pt x="27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7"/>
              <p:cNvSpPr/>
              <p:nvPr/>
            </p:nvSpPr>
            <p:spPr>
              <a:xfrm>
                <a:off x="1844082" y="3844520"/>
                <a:ext cx="282382" cy="310380"/>
              </a:xfrm>
              <a:custGeom>
                <a:rect b="b" l="l" r="r" t="t"/>
                <a:pathLst>
                  <a:path extrusionOk="0" h="13059" w="11881">
                    <a:moveTo>
                      <a:pt x="11755" y="1"/>
                    </a:moveTo>
                    <a:cubicBezTo>
                      <a:pt x="11755" y="1"/>
                      <a:pt x="11655" y="1"/>
                      <a:pt x="11479" y="51"/>
                    </a:cubicBezTo>
                    <a:cubicBezTo>
                      <a:pt x="11329" y="126"/>
                      <a:pt x="11078" y="176"/>
                      <a:pt x="10803" y="276"/>
                    </a:cubicBezTo>
                    <a:cubicBezTo>
                      <a:pt x="10527" y="377"/>
                      <a:pt x="10201" y="502"/>
                      <a:pt x="9850" y="652"/>
                    </a:cubicBezTo>
                    <a:cubicBezTo>
                      <a:pt x="9524" y="803"/>
                      <a:pt x="9148" y="953"/>
                      <a:pt x="8747" y="1129"/>
                    </a:cubicBezTo>
                    <a:cubicBezTo>
                      <a:pt x="8346" y="1329"/>
                      <a:pt x="7945" y="1530"/>
                      <a:pt x="7544" y="1780"/>
                    </a:cubicBezTo>
                    <a:cubicBezTo>
                      <a:pt x="7143" y="2006"/>
                      <a:pt x="6692" y="2256"/>
                      <a:pt x="6291" y="2557"/>
                    </a:cubicBezTo>
                    <a:cubicBezTo>
                      <a:pt x="5890" y="2833"/>
                      <a:pt x="5489" y="3159"/>
                      <a:pt x="5088" y="3485"/>
                    </a:cubicBezTo>
                    <a:cubicBezTo>
                      <a:pt x="4687" y="3835"/>
                      <a:pt x="4286" y="4186"/>
                      <a:pt x="3935" y="4562"/>
                    </a:cubicBezTo>
                    <a:cubicBezTo>
                      <a:pt x="3158" y="5339"/>
                      <a:pt x="2507" y="6191"/>
                      <a:pt x="1930" y="7094"/>
                    </a:cubicBezTo>
                    <a:cubicBezTo>
                      <a:pt x="1630" y="7545"/>
                      <a:pt x="1379" y="7996"/>
                      <a:pt x="1153" y="8447"/>
                    </a:cubicBezTo>
                    <a:cubicBezTo>
                      <a:pt x="928" y="8923"/>
                      <a:pt x="752" y="9374"/>
                      <a:pt x="577" y="9800"/>
                    </a:cubicBezTo>
                    <a:cubicBezTo>
                      <a:pt x="427" y="10251"/>
                      <a:pt x="301" y="10678"/>
                      <a:pt x="226" y="11053"/>
                    </a:cubicBezTo>
                    <a:cubicBezTo>
                      <a:pt x="151" y="11429"/>
                      <a:pt x="101" y="11780"/>
                      <a:pt x="51" y="12081"/>
                    </a:cubicBezTo>
                    <a:cubicBezTo>
                      <a:pt x="26" y="12382"/>
                      <a:pt x="26" y="12632"/>
                      <a:pt x="1" y="12783"/>
                    </a:cubicBezTo>
                    <a:cubicBezTo>
                      <a:pt x="1" y="12958"/>
                      <a:pt x="1" y="13058"/>
                      <a:pt x="1" y="13058"/>
                    </a:cubicBezTo>
                    <a:cubicBezTo>
                      <a:pt x="1" y="13058"/>
                      <a:pt x="101" y="13058"/>
                      <a:pt x="276" y="13033"/>
                    </a:cubicBezTo>
                    <a:cubicBezTo>
                      <a:pt x="427" y="13008"/>
                      <a:pt x="702" y="12983"/>
                      <a:pt x="978" y="12933"/>
                    </a:cubicBezTo>
                    <a:cubicBezTo>
                      <a:pt x="1580" y="12833"/>
                      <a:pt x="2356" y="12582"/>
                      <a:pt x="3209" y="12307"/>
                    </a:cubicBezTo>
                    <a:cubicBezTo>
                      <a:pt x="3635" y="12131"/>
                      <a:pt x="4061" y="11981"/>
                      <a:pt x="4487" y="11755"/>
                    </a:cubicBezTo>
                    <a:cubicBezTo>
                      <a:pt x="4938" y="11555"/>
                      <a:pt x="5389" y="11304"/>
                      <a:pt x="5840" y="11028"/>
                    </a:cubicBezTo>
                    <a:cubicBezTo>
                      <a:pt x="6742" y="10477"/>
                      <a:pt x="7620" y="9750"/>
                      <a:pt x="8397" y="8973"/>
                    </a:cubicBezTo>
                    <a:cubicBezTo>
                      <a:pt x="8798" y="8547"/>
                      <a:pt x="9174" y="8121"/>
                      <a:pt x="9524" y="7670"/>
                    </a:cubicBezTo>
                    <a:cubicBezTo>
                      <a:pt x="9875" y="7244"/>
                      <a:pt x="10176" y="6743"/>
                      <a:pt x="10452" y="6266"/>
                    </a:cubicBezTo>
                    <a:cubicBezTo>
                      <a:pt x="10727" y="5765"/>
                      <a:pt x="10978" y="5289"/>
                      <a:pt x="11154" y="4813"/>
                    </a:cubicBezTo>
                    <a:cubicBezTo>
                      <a:pt x="11354" y="4312"/>
                      <a:pt x="11504" y="3810"/>
                      <a:pt x="11630" y="3359"/>
                    </a:cubicBezTo>
                    <a:cubicBezTo>
                      <a:pt x="11680" y="3109"/>
                      <a:pt x="11730" y="2908"/>
                      <a:pt x="11780" y="2682"/>
                    </a:cubicBezTo>
                    <a:cubicBezTo>
                      <a:pt x="11805" y="2457"/>
                      <a:pt x="11830" y="2256"/>
                      <a:pt x="11830" y="2031"/>
                    </a:cubicBezTo>
                    <a:cubicBezTo>
                      <a:pt x="11880" y="1630"/>
                      <a:pt x="11880" y="1254"/>
                      <a:pt x="11855" y="953"/>
                    </a:cubicBezTo>
                    <a:cubicBezTo>
                      <a:pt x="11855" y="652"/>
                      <a:pt x="11805" y="402"/>
                      <a:pt x="11805" y="251"/>
                    </a:cubicBezTo>
                    <a:cubicBezTo>
                      <a:pt x="11780" y="76"/>
                      <a:pt x="11755" y="1"/>
                      <a:pt x="1175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7"/>
              <p:cNvSpPr/>
              <p:nvPr/>
            </p:nvSpPr>
            <p:spPr>
              <a:xfrm>
                <a:off x="1677893" y="4172764"/>
                <a:ext cx="268668" cy="317510"/>
              </a:xfrm>
              <a:custGeom>
                <a:rect b="b" l="l" r="r" t="t"/>
                <a:pathLst>
                  <a:path extrusionOk="0" h="13359" w="11304">
                    <a:moveTo>
                      <a:pt x="0" y="0"/>
                    </a:moveTo>
                    <a:cubicBezTo>
                      <a:pt x="0" y="0"/>
                      <a:pt x="25" y="101"/>
                      <a:pt x="25" y="276"/>
                    </a:cubicBezTo>
                    <a:cubicBezTo>
                      <a:pt x="50" y="426"/>
                      <a:pt x="75" y="677"/>
                      <a:pt x="150" y="978"/>
                    </a:cubicBezTo>
                    <a:cubicBezTo>
                      <a:pt x="201" y="1254"/>
                      <a:pt x="276" y="1604"/>
                      <a:pt x="401" y="1980"/>
                    </a:cubicBezTo>
                    <a:cubicBezTo>
                      <a:pt x="451" y="2181"/>
                      <a:pt x="501" y="2356"/>
                      <a:pt x="576" y="2557"/>
                    </a:cubicBezTo>
                    <a:cubicBezTo>
                      <a:pt x="627" y="2757"/>
                      <a:pt x="702" y="2958"/>
                      <a:pt x="752" y="3183"/>
                    </a:cubicBezTo>
                    <a:cubicBezTo>
                      <a:pt x="877" y="3584"/>
                      <a:pt x="1028" y="4010"/>
                      <a:pt x="1203" y="4436"/>
                    </a:cubicBezTo>
                    <a:cubicBezTo>
                      <a:pt x="1228" y="4537"/>
                      <a:pt x="1278" y="4637"/>
                      <a:pt x="1328" y="4737"/>
                    </a:cubicBezTo>
                    <a:cubicBezTo>
                      <a:pt x="1379" y="4863"/>
                      <a:pt x="1429" y="4963"/>
                      <a:pt x="1479" y="5088"/>
                    </a:cubicBezTo>
                    <a:cubicBezTo>
                      <a:pt x="1579" y="5314"/>
                      <a:pt x="1679" y="5539"/>
                      <a:pt x="1780" y="5765"/>
                    </a:cubicBezTo>
                    <a:cubicBezTo>
                      <a:pt x="2005" y="6216"/>
                      <a:pt x="2281" y="6617"/>
                      <a:pt x="2556" y="7068"/>
                    </a:cubicBezTo>
                    <a:cubicBezTo>
                      <a:pt x="2832" y="7519"/>
                      <a:pt x="3133" y="7945"/>
                      <a:pt x="3459" y="8346"/>
                    </a:cubicBezTo>
                    <a:cubicBezTo>
                      <a:pt x="4110" y="9223"/>
                      <a:pt x="4837" y="9975"/>
                      <a:pt x="5639" y="10677"/>
                    </a:cubicBezTo>
                    <a:cubicBezTo>
                      <a:pt x="6065" y="11028"/>
                      <a:pt x="6466" y="11329"/>
                      <a:pt x="6892" y="11604"/>
                    </a:cubicBezTo>
                    <a:cubicBezTo>
                      <a:pt x="7293" y="11880"/>
                      <a:pt x="7744" y="12131"/>
                      <a:pt x="8145" y="12356"/>
                    </a:cubicBezTo>
                    <a:cubicBezTo>
                      <a:pt x="8346" y="12457"/>
                      <a:pt x="8546" y="12557"/>
                      <a:pt x="8747" y="12632"/>
                    </a:cubicBezTo>
                    <a:cubicBezTo>
                      <a:pt x="8947" y="12707"/>
                      <a:pt x="9123" y="12807"/>
                      <a:pt x="9323" y="12858"/>
                    </a:cubicBezTo>
                    <a:cubicBezTo>
                      <a:pt x="9699" y="13008"/>
                      <a:pt x="10025" y="13108"/>
                      <a:pt x="10326" y="13183"/>
                    </a:cubicBezTo>
                    <a:cubicBezTo>
                      <a:pt x="10602" y="13259"/>
                      <a:pt x="10852" y="13284"/>
                      <a:pt x="11028" y="13334"/>
                    </a:cubicBezTo>
                    <a:cubicBezTo>
                      <a:pt x="11178" y="13359"/>
                      <a:pt x="11278" y="13359"/>
                      <a:pt x="11278" y="13359"/>
                    </a:cubicBezTo>
                    <a:cubicBezTo>
                      <a:pt x="11278" y="13359"/>
                      <a:pt x="11303" y="13259"/>
                      <a:pt x="11303" y="13108"/>
                    </a:cubicBezTo>
                    <a:cubicBezTo>
                      <a:pt x="11303" y="12933"/>
                      <a:pt x="11303" y="12682"/>
                      <a:pt x="11303" y="12381"/>
                    </a:cubicBezTo>
                    <a:cubicBezTo>
                      <a:pt x="11278" y="11780"/>
                      <a:pt x="11178" y="11003"/>
                      <a:pt x="11003" y="10126"/>
                    </a:cubicBezTo>
                    <a:cubicBezTo>
                      <a:pt x="10902" y="9675"/>
                      <a:pt x="10802" y="9223"/>
                      <a:pt x="10652" y="8747"/>
                    </a:cubicBezTo>
                    <a:cubicBezTo>
                      <a:pt x="10501" y="8296"/>
                      <a:pt x="10301" y="7795"/>
                      <a:pt x="10100" y="7319"/>
                    </a:cubicBezTo>
                    <a:cubicBezTo>
                      <a:pt x="9674" y="6366"/>
                      <a:pt x="9073" y="5414"/>
                      <a:pt x="8396" y="4512"/>
                    </a:cubicBezTo>
                    <a:cubicBezTo>
                      <a:pt x="8045" y="4086"/>
                      <a:pt x="7669" y="3634"/>
                      <a:pt x="7268" y="3233"/>
                    </a:cubicBezTo>
                    <a:cubicBezTo>
                      <a:pt x="6892" y="2832"/>
                      <a:pt x="6441" y="2482"/>
                      <a:pt x="5990" y="2131"/>
                    </a:cubicBezTo>
                    <a:cubicBezTo>
                      <a:pt x="5790" y="1980"/>
                      <a:pt x="5564" y="1805"/>
                      <a:pt x="5338" y="1655"/>
                    </a:cubicBezTo>
                    <a:cubicBezTo>
                      <a:pt x="5113" y="1504"/>
                      <a:pt x="4887" y="1379"/>
                      <a:pt x="4637" y="1228"/>
                    </a:cubicBezTo>
                    <a:cubicBezTo>
                      <a:pt x="4160" y="978"/>
                      <a:pt x="3684" y="752"/>
                      <a:pt x="3258" y="577"/>
                    </a:cubicBezTo>
                    <a:cubicBezTo>
                      <a:pt x="3033" y="502"/>
                      <a:pt x="2832" y="401"/>
                      <a:pt x="2607" y="351"/>
                    </a:cubicBezTo>
                    <a:cubicBezTo>
                      <a:pt x="2406" y="301"/>
                      <a:pt x="2206" y="251"/>
                      <a:pt x="2005" y="201"/>
                    </a:cubicBezTo>
                    <a:cubicBezTo>
                      <a:pt x="1629" y="126"/>
                      <a:pt x="1278" y="76"/>
                      <a:pt x="977" y="51"/>
                    </a:cubicBezTo>
                    <a:cubicBezTo>
                      <a:pt x="702" y="0"/>
                      <a:pt x="451" y="25"/>
                      <a:pt x="27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7"/>
              <p:cNvSpPr/>
              <p:nvPr/>
            </p:nvSpPr>
            <p:spPr>
              <a:xfrm>
                <a:off x="1526583" y="3829047"/>
                <a:ext cx="278793" cy="335977"/>
              </a:xfrm>
              <a:custGeom>
                <a:rect b="b" l="l" r="r" t="t"/>
                <a:pathLst>
                  <a:path extrusionOk="0" h="14136" w="11730">
                    <a:moveTo>
                      <a:pt x="11554" y="0"/>
                    </a:moveTo>
                    <a:cubicBezTo>
                      <a:pt x="11554" y="0"/>
                      <a:pt x="11454" y="25"/>
                      <a:pt x="11303" y="75"/>
                    </a:cubicBezTo>
                    <a:cubicBezTo>
                      <a:pt x="11153" y="151"/>
                      <a:pt x="10902" y="226"/>
                      <a:pt x="10627" y="351"/>
                    </a:cubicBezTo>
                    <a:cubicBezTo>
                      <a:pt x="10326" y="476"/>
                      <a:pt x="10025" y="627"/>
                      <a:pt x="9674" y="802"/>
                    </a:cubicBezTo>
                    <a:cubicBezTo>
                      <a:pt x="9349" y="978"/>
                      <a:pt x="8973" y="1178"/>
                      <a:pt x="8547" y="1404"/>
                    </a:cubicBezTo>
                    <a:cubicBezTo>
                      <a:pt x="8171" y="1629"/>
                      <a:pt x="7745" y="1880"/>
                      <a:pt x="7369" y="2156"/>
                    </a:cubicBezTo>
                    <a:cubicBezTo>
                      <a:pt x="6968" y="2431"/>
                      <a:pt x="6541" y="2707"/>
                      <a:pt x="6140" y="3033"/>
                    </a:cubicBezTo>
                    <a:cubicBezTo>
                      <a:pt x="5739" y="3359"/>
                      <a:pt x="5338" y="3709"/>
                      <a:pt x="4937" y="4085"/>
                    </a:cubicBezTo>
                    <a:cubicBezTo>
                      <a:pt x="4536" y="4461"/>
                      <a:pt x="4161" y="4862"/>
                      <a:pt x="3810" y="5263"/>
                    </a:cubicBezTo>
                    <a:cubicBezTo>
                      <a:pt x="3058" y="6090"/>
                      <a:pt x="2406" y="6993"/>
                      <a:pt x="1830" y="7945"/>
                    </a:cubicBezTo>
                    <a:cubicBezTo>
                      <a:pt x="1554" y="8421"/>
                      <a:pt x="1328" y="8897"/>
                      <a:pt x="1103" y="9374"/>
                    </a:cubicBezTo>
                    <a:cubicBezTo>
                      <a:pt x="877" y="9875"/>
                      <a:pt x="702" y="10351"/>
                      <a:pt x="551" y="10802"/>
                    </a:cubicBezTo>
                    <a:cubicBezTo>
                      <a:pt x="401" y="11253"/>
                      <a:pt x="276" y="11679"/>
                      <a:pt x="201" y="12080"/>
                    </a:cubicBezTo>
                    <a:cubicBezTo>
                      <a:pt x="125" y="12481"/>
                      <a:pt x="75" y="12832"/>
                      <a:pt x="50" y="13133"/>
                    </a:cubicBezTo>
                    <a:cubicBezTo>
                      <a:pt x="0" y="13434"/>
                      <a:pt x="25" y="13709"/>
                      <a:pt x="0" y="13860"/>
                    </a:cubicBezTo>
                    <a:cubicBezTo>
                      <a:pt x="0" y="14035"/>
                      <a:pt x="0" y="14136"/>
                      <a:pt x="0" y="14136"/>
                    </a:cubicBezTo>
                    <a:cubicBezTo>
                      <a:pt x="0" y="14136"/>
                      <a:pt x="100" y="14136"/>
                      <a:pt x="276" y="14110"/>
                    </a:cubicBezTo>
                    <a:cubicBezTo>
                      <a:pt x="426" y="14060"/>
                      <a:pt x="702" y="14035"/>
                      <a:pt x="1003" y="13960"/>
                    </a:cubicBezTo>
                    <a:cubicBezTo>
                      <a:pt x="1579" y="13835"/>
                      <a:pt x="2381" y="13534"/>
                      <a:pt x="3258" y="13183"/>
                    </a:cubicBezTo>
                    <a:cubicBezTo>
                      <a:pt x="3684" y="13008"/>
                      <a:pt x="4135" y="12807"/>
                      <a:pt x="4562" y="12557"/>
                    </a:cubicBezTo>
                    <a:cubicBezTo>
                      <a:pt x="5013" y="12331"/>
                      <a:pt x="5464" y="12030"/>
                      <a:pt x="5915" y="11704"/>
                    </a:cubicBezTo>
                    <a:cubicBezTo>
                      <a:pt x="6366" y="11404"/>
                      <a:pt x="6817" y="11053"/>
                      <a:pt x="7243" y="10652"/>
                    </a:cubicBezTo>
                    <a:cubicBezTo>
                      <a:pt x="7669" y="10276"/>
                      <a:pt x="8095" y="9850"/>
                      <a:pt x="8471" y="9424"/>
                    </a:cubicBezTo>
                    <a:cubicBezTo>
                      <a:pt x="8872" y="8973"/>
                      <a:pt x="9248" y="8496"/>
                      <a:pt x="9574" y="8020"/>
                    </a:cubicBezTo>
                    <a:cubicBezTo>
                      <a:pt x="9925" y="7544"/>
                      <a:pt x="10226" y="7018"/>
                      <a:pt x="10476" y="6516"/>
                    </a:cubicBezTo>
                    <a:cubicBezTo>
                      <a:pt x="10752" y="5990"/>
                      <a:pt x="10978" y="5489"/>
                      <a:pt x="11153" y="4963"/>
                    </a:cubicBezTo>
                    <a:cubicBezTo>
                      <a:pt x="11328" y="4436"/>
                      <a:pt x="11454" y="3935"/>
                      <a:pt x="11554" y="3459"/>
                    </a:cubicBezTo>
                    <a:cubicBezTo>
                      <a:pt x="11604" y="3208"/>
                      <a:pt x="11654" y="2983"/>
                      <a:pt x="11679" y="2757"/>
                    </a:cubicBezTo>
                    <a:cubicBezTo>
                      <a:pt x="11704" y="2531"/>
                      <a:pt x="11729" y="2306"/>
                      <a:pt x="11729" y="2080"/>
                    </a:cubicBezTo>
                    <a:cubicBezTo>
                      <a:pt x="11729" y="1654"/>
                      <a:pt x="11729" y="1303"/>
                      <a:pt x="11704" y="978"/>
                    </a:cubicBezTo>
                    <a:cubicBezTo>
                      <a:pt x="11679" y="677"/>
                      <a:pt x="11629" y="426"/>
                      <a:pt x="11629" y="251"/>
                    </a:cubicBezTo>
                    <a:cubicBezTo>
                      <a:pt x="11579" y="100"/>
                      <a:pt x="11554" y="0"/>
                      <a:pt x="1155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7"/>
              <p:cNvSpPr/>
              <p:nvPr/>
            </p:nvSpPr>
            <p:spPr>
              <a:xfrm>
                <a:off x="1299023" y="4221608"/>
                <a:ext cx="316322" cy="278199"/>
              </a:xfrm>
              <a:custGeom>
                <a:rect b="b" l="l" r="r" t="t"/>
                <a:pathLst>
                  <a:path extrusionOk="0" h="11705" w="13309">
                    <a:moveTo>
                      <a:pt x="2005" y="1"/>
                    </a:moveTo>
                    <a:cubicBezTo>
                      <a:pt x="1604" y="1"/>
                      <a:pt x="1253" y="1"/>
                      <a:pt x="952" y="51"/>
                    </a:cubicBezTo>
                    <a:cubicBezTo>
                      <a:pt x="677" y="76"/>
                      <a:pt x="426" y="126"/>
                      <a:pt x="251" y="126"/>
                    </a:cubicBezTo>
                    <a:cubicBezTo>
                      <a:pt x="75" y="176"/>
                      <a:pt x="0" y="201"/>
                      <a:pt x="0" y="201"/>
                    </a:cubicBezTo>
                    <a:cubicBezTo>
                      <a:pt x="0" y="201"/>
                      <a:pt x="25" y="276"/>
                      <a:pt x="75" y="452"/>
                    </a:cubicBezTo>
                    <a:cubicBezTo>
                      <a:pt x="125" y="602"/>
                      <a:pt x="201" y="853"/>
                      <a:pt x="326" y="1128"/>
                    </a:cubicBezTo>
                    <a:cubicBezTo>
                      <a:pt x="426" y="1404"/>
                      <a:pt x="577" y="1705"/>
                      <a:pt x="777" y="2056"/>
                    </a:cubicBezTo>
                    <a:cubicBezTo>
                      <a:pt x="852" y="2231"/>
                      <a:pt x="978" y="2407"/>
                      <a:pt x="1078" y="2607"/>
                    </a:cubicBezTo>
                    <a:cubicBezTo>
                      <a:pt x="1153" y="2782"/>
                      <a:pt x="1253" y="2983"/>
                      <a:pt x="1354" y="3184"/>
                    </a:cubicBezTo>
                    <a:cubicBezTo>
                      <a:pt x="1579" y="3559"/>
                      <a:pt x="1780" y="3935"/>
                      <a:pt x="2030" y="4311"/>
                    </a:cubicBezTo>
                    <a:cubicBezTo>
                      <a:pt x="2281" y="4687"/>
                      <a:pt x="2582" y="5113"/>
                      <a:pt x="2882" y="5514"/>
                    </a:cubicBezTo>
                    <a:cubicBezTo>
                      <a:pt x="3183" y="5915"/>
                      <a:pt x="3534" y="6266"/>
                      <a:pt x="3860" y="6667"/>
                    </a:cubicBezTo>
                    <a:cubicBezTo>
                      <a:pt x="4211" y="7043"/>
                      <a:pt x="4587" y="7419"/>
                      <a:pt x="4988" y="7770"/>
                    </a:cubicBezTo>
                    <a:cubicBezTo>
                      <a:pt x="5364" y="8121"/>
                      <a:pt x="5765" y="8447"/>
                      <a:pt x="6191" y="8773"/>
                    </a:cubicBezTo>
                    <a:cubicBezTo>
                      <a:pt x="6617" y="9073"/>
                      <a:pt x="7043" y="9374"/>
                      <a:pt x="7494" y="9650"/>
                    </a:cubicBezTo>
                    <a:cubicBezTo>
                      <a:pt x="8371" y="10176"/>
                      <a:pt x="9273" y="10627"/>
                      <a:pt x="10100" y="10928"/>
                    </a:cubicBezTo>
                    <a:cubicBezTo>
                      <a:pt x="10953" y="11254"/>
                      <a:pt x="11729" y="11479"/>
                      <a:pt x="12331" y="11580"/>
                    </a:cubicBezTo>
                    <a:cubicBezTo>
                      <a:pt x="12607" y="11630"/>
                      <a:pt x="12882" y="11655"/>
                      <a:pt x="13033" y="11680"/>
                    </a:cubicBezTo>
                    <a:cubicBezTo>
                      <a:pt x="13208" y="11705"/>
                      <a:pt x="13308" y="11705"/>
                      <a:pt x="13308" y="11705"/>
                    </a:cubicBezTo>
                    <a:cubicBezTo>
                      <a:pt x="13308" y="11705"/>
                      <a:pt x="13308" y="11605"/>
                      <a:pt x="13308" y="11454"/>
                    </a:cubicBezTo>
                    <a:cubicBezTo>
                      <a:pt x="13283" y="11279"/>
                      <a:pt x="13283" y="11028"/>
                      <a:pt x="13258" y="10727"/>
                    </a:cubicBezTo>
                    <a:cubicBezTo>
                      <a:pt x="13233" y="10427"/>
                      <a:pt x="13158" y="10076"/>
                      <a:pt x="13083" y="9675"/>
                    </a:cubicBezTo>
                    <a:cubicBezTo>
                      <a:pt x="13008" y="9299"/>
                      <a:pt x="12882" y="8873"/>
                      <a:pt x="12732" y="8447"/>
                    </a:cubicBezTo>
                    <a:cubicBezTo>
                      <a:pt x="12582" y="7996"/>
                      <a:pt x="12406" y="7544"/>
                      <a:pt x="12181" y="7068"/>
                    </a:cubicBezTo>
                    <a:cubicBezTo>
                      <a:pt x="11955" y="6617"/>
                      <a:pt x="11679" y="6141"/>
                      <a:pt x="11404" y="5690"/>
                    </a:cubicBezTo>
                    <a:cubicBezTo>
                      <a:pt x="11103" y="5214"/>
                      <a:pt x="10752" y="4762"/>
                      <a:pt x="10376" y="4336"/>
                    </a:cubicBezTo>
                    <a:cubicBezTo>
                      <a:pt x="10000" y="3910"/>
                      <a:pt x="9599" y="3509"/>
                      <a:pt x="9173" y="3108"/>
                    </a:cubicBezTo>
                    <a:cubicBezTo>
                      <a:pt x="8747" y="2732"/>
                      <a:pt x="8271" y="2356"/>
                      <a:pt x="7820" y="2031"/>
                    </a:cubicBezTo>
                    <a:cubicBezTo>
                      <a:pt x="7344" y="1705"/>
                      <a:pt x="6842" y="1429"/>
                      <a:pt x="6341" y="1178"/>
                    </a:cubicBezTo>
                    <a:cubicBezTo>
                      <a:pt x="5815" y="928"/>
                      <a:pt x="5338" y="702"/>
                      <a:pt x="4812" y="527"/>
                    </a:cubicBezTo>
                    <a:cubicBezTo>
                      <a:pt x="4286" y="351"/>
                      <a:pt x="3785" y="226"/>
                      <a:pt x="3308" y="126"/>
                    </a:cubicBezTo>
                    <a:cubicBezTo>
                      <a:pt x="3058" y="76"/>
                      <a:pt x="2832" y="51"/>
                      <a:pt x="2632" y="26"/>
                    </a:cubicBezTo>
                    <a:cubicBezTo>
                      <a:pt x="2406" y="1"/>
                      <a:pt x="2206" y="1"/>
                      <a:pt x="200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7"/>
              <p:cNvSpPr/>
              <p:nvPr/>
            </p:nvSpPr>
            <p:spPr>
              <a:xfrm>
                <a:off x="1184650" y="3876108"/>
                <a:ext cx="247824" cy="357416"/>
              </a:xfrm>
              <a:custGeom>
                <a:rect b="b" l="l" r="r" t="t"/>
                <a:pathLst>
                  <a:path extrusionOk="0" h="15038" w="10427">
                    <a:moveTo>
                      <a:pt x="10276" y="0"/>
                    </a:moveTo>
                    <a:cubicBezTo>
                      <a:pt x="10276" y="0"/>
                      <a:pt x="10176" y="25"/>
                      <a:pt x="10025" y="75"/>
                    </a:cubicBezTo>
                    <a:cubicBezTo>
                      <a:pt x="9850" y="125"/>
                      <a:pt x="9599" y="201"/>
                      <a:pt x="9323" y="326"/>
                    </a:cubicBezTo>
                    <a:cubicBezTo>
                      <a:pt x="9048" y="426"/>
                      <a:pt x="8722" y="577"/>
                      <a:pt x="8346" y="777"/>
                    </a:cubicBezTo>
                    <a:cubicBezTo>
                      <a:pt x="7995" y="952"/>
                      <a:pt x="7619" y="1178"/>
                      <a:pt x="7218" y="1404"/>
                    </a:cubicBezTo>
                    <a:cubicBezTo>
                      <a:pt x="6842" y="1679"/>
                      <a:pt x="6441" y="1955"/>
                      <a:pt x="6040" y="2256"/>
                    </a:cubicBezTo>
                    <a:cubicBezTo>
                      <a:pt x="5639" y="2582"/>
                      <a:pt x="5238" y="2907"/>
                      <a:pt x="4837" y="3283"/>
                    </a:cubicBezTo>
                    <a:cubicBezTo>
                      <a:pt x="4060" y="4035"/>
                      <a:pt x="3358" y="4887"/>
                      <a:pt x="2732" y="5815"/>
                    </a:cubicBezTo>
                    <a:cubicBezTo>
                      <a:pt x="2080" y="6742"/>
                      <a:pt x="1529" y="7745"/>
                      <a:pt x="1128" y="8747"/>
                    </a:cubicBezTo>
                    <a:cubicBezTo>
                      <a:pt x="702" y="9750"/>
                      <a:pt x="401" y="10752"/>
                      <a:pt x="226" y="11679"/>
                    </a:cubicBezTo>
                    <a:cubicBezTo>
                      <a:pt x="50" y="12607"/>
                      <a:pt x="0" y="13434"/>
                      <a:pt x="0" y="14035"/>
                    </a:cubicBezTo>
                    <a:cubicBezTo>
                      <a:pt x="0" y="14336"/>
                      <a:pt x="25" y="14612"/>
                      <a:pt x="25" y="14762"/>
                    </a:cubicBezTo>
                    <a:cubicBezTo>
                      <a:pt x="50" y="14938"/>
                      <a:pt x="50" y="15038"/>
                      <a:pt x="50" y="15038"/>
                    </a:cubicBezTo>
                    <a:cubicBezTo>
                      <a:pt x="50" y="15038"/>
                      <a:pt x="150" y="15013"/>
                      <a:pt x="326" y="14988"/>
                    </a:cubicBezTo>
                    <a:cubicBezTo>
                      <a:pt x="476" y="14938"/>
                      <a:pt x="752" y="14862"/>
                      <a:pt x="1028" y="14762"/>
                    </a:cubicBezTo>
                    <a:cubicBezTo>
                      <a:pt x="1604" y="14562"/>
                      <a:pt x="2381" y="14236"/>
                      <a:pt x="3183" y="13760"/>
                    </a:cubicBezTo>
                    <a:cubicBezTo>
                      <a:pt x="3985" y="13283"/>
                      <a:pt x="4862" y="12682"/>
                      <a:pt x="5664" y="11930"/>
                    </a:cubicBezTo>
                    <a:cubicBezTo>
                      <a:pt x="6466" y="11203"/>
                      <a:pt x="7218" y="10326"/>
                      <a:pt x="7870" y="9374"/>
                    </a:cubicBezTo>
                    <a:cubicBezTo>
                      <a:pt x="8521" y="8421"/>
                      <a:pt x="9073" y="7394"/>
                      <a:pt x="9474" y="6366"/>
                    </a:cubicBezTo>
                    <a:cubicBezTo>
                      <a:pt x="9674" y="5865"/>
                      <a:pt x="9875" y="5364"/>
                      <a:pt x="10000" y="4837"/>
                    </a:cubicBezTo>
                    <a:cubicBezTo>
                      <a:pt x="10125" y="4336"/>
                      <a:pt x="10226" y="3835"/>
                      <a:pt x="10276" y="3384"/>
                    </a:cubicBezTo>
                    <a:cubicBezTo>
                      <a:pt x="10351" y="2907"/>
                      <a:pt x="10401" y="2456"/>
                      <a:pt x="10401" y="2055"/>
                    </a:cubicBezTo>
                    <a:cubicBezTo>
                      <a:pt x="10426" y="1654"/>
                      <a:pt x="10426" y="1303"/>
                      <a:pt x="10401" y="978"/>
                    </a:cubicBezTo>
                    <a:cubicBezTo>
                      <a:pt x="10376" y="677"/>
                      <a:pt x="10351" y="426"/>
                      <a:pt x="10326" y="251"/>
                    </a:cubicBezTo>
                    <a:cubicBezTo>
                      <a:pt x="10301" y="100"/>
                      <a:pt x="10276" y="0"/>
                      <a:pt x="1027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7"/>
              <p:cNvSpPr/>
              <p:nvPr/>
            </p:nvSpPr>
            <p:spPr>
              <a:xfrm>
                <a:off x="2017806" y="4040658"/>
                <a:ext cx="147763" cy="126300"/>
              </a:xfrm>
              <a:custGeom>
                <a:rect b="b" l="l" r="r" t="t"/>
                <a:pathLst>
                  <a:path extrusionOk="0" h="5314" w="6217">
                    <a:moveTo>
                      <a:pt x="5617" y="1"/>
                    </a:moveTo>
                    <a:cubicBezTo>
                      <a:pt x="5526" y="1"/>
                      <a:pt x="5432" y="36"/>
                      <a:pt x="5348" y="120"/>
                    </a:cubicBezTo>
                    <a:cubicBezTo>
                      <a:pt x="3744" y="1699"/>
                      <a:pt x="2015" y="3152"/>
                      <a:pt x="336" y="4606"/>
                    </a:cubicBezTo>
                    <a:cubicBezTo>
                      <a:pt x="0" y="4882"/>
                      <a:pt x="302" y="5314"/>
                      <a:pt x="641" y="5314"/>
                    </a:cubicBezTo>
                    <a:cubicBezTo>
                      <a:pt x="732" y="5314"/>
                      <a:pt x="827" y="5282"/>
                      <a:pt x="912" y="5207"/>
                    </a:cubicBezTo>
                    <a:cubicBezTo>
                      <a:pt x="2616" y="3729"/>
                      <a:pt x="4321" y="2300"/>
                      <a:pt x="5925" y="721"/>
                    </a:cubicBezTo>
                    <a:cubicBezTo>
                      <a:pt x="6217" y="429"/>
                      <a:pt x="5934" y="1"/>
                      <a:pt x="561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7"/>
              <p:cNvSpPr/>
              <p:nvPr/>
            </p:nvSpPr>
            <p:spPr>
              <a:xfrm>
                <a:off x="1505809" y="4169294"/>
                <a:ext cx="151542" cy="159171"/>
              </a:xfrm>
              <a:custGeom>
                <a:rect b="b" l="l" r="r" t="t"/>
                <a:pathLst>
                  <a:path extrusionOk="0" h="6697" w="6376">
                    <a:moveTo>
                      <a:pt x="570" y="0"/>
                    </a:moveTo>
                    <a:cubicBezTo>
                      <a:pt x="272" y="0"/>
                      <a:pt x="1" y="419"/>
                      <a:pt x="248" y="723"/>
                    </a:cubicBezTo>
                    <a:cubicBezTo>
                      <a:pt x="1852" y="2803"/>
                      <a:pt x="3531" y="4808"/>
                      <a:pt x="5461" y="6588"/>
                    </a:cubicBezTo>
                    <a:cubicBezTo>
                      <a:pt x="5548" y="6664"/>
                      <a:pt x="5645" y="6696"/>
                      <a:pt x="5739" y="6696"/>
                    </a:cubicBezTo>
                    <a:cubicBezTo>
                      <a:pt x="6076" y="6696"/>
                      <a:pt x="6376" y="6280"/>
                      <a:pt x="6062" y="5986"/>
                    </a:cubicBezTo>
                    <a:cubicBezTo>
                      <a:pt x="4107" y="4207"/>
                      <a:pt x="2453" y="2227"/>
                      <a:pt x="849" y="146"/>
                    </a:cubicBezTo>
                    <a:cubicBezTo>
                      <a:pt x="764" y="43"/>
                      <a:pt x="666" y="0"/>
                      <a:pt x="57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7"/>
              <p:cNvSpPr/>
              <p:nvPr/>
            </p:nvSpPr>
            <p:spPr>
              <a:xfrm>
                <a:off x="1398732" y="4029059"/>
                <a:ext cx="102747" cy="160312"/>
              </a:xfrm>
              <a:custGeom>
                <a:rect b="b" l="l" r="r" t="t"/>
                <a:pathLst>
                  <a:path extrusionOk="0" h="6745" w="4323">
                    <a:moveTo>
                      <a:pt x="3816" y="0"/>
                    </a:moveTo>
                    <a:cubicBezTo>
                      <a:pt x="3649" y="0"/>
                      <a:pt x="3478" y="85"/>
                      <a:pt x="3399" y="282"/>
                    </a:cubicBezTo>
                    <a:cubicBezTo>
                      <a:pt x="2547" y="2337"/>
                      <a:pt x="1369" y="4242"/>
                      <a:pt x="191" y="6122"/>
                    </a:cubicBezTo>
                    <a:cubicBezTo>
                      <a:pt x="0" y="6451"/>
                      <a:pt x="290" y="6745"/>
                      <a:pt x="577" y="6745"/>
                    </a:cubicBezTo>
                    <a:cubicBezTo>
                      <a:pt x="705" y="6745"/>
                      <a:pt x="833" y="6687"/>
                      <a:pt x="918" y="6548"/>
                    </a:cubicBezTo>
                    <a:cubicBezTo>
                      <a:pt x="2146" y="4593"/>
                      <a:pt x="3324" y="2638"/>
                      <a:pt x="4201" y="508"/>
                    </a:cubicBezTo>
                    <a:cubicBezTo>
                      <a:pt x="4323" y="203"/>
                      <a:pt x="4075" y="0"/>
                      <a:pt x="381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7"/>
              <p:cNvSpPr/>
              <p:nvPr/>
            </p:nvSpPr>
            <p:spPr>
              <a:xfrm>
                <a:off x="1866424" y="4157671"/>
                <a:ext cx="125516" cy="137851"/>
              </a:xfrm>
              <a:custGeom>
                <a:rect b="b" l="l" r="r" t="t"/>
                <a:pathLst>
                  <a:path extrusionOk="0" h="5800" w="5281">
                    <a:moveTo>
                      <a:pt x="637" y="0"/>
                    </a:moveTo>
                    <a:cubicBezTo>
                      <a:pt x="300" y="0"/>
                      <a:pt x="0" y="417"/>
                      <a:pt x="314" y="711"/>
                    </a:cubicBezTo>
                    <a:cubicBezTo>
                      <a:pt x="1918" y="2139"/>
                      <a:pt x="3020" y="3944"/>
                      <a:pt x="4324" y="5623"/>
                    </a:cubicBezTo>
                    <a:cubicBezTo>
                      <a:pt x="4419" y="5748"/>
                      <a:pt x="4549" y="5799"/>
                      <a:pt x="4677" y="5799"/>
                    </a:cubicBezTo>
                    <a:cubicBezTo>
                      <a:pt x="4985" y="5799"/>
                      <a:pt x="5281" y="5498"/>
                      <a:pt x="5051" y="5197"/>
                    </a:cubicBezTo>
                    <a:cubicBezTo>
                      <a:pt x="3697" y="3467"/>
                      <a:pt x="2569" y="1613"/>
                      <a:pt x="915" y="109"/>
                    </a:cubicBezTo>
                    <a:cubicBezTo>
                      <a:pt x="828" y="33"/>
                      <a:pt x="731" y="0"/>
                      <a:pt x="63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7"/>
              <p:cNvSpPr/>
              <p:nvPr/>
            </p:nvSpPr>
            <p:spPr>
              <a:xfrm>
                <a:off x="1921710" y="4259020"/>
                <a:ext cx="111232" cy="74606"/>
              </a:xfrm>
              <a:custGeom>
                <a:rect b="b" l="l" r="r" t="t"/>
                <a:pathLst>
                  <a:path extrusionOk="0" h="3139" w="4680">
                    <a:moveTo>
                      <a:pt x="2235" y="0"/>
                    </a:moveTo>
                    <a:cubicBezTo>
                      <a:pt x="255" y="0"/>
                      <a:pt x="0" y="3138"/>
                      <a:pt x="2524" y="3138"/>
                    </a:cubicBezTo>
                    <a:cubicBezTo>
                      <a:pt x="4429" y="3138"/>
                      <a:pt x="4679" y="81"/>
                      <a:pt x="2374" y="5"/>
                    </a:cubicBezTo>
                    <a:cubicBezTo>
                      <a:pt x="2327" y="2"/>
                      <a:pt x="2280" y="0"/>
                      <a:pt x="22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7"/>
              <p:cNvSpPr/>
              <p:nvPr/>
            </p:nvSpPr>
            <p:spPr>
              <a:xfrm>
                <a:off x="1567869" y="4287019"/>
                <a:ext cx="111232" cy="74606"/>
              </a:xfrm>
              <a:custGeom>
                <a:rect b="b" l="l" r="r" t="t"/>
                <a:pathLst>
                  <a:path extrusionOk="0" h="3139" w="4680">
                    <a:moveTo>
                      <a:pt x="2260" y="0"/>
                    </a:moveTo>
                    <a:cubicBezTo>
                      <a:pt x="279" y="0"/>
                      <a:pt x="1" y="3138"/>
                      <a:pt x="2549" y="3138"/>
                    </a:cubicBezTo>
                    <a:cubicBezTo>
                      <a:pt x="4454" y="3138"/>
                      <a:pt x="4679" y="56"/>
                      <a:pt x="2398" y="5"/>
                    </a:cubicBezTo>
                    <a:cubicBezTo>
                      <a:pt x="2351" y="2"/>
                      <a:pt x="2305" y="0"/>
                      <a:pt x="226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7"/>
              <p:cNvSpPr/>
              <p:nvPr/>
            </p:nvSpPr>
            <p:spPr>
              <a:xfrm>
                <a:off x="1432626" y="3996900"/>
                <a:ext cx="111232" cy="74606"/>
              </a:xfrm>
              <a:custGeom>
                <a:rect b="b" l="l" r="r" t="t"/>
                <a:pathLst>
                  <a:path extrusionOk="0" h="3139" w="4680">
                    <a:moveTo>
                      <a:pt x="2259" y="1"/>
                    </a:moveTo>
                    <a:cubicBezTo>
                      <a:pt x="256" y="1"/>
                      <a:pt x="1" y="3139"/>
                      <a:pt x="2525" y="3139"/>
                    </a:cubicBezTo>
                    <a:cubicBezTo>
                      <a:pt x="4454" y="3139"/>
                      <a:pt x="4680" y="56"/>
                      <a:pt x="2399" y="6"/>
                    </a:cubicBezTo>
                    <a:cubicBezTo>
                      <a:pt x="2352" y="2"/>
                      <a:pt x="2305" y="1"/>
                      <a:pt x="225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7"/>
              <p:cNvSpPr/>
              <p:nvPr/>
            </p:nvSpPr>
            <p:spPr>
              <a:xfrm>
                <a:off x="1869062" y="4215547"/>
                <a:ext cx="82854" cy="56115"/>
              </a:xfrm>
              <a:custGeom>
                <a:rect b="b" l="l" r="r" t="t"/>
                <a:pathLst>
                  <a:path extrusionOk="0" h="2361" w="3486">
                    <a:moveTo>
                      <a:pt x="1666" y="0"/>
                    </a:moveTo>
                    <a:cubicBezTo>
                      <a:pt x="192" y="0"/>
                      <a:pt x="0" y="2336"/>
                      <a:pt x="1882" y="2361"/>
                    </a:cubicBezTo>
                    <a:cubicBezTo>
                      <a:pt x="3310" y="2361"/>
                      <a:pt x="3486" y="55"/>
                      <a:pt x="1782" y="5"/>
                    </a:cubicBezTo>
                    <a:cubicBezTo>
                      <a:pt x="1742" y="2"/>
                      <a:pt x="1704" y="0"/>
                      <a:pt x="16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7"/>
              <p:cNvSpPr/>
              <p:nvPr/>
            </p:nvSpPr>
            <p:spPr>
              <a:xfrm>
                <a:off x="1573003" y="4215547"/>
                <a:ext cx="83448" cy="56115"/>
              </a:xfrm>
              <a:custGeom>
                <a:rect b="b" l="l" r="r" t="t"/>
                <a:pathLst>
                  <a:path extrusionOk="0" h="2361" w="3511">
                    <a:moveTo>
                      <a:pt x="1666" y="0"/>
                    </a:moveTo>
                    <a:cubicBezTo>
                      <a:pt x="191" y="0"/>
                      <a:pt x="0" y="2336"/>
                      <a:pt x="1907" y="2361"/>
                    </a:cubicBezTo>
                    <a:cubicBezTo>
                      <a:pt x="3335" y="2361"/>
                      <a:pt x="3511" y="55"/>
                      <a:pt x="1781" y="5"/>
                    </a:cubicBezTo>
                    <a:cubicBezTo>
                      <a:pt x="1742" y="2"/>
                      <a:pt x="1704" y="0"/>
                      <a:pt x="16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7"/>
              <p:cNvSpPr/>
              <p:nvPr/>
            </p:nvSpPr>
            <p:spPr>
              <a:xfrm>
                <a:off x="1387133" y="4075550"/>
                <a:ext cx="83234" cy="55545"/>
              </a:xfrm>
              <a:custGeom>
                <a:rect b="b" l="l" r="r" t="t"/>
                <a:pathLst>
                  <a:path extrusionOk="0" h="2337" w="3502">
                    <a:moveTo>
                      <a:pt x="1667" y="1"/>
                    </a:moveTo>
                    <a:cubicBezTo>
                      <a:pt x="192" y="1"/>
                      <a:pt x="0" y="2336"/>
                      <a:pt x="1882" y="2336"/>
                    </a:cubicBezTo>
                    <a:cubicBezTo>
                      <a:pt x="1890" y="2336"/>
                      <a:pt x="1897" y="2336"/>
                      <a:pt x="1905" y="2336"/>
                    </a:cubicBezTo>
                    <a:cubicBezTo>
                      <a:pt x="3313" y="2336"/>
                      <a:pt x="3502" y="30"/>
                      <a:pt x="1782" y="5"/>
                    </a:cubicBezTo>
                    <a:cubicBezTo>
                      <a:pt x="1743" y="2"/>
                      <a:pt x="1704" y="1"/>
                      <a:pt x="16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7"/>
              <p:cNvSpPr/>
              <p:nvPr/>
            </p:nvSpPr>
            <p:spPr>
              <a:xfrm>
                <a:off x="2095885" y="4001036"/>
                <a:ext cx="110994" cy="74654"/>
              </a:xfrm>
              <a:custGeom>
                <a:rect b="b" l="l" r="r" t="t"/>
                <a:pathLst>
                  <a:path extrusionOk="0" h="3141" w="4670">
                    <a:moveTo>
                      <a:pt x="2203" y="1"/>
                    </a:moveTo>
                    <a:cubicBezTo>
                      <a:pt x="244" y="1"/>
                      <a:pt x="0" y="3116"/>
                      <a:pt x="2514" y="3140"/>
                    </a:cubicBezTo>
                    <a:cubicBezTo>
                      <a:pt x="4419" y="3140"/>
                      <a:pt x="4670" y="57"/>
                      <a:pt x="2364" y="7"/>
                    </a:cubicBezTo>
                    <a:cubicBezTo>
                      <a:pt x="2309" y="3"/>
                      <a:pt x="2256" y="1"/>
                      <a:pt x="220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7"/>
              <p:cNvSpPr/>
              <p:nvPr/>
            </p:nvSpPr>
            <p:spPr>
              <a:xfrm>
                <a:off x="2038841" y="4047551"/>
                <a:ext cx="83448" cy="56139"/>
              </a:xfrm>
              <a:custGeom>
                <a:rect b="b" l="l" r="r" t="t"/>
                <a:pathLst>
                  <a:path extrusionOk="0" h="2362" w="3511">
                    <a:moveTo>
                      <a:pt x="1666" y="1"/>
                    </a:moveTo>
                    <a:cubicBezTo>
                      <a:pt x="191" y="1"/>
                      <a:pt x="1" y="2337"/>
                      <a:pt x="1907" y="2361"/>
                    </a:cubicBezTo>
                    <a:cubicBezTo>
                      <a:pt x="3335" y="2361"/>
                      <a:pt x="3511" y="55"/>
                      <a:pt x="1782" y="5"/>
                    </a:cubicBezTo>
                    <a:cubicBezTo>
                      <a:pt x="1742" y="2"/>
                      <a:pt x="1704" y="1"/>
                      <a:pt x="16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7"/>
              <p:cNvSpPr/>
              <p:nvPr/>
            </p:nvSpPr>
            <p:spPr>
              <a:xfrm>
                <a:off x="948153" y="3917680"/>
                <a:ext cx="211483" cy="380779"/>
              </a:xfrm>
              <a:custGeom>
                <a:rect b="b" l="l" r="r" t="t"/>
                <a:pathLst>
                  <a:path extrusionOk="0" h="16021" w="8898">
                    <a:moveTo>
                      <a:pt x="4239" y="1"/>
                    </a:moveTo>
                    <a:cubicBezTo>
                      <a:pt x="3672" y="1"/>
                      <a:pt x="3052" y="99"/>
                      <a:pt x="2431" y="381"/>
                    </a:cubicBezTo>
                    <a:cubicBezTo>
                      <a:pt x="2005" y="582"/>
                      <a:pt x="1629" y="858"/>
                      <a:pt x="1328" y="1183"/>
                    </a:cubicBezTo>
                    <a:cubicBezTo>
                      <a:pt x="1003" y="1484"/>
                      <a:pt x="777" y="1860"/>
                      <a:pt x="602" y="2186"/>
                    </a:cubicBezTo>
                    <a:cubicBezTo>
                      <a:pt x="251" y="2888"/>
                      <a:pt x="125" y="3564"/>
                      <a:pt x="50" y="4166"/>
                    </a:cubicBezTo>
                    <a:cubicBezTo>
                      <a:pt x="0" y="4767"/>
                      <a:pt x="0" y="5344"/>
                      <a:pt x="25" y="5895"/>
                    </a:cubicBezTo>
                    <a:cubicBezTo>
                      <a:pt x="100" y="6973"/>
                      <a:pt x="301" y="7950"/>
                      <a:pt x="552" y="8853"/>
                    </a:cubicBezTo>
                    <a:cubicBezTo>
                      <a:pt x="802" y="9755"/>
                      <a:pt x="1078" y="10557"/>
                      <a:pt x="1354" y="11309"/>
                    </a:cubicBezTo>
                    <a:cubicBezTo>
                      <a:pt x="1930" y="12788"/>
                      <a:pt x="2557" y="13965"/>
                      <a:pt x="3008" y="14767"/>
                    </a:cubicBezTo>
                    <a:cubicBezTo>
                      <a:pt x="3233" y="15194"/>
                      <a:pt x="3434" y="15494"/>
                      <a:pt x="3559" y="15695"/>
                    </a:cubicBezTo>
                    <a:cubicBezTo>
                      <a:pt x="3684" y="15920"/>
                      <a:pt x="3760" y="16021"/>
                      <a:pt x="3760" y="16021"/>
                    </a:cubicBezTo>
                    <a:cubicBezTo>
                      <a:pt x="3760" y="16021"/>
                      <a:pt x="3760" y="15895"/>
                      <a:pt x="3734" y="15645"/>
                    </a:cubicBezTo>
                    <a:cubicBezTo>
                      <a:pt x="3734" y="15394"/>
                      <a:pt x="3709" y="15018"/>
                      <a:pt x="3659" y="14567"/>
                    </a:cubicBezTo>
                    <a:cubicBezTo>
                      <a:pt x="3609" y="14116"/>
                      <a:pt x="3559" y="13564"/>
                      <a:pt x="3509" y="12938"/>
                    </a:cubicBezTo>
                    <a:cubicBezTo>
                      <a:pt x="3434" y="12311"/>
                      <a:pt x="3359" y="11610"/>
                      <a:pt x="3283" y="10833"/>
                    </a:cubicBezTo>
                    <a:cubicBezTo>
                      <a:pt x="3208" y="10081"/>
                      <a:pt x="3133" y="9279"/>
                      <a:pt x="3058" y="8427"/>
                    </a:cubicBezTo>
                    <a:cubicBezTo>
                      <a:pt x="3008" y="7574"/>
                      <a:pt x="2983" y="6697"/>
                      <a:pt x="3033" y="5845"/>
                    </a:cubicBezTo>
                    <a:cubicBezTo>
                      <a:pt x="3058" y="5419"/>
                      <a:pt x="3083" y="4993"/>
                      <a:pt x="3183" y="4617"/>
                    </a:cubicBezTo>
                    <a:cubicBezTo>
                      <a:pt x="3258" y="4241"/>
                      <a:pt x="3359" y="3915"/>
                      <a:pt x="3484" y="3715"/>
                    </a:cubicBezTo>
                    <a:cubicBezTo>
                      <a:pt x="3634" y="3514"/>
                      <a:pt x="3709" y="3464"/>
                      <a:pt x="3810" y="3414"/>
                    </a:cubicBezTo>
                    <a:cubicBezTo>
                      <a:pt x="3892" y="3373"/>
                      <a:pt x="4074" y="3332"/>
                      <a:pt x="4315" y="3332"/>
                    </a:cubicBezTo>
                    <a:cubicBezTo>
                      <a:pt x="4369" y="3332"/>
                      <a:pt x="4427" y="3334"/>
                      <a:pt x="4486" y="3339"/>
                    </a:cubicBezTo>
                    <a:cubicBezTo>
                      <a:pt x="4562" y="3364"/>
                      <a:pt x="4637" y="3364"/>
                      <a:pt x="4737" y="3389"/>
                    </a:cubicBezTo>
                    <a:lnTo>
                      <a:pt x="4837" y="3389"/>
                    </a:lnTo>
                    <a:lnTo>
                      <a:pt x="4937" y="3414"/>
                    </a:lnTo>
                    <a:lnTo>
                      <a:pt x="4988" y="3439"/>
                    </a:lnTo>
                    <a:lnTo>
                      <a:pt x="5038" y="3439"/>
                    </a:lnTo>
                    <a:lnTo>
                      <a:pt x="5113" y="3464"/>
                    </a:lnTo>
                    <a:cubicBezTo>
                      <a:pt x="5163" y="3489"/>
                      <a:pt x="5213" y="3514"/>
                      <a:pt x="5238" y="3539"/>
                    </a:cubicBezTo>
                    <a:cubicBezTo>
                      <a:pt x="5389" y="3615"/>
                      <a:pt x="5464" y="3690"/>
                      <a:pt x="5589" y="3890"/>
                    </a:cubicBezTo>
                    <a:cubicBezTo>
                      <a:pt x="5689" y="4091"/>
                      <a:pt x="5765" y="4417"/>
                      <a:pt x="5815" y="4792"/>
                    </a:cubicBezTo>
                    <a:cubicBezTo>
                      <a:pt x="5840" y="5168"/>
                      <a:pt x="5840" y="5569"/>
                      <a:pt x="5815" y="5996"/>
                    </a:cubicBezTo>
                    <a:cubicBezTo>
                      <a:pt x="5740" y="6848"/>
                      <a:pt x="5589" y="7725"/>
                      <a:pt x="5414" y="8552"/>
                    </a:cubicBezTo>
                    <a:cubicBezTo>
                      <a:pt x="5238" y="9379"/>
                      <a:pt x="5063" y="10181"/>
                      <a:pt x="4862" y="10933"/>
                    </a:cubicBezTo>
                    <a:cubicBezTo>
                      <a:pt x="4511" y="12412"/>
                      <a:pt x="4186" y="13690"/>
                      <a:pt x="3985" y="14592"/>
                    </a:cubicBezTo>
                    <a:cubicBezTo>
                      <a:pt x="3885" y="15043"/>
                      <a:pt x="3835" y="15394"/>
                      <a:pt x="3810" y="15645"/>
                    </a:cubicBezTo>
                    <a:cubicBezTo>
                      <a:pt x="3760" y="15895"/>
                      <a:pt x="3760" y="16021"/>
                      <a:pt x="3760" y="16021"/>
                    </a:cubicBezTo>
                    <a:cubicBezTo>
                      <a:pt x="3760" y="16021"/>
                      <a:pt x="4060" y="15595"/>
                      <a:pt x="4587" y="14843"/>
                    </a:cubicBezTo>
                    <a:cubicBezTo>
                      <a:pt x="5113" y="14091"/>
                      <a:pt x="5865" y="13013"/>
                      <a:pt x="6617" y="11610"/>
                    </a:cubicBezTo>
                    <a:cubicBezTo>
                      <a:pt x="7018" y="10933"/>
                      <a:pt x="7394" y="10156"/>
                      <a:pt x="7770" y="9304"/>
                    </a:cubicBezTo>
                    <a:cubicBezTo>
                      <a:pt x="8120" y="8427"/>
                      <a:pt x="8471" y="7499"/>
                      <a:pt x="8697" y="6422"/>
                    </a:cubicBezTo>
                    <a:cubicBezTo>
                      <a:pt x="8797" y="5895"/>
                      <a:pt x="8897" y="5319"/>
                      <a:pt x="8897" y="4717"/>
                    </a:cubicBezTo>
                    <a:cubicBezTo>
                      <a:pt x="8897" y="4091"/>
                      <a:pt x="8847" y="3389"/>
                      <a:pt x="8547" y="2662"/>
                    </a:cubicBezTo>
                    <a:cubicBezTo>
                      <a:pt x="8271" y="1935"/>
                      <a:pt x="7694" y="1158"/>
                      <a:pt x="6943" y="707"/>
                    </a:cubicBezTo>
                    <a:cubicBezTo>
                      <a:pt x="6767" y="582"/>
                      <a:pt x="6592" y="507"/>
                      <a:pt x="6391" y="432"/>
                    </a:cubicBezTo>
                    <a:lnTo>
                      <a:pt x="6115" y="306"/>
                    </a:lnTo>
                    <a:lnTo>
                      <a:pt x="5790" y="206"/>
                    </a:lnTo>
                    <a:lnTo>
                      <a:pt x="5664" y="181"/>
                    </a:lnTo>
                    <a:lnTo>
                      <a:pt x="5564" y="156"/>
                    </a:lnTo>
                    <a:lnTo>
                      <a:pt x="5414" y="131"/>
                    </a:lnTo>
                    <a:lnTo>
                      <a:pt x="5288" y="106"/>
                    </a:lnTo>
                    <a:cubicBezTo>
                      <a:pt x="5138" y="81"/>
                      <a:pt x="4963" y="56"/>
                      <a:pt x="4787" y="31"/>
                    </a:cubicBezTo>
                    <a:cubicBezTo>
                      <a:pt x="4612" y="12"/>
                      <a:pt x="4428" y="1"/>
                      <a:pt x="423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7"/>
              <p:cNvSpPr/>
              <p:nvPr/>
            </p:nvSpPr>
            <p:spPr>
              <a:xfrm>
                <a:off x="1037499" y="4294293"/>
                <a:ext cx="316916" cy="300920"/>
              </a:xfrm>
              <a:custGeom>
                <a:rect b="b" l="l" r="r" t="t"/>
                <a:pathLst>
                  <a:path extrusionOk="0" h="12661" w="13334">
                    <a:moveTo>
                      <a:pt x="1504" y="0"/>
                    </a:moveTo>
                    <a:cubicBezTo>
                      <a:pt x="1028" y="0"/>
                      <a:pt x="627" y="50"/>
                      <a:pt x="376" y="100"/>
                    </a:cubicBezTo>
                    <a:cubicBezTo>
                      <a:pt x="126" y="151"/>
                      <a:pt x="1" y="176"/>
                      <a:pt x="1" y="176"/>
                    </a:cubicBezTo>
                    <a:cubicBezTo>
                      <a:pt x="1" y="176"/>
                      <a:pt x="1" y="176"/>
                      <a:pt x="1" y="176"/>
                    </a:cubicBezTo>
                    <a:lnTo>
                      <a:pt x="1" y="176"/>
                    </a:lnTo>
                    <a:cubicBezTo>
                      <a:pt x="1" y="176"/>
                      <a:pt x="126" y="226"/>
                      <a:pt x="376" y="276"/>
                    </a:cubicBezTo>
                    <a:cubicBezTo>
                      <a:pt x="602" y="351"/>
                      <a:pt x="953" y="476"/>
                      <a:pt x="1379" y="652"/>
                    </a:cubicBezTo>
                    <a:cubicBezTo>
                      <a:pt x="2206" y="1028"/>
                      <a:pt x="3384" y="1604"/>
                      <a:pt x="4687" y="2406"/>
                    </a:cubicBezTo>
                    <a:cubicBezTo>
                      <a:pt x="5339" y="2807"/>
                      <a:pt x="6041" y="3233"/>
                      <a:pt x="6717" y="3760"/>
                    </a:cubicBezTo>
                    <a:cubicBezTo>
                      <a:pt x="7394" y="4261"/>
                      <a:pt x="8071" y="4812"/>
                      <a:pt x="8672" y="5439"/>
                    </a:cubicBezTo>
                    <a:cubicBezTo>
                      <a:pt x="8948" y="5740"/>
                      <a:pt x="9224" y="6065"/>
                      <a:pt x="9449" y="6391"/>
                    </a:cubicBezTo>
                    <a:cubicBezTo>
                      <a:pt x="9650" y="6717"/>
                      <a:pt x="9800" y="7018"/>
                      <a:pt x="9875" y="7319"/>
                    </a:cubicBezTo>
                    <a:cubicBezTo>
                      <a:pt x="9976" y="7594"/>
                      <a:pt x="9976" y="7845"/>
                      <a:pt x="9925" y="8095"/>
                    </a:cubicBezTo>
                    <a:cubicBezTo>
                      <a:pt x="9875" y="8321"/>
                      <a:pt x="9775" y="8597"/>
                      <a:pt x="9575" y="8872"/>
                    </a:cubicBezTo>
                    <a:lnTo>
                      <a:pt x="9549" y="8923"/>
                    </a:lnTo>
                    <a:lnTo>
                      <a:pt x="9549" y="8923"/>
                    </a:lnTo>
                    <a:lnTo>
                      <a:pt x="9549" y="8923"/>
                    </a:lnTo>
                    <a:lnTo>
                      <a:pt x="9524" y="8948"/>
                    </a:lnTo>
                    <a:cubicBezTo>
                      <a:pt x="9527" y="8945"/>
                      <a:pt x="9529" y="8943"/>
                      <a:pt x="9530" y="8943"/>
                    </a:cubicBezTo>
                    <a:cubicBezTo>
                      <a:pt x="9530" y="8943"/>
                      <a:pt x="9530" y="8945"/>
                      <a:pt x="9529" y="8948"/>
                    </a:cubicBezTo>
                    <a:lnTo>
                      <a:pt x="9529" y="8948"/>
                    </a:lnTo>
                    <a:lnTo>
                      <a:pt x="9424" y="9073"/>
                    </a:lnTo>
                    <a:cubicBezTo>
                      <a:pt x="9374" y="9123"/>
                      <a:pt x="9374" y="9148"/>
                      <a:pt x="9324" y="9198"/>
                    </a:cubicBezTo>
                    <a:cubicBezTo>
                      <a:pt x="9249" y="9273"/>
                      <a:pt x="9174" y="9324"/>
                      <a:pt x="9123" y="9349"/>
                    </a:cubicBezTo>
                    <a:cubicBezTo>
                      <a:pt x="9073" y="9374"/>
                      <a:pt x="9073" y="9374"/>
                      <a:pt x="9023" y="9374"/>
                    </a:cubicBezTo>
                    <a:cubicBezTo>
                      <a:pt x="8998" y="9386"/>
                      <a:pt x="8967" y="9392"/>
                      <a:pt x="8926" y="9392"/>
                    </a:cubicBezTo>
                    <a:cubicBezTo>
                      <a:pt x="8885" y="9392"/>
                      <a:pt x="8835" y="9386"/>
                      <a:pt x="8773" y="9374"/>
                    </a:cubicBezTo>
                    <a:cubicBezTo>
                      <a:pt x="8572" y="9298"/>
                      <a:pt x="8246" y="9148"/>
                      <a:pt x="7920" y="8923"/>
                    </a:cubicBezTo>
                    <a:cubicBezTo>
                      <a:pt x="7595" y="8697"/>
                      <a:pt x="7244" y="8396"/>
                      <a:pt x="6918" y="8095"/>
                    </a:cubicBezTo>
                    <a:cubicBezTo>
                      <a:pt x="6291" y="7494"/>
                      <a:pt x="5665" y="6817"/>
                      <a:pt x="5088" y="6166"/>
                    </a:cubicBezTo>
                    <a:cubicBezTo>
                      <a:pt x="4537" y="5489"/>
                      <a:pt x="3986" y="4837"/>
                      <a:pt x="3509" y="4236"/>
                    </a:cubicBezTo>
                    <a:cubicBezTo>
                      <a:pt x="2507" y="3008"/>
                      <a:pt x="1655" y="1980"/>
                      <a:pt x="1028" y="1253"/>
                    </a:cubicBezTo>
                    <a:cubicBezTo>
                      <a:pt x="727" y="902"/>
                      <a:pt x="452" y="627"/>
                      <a:pt x="276" y="451"/>
                    </a:cubicBezTo>
                    <a:cubicBezTo>
                      <a:pt x="101" y="276"/>
                      <a:pt x="1" y="176"/>
                      <a:pt x="1" y="176"/>
                    </a:cubicBezTo>
                    <a:lnTo>
                      <a:pt x="1" y="176"/>
                    </a:lnTo>
                    <a:cubicBezTo>
                      <a:pt x="1" y="176"/>
                      <a:pt x="151" y="702"/>
                      <a:pt x="452" y="1604"/>
                    </a:cubicBezTo>
                    <a:cubicBezTo>
                      <a:pt x="752" y="2481"/>
                      <a:pt x="1178" y="3760"/>
                      <a:pt x="1855" y="5238"/>
                    </a:cubicBezTo>
                    <a:cubicBezTo>
                      <a:pt x="2181" y="5990"/>
                      <a:pt x="2582" y="6767"/>
                      <a:pt x="3033" y="7594"/>
                    </a:cubicBezTo>
                    <a:cubicBezTo>
                      <a:pt x="3509" y="8421"/>
                      <a:pt x="4061" y="9273"/>
                      <a:pt x="4762" y="10126"/>
                    </a:cubicBezTo>
                    <a:cubicBezTo>
                      <a:pt x="5113" y="10552"/>
                      <a:pt x="5514" y="10978"/>
                      <a:pt x="5991" y="11379"/>
                    </a:cubicBezTo>
                    <a:cubicBezTo>
                      <a:pt x="6467" y="11780"/>
                      <a:pt x="7018" y="12181"/>
                      <a:pt x="7770" y="12456"/>
                    </a:cubicBezTo>
                    <a:cubicBezTo>
                      <a:pt x="8129" y="12569"/>
                      <a:pt x="8508" y="12661"/>
                      <a:pt x="8944" y="12661"/>
                    </a:cubicBezTo>
                    <a:cubicBezTo>
                      <a:pt x="8995" y="12661"/>
                      <a:pt x="9046" y="12660"/>
                      <a:pt x="9098" y="12657"/>
                    </a:cubicBezTo>
                    <a:cubicBezTo>
                      <a:pt x="9139" y="12659"/>
                      <a:pt x="9180" y="12660"/>
                      <a:pt x="9220" y="12660"/>
                    </a:cubicBezTo>
                    <a:cubicBezTo>
                      <a:pt x="9659" y="12660"/>
                      <a:pt x="10112" y="12540"/>
                      <a:pt x="10502" y="12356"/>
                    </a:cubicBezTo>
                    <a:cubicBezTo>
                      <a:pt x="10928" y="12156"/>
                      <a:pt x="11304" y="11905"/>
                      <a:pt x="11605" y="11629"/>
                    </a:cubicBezTo>
                    <a:cubicBezTo>
                      <a:pt x="11755" y="11504"/>
                      <a:pt x="11905" y="11304"/>
                      <a:pt x="12031" y="11153"/>
                    </a:cubicBezTo>
                    <a:lnTo>
                      <a:pt x="12156" y="11003"/>
                    </a:lnTo>
                    <a:lnTo>
                      <a:pt x="12206" y="10953"/>
                    </a:lnTo>
                    <a:lnTo>
                      <a:pt x="12281" y="10852"/>
                    </a:lnTo>
                    <a:lnTo>
                      <a:pt x="12281" y="10827"/>
                    </a:lnTo>
                    <a:lnTo>
                      <a:pt x="12357" y="10727"/>
                    </a:lnTo>
                    <a:cubicBezTo>
                      <a:pt x="12758" y="10126"/>
                      <a:pt x="13083" y="9399"/>
                      <a:pt x="13209" y="8597"/>
                    </a:cubicBezTo>
                    <a:cubicBezTo>
                      <a:pt x="13334" y="7795"/>
                      <a:pt x="13209" y="6968"/>
                      <a:pt x="12958" y="6291"/>
                    </a:cubicBezTo>
                    <a:cubicBezTo>
                      <a:pt x="12707" y="5589"/>
                      <a:pt x="12331" y="5013"/>
                      <a:pt x="11930" y="4511"/>
                    </a:cubicBezTo>
                    <a:cubicBezTo>
                      <a:pt x="11529" y="4010"/>
                      <a:pt x="11103" y="3609"/>
                      <a:pt x="10652" y="3258"/>
                    </a:cubicBezTo>
                    <a:cubicBezTo>
                      <a:pt x="9775" y="2532"/>
                      <a:pt x="8873" y="2005"/>
                      <a:pt x="7996" y="1579"/>
                    </a:cubicBezTo>
                    <a:cubicBezTo>
                      <a:pt x="7118" y="1178"/>
                      <a:pt x="6266" y="852"/>
                      <a:pt x="5464" y="627"/>
                    </a:cubicBezTo>
                    <a:cubicBezTo>
                      <a:pt x="3860" y="151"/>
                      <a:pt x="2482" y="0"/>
                      <a:pt x="150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7"/>
              <p:cNvSpPr/>
              <p:nvPr/>
            </p:nvSpPr>
            <p:spPr>
              <a:xfrm>
                <a:off x="720000" y="4226980"/>
                <a:ext cx="323476" cy="95926"/>
              </a:xfrm>
              <a:custGeom>
                <a:rect b="b" l="l" r="r" t="t"/>
                <a:pathLst>
                  <a:path extrusionOk="0" h="4036" w="13610">
                    <a:moveTo>
                      <a:pt x="777" y="0"/>
                    </a:moveTo>
                    <a:lnTo>
                      <a:pt x="0" y="1930"/>
                    </a:lnTo>
                    <a:cubicBezTo>
                      <a:pt x="1529" y="2531"/>
                      <a:pt x="3509" y="3033"/>
                      <a:pt x="5614" y="3409"/>
                    </a:cubicBezTo>
                    <a:cubicBezTo>
                      <a:pt x="7744" y="3810"/>
                      <a:pt x="9950" y="4035"/>
                      <a:pt x="11855" y="4035"/>
                    </a:cubicBezTo>
                    <a:cubicBezTo>
                      <a:pt x="12481" y="4035"/>
                      <a:pt x="13058" y="4010"/>
                      <a:pt x="13609" y="3960"/>
                    </a:cubicBezTo>
                    <a:lnTo>
                      <a:pt x="13384" y="1880"/>
                    </a:lnTo>
                    <a:cubicBezTo>
                      <a:pt x="12932" y="1930"/>
                      <a:pt x="12406" y="1955"/>
                      <a:pt x="11855" y="1955"/>
                    </a:cubicBezTo>
                    <a:cubicBezTo>
                      <a:pt x="10125" y="1955"/>
                      <a:pt x="7995" y="1729"/>
                      <a:pt x="5990" y="1353"/>
                    </a:cubicBezTo>
                    <a:cubicBezTo>
                      <a:pt x="3985" y="1003"/>
                      <a:pt x="2080" y="501"/>
                      <a:pt x="77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7"/>
              <p:cNvSpPr/>
              <p:nvPr/>
            </p:nvSpPr>
            <p:spPr>
              <a:xfrm>
                <a:off x="968404" y="4286544"/>
                <a:ext cx="99491" cy="316322"/>
              </a:xfrm>
              <a:custGeom>
                <a:rect b="b" l="l" r="r" t="t"/>
                <a:pathLst>
                  <a:path extrusionOk="0" h="13309" w="4186">
                    <a:moveTo>
                      <a:pt x="2281" y="0"/>
                    </a:moveTo>
                    <a:cubicBezTo>
                      <a:pt x="777" y="3409"/>
                      <a:pt x="25" y="7544"/>
                      <a:pt x="0" y="11229"/>
                    </a:cubicBezTo>
                    <a:cubicBezTo>
                      <a:pt x="0" y="11930"/>
                      <a:pt x="50" y="12632"/>
                      <a:pt x="101" y="13309"/>
                    </a:cubicBezTo>
                    <a:lnTo>
                      <a:pt x="2181" y="13108"/>
                    </a:lnTo>
                    <a:cubicBezTo>
                      <a:pt x="2131" y="12507"/>
                      <a:pt x="2106" y="11880"/>
                      <a:pt x="2106" y="11229"/>
                    </a:cubicBezTo>
                    <a:cubicBezTo>
                      <a:pt x="2106" y="7845"/>
                      <a:pt x="2832" y="3910"/>
                      <a:pt x="4186" y="853"/>
                    </a:cubicBezTo>
                    <a:lnTo>
                      <a:pt x="22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7"/>
              <p:cNvSpPr/>
              <p:nvPr/>
            </p:nvSpPr>
            <p:spPr>
              <a:xfrm>
                <a:off x="980312" y="4254361"/>
                <a:ext cx="128107" cy="98920"/>
              </a:xfrm>
              <a:custGeom>
                <a:rect b="b" l="l" r="r" t="t"/>
                <a:pathLst>
                  <a:path extrusionOk="0" h="4162" w="5390">
                    <a:moveTo>
                      <a:pt x="2707" y="1"/>
                    </a:moveTo>
                    <a:cubicBezTo>
                      <a:pt x="1" y="1"/>
                      <a:pt x="1" y="4161"/>
                      <a:pt x="2707" y="4161"/>
                    </a:cubicBezTo>
                    <a:cubicBezTo>
                      <a:pt x="5389" y="4161"/>
                      <a:pt x="5389" y="1"/>
                      <a:pt x="270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2" name="Google Shape;212;p7"/>
            <p:cNvSpPr/>
            <p:nvPr/>
          </p:nvSpPr>
          <p:spPr>
            <a:xfrm flipH="1" rot="-1202736">
              <a:off x="2347914" y="-67984"/>
              <a:ext cx="2106098" cy="474877"/>
            </a:xfrm>
            <a:custGeom>
              <a:rect b="b" l="l" r="r" t="t"/>
              <a:pathLst>
                <a:path extrusionOk="0" h="15447" w="68508">
                  <a:moveTo>
                    <a:pt x="43313" y="0"/>
                  </a:moveTo>
                  <a:cubicBezTo>
                    <a:pt x="39438" y="0"/>
                    <a:pt x="35566" y="236"/>
                    <a:pt x="31724" y="725"/>
                  </a:cubicBezTo>
                  <a:cubicBezTo>
                    <a:pt x="20271" y="2178"/>
                    <a:pt x="8842" y="6239"/>
                    <a:pt x="446" y="14384"/>
                  </a:cubicBezTo>
                  <a:cubicBezTo>
                    <a:pt x="0" y="14810"/>
                    <a:pt x="424" y="15447"/>
                    <a:pt x="917" y="15447"/>
                  </a:cubicBezTo>
                  <a:cubicBezTo>
                    <a:pt x="1061" y="15447"/>
                    <a:pt x="1212" y="15392"/>
                    <a:pt x="1348" y="15261"/>
                  </a:cubicBezTo>
                  <a:cubicBezTo>
                    <a:pt x="9820" y="7041"/>
                    <a:pt x="21374" y="3206"/>
                    <a:pt x="32927" y="1828"/>
                  </a:cubicBezTo>
                  <a:cubicBezTo>
                    <a:pt x="36361" y="1423"/>
                    <a:pt x="39826" y="1229"/>
                    <a:pt x="43297" y="1229"/>
                  </a:cubicBezTo>
                  <a:cubicBezTo>
                    <a:pt x="51430" y="1229"/>
                    <a:pt x="59595" y="2294"/>
                    <a:pt x="67464" y="4209"/>
                  </a:cubicBezTo>
                  <a:cubicBezTo>
                    <a:pt x="67523" y="4224"/>
                    <a:pt x="67580" y="4231"/>
                    <a:pt x="67634" y="4231"/>
                  </a:cubicBezTo>
                  <a:cubicBezTo>
                    <a:pt x="68284" y="4231"/>
                    <a:pt x="68507" y="3191"/>
                    <a:pt x="67790" y="3006"/>
                  </a:cubicBezTo>
                  <a:cubicBezTo>
                    <a:pt x="59796" y="1063"/>
                    <a:pt x="51548" y="0"/>
                    <a:pt x="4331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7"/>
            <p:cNvSpPr/>
            <p:nvPr/>
          </p:nvSpPr>
          <p:spPr>
            <a:xfrm flipH="1" rot="-1202736">
              <a:off x="1886936" y="432190"/>
              <a:ext cx="570179" cy="215596"/>
            </a:xfrm>
            <a:custGeom>
              <a:rect b="b" l="l" r="r" t="t"/>
              <a:pathLst>
                <a:path extrusionOk="0" h="7013" w="18547">
                  <a:moveTo>
                    <a:pt x="6492" y="1"/>
                  </a:moveTo>
                  <a:cubicBezTo>
                    <a:pt x="5890" y="1"/>
                    <a:pt x="5339" y="26"/>
                    <a:pt x="4762" y="101"/>
                  </a:cubicBezTo>
                  <a:cubicBezTo>
                    <a:pt x="4211" y="176"/>
                    <a:pt x="3685" y="277"/>
                    <a:pt x="3183" y="402"/>
                  </a:cubicBezTo>
                  <a:cubicBezTo>
                    <a:pt x="2958" y="477"/>
                    <a:pt x="2707" y="527"/>
                    <a:pt x="2507" y="577"/>
                  </a:cubicBezTo>
                  <a:cubicBezTo>
                    <a:pt x="2281" y="678"/>
                    <a:pt x="2081" y="728"/>
                    <a:pt x="1880" y="828"/>
                  </a:cubicBezTo>
                  <a:cubicBezTo>
                    <a:pt x="1504" y="978"/>
                    <a:pt x="1153" y="1129"/>
                    <a:pt x="878" y="1279"/>
                  </a:cubicBezTo>
                  <a:cubicBezTo>
                    <a:pt x="602" y="1404"/>
                    <a:pt x="376" y="1555"/>
                    <a:pt x="226" y="1655"/>
                  </a:cubicBezTo>
                  <a:cubicBezTo>
                    <a:pt x="76" y="1730"/>
                    <a:pt x="0" y="1805"/>
                    <a:pt x="0" y="1805"/>
                  </a:cubicBezTo>
                  <a:cubicBezTo>
                    <a:pt x="0" y="1805"/>
                    <a:pt x="51" y="1881"/>
                    <a:pt x="176" y="2006"/>
                  </a:cubicBezTo>
                  <a:cubicBezTo>
                    <a:pt x="301" y="2131"/>
                    <a:pt x="502" y="2332"/>
                    <a:pt x="727" y="2507"/>
                  </a:cubicBezTo>
                  <a:cubicBezTo>
                    <a:pt x="978" y="2733"/>
                    <a:pt x="1254" y="2958"/>
                    <a:pt x="1579" y="3209"/>
                  </a:cubicBezTo>
                  <a:cubicBezTo>
                    <a:pt x="1930" y="3434"/>
                    <a:pt x="2281" y="3685"/>
                    <a:pt x="2682" y="3986"/>
                  </a:cubicBezTo>
                  <a:cubicBezTo>
                    <a:pt x="3083" y="4236"/>
                    <a:pt x="3509" y="4512"/>
                    <a:pt x="3960" y="4738"/>
                  </a:cubicBezTo>
                  <a:cubicBezTo>
                    <a:pt x="4412" y="4988"/>
                    <a:pt x="4913" y="5239"/>
                    <a:pt x="5414" y="5439"/>
                  </a:cubicBezTo>
                  <a:cubicBezTo>
                    <a:pt x="6417" y="5866"/>
                    <a:pt x="7519" y="6241"/>
                    <a:pt x="8647" y="6492"/>
                  </a:cubicBezTo>
                  <a:cubicBezTo>
                    <a:pt x="9224" y="6642"/>
                    <a:pt x="9775" y="6743"/>
                    <a:pt x="10351" y="6818"/>
                  </a:cubicBezTo>
                  <a:cubicBezTo>
                    <a:pt x="10928" y="6918"/>
                    <a:pt x="11479" y="6968"/>
                    <a:pt x="12056" y="6993"/>
                  </a:cubicBezTo>
                  <a:cubicBezTo>
                    <a:pt x="12341" y="7006"/>
                    <a:pt x="12624" y="7013"/>
                    <a:pt x="12904" y="7013"/>
                  </a:cubicBezTo>
                  <a:cubicBezTo>
                    <a:pt x="13707" y="7013"/>
                    <a:pt x="14482" y="6961"/>
                    <a:pt x="15189" y="6868"/>
                  </a:cubicBezTo>
                  <a:cubicBezTo>
                    <a:pt x="16141" y="6718"/>
                    <a:pt x="16968" y="6517"/>
                    <a:pt x="17570" y="6342"/>
                  </a:cubicBezTo>
                  <a:cubicBezTo>
                    <a:pt x="17870" y="6241"/>
                    <a:pt x="18121" y="6141"/>
                    <a:pt x="18296" y="6091"/>
                  </a:cubicBezTo>
                  <a:cubicBezTo>
                    <a:pt x="18447" y="6016"/>
                    <a:pt x="18547" y="5966"/>
                    <a:pt x="18547" y="5966"/>
                  </a:cubicBezTo>
                  <a:cubicBezTo>
                    <a:pt x="18547" y="5966"/>
                    <a:pt x="18497" y="5891"/>
                    <a:pt x="18397" y="5740"/>
                  </a:cubicBezTo>
                  <a:cubicBezTo>
                    <a:pt x="18296" y="5615"/>
                    <a:pt x="18146" y="5364"/>
                    <a:pt x="17945" y="5139"/>
                  </a:cubicBezTo>
                  <a:cubicBezTo>
                    <a:pt x="17745" y="4888"/>
                    <a:pt x="17519" y="4612"/>
                    <a:pt x="17219" y="4312"/>
                  </a:cubicBezTo>
                  <a:cubicBezTo>
                    <a:pt x="16918" y="3986"/>
                    <a:pt x="16592" y="3685"/>
                    <a:pt x="16216" y="3384"/>
                  </a:cubicBezTo>
                  <a:cubicBezTo>
                    <a:pt x="15815" y="3058"/>
                    <a:pt x="15414" y="2733"/>
                    <a:pt x="14938" y="2432"/>
                  </a:cubicBezTo>
                  <a:cubicBezTo>
                    <a:pt x="14487" y="2156"/>
                    <a:pt x="13986" y="1881"/>
                    <a:pt x="13459" y="1605"/>
                  </a:cubicBezTo>
                  <a:cubicBezTo>
                    <a:pt x="12958" y="1354"/>
                    <a:pt x="12407" y="1104"/>
                    <a:pt x="11830" y="928"/>
                  </a:cubicBezTo>
                  <a:cubicBezTo>
                    <a:pt x="11254" y="728"/>
                    <a:pt x="10677" y="552"/>
                    <a:pt x="10076" y="402"/>
                  </a:cubicBezTo>
                  <a:cubicBezTo>
                    <a:pt x="9474" y="277"/>
                    <a:pt x="8873" y="176"/>
                    <a:pt x="8271" y="101"/>
                  </a:cubicBezTo>
                  <a:cubicBezTo>
                    <a:pt x="7670" y="26"/>
                    <a:pt x="7068" y="1"/>
                    <a:pt x="649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7"/>
            <p:cNvSpPr/>
            <p:nvPr/>
          </p:nvSpPr>
          <p:spPr>
            <a:xfrm flipH="1" rot="-1202736">
              <a:off x="2084105" y="56876"/>
              <a:ext cx="490064" cy="298693"/>
            </a:xfrm>
            <a:custGeom>
              <a:rect b="b" l="l" r="r" t="t"/>
              <a:pathLst>
                <a:path extrusionOk="0" h="9716" w="15941">
                  <a:moveTo>
                    <a:pt x="13156" y="0"/>
                  </a:moveTo>
                  <a:cubicBezTo>
                    <a:pt x="12955" y="0"/>
                    <a:pt x="12747" y="5"/>
                    <a:pt x="12532" y="16"/>
                  </a:cubicBezTo>
                  <a:cubicBezTo>
                    <a:pt x="12056" y="66"/>
                    <a:pt x="11555" y="116"/>
                    <a:pt x="11029" y="242"/>
                  </a:cubicBezTo>
                  <a:cubicBezTo>
                    <a:pt x="10502" y="342"/>
                    <a:pt x="9951" y="467"/>
                    <a:pt x="9425" y="668"/>
                  </a:cubicBezTo>
                  <a:cubicBezTo>
                    <a:pt x="8873" y="868"/>
                    <a:pt x="8347" y="1069"/>
                    <a:pt x="7821" y="1344"/>
                  </a:cubicBezTo>
                  <a:cubicBezTo>
                    <a:pt x="7294" y="1595"/>
                    <a:pt x="6793" y="1871"/>
                    <a:pt x="6292" y="2197"/>
                  </a:cubicBezTo>
                  <a:cubicBezTo>
                    <a:pt x="5815" y="2522"/>
                    <a:pt x="5364" y="2848"/>
                    <a:pt x="4913" y="3174"/>
                  </a:cubicBezTo>
                  <a:cubicBezTo>
                    <a:pt x="4487" y="3525"/>
                    <a:pt x="4086" y="3901"/>
                    <a:pt x="3710" y="4252"/>
                  </a:cubicBezTo>
                  <a:cubicBezTo>
                    <a:pt x="3334" y="4603"/>
                    <a:pt x="2983" y="4979"/>
                    <a:pt x="2683" y="5354"/>
                  </a:cubicBezTo>
                  <a:cubicBezTo>
                    <a:pt x="2357" y="5705"/>
                    <a:pt x="2081" y="6081"/>
                    <a:pt x="1830" y="6432"/>
                  </a:cubicBezTo>
                  <a:cubicBezTo>
                    <a:pt x="1705" y="6608"/>
                    <a:pt x="1580" y="6783"/>
                    <a:pt x="1455" y="6958"/>
                  </a:cubicBezTo>
                  <a:cubicBezTo>
                    <a:pt x="1329" y="7134"/>
                    <a:pt x="1179" y="7284"/>
                    <a:pt x="1079" y="7460"/>
                  </a:cubicBezTo>
                  <a:cubicBezTo>
                    <a:pt x="828" y="7786"/>
                    <a:pt x="627" y="8086"/>
                    <a:pt x="477" y="8362"/>
                  </a:cubicBezTo>
                  <a:cubicBezTo>
                    <a:pt x="327" y="8613"/>
                    <a:pt x="201" y="8838"/>
                    <a:pt x="126" y="8989"/>
                  </a:cubicBezTo>
                  <a:cubicBezTo>
                    <a:pt x="51" y="9139"/>
                    <a:pt x="1" y="9239"/>
                    <a:pt x="1" y="9239"/>
                  </a:cubicBezTo>
                  <a:cubicBezTo>
                    <a:pt x="1" y="9239"/>
                    <a:pt x="101" y="9264"/>
                    <a:pt x="277" y="9314"/>
                  </a:cubicBezTo>
                  <a:cubicBezTo>
                    <a:pt x="427" y="9365"/>
                    <a:pt x="678" y="9440"/>
                    <a:pt x="978" y="9490"/>
                  </a:cubicBezTo>
                  <a:cubicBezTo>
                    <a:pt x="1279" y="9565"/>
                    <a:pt x="1630" y="9615"/>
                    <a:pt x="2031" y="9665"/>
                  </a:cubicBezTo>
                  <a:cubicBezTo>
                    <a:pt x="2231" y="9690"/>
                    <a:pt x="2432" y="9715"/>
                    <a:pt x="2658" y="9715"/>
                  </a:cubicBezTo>
                  <a:cubicBezTo>
                    <a:pt x="2883" y="9715"/>
                    <a:pt x="3134" y="9690"/>
                    <a:pt x="3384" y="9690"/>
                  </a:cubicBezTo>
                  <a:cubicBezTo>
                    <a:pt x="3886" y="9640"/>
                    <a:pt x="4412" y="9565"/>
                    <a:pt x="4988" y="9465"/>
                  </a:cubicBezTo>
                  <a:cubicBezTo>
                    <a:pt x="5515" y="9339"/>
                    <a:pt x="6041" y="9189"/>
                    <a:pt x="6592" y="8989"/>
                  </a:cubicBezTo>
                  <a:cubicBezTo>
                    <a:pt x="7144" y="8813"/>
                    <a:pt x="7670" y="8588"/>
                    <a:pt x="8171" y="8312"/>
                  </a:cubicBezTo>
                  <a:cubicBezTo>
                    <a:pt x="8698" y="8061"/>
                    <a:pt x="9199" y="7760"/>
                    <a:pt x="9675" y="7460"/>
                  </a:cubicBezTo>
                  <a:cubicBezTo>
                    <a:pt x="10151" y="7159"/>
                    <a:pt x="10602" y="6833"/>
                    <a:pt x="11029" y="6507"/>
                  </a:cubicBezTo>
                  <a:cubicBezTo>
                    <a:pt x="11480" y="6182"/>
                    <a:pt x="11881" y="5831"/>
                    <a:pt x="12257" y="5455"/>
                  </a:cubicBezTo>
                  <a:cubicBezTo>
                    <a:pt x="12633" y="5079"/>
                    <a:pt x="13009" y="4728"/>
                    <a:pt x="13334" y="4352"/>
                  </a:cubicBezTo>
                  <a:cubicBezTo>
                    <a:pt x="13660" y="3976"/>
                    <a:pt x="13961" y="3600"/>
                    <a:pt x="14237" y="3224"/>
                  </a:cubicBezTo>
                  <a:cubicBezTo>
                    <a:pt x="14512" y="2873"/>
                    <a:pt x="14763" y="2522"/>
                    <a:pt x="14963" y="2197"/>
                  </a:cubicBezTo>
                  <a:cubicBezTo>
                    <a:pt x="15189" y="1871"/>
                    <a:pt x="15364" y="1545"/>
                    <a:pt x="15515" y="1269"/>
                  </a:cubicBezTo>
                  <a:cubicBezTo>
                    <a:pt x="15665" y="1019"/>
                    <a:pt x="15765" y="768"/>
                    <a:pt x="15841" y="618"/>
                  </a:cubicBezTo>
                  <a:cubicBezTo>
                    <a:pt x="15916" y="467"/>
                    <a:pt x="15941" y="367"/>
                    <a:pt x="15941" y="367"/>
                  </a:cubicBezTo>
                  <a:cubicBezTo>
                    <a:pt x="15941" y="367"/>
                    <a:pt x="15841" y="342"/>
                    <a:pt x="15690" y="292"/>
                  </a:cubicBezTo>
                  <a:cubicBezTo>
                    <a:pt x="15515" y="267"/>
                    <a:pt x="15264" y="192"/>
                    <a:pt x="14963" y="141"/>
                  </a:cubicBezTo>
                  <a:cubicBezTo>
                    <a:pt x="14494" y="63"/>
                    <a:pt x="13871" y="0"/>
                    <a:pt x="1315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7"/>
            <p:cNvSpPr/>
            <p:nvPr/>
          </p:nvSpPr>
          <p:spPr>
            <a:xfrm flipH="1" rot="-1202736">
              <a:off x="2439670" y="244019"/>
              <a:ext cx="443828" cy="411456"/>
            </a:xfrm>
            <a:custGeom>
              <a:rect b="b" l="l" r="r" t="t"/>
              <a:pathLst>
                <a:path extrusionOk="0" h="13384" w="14437">
                  <a:moveTo>
                    <a:pt x="0" y="0"/>
                  </a:moveTo>
                  <a:cubicBezTo>
                    <a:pt x="0" y="0"/>
                    <a:pt x="25" y="101"/>
                    <a:pt x="50" y="276"/>
                  </a:cubicBezTo>
                  <a:cubicBezTo>
                    <a:pt x="100" y="452"/>
                    <a:pt x="151" y="727"/>
                    <a:pt x="251" y="1028"/>
                  </a:cubicBezTo>
                  <a:cubicBezTo>
                    <a:pt x="426" y="1629"/>
                    <a:pt x="777" y="2482"/>
                    <a:pt x="1278" y="3359"/>
                  </a:cubicBezTo>
                  <a:cubicBezTo>
                    <a:pt x="1755" y="4236"/>
                    <a:pt x="2381" y="5188"/>
                    <a:pt x="3133" y="6091"/>
                  </a:cubicBezTo>
                  <a:cubicBezTo>
                    <a:pt x="3885" y="6968"/>
                    <a:pt x="4737" y="7820"/>
                    <a:pt x="5639" y="8597"/>
                  </a:cubicBezTo>
                  <a:cubicBezTo>
                    <a:pt x="6090" y="8973"/>
                    <a:pt x="6567" y="9349"/>
                    <a:pt x="7043" y="9675"/>
                  </a:cubicBezTo>
                  <a:cubicBezTo>
                    <a:pt x="7494" y="10025"/>
                    <a:pt x="7970" y="10326"/>
                    <a:pt x="8446" y="10627"/>
                  </a:cubicBezTo>
                  <a:cubicBezTo>
                    <a:pt x="8922" y="10903"/>
                    <a:pt x="9374" y="11178"/>
                    <a:pt x="9850" y="11429"/>
                  </a:cubicBezTo>
                  <a:cubicBezTo>
                    <a:pt x="10301" y="11655"/>
                    <a:pt x="10752" y="11880"/>
                    <a:pt x="11178" y="12081"/>
                  </a:cubicBezTo>
                  <a:cubicBezTo>
                    <a:pt x="11404" y="12156"/>
                    <a:pt x="11579" y="12256"/>
                    <a:pt x="11805" y="12356"/>
                  </a:cubicBezTo>
                  <a:cubicBezTo>
                    <a:pt x="12005" y="12432"/>
                    <a:pt x="12206" y="12532"/>
                    <a:pt x="12381" y="12607"/>
                  </a:cubicBezTo>
                  <a:cubicBezTo>
                    <a:pt x="12732" y="12757"/>
                    <a:pt x="13108" y="12883"/>
                    <a:pt x="13384" y="13008"/>
                  </a:cubicBezTo>
                  <a:cubicBezTo>
                    <a:pt x="13659" y="13133"/>
                    <a:pt x="13910" y="13208"/>
                    <a:pt x="14085" y="13284"/>
                  </a:cubicBezTo>
                  <a:cubicBezTo>
                    <a:pt x="14261" y="13359"/>
                    <a:pt x="14361" y="13384"/>
                    <a:pt x="14361" y="13384"/>
                  </a:cubicBezTo>
                  <a:cubicBezTo>
                    <a:pt x="14361" y="13384"/>
                    <a:pt x="14386" y="13284"/>
                    <a:pt x="14386" y="13108"/>
                  </a:cubicBezTo>
                  <a:cubicBezTo>
                    <a:pt x="14411" y="12933"/>
                    <a:pt x="14436" y="12657"/>
                    <a:pt x="14436" y="12331"/>
                  </a:cubicBezTo>
                  <a:cubicBezTo>
                    <a:pt x="14436" y="11980"/>
                    <a:pt x="14386" y="11604"/>
                    <a:pt x="14311" y="11153"/>
                  </a:cubicBezTo>
                  <a:cubicBezTo>
                    <a:pt x="14236" y="10677"/>
                    <a:pt x="14110" y="10226"/>
                    <a:pt x="13935" y="9700"/>
                  </a:cubicBezTo>
                  <a:cubicBezTo>
                    <a:pt x="13760" y="9198"/>
                    <a:pt x="13534" y="8672"/>
                    <a:pt x="13258" y="8146"/>
                  </a:cubicBezTo>
                  <a:cubicBezTo>
                    <a:pt x="12983" y="7645"/>
                    <a:pt x="12657" y="7093"/>
                    <a:pt x="12281" y="6592"/>
                  </a:cubicBezTo>
                  <a:cubicBezTo>
                    <a:pt x="11554" y="5564"/>
                    <a:pt x="10652" y="4637"/>
                    <a:pt x="9699" y="3810"/>
                  </a:cubicBezTo>
                  <a:cubicBezTo>
                    <a:pt x="8697" y="2983"/>
                    <a:pt x="7669" y="2281"/>
                    <a:pt x="6592" y="1755"/>
                  </a:cubicBezTo>
                  <a:cubicBezTo>
                    <a:pt x="6065" y="1479"/>
                    <a:pt x="5539" y="1228"/>
                    <a:pt x="5013" y="1028"/>
                  </a:cubicBezTo>
                  <a:cubicBezTo>
                    <a:pt x="4511" y="827"/>
                    <a:pt x="3985" y="677"/>
                    <a:pt x="3509" y="527"/>
                  </a:cubicBezTo>
                  <a:cubicBezTo>
                    <a:pt x="2557" y="251"/>
                    <a:pt x="1704" y="126"/>
                    <a:pt x="1053" y="76"/>
                  </a:cubicBezTo>
                  <a:cubicBezTo>
                    <a:pt x="727" y="25"/>
                    <a:pt x="476" y="25"/>
                    <a:pt x="27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7"/>
            <p:cNvSpPr/>
            <p:nvPr/>
          </p:nvSpPr>
          <p:spPr>
            <a:xfrm flipH="1" rot="-1202736">
              <a:off x="2559718" y="-237730"/>
              <a:ext cx="365250" cy="401465"/>
            </a:xfrm>
            <a:custGeom>
              <a:rect b="b" l="l" r="r" t="t"/>
              <a:pathLst>
                <a:path extrusionOk="0" h="13059" w="11881">
                  <a:moveTo>
                    <a:pt x="11755" y="1"/>
                  </a:moveTo>
                  <a:cubicBezTo>
                    <a:pt x="11755" y="1"/>
                    <a:pt x="11655" y="1"/>
                    <a:pt x="11479" y="51"/>
                  </a:cubicBezTo>
                  <a:cubicBezTo>
                    <a:pt x="11329" y="126"/>
                    <a:pt x="11078" y="176"/>
                    <a:pt x="10803" y="276"/>
                  </a:cubicBezTo>
                  <a:cubicBezTo>
                    <a:pt x="10527" y="377"/>
                    <a:pt x="10201" y="502"/>
                    <a:pt x="9850" y="652"/>
                  </a:cubicBezTo>
                  <a:cubicBezTo>
                    <a:pt x="9524" y="803"/>
                    <a:pt x="9148" y="953"/>
                    <a:pt x="8747" y="1129"/>
                  </a:cubicBezTo>
                  <a:cubicBezTo>
                    <a:pt x="8346" y="1329"/>
                    <a:pt x="7945" y="1530"/>
                    <a:pt x="7544" y="1780"/>
                  </a:cubicBezTo>
                  <a:cubicBezTo>
                    <a:pt x="7143" y="2006"/>
                    <a:pt x="6692" y="2256"/>
                    <a:pt x="6291" y="2557"/>
                  </a:cubicBezTo>
                  <a:cubicBezTo>
                    <a:pt x="5890" y="2833"/>
                    <a:pt x="5489" y="3159"/>
                    <a:pt x="5088" y="3485"/>
                  </a:cubicBezTo>
                  <a:cubicBezTo>
                    <a:pt x="4687" y="3835"/>
                    <a:pt x="4286" y="4186"/>
                    <a:pt x="3935" y="4562"/>
                  </a:cubicBezTo>
                  <a:cubicBezTo>
                    <a:pt x="3158" y="5339"/>
                    <a:pt x="2507" y="6191"/>
                    <a:pt x="1930" y="7094"/>
                  </a:cubicBezTo>
                  <a:cubicBezTo>
                    <a:pt x="1630" y="7545"/>
                    <a:pt x="1379" y="7996"/>
                    <a:pt x="1153" y="8447"/>
                  </a:cubicBezTo>
                  <a:cubicBezTo>
                    <a:pt x="928" y="8923"/>
                    <a:pt x="752" y="9374"/>
                    <a:pt x="577" y="9800"/>
                  </a:cubicBezTo>
                  <a:cubicBezTo>
                    <a:pt x="427" y="10251"/>
                    <a:pt x="301" y="10678"/>
                    <a:pt x="226" y="11053"/>
                  </a:cubicBezTo>
                  <a:cubicBezTo>
                    <a:pt x="151" y="11429"/>
                    <a:pt x="101" y="11780"/>
                    <a:pt x="51" y="12081"/>
                  </a:cubicBezTo>
                  <a:cubicBezTo>
                    <a:pt x="26" y="12382"/>
                    <a:pt x="26" y="12632"/>
                    <a:pt x="1" y="12783"/>
                  </a:cubicBezTo>
                  <a:cubicBezTo>
                    <a:pt x="1" y="12958"/>
                    <a:pt x="1" y="13058"/>
                    <a:pt x="1" y="13058"/>
                  </a:cubicBezTo>
                  <a:cubicBezTo>
                    <a:pt x="1" y="13058"/>
                    <a:pt x="101" y="13058"/>
                    <a:pt x="276" y="13033"/>
                  </a:cubicBezTo>
                  <a:cubicBezTo>
                    <a:pt x="427" y="13008"/>
                    <a:pt x="702" y="12983"/>
                    <a:pt x="978" y="12933"/>
                  </a:cubicBezTo>
                  <a:cubicBezTo>
                    <a:pt x="1580" y="12833"/>
                    <a:pt x="2356" y="12582"/>
                    <a:pt x="3209" y="12307"/>
                  </a:cubicBezTo>
                  <a:cubicBezTo>
                    <a:pt x="3635" y="12131"/>
                    <a:pt x="4061" y="11981"/>
                    <a:pt x="4487" y="11755"/>
                  </a:cubicBezTo>
                  <a:cubicBezTo>
                    <a:pt x="4938" y="11555"/>
                    <a:pt x="5389" y="11304"/>
                    <a:pt x="5840" y="11028"/>
                  </a:cubicBezTo>
                  <a:cubicBezTo>
                    <a:pt x="6742" y="10477"/>
                    <a:pt x="7620" y="9750"/>
                    <a:pt x="8397" y="8973"/>
                  </a:cubicBezTo>
                  <a:cubicBezTo>
                    <a:pt x="8798" y="8547"/>
                    <a:pt x="9174" y="8121"/>
                    <a:pt x="9524" y="7670"/>
                  </a:cubicBezTo>
                  <a:cubicBezTo>
                    <a:pt x="9875" y="7244"/>
                    <a:pt x="10176" y="6743"/>
                    <a:pt x="10452" y="6266"/>
                  </a:cubicBezTo>
                  <a:cubicBezTo>
                    <a:pt x="10727" y="5765"/>
                    <a:pt x="10978" y="5289"/>
                    <a:pt x="11154" y="4813"/>
                  </a:cubicBezTo>
                  <a:cubicBezTo>
                    <a:pt x="11354" y="4312"/>
                    <a:pt x="11504" y="3810"/>
                    <a:pt x="11630" y="3359"/>
                  </a:cubicBezTo>
                  <a:cubicBezTo>
                    <a:pt x="11680" y="3109"/>
                    <a:pt x="11730" y="2908"/>
                    <a:pt x="11780" y="2682"/>
                  </a:cubicBezTo>
                  <a:cubicBezTo>
                    <a:pt x="11805" y="2457"/>
                    <a:pt x="11830" y="2256"/>
                    <a:pt x="11830" y="2031"/>
                  </a:cubicBezTo>
                  <a:cubicBezTo>
                    <a:pt x="11880" y="1630"/>
                    <a:pt x="11880" y="1254"/>
                    <a:pt x="11855" y="953"/>
                  </a:cubicBezTo>
                  <a:cubicBezTo>
                    <a:pt x="11855" y="652"/>
                    <a:pt x="11805" y="402"/>
                    <a:pt x="11805" y="251"/>
                  </a:cubicBezTo>
                  <a:cubicBezTo>
                    <a:pt x="11780" y="76"/>
                    <a:pt x="11755" y="1"/>
                    <a:pt x="1175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7"/>
            <p:cNvSpPr/>
            <p:nvPr/>
          </p:nvSpPr>
          <p:spPr>
            <a:xfrm flipH="1" rot="-1202736">
              <a:off x="2925979" y="84111"/>
              <a:ext cx="347512" cy="410687"/>
            </a:xfrm>
            <a:custGeom>
              <a:rect b="b" l="l" r="r" t="t"/>
              <a:pathLst>
                <a:path extrusionOk="0" h="13359" w="11304">
                  <a:moveTo>
                    <a:pt x="0" y="0"/>
                  </a:moveTo>
                  <a:cubicBezTo>
                    <a:pt x="0" y="0"/>
                    <a:pt x="25" y="101"/>
                    <a:pt x="25" y="276"/>
                  </a:cubicBezTo>
                  <a:cubicBezTo>
                    <a:pt x="50" y="426"/>
                    <a:pt x="75" y="677"/>
                    <a:pt x="150" y="978"/>
                  </a:cubicBezTo>
                  <a:cubicBezTo>
                    <a:pt x="201" y="1254"/>
                    <a:pt x="276" y="1604"/>
                    <a:pt x="401" y="1980"/>
                  </a:cubicBezTo>
                  <a:cubicBezTo>
                    <a:pt x="451" y="2181"/>
                    <a:pt x="501" y="2356"/>
                    <a:pt x="576" y="2557"/>
                  </a:cubicBezTo>
                  <a:cubicBezTo>
                    <a:pt x="627" y="2757"/>
                    <a:pt x="702" y="2958"/>
                    <a:pt x="752" y="3183"/>
                  </a:cubicBezTo>
                  <a:cubicBezTo>
                    <a:pt x="877" y="3584"/>
                    <a:pt x="1028" y="4010"/>
                    <a:pt x="1203" y="4436"/>
                  </a:cubicBezTo>
                  <a:cubicBezTo>
                    <a:pt x="1228" y="4537"/>
                    <a:pt x="1278" y="4637"/>
                    <a:pt x="1328" y="4737"/>
                  </a:cubicBezTo>
                  <a:cubicBezTo>
                    <a:pt x="1379" y="4863"/>
                    <a:pt x="1429" y="4963"/>
                    <a:pt x="1479" y="5088"/>
                  </a:cubicBezTo>
                  <a:cubicBezTo>
                    <a:pt x="1579" y="5314"/>
                    <a:pt x="1679" y="5539"/>
                    <a:pt x="1780" y="5765"/>
                  </a:cubicBezTo>
                  <a:cubicBezTo>
                    <a:pt x="2005" y="6216"/>
                    <a:pt x="2281" y="6617"/>
                    <a:pt x="2556" y="7068"/>
                  </a:cubicBezTo>
                  <a:cubicBezTo>
                    <a:pt x="2832" y="7519"/>
                    <a:pt x="3133" y="7945"/>
                    <a:pt x="3459" y="8346"/>
                  </a:cubicBezTo>
                  <a:cubicBezTo>
                    <a:pt x="4110" y="9223"/>
                    <a:pt x="4837" y="9975"/>
                    <a:pt x="5639" y="10677"/>
                  </a:cubicBezTo>
                  <a:cubicBezTo>
                    <a:pt x="6065" y="11028"/>
                    <a:pt x="6466" y="11329"/>
                    <a:pt x="6892" y="11604"/>
                  </a:cubicBezTo>
                  <a:cubicBezTo>
                    <a:pt x="7293" y="11880"/>
                    <a:pt x="7744" y="12131"/>
                    <a:pt x="8145" y="12356"/>
                  </a:cubicBezTo>
                  <a:cubicBezTo>
                    <a:pt x="8346" y="12457"/>
                    <a:pt x="8546" y="12557"/>
                    <a:pt x="8747" y="12632"/>
                  </a:cubicBezTo>
                  <a:cubicBezTo>
                    <a:pt x="8947" y="12707"/>
                    <a:pt x="9123" y="12807"/>
                    <a:pt x="9323" y="12858"/>
                  </a:cubicBezTo>
                  <a:cubicBezTo>
                    <a:pt x="9699" y="13008"/>
                    <a:pt x="10025" y="13108"/>
                    <a:pt x="10326" y="13183"/>
                  </a:cubicBezTo>
                  <a:cubicBezTo>
                    <a:pt x="10602" y="13259"/>
                    <a:pt x="10852" y="13284"/>
                    <a:pt x="11028" y="13334"/>
                  </a:cubicBezTo>
                  <a:cubicBezTo>
                    <a:pt x="11178" y="13359"/>
                    <a:pt x="11278" y="13359"/>
                    <a:pt x="11278" y="13359"/>
                  </a:cubicBezTo>
                  <a:cubicBezTo>
                    <a:pt x="11278" y="13359"/>
                    <a:pt x="11303" y="13259"/>
                    <a:pt x="11303" y="13108"/>
                  </a:cubicBezTo>
                  <a:cubicBezTo>
                    <a:pt x="11303" y="12933"/>
                    <a:pt x="11303" y="12682"/>
                    <a:pt x="11303" y="12381"/>
                  </a:cubicBezTo>
                  <a:cubicBezTo>
                    <a:pt x="11278" y="11780"/>
                    <a:pt x="11178" y="11003"/>
                    <a:pt x="11003" y="10126"/>
                  </a:cubicBezTo>
                  <a:cubicBezTo>
                    <a:pt x="10902" y="9675"/>
                    <a:pt x="10802" y="9223"/>
                    <a:pt x="10652" y="8747"/>
                  </a:cubicBezTo>
                  <a:cubicBezTo>
                    <a:pt x="10501" y="8296"/>
                    <a:pt x="10301" y="7795"/>
                    <a:pt x="10100" y="7319"/>
                  </a:cubicBezTo>
                  <a:cubicBezTo>
                    <a:pt x="9674" y="6366"/>
                    <a:pt x="9073" y="5414"/>
                    <a:pt x="8396" y="4512"/>
                  </a:cubicBezTo>
                  <a:cubicBezTo>
                    <a:pt x="8045" y="4086"/>
                    <a:pt x="7669" y="3634"/>
                    <a:pt x="7268" y="3233"/>
                  </a:cubicBezTo>
                  <a:cubicBezTo>
                    <a:pt x="6892" y="2832"/>
                    <a:pt x="6441" y="2482"/>
                    <a:pt x="5990" y="2131"/>
                  </a:cubicBezTo>
                  <a:cubicBezTo>
                    <a:pt x="5790" y="1980"/>
                    <a:pt x="5564" y="1805"/>
                    <a:pt x="5338" y="1655"/>
                  </a:cubicBezTo>
                  <a:cubicBezTo>
                    <a:pt x="5113" y="1504"/>
                    <a:pt x="4887" y="1379"/>
                    <a:pt x="4637" y="1228"/>
                  </a:cubicBezTo>
                  <a:cubicBezTo>
                    <a:pt x="4160" y="978"/>
                    <a:pt x="3684" y="752"/>
                    <a:pt x="3258" y="577"/>
                  </a:cubicBezTo>
                  <a:cubicBezTo>
                    <a:pt x="3033" y="502"/>
                    <a:pt x="2832" y="401"/>
                    <a:pt x="2607" y="351"/>
                  </a:cubicBezTo>
                  <a:cubicBezTo>
                    <a:pt x="2406" y="301"/>
                    <a:pt x="2206" y="251"/>
                    <a:pt x="2005" y="201"/>
                  </a:cubicBezTo>
                  <a:cubicBezTo>
                    <a:pt x="1629" y="126"/>
                    <a:pt x="1278" y="76"/>
                    <a:pt x="977" y="51"/>
                  </a:cubicBezTo>
                  <a:cubicBezTo>
                    <a:pt x="702" y="0"/>
                    <a:pt x="451" y="25"/>
                    <a:pt x="27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7"/>
            <p:cNvSpPr/>
            <p:nvPr/>
          </p:nvSpPr>
          <p:spPr>
            <a:xfrm flipH="1" rot="-1202736">
              <a:off x="2948826" y="-399110"/>
              <a:ext cx="360608" cy="434574"/>
            </a:xfrm>
            <a:custGeom>
              <a:rect b="b" l="l" r="r" t="t"/>
              <a:pathLst>
                <a:path extrusionOk="0" h="14136" w="11730">
                  <a:moveTo>
                    <a:pt x="11554" y="0"/>
                  </a:moveTo>
                  <a:cubicBezTo>
                    <a:pt x="11554" y="0"/>
                    <a:pt x="11454" y="25"/>
                    <a:pt x="11303" y="75"/>
                  </a:cubicBezTo>
                  <a:cubicBezTo>
                    <a:pt x="11153" y="151"/>
                    <a:pt x="10902" y="226"/>
                    <a:pt x="10627" y="351"/>
                  </a:cubicBezTo>
                  <a:cubicBezTo>
                    <a:pt x="10326" y="476"/>
                    <a:pt x="10025" y="627"/>
                    <a:pt x="9674" y="802"/>
                  </a:cubicBezTo>
                  <a:cubicBezTo>
                    <a:pt x="9349" y="978"/>
                    <a:pt x="8973" y="1178"/>
                    <a:pt x="8547" y="1404"/>
                  </a:cubicBezTo>
                  <a:cubicBezTo>
                    <a:pt x="8171" y="1629"/>
                    <a:pt x="7745" y="1880"/>
                    <a:pt x="7369" y="2156"/>
                  </a:cubicBezTo>
                  <a:cubicBezTo>
                    <a:pt x="6968" y="2431"/>
                    <a:pt x="6541" y="2707"/>
                    <a:pt x="6140" y="3033"/>
                  </a:cubicBezTo>
                  <a:cubicBezTo>
                    <a:pt x="5739" y="3359"/>
                    <a:pt x="5338" y="3709"/>
                    <a:pt x="4937" y="4085"/>
                  </a:cubicBezTo>
                  <a:cubicBezTo>
                    <a:pt x="4536" y="4461"/>
                    <a:pt x="4161" y="4862"/>
                    <a:pt x="3810" y="5263"/>
                  </a:cubicBezTo>
                  <a:cubicBezTo>
                    <a:pt x="3058" y="6090"/>
                    <a:pt x="2406" y="6993"/>
                    <a:pt x="1830" y="7945"/>
                  </a:cubicBezTo>
                  <a:cubicBezTo>
                    <a:pt x="1554" y="8421"/>
                    <a:pt x="1328" y="8897"/>
                    <a:pt x="1103" y="9374"/>
                  </a:cubicBezTo>
                  <a:cubicBezTo>
                    <a:pt x="877" y="9875"/>
                    <a:pt x="702" y="10351"/>
                    <a:pt x="551" y="10802"/>
                  </a:cubicBezTo>
                  <a:cubicBezTo>
                    <a:pt x="401" y="11253"/>
                    <a:pt x="276" y="11679"/>
                    <a:pt x="201" y="12080"/>
                  </a:cubicBezTo>
                  <a:cubicBezTo>
                    <a:pt x="125" y="12481"/>
                    <a:pt x="75" y="12832"/>
                    <a:pt x="50" y="13133"/>
                  </a:cubicBezTo>
                  <a:cubicBezTo>
                    <a:pt x="0" y="13434"/>
                    <a:pt x="25" y="13709"/>
                    <a:pt x="0" y="13860"/>
                  </a:cubicBezTo>
                  <a:cubicBezTo>
                    <a:pt x="0" y="14035"/>
                    <a:pt x="0" y="14136"/>
                    <a:pt x="0" y="14136"/>
                  </a:cubicBezTo>
                  <a:cubicBezTo>
                    <a:pt x="0" y="14136"/>
                    <a:pt x="100" y="14136"/>
                    <a:pt x="276" y="14110"/>
                  </a:cubicBezTo>
                  <a:cubicBezTo>
                    <a:pt x="426" y="14060"/>
                    <a:pt x="702" y="14035"/>
                    <a:pt x="1003" y="13960"/>
                  </a:cubicBezTo>
                  <a:cubicBezTo>
                    <a:pt x="1579" y="13835"/>
                    <a:pt x="2381" y="13534"/>
                    <a:pt x="3258" y="13183"/>
                  </a:cubicBezTo>
                  <a:cubicBezTo>
                    <a:pt x="3684" y="13008"/>
                    <a:pt x="4135" y="12807"/>
                    <a:pt x="4562" y="12557"/>
                  </a:cubicBezTo>
                  <a:cubicBezTo>
                    <a:pt x="5013" y="12331"/>
                    <a:pt x="5464" y="12030"/>
                    <a:pt x="5915" y="11704"/>
                  </a:cubicBezTo>
                  <a:cubicBezTo>
                    <a:pt x="6366" y="11404"/>
                    <a:pt x="6817" y="11053"/>
                    <a:pt x="7243" y="10652"/>
                  </a:cubicBezTo>
                  <a:cubicBezTo>
                    <a:pt x="7669" y="10276"/>
                    <a:pt x="8095" y="9850"/>
                    <a:pt x="8471" y="9424"/>
                  </a:cubicBezTo>
                  <a:cubicBezTo>
                    <a:pt x="8872" y="8973"/>
                    <a:pt x="9248" y="8496"/>
                    <a:pt x="9574" y="8020"/>
                  </a:cubicBezTo>
                  <a:cubicBezTo>
                    <a:pt x="9925" y="7544"/>
                    <a:pt x="10226" y="7018"/>
                    <a:pt x="10476" y="6516"/>
                  </a:cubicBezTo>
                  <a:cubicBezTo>
                    <a:pt x="10752" y="5990"/>
                    <a:pt x="10978" y="5489"/>
                    <a:pt x="11153" y="4963"/>
                  </a:cubicBezTo>
                  <a:cubicBezTo>
                    <a:pt x="11328" y="4436"/>
                    <a:pt x="11454" y="3935"/>
                    <a:pt x="11554" y="3459"/>
                  </a:cubicBezTo>
                  <a:cubicBezTo>
                    <a:pt x="11604" y="3208"/>
                    <a:pt x="11654" y="2983"/>
                    <a:pt x="11679" y="2757"/>
                  </a:cubicBezTo>
                  <a:cubicBezTo>
                    <a:pt x="11704" y="2531"/>
                    <a:pt x="11729" y="2306"/>
                    <a:pt x="11729" y="2080"/>
                  </a:cubicBezTo>
                  <a:cubicBezTo>
                    <a:pt x="11729" y="1654"/>
                    <a:pt x="11729" y="1303"/>
                    <a:pt x="11704" y="978"/>
                  </a:cubicBezTo>
                  <a:cubicBezTo>
                    <a:pt x="11679" y="677"/>
                    <a:pt x="11629" y="426"/>
                    <a:pt x="11629" y="251"/>
                  </a:cubicBezTo>
                  <a:cubicBezTo>
                    <a:pt x="11579" y="100"/>
                    <a:pt x="11554" y="0"/>
                    <a:pt x="1155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7"/>
            <p:cNvSpPr/>
            <p:nvPr/>
          </p:nvSpPr>
          <p:spPr>
            <a:xfrm flipH="1" rot="-1202736">
              <a:off x="3339515" y="-12425"/>
              <a:ext cx="409150" cy="359839"/>
            </a:xfrm>
            <a:custGeom>
              <a:rect b="b" l="l" r="r" t="t"/>
              <a:pathLst>
                <a:path extrusionOk="0" h="11705" w="13309">
                  <a:moveTo>
                    <a:pt x="2005" y="1"/>
                  </a:moveTo>
                  <a:cubicBezTo>
                    <a:pt x="1604" y="1"/>
                    <a:pt x="1253" y="1"/>
                    <a:pt x="952" y="51"/>
                  </a:cubicBezTo>
                  <a:cubicBezTo>
                    <a:pt x="677" y="76"/>
                    <a:pt x="426" y="126"/>
                    <a:pt x="251" y="126"/>
                  </a:cubicBezTo>
                  <a:cubicBezTo>
                    <a:pt x="75" y="176"/>
                    <a:pt x="0" y="201"/>
                    <a:pt x="0" y="201"/>
                  </a:cubicBezTo>
                  <a:cubicBezTo>
                    <a:pt x="0" y="201"/>
                    <a:pt x="25" y="276"/>
                    <a:pt x="75" y="452"/>
                  </a:cubicBezTo>
                  <a:cubicBezTo>
                    <a:pt x="125" y="602"/>
                    <a:pt x="201" y="853"/>
                    <a:pt x="326" y="1128"/>
                  </a:cubicBezTo>
                  <a:cubicBezTo>
                    <a:pt x="426" y="1404"/>
                    <a:pt x="577" y="1705"/>
                    <a:pt x="777" y="2056"/>
                  </a:cubicBezTo>
                  <a:cubicBezTo>
                    <a:pt x="852" y="2231"/>
                    <a:pt x="978" y="2407"/>
                    <a:pt x="1078" y="2607"/>
                  </a:cubicBezTo>
                  <a:cubicBezTo>
                    <a:pt x="1153" y="2782"/>
                    <a:pt x="1253" y="2983"/>
                    <a:pt x="1354" y="3184"/>
                  </a:cubicBezTo>
                  <a:cubicBezTo>
                    <a:pt x="1579" y="3559"/>
                    <a:pt x="1780" y="3935"/>
                    <a:pt x="2030" y="4311"/>
                  </a:cubicBezTo>
                  <a:cubicBezTo>
                    <a:pt x="2281" y="4687"/>
                    <a:pt x="2582" y="5113"/>
                    <a:pt x="2882" y="5514"/>
                  </a:cubicBezTo>
                  <a:cubicBezTo>
                    <a:pt x="3183" y="5915"/>
                    <a:pt x="3534" y="6266"/>
                    <a:pt x="3860" y="6667"/>
                  </a:cubicBezTo>
                  <a:cubicBezTo>
                    <a:pt x="4211" y="7043"/>
                    <a:pt x="4587" y="7419"/>
                    <a:pt x="4988" y="7770"/>
                  </a:cubicBezTo>
                  <a:cubicBezTo>
                    <a:pt x="5364" y="8121"/>
                    <a:pt x="5765" y="8447"/>
                    <a:pt x="6191" y="8773"/>
                  </a:cubicBezTo>
                  <a:cubicBezTo>
                    <a:pt x="6617" y="9073"/>
                    <a:pt x="7043" y="9374"/>
                    <a:pt x="7494" y="9650"/>
                  </a:cubicBezTo>
                  <a:cubicBezTo>
                    <a:pt x="8371" y="10176"/>
                    <a:pt x="9273" y="10627"/>
                    <a:pt x="10100" y="10928"/>
                  </a:cubicBezTo>
                  <a:cubicBezTo>
                    <a:pt x="10953" y="11254"/>
                    <a:pt x="11729" y="11479"/>
                    <a:pt x="12331" y="11580"/>
                  </a:cubicBezTo>
                  <a:cubicBezTo>
                    <a:pt x="12607" y="11630"/>
                    <a:pt x="12882" y="11655"/>
                    <a:pt x="13033" y="11680"/>
                  </a:cubicBezTo>
                  <a:cubicBezTo>
                    <a:pt x="13208" y="11705"/>
                    <a:pt x="13308" y="11705"/>
                    <a:pt x="13308" y="11705"/>
                  </a:cubicBezTo>
                  <a:cubicBezTo>
                    <a:pt x="13308" y="11705"/>
                    <a:pt x="13308" y="11605"/>
                    <a:pt x="13308" y="11454"/>
                  </a:cubicBezTo>
                  <a:cubicBezTo>
                    <a:pt x="13283" y="11279"/>
                    <a:pt x="13283" y="11028"/>
                    <a:pt x="13258" y="10727"/>
                  </a:cubicBezTo>
                  <a:cubicBezTo>
                    <a:pt x="13233" y="10427"/>
                    <a:pt x="13158" y="10076"/>
                    <a:pt x="13083" y="9675"/>
                  </a:cubicBezTo>
                  <a:cubicBezTo>
                    <a:pt x="13008" y="9299"/>
                    <a:pt x="12882" y="8873"/>
                    <a:pt x="12732" y="8447"/>
                  </a:cubicBezTo>
                  <a:cubicBezTo>
                    <a:pt x="12582" y="7996"/>
                    <a:pt x="12406" y="7544"/>
                    <a:pt x="12181" y="7068"/>
                  </a:cubicBezTo>
                  <a:cubicBezTo>
                    <a:pt x="11955" y="6617"/>
                    <a:pt x="11679" y="6141"/>
                    <a:pt x="11404" y="5690"/>
                  </a:cubicBezTo>
                  <a:cubicBezTo>
                    <a:pt x="11103" y="5214"/>
                    <a:pt x="10752" y="4762"/>
                    <a:pt x="10376" y="4336"/>
                  </a:cubicBezTo>
                  <a:cubicBezTo>
                    <a:pt x="10000" y="3910"/>
                    <a:pt x="9599" y="3509"/>
                    <a:pt x="9173" y="3108"/>
                  </a:cubicBezTo>
                  <a:cubicBezTo>
                    <a:pt x="8747" y="2732"/>
                    <a:pt x="8271" y="2356"/>
                    <a:pt x="7820" y="2031"/>
                  </a:cubicBezTo>
                  <a:cubicBezTo>
                    <a:pt x="7344" y="1705"/>
                    <a:pt x="6842" y="1429"/>
                    <a:pt x="6341" y="1178"/>
                  </a:cubicBezTo>
                  <a:cubicBezTo>
                    <a:pt x="5815" y="928"/>
                    <a:pt x="5338" y="702"/>
                    <a:pt x="4812" y="527"/>
                  </a:cubicBezTo>
                  <a:cubicBezTo>
                    <a:pt x="4286" y="351"/>
                    <a:pt x="3785" y="226"/>
                    <a:pt x="3308" y="126"/>
                  </a:cubicBezTo>
                  <a:cubicBezTo>
                    <a:pt x="3058" y="76"/>
                    <a:pt x="2832" y="51"/>
                    <a:pt x="2632" y="26"/>
                  </a:cubicBezTo>
                  <a:cubicBezTo>
                    <a:pt x="2406" y="1"/>
                    <a:pt x="2206" y="1"/>
                    <a:pt x="200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7"/>
            <p:cNvSpPr/>
            <p:nvPr/>
          </p:nvSpPr>
          <p:spPr>
            <a:xfrm flipH="1" rot="-1202736">
              <a:off x="3428772" y="-501243"/>
              <a:ext cx="320551" cy="462304"/>
            </a:xfrm>
            <a:custGeom>
              <a:rect b="b" l="l" r="r" t="t"/>
              <a:pathLst>
                <a:path extrusionOk="0" h="15038" w="10427">
                  <a:moveTo>
                    <a:pt x="10276" y="0"/>
                  </a:moveTo>
                  <a:cubicBezTo>
                    <a:pt x="10276" y="0"/>
                    <a:pt x="10176" y="25"/>
                    <a:pt x="10025" y="75"/>
                  </a:cubicBezTo>
                  <a:cubicBezTo>
                    <a:pt x="9850" y="125"/>
                    <a:pt x="9599" y="201"/>
                    <a:pt x="9323" y="326"/>
                  </a:cubicBezTo>
                  <a:cubicBezTo>
                    <a:pt x="9048" y="426"/>
                    <a:pt x="8722" y="577"/>
                    <a:pt x="8346" y="777"/>
                  </a:cubicBezTo>
                  <a:cubicBezTo>
                    <a:pt x="7995" y="952"/>
                    <a:pt x="7619" y="1178"/>
                    <a:pt x="7218" y="1404"/>
                  </a:cubicBezTo>
                  <a:cubicBezTo>
                    <a:pt x="6842" y="1679"/>
                    <a:pt x="6441" y="1955"/>
                    <a:pt x="6040" y="2256"/>
                  </a:cubicBezTo>
                  <a:cubicBezTo>
                    <a:pt x="5639" y="2582"/>
                    <a:pt x="5238" y="2907"/>
                    <a:pt x="4837" y="3283"/>
                  </a:cubicBezTo>
                  <a:cubicBezTo>
                    <a:pt x="4060" y="4035"/>
                    <a:pt x="3358" y="4887"/>
                    <a:pt x="2732" y="5815"/>
                  </a:cubicBezTo>
                  <a:cubicBezTo>
                    <a:pt x="2080" y="6742"/>
                    <a:pt x="1529" y="7745"/>
                    <a:pt x="1128" y="8747"/>
                  </a:cubicBezTo>
                  <a:cubicBezTo>
                    <a:pt x="702" y="9750"/>
                    <a:pt x="401" y="10752"/>
                    <a:pt x="226" y="11679"/>
                  </a:cubicBezTo>
                  <a:cubicBezTo>
                    <a:pt x="50" y="12607"/>
                    <a:pt x="0" y="13434"/>
                    <a:pt x="0" y="14035"/>
                  </a:cubicBezTo>
                  <a:cubicBezTo>
                    <a:pt x="0" y="14336"/>
                    <a:pt x="25" y="14612"/>
                    <a:pt x="25" y="14762"/>
                  </a:cubicBezTo>
                  <a:cubicBezTo>
                    <a:pt x="50" y="14938"/>
                    <a:pt x="50" y="15038"/>
                    <a:pt x="50" y="15038"/>
                  </a:cubicBezTo>
                  <a:cubicBezTo>
                    <a:pt x="50" y="15038"/>
                    <a:pt x="150" y="15013"/>
                    <a:pt x="326" y="14988"/>
                  </a:cubicBezTo>
                  <a:cubicBezTo>
                    <a:pt x="476" y="14938"/>
                    <a:pt x="752" y="14862"/>
                    <a:pt x="1028" y="14762"/>
                  </a:cubicBezTo>
                  <a:cubicBezTo>
                    <a:pt x="1604" y="14562"/>
                    <a:pt x="2381" y="14236"/>
                    <a:pt x="3183" y="13760"/>
                  </a:cubicBezTo>
                  <a:cubicBezTo>
                    <a:pt x="3985" y="13283"/>
                    <a:pt x="4862" y="12682"/>
                    <a:pt x="5664" y="11930"/>
                  </a:cubicBezTo>
                  <a:cubicBezTo>
                    <a:pt x="6466" y="11203"/>
                    <a:pt x="7218" y="10326"/>
                    <a:pt x="7870" y="9374"/>
                  </a:cubicBezTo>
                  <a:cubicBezTo>
                    <a:pt x="8521" y="8421"/>
                    <a:pt x="9073" y="7394"/>
                    <a:pt x="9474" y="6366"/>
                  </a:cubicBezTo>
                  <a:cubicBezTo>
                    <a:pt x="9674" y="5865"/>
                    <a:pt x="9875" y="5364"/>
                    <a:pt x="10000" y="4837"/>
                  </a:cubicBezTo>
                  <a:cubicBezTo>
                    <a:pt x="10125" y="4336"/>
                    <a:pt x="10226" y="3835"/>
                    <a:pt x="10276" y="3384"/>
                  </a:cubicBezTo>
                  <a:cubicBezTo>
                    <a:pt x="10351" y="2907"/>
                    <a:pt x="10401" y="2456"/>
                    <a:pt x="10401" y="2055"/>
                  </a:cubicBezTo>
                  <a:cubicBezTo>
                    <a:pt x="10426" y="1654"/>
                    <a:pt x="10426" y="1303"/>
                    <a:pt x="10401" y="978"/>
                  </a:cubicBezTo>
                  <a:cubicBezTo>
                    <a:pt x="10376" y="677"/>
                    <a:pt x="10351" y="426"/>
                    <a:pt x="10326" y="251"/>
                  </a:cubicBezTo>
                  <a:cubicBezTo>
                    <a:pt x="10301" y="100"/>
                    <a:pt x="10276" y="0"/>
                    <a:pt x="1027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7"/>
            <p:cNvSpPr/>
            <p:nvPr/>
          </p:nvSpPr>
          <p:spPr>
            <a:xfrm flipH="1" rot="-1202736">
              <a:off x="2563638" y="54996"/>
              <a:ext cx="191125" cy="163365"/>
            </a:xfrm>
            <a:custGeom>
              <a:rect b="b" l="l" r="r" t="t"/>
              <a:pathLst>
                <a:path extrusionOk="0" h="5314" w="6217">
                  <a:moveTo>
                    <a:pt x="5617" y="1"/>
                  </a:moveTo>
                  <a:cubicBezTo>
                    <a:pt x="5526" y="1"/>
                    <a:pt x="5432" y="36"/>
                    <a:pt x="5348" y="120"/>
                  </a:cubicBezTo>
                  <a:cubicBezTo>
                    <a:pt x="3744" y="1699"/>
                    <a:pt x="2015" y="3152"/>
                    <a:pt x="336" y="4606"/>
                  </a:cubicBezTo>
                  <a:cubicBezTo>
                    <a:pt x="0" y="4882"/>
                    <a:pt x="302" y="5314"/>
                    <a:pt x="641" y="5314"/>
                  </a:cubicBezTo>
                  <a:cubicBezTo>
                    <a:pt x="732" y="5314"/>
                    <a:pt x="827" y="5282"/>
                    <a:pt x="912" y="5207"/>
                  </a:cubicBezTo>
                  <a:cubicBezTo>
                    <a:pt x="2616" y="3729"/>
                    <a:pt x="4321" y="2300"/>
                    <a:pt x="5925" y="721"/>
                  </a:cubicBezTo>
                  <a:cubicBezTo>
                    <a:pt x="6217" y="429"/>
                    <a:pt x="5934" y="1"/>
                    <a:pt x="561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7"/>
            <p:cNvSpPr/>
            <p:nvPr/>
          </p:nvSpPr>
          <p:spPr>
            <a:xfrm flipH="1" rot="-1202736">
              <a:off x="3245348" y="-16168"/>
              <a:ext cx="196013" cy="205882"/>
            </a:xfrm>
            <a:custGeom>
              <a:rect b="b" l="l" r="r" t="t"/>
              <a:pathLst>
                <a:path extrusionOk="0" h="6697" w="6376">
                  <a:moveTo>
                    <a:pt x="570" y="0"/>
                  </a:moveTo>
                  <a:cubicBezTo>
                    <a:pt x="272" y="0"/>
                    <a:pt x="1" y="419"/>
                    <a:pt x="248" y="723"/>
                  </a:cubicBezTo>
                  <a:cubicBezTo>
                    <a:pt x="1852" y="2803"/>
                    <a:pt x="3531" y="4808"/>
                    <a:pt x="5461" y="6588"/>
                  </a:cubicBezTo>
                  <a:cubicBezTo>
                    <a:pt x="5548" y="6664"/>
                    <a:pt x="5645" y="6696"/>
                    <a:pt x="5739" y="6696"/>
                  </a:cubicBezTo>
                  <a:cubicBezTo>
                    <a:pt x="6076" y="6696"/>
                    <a:pt x="6376" y="6280"/>
                    <a:pt x="6062" y="5986"/>
                  </a:cubicBezTo>
                  <a:cubicBezTo>
                    <a:pt x="4107" y="4207"/>
                    <a:pt x="2453" y="2227"/>
                    <a:pt x="849" y="146"/>
                  </a:cubicBezTo>
                  <a:cubicBezTo>
                    <a:pt x="764" y="43"/>
                    <a:pt x="666" y="0"/>
                    <a:pt x="57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7"/>
            <p:cNvSpPr/>
            <p:nvPr/>
          </p:nvSpPr>
          <p:spPr>
            <a:xfrm flipH="1" rot="-1202736">
              <a:off x="3374733" y="-244907"/>
              <a:ext cx="132899" cy="207357"/>
            </a:xfrm>
            <a:custGeom>
              <a:rect b="b" l="l" r="r" t="t"/>
              <a:pathLst>
                <a:path extrusionOk="0" h="6745" w="4323">
                  <a:moveTo>
                    <a:pt x="3816" y="0"/>
                  </a:moveTo>
                  <a:cubicBezTo>
                    <a:pt x="3649" y="0"/>
                    <a:pt x="3478" y="85"/>
                    <a:pt x="3399" y="282"/>
                  </a:cubicBezTo>
                  <a:cubicBezTo>
                    <a:pt x="2547" y="2337"/>
                    <a:pt x="1369" y="4242"/>
                    <a:pt x="191" y="6122"/>
                  </a:cubicBezTo>
                  <a:cubicBezTo>
                    <a:pt x="0" y="6451"/>
                    <a:pt x="290" y="6745"/>
                    <a:pt x="577" y="6745"/>
                  </a:cubicBezTo>
                  <a:cubicBezTo>
                    <a:pt x="705" y="6745"/>
                    <a:pt x="833" y="6687"/>
                    <a:pt x="918" y="6548"/>
                  </a:cubicBezTo>
                  <a:cubicBezTo>
                    <a:pt x="2146" y="4593"/>
                    <a:pt x="3324" y="2638"/>
                    <a:pt x="4201" y="508"/>
                  </a:cubicBezTo>
                  <a:cubicBezTo>
                    <a:pt x="4323" y="203"/>
                    <a:pt x="4075" y="0"/>
                    <a:pt x="381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7"/>
            <p:cNvSpPr/>
            <p:nvPr/>
          </p:nvSpPr>
          <p:spPr>
            <a:xfrm flipH="1" rot="-1202736">
              <a:off x="2829928" y="124671"/>
              <a:ext cx="162350" cy="178306"/>
            </a:xfrm>
            <a:custGeom>
              <a:rect b="b" l="l" r="r" t="t"/>
              <a:pathLst>
                <a:path extrusionOk="0" h="5800" w="5281">
                  <a:moveTo>
                    <a:pt x="637" y="0"/>
                  </a:moveTo>
                  <a:cubicBezTo>
                    <a:pt x="300" y="0"/>
                    <a:pt x="0" y="417"/>
                    <a:pt x="314" y="711"/>
                  </a:cubicBezTo>
                  <a:cubicBezTo>
                    <a:pt x="1918" y="2139"/>
                    <a:pt x="3020" y="3944"/>
                    <a:pt x="4324" y="5623"/>
                  </a:cubicBezTo>
                  <a:cubicBezTo>
                    <a:pt x="4419" y="5748"/>
                    <a:pt x="4549" y="5799"/>
                    <a:pt x="4677" y="5799"/>
                  </a:cubicBezTo>
                  <a:cubicBezTo>
                    <a:pt x="4985" y="5799"/>
                    <a:pt x="5281" y="5498"/>
                    <a:pt x="5051" y="5197"/>
                  </a:cubicBezTo>
                  <a:cubicBezTo>
                    <a:pt x="3697" y="3467"/>
                    <a:pt x="2569" y="1613"/>
                    <a:pt x="915" y="109"/>
                  </a:cubicBezTo>
                  <a:cubicBezTo>
                    <a:pt x="828" y="33"/>
                    <a:pt x="731" y="0"/>
                    <a:pt x="63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7"/>
            <p:cNvSpPr/>
            <p:nvPr/>
          </p:nvSpPr>
          <p:spPr>
            <a:xfrm flipH="1" rot="-1202736">
              <a:off x="2811586" y="271646"/>
              <a:ext cx="143874" cy="96500"/>
            </a:xfrm>
            <a:custGeom>
              <a:rect b="b" l="l" r="r" t="t"/>
              <a:pathLst>
                <a:path extrusionOk="0" h="3139" w="4680">
                  <a:moveTo>
                    <a:pt x="2235" y="0"/>
                  </a:moveTo>
                  <a:cubicBezTo>
                    <a:pt x="255" y="0"/>
                    <a:pt x="0" y="3138"/>
                    <a:pt x="2524" y="3138"/>
                  </a:cubicBezTo>
                  <a:cubicBezTo>
                    <a:pt x="4429" y="3138"/>
                    <a:pt x="4679" y="81"/>
                    <a:pt x="2374" y="5"/>
                  </a:cubicBezTo>
                  <a:cubicBezTo>
                    <a:pt x="2327" y="2"/>
                    <a:pt x="2280" y="0"/>
                    <a:pt x="22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7"/>
            <p:cNvSpPr/>
            <p:nvPr/>
          </p:nvSpPr>
          <p:spPr>
            <a:xfrm flipH="1" rot="-1202736">
              <a:off x="3253953" y="148775"/>
              <a:ext cx="143874" cy="96500"/>
            </a:xfrm>
            <a:custGeom>
              <a:rect b="b" l="l" r="r" t="t"/>
              <a:pathLst>
                <a:path extrusionOk="0" h="3139" w="4680">
                  <a:moveTo>
                    <a:pt x="2260" y="0"/>
                  </a:moveTo>
                  <a:cubicBezTo>
                    <a:pt x="279" y="0"/>
                    <a:pt x="1" y="3138"/>
                    <a:pt x="2549" y="3138"/>
                  </a:cubicBezTo>
                  <a:cubicBezTo>
                    <a:pt x="4454" y="3138"/>
                    <a:pt x="4679" y="56"/>
                    <a:pt x="2398" y="5"/>
                  </a:cubicBezTo>
                  <a:cubicBezTo>
                    <a:pt x="2351" y="2"/>
                    <a:pt x="2305" y="0"/>
                    <a:pt x="226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7"/>
            <p:cNvSpPr/>
            <p:nvPr/>
          </p:nvSpPr>
          <p:spPr>
            <a:xfrm flipH="1" rot="-1202736">
              <a:off x="3289647" y="-263716"/>
              <a:ext cx="143874" cy="96500"/>
            </a:xfrm>
            <a:custGeom>
              <a:rect b="b" l="l" r="r" t="t"/>
              <a:pathLst>
                <a:path extrusionOk="0" h="3139" w="4680">
                  <a:moveTo>
                    <a:pt x="2259" y="1"/>
                  </a:moveTo>
                  <a:cubicBezTo>
                    <a:pt x="256" y="1"/>
                    <a:pt x="1" y="3139"/>
                    <a:pt x="2525" y="3139"/>
                  </a:cubicBezTo>
                  <a:cubicBezTo>
                    <a:pt x="4454" y="3139"/>
                    <a:pt x="4680" y="56"/>
                    <a:pt x="2399" y="6"/>
                  </a:cubicBezTo>
                  <a:cubicBezTo>
                    <a:pt x="2352" y="2"/>
                    <a:pt x="2305" y="1"/>
                    <a:pt x="225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7"/>
            <p:cNvSpPr/>
            <p:nvPr/>
          </p:nvSpPr>
          <p:spPr>
            <a:xfrm flipH="1" rot="-1202736">
              <a:off x="2887777" y="189912"/>
              <a:ext cx="107168" cy="72583"/>
            </a:xfrm>
            <a:custGeom>
              <a:rect b="b" l="l" r="r" t="t"/>
              <a:pathLst>
                <a:path extrusionOk="0" h="2361" w="3486">
                  <a:moveTo>
                    <a:pt x="1666" y="0"/>
                  </a:moveTo>
                  <a:cubicBezTo>
                    <a:pt x="192" y="0"/>
                    <a:pt x="0" y="2336"/>
                    <a:pt x="1882" y="2361"/>
                  </a:cubicBezTo>
                  <a:cubicBezTo>
                    <a:pt x="3310" y="2361"/>
                    <a:pt x="3486" y="55"/>
                    <a:pt x="1782" y="5"/>
                  </a:cubicBezTo>
                  <a:cubicBezTo>
                    <a:pt x="1742" y="2"/>
                    <a:pt x="1704" y="0"/>
                    <a:pt x="16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7"/>
            <p:cNvSpPr/>
            <p:nvPr/>
          </p:nvSpPr>
          <p:spPr>
            <a:xfrm flipH="1" rot="-1202736">
              <a:off x="3246774" y="58771"/>
              <a:ext cx="107936" cy="72583"/>
            </a:xfrm>
            <a:custGeom>
              <a:rect b="b" l="l" r="r" t="t"/>
              <a:pathLst>
                <a:path extrusionOk="0" h="2361" w="3511">
                  <a:moveTo>
                    <a:pt x="1666" y="0"/>
                  </a:moveTo>
                  <a:cubicBezTo>
                    <a:pt x="191" y="0"/>
                    <a:pt x="0" y="2336"/>
                    <a:pt x="1907" y="2361"/>
                  </a:cubicBezTo>
                  <a:cubicBezTo>
                    <a:pt x="3335" y="2361"/>
                    <a:pt x="3511" y="55"/>
                    <a:pt x="1781" y="5"/>
                  </a:cubicBezTo>
                  <a:cubicBezTo>
                    <a:pt x="1742" y="2"/>
                    <a:pt x="1704" y="0"/>
                    <a:pt x="16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7"/>
            <p:cNvSpPr/>
            <p:nvPr/>
          </p:nvSpPr>
          <p:spPr>
            <a:xfrm flipH="1" rot="-1202736">
              <a:off x="3410691" y="-193779"/>
              <a:ext cx="107660" cy="71845"/>
            </a:xfrm>
            <a:custGeom>
              <a:rect b="b" l="l" r="r" t="t"/>
              <a:pathLst>
                <a:path extrusionOk="0" h="2337" w="3502">
                  <a:moveTo>
                    <a:pt x="1667" y="1"/>
                  </a:moveTo>
                  <a:cubicBezTo>
                    <a:pt x="192" y="1"/>
                    <a:pt x="0" y="2336"/>
                    <a:pt x="1882" y="2336"/>
                  </a:cubicBezTo>
                  <a:cubicBezTo>
                    <a:pt x="1890" y="2336"/>
                    <a:pt x="1897" y="2336"/>
                    <a:pt x="1905" y="2336"/>
                  </a:cubicBezTo>
                  <a:cubicBezTo>
                    <a:pt x="3313" y="2336"/>
                    <a:pt x="3502" y="30"/>
                    <a:pt x="1782" y="5"/>
                  </a:cubicBezTo>
                  <a:cubicBezTo>
                    <a:pt x="1743" y="2"/>
                    <a:pt x="1704" y="1"/>
                    <a:pt x="16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7"/>
            <p:cNvSpPr/>
            <p:nvPr/>
          </p:nvSpPr>
          <p:spPr>
            <a:xfrm flipH="1" rot="-1202736">
              <a:off x="2485864" y="35344"/>
              <a:ext cx="143567" cy="96562"/>
            </a:xfrm>
            <a:custGeom>
              <a:rect b="b" l="l" r="r" t="t"/>
              <a:pathLst>
                <a:path extrusionOk="0" h="3141" w="4670">
                  <a:moveTo>
                    <a:pt x="2203" y="1"/>
                  </a:moveTo>
                  <a:cubicBezTo>
                    <a:pt x="244" y="1"/>
                    <a:pt x="0" y="3116"/>
                    <a:pt x="2514" y="3140"/>
                  </a:cubicBezTo>
                  <a:cubicBezTo>
                    <a:pt x="4419" y="3140"/>
                    <a:pt x="4670" y="57"/>
                    <a:pt x="2364" y="7"/>
                  </a:cubicBezTo>
                  <a:cubicBezTo>
                    <a:pt x="2309" y="3"/>
                    <a:pt x="2256" y="1"/>
                    <a:pt x="220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7"/>
            <p:cNvSpPr/>
            <p:nvPr/>
          </p:nvSpPr>
          <p:spPr>
            <a:xfrm flipH="1" rot="-1202736">
              <a:off x="2606250" y="61190"/>
              <a:ext cx="107936" cy="72613"/>
            </a:xfrm>
            <a:custGeom>
              <a:rect b="b" l="l" r="r" t="t"/>
              <a:pathLst>
                <a:path extrusionOk="0" h="2362" w="3511">
                  <a:moveTo>
                    <a:pt x="1666" y="1"/>
                  </a:moveTo>
                  <a:cubicBezTo>
                    <a:pt x="191" y="1"/>
                    <a:pt x="1" y="2337"/>
                    <a:pt x="1907" y="2361"/>
                  </a:cubicBezTo>
                  <a:cubicBezTo>
                    <a:pt x="3335" y="2361"/>
                    <a:pt x="3511" y="55"/>
                    <a:pt x="1782" y="5"/>
                  </a:cubicBezTo>
                  <a:cubicBezTo>
                    <a:pt x="1742" y="2"/>
                    <a:pt x="1704" y="1"/>
                    <a:pt x="16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7"/>
            <p:cNvSpPr/>
            <p:nvPr/>
          </p:nvSpPr>
          <p:spPr>
            <a:xfrm flipH="1" rot="-1202736">
              <a:off x="3785332" y="-564564"/>
              <a:ext cx="273546" cy="492524"/>
            </a:xfrm>
            <a:custGeom>
              <a:rect b="b" l="l" r="r" t="t"/>
              <a:pathLst>
                <a:path extrusionOk="0" h="16021" w="8898">
                  <a:moveTo>
                    <a:pt x="4239" y="1"/>
                  </a:moveTo>
                  <a:cubicBezTo>
                    <a:pt x="3672" y="1"/>
                    <a:pt x="3052" y="99"/>
                    <a:pt x="2431" y="381"/>
                  </a:cubicBezTo>
                  <a:cubicBezTo>
                    <a:pt x="2005" y="582"/>
                    <a:pt x="1629" y="858"/>
                    <a:pt x="1328" y="1183"/>
                  </a:cubicBezTo>
                  <a:cubicBezTo>
                    <a:pt x="1003" y="1484"/>
                    <a:pt x="777" y="1860"/>
                    <a:pt x="602" y="2186"/>
                  </a:cubicBezTo>
                  <a:cubicBezTo>
                    <a:pt x="251" y="2888"/>
                    <a:pt x="125" y="3564"/>
                    <a:pt x="50" y="4166"/>
                  </a:cubicBezTo>
                  <a:cubicBezTo>
                    <a:pt x="0" y="4767"/>
                    <a:pt x="0" y="5344"/>
                    <a:pt x="25" y="5895"/>
                  </a:cubicBezTo>
                  <a:cubicBezTo>
                    <a:pt x="100" y="6973"/>
                    <a:pt x="301" y="7950"/>
                    <a:pt x="552" y="8853"/>
                  </a:cubicBezTo>
                  <a:cubicBezTo>
                    <a:pt x="802" y="9755"/>
                    <a:pt x="1078" y="10557"/>
                    <a:pt x="1354" y="11309"/>
                  </a:cubicBezTo>
                  <a:cubicBezTo>
                    <a:pt x="1930" y="12788"/>
                    <a:pt x="2557" y="13965"/>
                    <a:pt x="3008" y="14767"/>
                  </a:cubicBezTo>
                  <a:cubicBezTo>
                    <a:pt x="3233" y="15194"/>
                    <a:pt x="3434" y="15494"/>
                    <a:pt x="3559" y="15695"/>
                  </a:cubicBezTo>
                  <a:cubicBezTo>
                    <a:pt x="3684" y="15920"/>
                    <a:pt x="3760" y="16021"/>
                    <a:pt x="3760" y="16021"/>
                  </a:cubicBezTo>
                  <a:cubicBezTo>
                    <a:pt x="3760" y="16021"/>
                    <a:pt x="3760" y="15895"/>
                    <a:pt x="3734" y="15645"/>
                  </a:cubicBezTo>
                  <a:cubicBezTo>
                    <a:pt x="3734" y="15394"/>
                    <a:pt x="3709" y="15018"/>
                    <a:pt x="3659" y="14567"/>
                  </a:cubicBezTo>
                  <a:cubicBezTo>
                    <a:pt x="3609" y="14116"/>
                    <a:pt x="3559" y="13564"/>
                    <a:pt x="3509" y="12938"/>
                  </a:cubicBezTo>
                  <a:cubicBezTo>
                    <a:pt x="3434" y="12311"/>
                    <a:pt x="3359" y="11610"/>
                    <a:pt x="3283" y="10833"/>
                  </a:cubicBezTo>
                  <a:cubicBezTo>
                    <a:pt x="3208" y="10081"/>
                    <a:pt x="3133" y="9279"/>
                    <a:pt x="3058" y="8427"/>
                  </a:cubicBezTo>
                  <a:cubicBezTo>
                    <a:pt x="3008" y="7574"/>
                    <a:pt x="2983" y="6697"/>
                    <a:pt x="3033" y="5845"/>
                  </a:cubicBezTo>
                  <a:cubicBezTo>
                    <a:pt x="3058" y="5419"/>
                    <a:pt x="3083" y="4993"/>
                    <a:pt x="3183" y="4617"/>
                  </a:cubicBezTo>
                  <a:cubicBezTo>
                    <a:pt x="3258" y="4241"/>
                    <a:pt x="3359" y="3915"/>
                    <a:pt x="3484" y="3715"/>
                  </a:cubicBezTo>
                  <a:cubicBezTo>
                    <a:pt x="3634" y="3514"/>
                    <a:pt x="3709" y="3464"/>
                    <a:pt x="3810" y="3414"/>
                  </a:cubicBezTo>
                  <a:cubicBezTo>
                    <a:pt x="3892" y="3373"/>
                    <a:pt x="4074" y="3332"/>
                    <a:pt x="4315" y="3332"/>
                  </a:cubicBezTo>
                  <a:cubicBezTo>
                    <a:pt x="4369" y="3332"/>
                    <a:pt x="4427" y="3334"/>
                    <a:pt x="4486" y="3339"/>
                  </a:cubicBezTo>
                  <a:cubicBezTo>
                    <a:pt x="4562" y="3364"/>
                    <a:pt x="4637" y="3364"/>
                    <a:pt x="4737" y="3389"/>
                  </a:cubicBezTo>
                  <a:lnTo>
                    <a:pt x="4837" y="3389"/>
                  </a:lnTo>
                  <a:lnTo>
                    <a:pt x="4937" y="3414"/>
                  </a:lnTo>
                  <a:lnTo>
                    <a:pt x="4988" y="3439"/>
                  </a:lnTo>
                  <a:lnTo>
                    <a:pt x="5038" y="3439"/>
                  </a:lnTo>
                  <a:lnTo>
                    <a:pt x="5113" y="3464"/>
                  </a:lnTo>
                  <a:cubicBezTo>
                    <a:pt x="5163" y="3489"/>
                    <a:pt x="5213" y="3514"/>
                    <a:pt x="5238" y="3539"/>
                  </a:cubicBezTo>
                  <a:cubicBezTo>
                    <a:pt x="5389" y="3615"/>
                    <a:pt x="5464" y="3690"/>
                    <a:pt x="5589" y="3890"/>
                  </a:cubicBezTo>
                  <a:cubicBezTo>
                    <a:pt x="5689" y="4091"/>
                    <a:pt x="5765" y="4417"/>
                    <a:pt x="5815" y="4792"/>
                  </a:cubicBezTo>
                  <a:cubicBezTo>
                    <a:pt x="5840" y="5168"/>
                    <a:pt x="5840" y="5569"/>
                    <a:pt x="5815" y="5996"/>
                  </a:cubicBezTo>
                  <a:cubicBezTo>
                    <a:pt x="5740" y="6848"/>
                    <a:pt x="5589" y="7725"/>
                    <a:pt x="5414" y="8552"/>
                  </a:cubicBezTo>
                  <a:cubicBezTo>
                    <a:pt x="5238" y="9379"/>
                    <a:pt x="5063" y="10181"/>
                    <a:pt x="4862" y="10933"/>
                  </a:cubicBezTo>
                  <a:cubicBezTo>
                    <a:pt x="4511" y="12412"/>
                    <a:pt x="4186" y="13690"/>
                    <a:pt x="3985" y="14592"/>
                  </a:cubicBezTo>
                  <a:cubicBezTo>
                    <a:pt x="3885" y="15043"/>
                    <a:pt x="3835" y="15394"/>
                    <a:pt x="3810" y="15645"/>
                  </a:cubicBezTo>
                  <a:cubicBezTo>
                    <a:pt x="3760" y="15895"/>
                    <a:pt x="3760" y="16021"/>
                    <a:pt x="3760" y="16021"/>
                  </a:cubicBezTo>
                  <a:cubicBezTo>
                    <a:pt x="3760" y="16021"/>
                    <a:pt x="4060" y="15595"/>
                    <a:pt x="4587" y="14843"/>
                  </a:cubicBezTo>
                  <a:cubicBezTo>
                    <a:pt x="5113" y="14091"/>
                    <a:pt x="5865" y="13013"/>
                    <a:pt x="6617" y="11610"/>
                  </a:cubicBezTo>
                  <a:cubicBezTo>
                    <a:pt x="7018" y="10933"/>
                    <a:pt x="7394" y="10156"/>
                    <a:pt x="7770" y="9304"/>
                  </a:cubicBezTo>
                  <a:cubicBezTo>
                    <a:pt x="8120" y="8427"/>
                    <a:pt x="8471" y="7499"/>
                    <a:pt x="8697" y="6422"/>
                  </a:cubicBezTo>
                  <a:cubicBezTo>
                    <a:pt x="8797" y="5895"/>
                    <a:pt x="8897" y="5319"/>
                    <a:pt x="8897" y="4717"/>
                  </a:cubicBezTo>
                  <a:cubicBezTo>
                    <a:pt x="8897" y="4091"/>
                    <a:pt x="8847" y="3389"/>
                    <a:pt x="8547" y="2662"/>
                  </a:cubicBezTo>
                  <a:cubicBezTo>
                    <a:pt x="8271" y="1935"/>
                    <a:pt x="7694" y="1158"/>
                    <a:pt x="6943" y="707"/>
                  </a:cubicBezTo>
                  <a:cubicBezTo>
                    <a:pt x="6767" y="582"/>
                    <a:pt x="6592" y="507"/>
                    <a:pt x="6391" y="432"/>
                  </a:cubicBezTo>
                  <a:lnTo>
                    <a:pt x="6115" y="306"/>
                  </a:lnTo>
                  <a:lnTo>
                    <a:pt x="5790" y="206"/>
                  </a:lnTo>
                  <a:lnTo>
                    <a:pt x="5664" y="181"/>
                  </a:lnTo>
                  <a:lnTo>
                    <a:pt x="5564" y="156"/>
                  </a:lnTo>
                  <a:lnTo>
                    <a:pt x="5414" y="131"/>
                  </a:lnTo>
                  <a:lnTo>
                    <a:pt x="5288" y="106"/>
                  </a:lnTo>
                  <a:cubicBezTo>
                    <a:pt x="5138" y="81"/>
                    <a:pt x="4963" y="56"/>
                    <a:pt x="4787" y="31"/>
                  </a:cubicBezTo>
                  <a:cubicBezTo>
                    <a:pt x="4612" y="12"/>
                    <a:pt x="4428" y="1"/>
                    <a:pt x="423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7"/>
            <p:cNvSpPr/>
            <p:nvPr/>
          </p:nvSpPr>
          <p:spPr>
            <a:xfrm flipH="1" rot="-1202736">
              <a:off x="3693813" y="-40824"/>
              <a:ext cx="409919" cy="389229"/>
            </a:xfrm>
            <a:custGeom>
              <a:rect b="b" l="l" r="r" t="t"/>
              <a:pathLst>
                <a:path extrusionOk="0" h="12661" w="13334">
                  <a:moveTo>
                    <a:pt x="1504" y="0"/>
                  </a:moveTo>
                  <a:cubicBezTo>
                    <a:pt x="1028" y="0"/>
                    <a:pt x="627" y="50"/>
                    <a:pt x="376" y="100"/>
                  </a:cubicBezTo>
                  <a:cubicBezTo>
                    <a:pt x="126" y="151"/>
                    <a:pt x="1" y="176"/>
                    <a:pt x="1" y="176"/>
                  </a:cubicBezTo>
                  <a:cubicBezTo>
                    <a:pt x="1" y="176"/>
                    <a:pt x="1" y="176"/>
                    <a:pt x="1" y="176"/>
                  </a:cubicBezTo>
                  <a:lnTo>
                    <a:pt x="1" y="176"/>
                  </a:lnTo>
                  <a:cubicBezTo>
                    <a:pt x="1" y="176"/>
                    <a:pt x="126" y="226"/>
                    <a:pt x="376" y="276"/>
                  </a:cubicBezTo>
                  <a:cubicBezTo>
                    <a:pt x="602" y="351"/>
                    <a:pt x="953" y="476"/>
                    <a:pt x="1379" y="652"/>
                  </a:cubicBezTo>
                  <a:cubicBezTo>
                    <a:pt x="2206" y="1028"/>
                    <a:pt x="3384" y="1604"/>
                    <a:pt x="4687" y="2406"/>
                  </a:cubicBezTo>
                  <a:cubicBezTo>
                    <a:pt x="5339" y="2807"/>
                    <a:pt x="6041" y="3233"/>
                    <a:pt x="6717" y="3760"/>
                  </a:cubicBezTo>
                  <a:cubicBezTo>
                    <a:pt x="7394" y="4261"/>
                    <a:pt x="8071" y="4812"/>
                    <a:pt x="8672" y="5439"/>
                  </a:cubicBezTo>
                  <a:cubicBezTo>
                    <a:pt x="8948" y="5740"/>
                    <a:pt x="9224" y="6065"/>
                    <a:pt x="9449" y="6391"/>
                  </a:cubicBezTo>
                  <a:cubicBezTo>
                    <a:pt x="9650" y="6717"/>
                    <a:pt x="9800" y="7018"/>
                    <a:pt x="9875" y="7319"/>
                  </a:cubicBezTo>
                  <a:cubicBezTo>
                    <a:pt x="9976" y="7594"/>
                    <a:pt x="9976" y="7845"/>
                    <a:pt x="9925" y="8095"/>
                  </a:cubicBezTo>
                  <a:cubicBezTo>
                    <a:pt x="9875" y="8321"/>
                    <a:pt x="9775" y="8597"/>
                    <a:pt x="9575" y="8872"/>
                  </a:cubicBezTo>
                  <a:lnTo>
                    <a:pt x="9549" y="8923"/>
                  </a:lnTo>
                  <a:lnTo>
                    <a:pt x="9549" y="8923"/>
                  </a:lnTo>
                  <a:lnTo>
                    <a:pt x="9549" y="8923"/>
                  </a:lnTo>
                  <a:lnTo>
                    <a:pt x="9524" y="8948"/>
                  </a:lnTo>
                  <a:cubicBezTo>
                    <a:pt x="9527" y="8945"/>
                    <a:pt x="9529" y="8943"/>
                    <a:pt x="9530" y="8943"/>
                  </a:cubicBezTo>
                  <a:cubicBezTo>
                    <a:pt x="9530" y="8943"/>
                    <a:pt x="9530" y="8945"/>
                    <a:pt x="9529" y="8948"/>
                  </a:cubicBezTo>
                  <a:lnTo>
                    <a:pt x="9529" y="8948"/>
                  </a:lnTo>
                  <a:lnTo>
                    <a:pt x="9424" y="9073"/>
                  </a:lnTo>
                  <a:cubicBezTo>
                    <a:pt x="9374" y="9123"/>
                    <a:pt x="9374" y="9148"/>
                    <a:pt x="9324" y="9198"/>
                  </a:cubicBezTo>
                  <a:cubicBezTo>
                    <a:pt x="9249" y="9273"/>
                    <a:pt x="9174" y="9324"/>
                    <a:pt x="9123" y="9349"/>
                  </a:cubicBezTo>
                  <a:cubicBezTo>
                    <a:pt x="9073" y="9374"/>
                    <a:pt x="9073" y="9374"/>
                    <a:pt x="9023" y="9374"/>
                  </a:cubicBezTo>
                  <a:cubicBezTo>
                    <a:pt x="8998" y="9386"/>
                    <a:pt x="8967" y="9392"/>
                    <a:pt x="8926" y="9392"/>
                  </a:cubicBezTo>
                  <a:cubicBezTo>
                    <a:pt x="8885" y="9392"/>
                    <a:pt x="8835" y="9386"/>
                    <a:pt x="8773" y="9374"/>
                  </a:cubicBezTo>
                  <a:cubicBezTo>
                    <a:pt x="8572" y="9298"/>
                    <a:pt x="8246" y="9148"/>
                    <a:pt x="7920" y="8923"/>
                  </a:cubicBezTo>
                  <a:cubicBezTo>
                    <a:pt x="7595" y="8697"/>
                    <a:pt x="7244" y="8396"/>
                    <a:pt x="6918" y="8095"/>
                  </a:cubicBezTo>
                  <a:cubicBezTo>
                    <a:pt x="6291" y="7494"/>
                    <a:pt x="5665" y="6817"/>
                    <a:pt x="5088" y="6166"/>
                  </a:cubicBezTo>
                  <a:cubicBezTo>
                    <a:pt x="4537" y="5489"/>
                    <a:pt x="3986" y="4837"/>
                    <a:pt x="3509" y="4236"/>
                  </a:cubicBezTo>
                  <a:cubicBezTo>
                    <a:pt x="2507" y="3008"/>
                    <a:pt x="1655" y="1980"/>
                    <a:pt x="1028" y="1253"/>
                  </a:cubicBezTo>
                  <a:cubicBezTo>
                    <a:pt x="727" y="902"/>
                    <a:pt x="452" y="627"/>
                    <a:pt x="276" y="451"/>
                  </a:cubicBezTo>
                  <a:cubicBezTo>
                    <a:pt x="101" y="276"/>
                    <a:pt x="1" y="176"/>
                    <a:pt x="1" y="176"/>
                  </a:cubicBezTo>
                  <a:lnTo>
                    <a:pt x="1" y="176"/>
                  </a:lnTo>
                  <a:cubicBezTo>
                    <a:pt x="1" y="176"/>
                    <a:pt x="151" y="702"/>
                    <a:pt x="452" y="1604"/>
                  </a:cubicBezTo>
                  <a:cubicBezTo>
                    <a:pt x="752" y="2481"/>
                    <a:pt x="1178" y="3760"/>
                    <a:pt x="1855" y="5238"/>
                  </a:cubicBezTo>
                  <a:cubicBezTo>
                    <a:pt x="2181" y="5990"/>
                    <a:pt x="2582" y="6767"/>
                    <a:pt x="3033" y="7594"/>
                  </a:cubicBezTo>
                  <a:cubicBezTo>
                    <a:pt x="3509" y="8421"/>
                    <a:pt x="4061" y="9273"/>
                    <a:pt x="4762" y="10126"/>
                  </a:cubicBezTo>
                  <a:cubicBezTo>
                    <a:pt x="5113" y="10552"/>
                    <a:pt x="5514" y="10978"/>
                    <a:pt x="5991" y="11379"/>
                  </a:cubicBezTo>
                  <a:cubicBezTo>
                    <a:pt x="6467" y="11780"/>
                    <a:pt x="7018" y="12181"/>
                    <a:pt x="7770" y="12456"/>
                  </a:cubicBezTo>
                  <a:cubicBezTo>
                    <a:pt x="8129" y="12569"/>
                    <a:pt x="8508" y="12661"/>
                    <a:pt x="8944" y="12661"/>
                  </a:cubicBezTo>
                  <a:cubicBezTo>
                    <a:pt x="8995" y="12661"/>
                    <a:pt x="9046" y="12660"/>
                    <a:pt x="9098" y="12657"/>
                  </a:cubicBezTo>
                  <a:cubicBezTo>
                    <a:pt x="9139" y="12659"/>
                    <a:pt x="9180" y="12660"/>
                    <a:pt x="9220" y="12660"/>
                  </a:cubicBezTo>
                  <a:cubicBezTo>
                    <a:pt x="9659" y="12660"/>
                    <a:pt x="10112" y="12540"/>
                    <a:pt x="10502" y="12356"/>
                  </a:cubicBezTo>
                  <a:cubicBezTo>
                    <a:pt x="10928" y="12156"/>
                    <a:pt x="11304" y="11905"/>
                    <a:pt x="11605" y="11629"/>
                  </a:cubicBezTo>
                  <a:cubicBezTo>
                    <a:pt x="11755" y="11504"/>
                    <a:pt x="11905" y="11304"/>
                    <a:pt x="12031" y="11153"/>
                  </a:cubicBezTo>
                  <a:lnTo>
                    <a:pt x="12156" y="11003"/>
                  </a:lnTo>
                  <a:lnTo>
                    <a:pt x="12206" y="10953"/>
                  </a:lnTo>
                  <a:lnTo>
                    <a:pt x="12281" y="10852"/>
                  </a:lnTo>
                  <a:lnTo>
                    <a:pt x="12281" y="10827"/>
                  </a:lnTo>
                  <a:lnTo>
                    <a:pt x="12357" y="10727"/>
                  </a:lnTo>
                  <a:cubicBezTo>
                    <a:pt x="12758" y="10126"/>
                    <a:pt x="13083" y="9399"/>
                    <a:pt x="13209" y="8597"/>
                  </a:cubicBezTo>
                  <a:cubicBezTo>
                    <a:pt x="13334" y="7795"/>
                    <a:pt x="13209" y="6968"/>
                    <a:pt x="12958" y="6291"/>
                  </a:cubicBezTo>
                  <a:cubicBezTo>
                    <a:pt x="12707" y="5589"/>
                    <a:pt x="12331" y="5013"/>
                    <a:pt x="11930" y="4511"/>
                  </a:cubicBezTo>
                  <a:cubicBezTo>
                    <a:pt x="11529" y="4010"/>
                    <a:pt x="11103" y="3609"/>
                    <a:pt x="10652" y="3258"/>
                  </a:cubicBezTo>
                  <a:cubicBezTo>
                    <a:pt x="9775" y="2532"/>
                    <a:pt x="8873" y="2005"/>
                    <a:pt x="7996" y="1579"/>
                  </a:cubicBezTo>
                  <a:cubicBezTo>
                    <a:pt x="7118" y="1178"/>
                    <a:pt x="6266" y="852"/>
                    <a:pt x="5464" y="627"/>
                  </a:cubicBezTo>
                  <a:cubicBezTo>
                    <a:pt x="3860" y="151"/>
                    <a:pt x="2482" y="0"/>
                    <a:pt x="150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7"/>
            <p:cNvSpPr/>
            <p:nvPr/>
          </p:nvSpPr>
          <p:spPr>
            <a:xfrm flipH="1" rot="-1202736">
              <a:off x="3996089" y="-253909"/>
              <a:ext cx="418404" cy="124076"/>
            </a:xfrm>
            <a:custGeom>
              <a:rect b="b" l="l" r="r" t="t"/>
              <a:pathLst>
                <a:path extrusionOk="0" h="4036" w="13610">
                  <a:moveTo>
                    <a:pt x="777" y="0"/>
                  </a:moveTo>
                  <a:lnTo>
                    <a:pt x="0" y="1930"/>
                  </a:lnTo>
                  <a:cubicBezTo>
                    <a:pt x="1529" y="2531"/>
                    <a:pt x="3509" y="3033"/>
                    <a:pt x="5614" y="3409"/>
                  </a:cubicBezTo>
                  <a:cubicBezTo>
                    <a:pt x="7744" y="3810"/>
                    <a:pt x="9950" y="4035"/>
                    <a:pt x="11855" y="4035"/>
                  </a:cubicBezTo>
                  <a:cubicBezTo>
                    <a:pt x="12481" y="4035"/>
                    <a:pt x="13058" y="4010"/>
                    <a:pt x="13609" y="3960"/>
                  </a:cubicBezTo>
                  <a:lnTo>
                    <a:pt x="13384" y="1880"/>
                  </a:lnTo>
                  <a:cubicBezTo>
                    <a:pt x="12932" y="1930"/>
                    <a:pt x="12406" y="1955"/>
                    <a:pt x="11855" y="1955"/>
                  </a:cubicBezTo>
                  <a:cubicBezTo>
                    <a:pt x="10125" y="1955"/>
                    <a:pt x="7995" y="1729"/>
                    <a:pt x="5990" y="1353"/>
                  </a:cubicBezTo>
                  <a:cubicBezTo>
                    <a:pt x="3985" y="1003"/>
                    <a:pt x="2080" y="501"/>
                    <a:pt x="77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7"/>
            <p:cNvSpPr/>
            <p:nvPr/>
          </p:nvSpPr>
          <p:spPr>
            <a:xfrm flipH="1" rot="-1202736">
              <a:off x="4050461" y="-129678"/>
              <a:ext cx="128688" cy="409150"/>
            </a:xfrm>
            <a:custGeom>
              <a:rect b="b" l="l" r="r" t="t"/>
              <a:pathLst>
                <a:path extrusionOk="0" h="13309" w="4186">
                  <a:moveTo>
                    <a:pt x="2281" y="0"/>
                  </a:moveTo>
                  <a:cubicBezTo>
                    <a:pt x="777" y="3409"/>
                    <a:pt x="25" y="7544"/>
                    <a:pt x="0" y="11229"/>
                  </a:cubicBezTo>
                  <a:cubicBezTo>
                    <a:pt x="0" y="11930"/>
                    <a:pt x="50" y="12632"/>
                    <a:pt x="101" y="13309"/>
                  </a:cubicBezTo>
                  <a:lnTo>
                    <a:pt x="2181" y="13108"/>
                  </a:lnTo>
                  <a:cubicBezTo>
                    <a:pt x="2131" y="12507"/>
                    <a:pt x="2106" y="11880"/>
                    <a:pt x="2106" y="11229"/>
                  </a:cubicBezTo>
                  <a:cubicBezTo>
                    <a:pt x="2106" y="7845"/>
                    <a:pt x="2832" y="3910"/>
                    <a:pt x="4186" y="853"/>
                  </a:cubicBezTo>
                  <a:lnTo>
                    <a:pt x="22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7"/>
            <p:cNvSpPr/>
            <p:nvPr/>
          </p:nvSpPr>
          <p:spPr>
            <a:xfrm flipH="1" rot="-1202736">
              <a:off x="3937636" y="-148642"/>
              <a:ext cx="165701" cy="127950"/>
            </a:xfrm>
            <a:custGeom>
              <a:rect b="b" l="l" r="r" t="t"/>
              <a:pathLst>
                <a:path extrusionOk="0" h="4162" w="5390">
                  <a:moveTo>
                    <a:pt x="2707" y="1"/>
                  </a:moveTo>
                  <a:cubicBezTo>
                    <a:pt x="1" y="1"/>
                    <a:pt x="1" y="4161"/>
                    <a:pt x="2707" y="4161"/>
                  </a:cubicBezTo>
                  <a:cubicBezTo>
                    <a:pt x="5389" y="4161"/>
                    <a:pt x="5389" y="1"/>
                    <a:pt x="270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8" name="Google Shape;238;p7"/>
          <p:cNvGrpSpPr/>
          <p:nvPr/>
        </p:nvGrpSpPr>
        <p:grpSpPr>
          <a:xfrm>
            <a:off x="1839686" y="3944087"/>
            <a:ext cx="5464636" cy="1852584"/>
            <a:chOff x="1850223" y="3798112"/>
            <a:chExt cx="5464636" cy="1852584"/>
          </a:xfrm>
        </p:grpSpPr>
        <p:grpSp>
          <p:nvGrpSpPr>
            <p:cNvPr id="239" name="Google Shape;239;p7"/>
            <p:cNvGrpSpPr/>
            <p:nvPr/>
          </p:nvGrpSpPr>
          <p:grpSpPr>
            <a:xfrm rot="-9597153">
              <a:off x="1941151" y="4223947"/>
              <a:ext cx="2661380" cy="1000914"/>
              <a:chOff x="720000" y="3829047"/>
              <a:chExt cx="2057547" cy="773819"/>
            </a:xfrm>
          </p:grpSpPr>
          <p:sp>
            <p:nvSpPr>
              <p:cNvPr id="240" name="Google Shape;240;p7"/>
              <p:cNvSpPr/>
              <p:nvPr/>
            </p:nvSpPr>
            <p:spPr>
              <a:xfrm>
                <a:off x="747524" y="4140653"/>
                <a:ext cx="1628264" cy="367137"/>
              </a:xfrm>
              <a:custGeom>
                <a:rect b="b" l="l" r="r" t="t"/>
                <a:pathLst>
                  <a:path extrusionOk="0" h="15447" w="68508">
                    <a:moveTo>
                      <a:pt x="43313" y="0"/>
                    </a:moveTo>
                    <a:cubicBezTo>
                      <a:pt x="39438" y="0"/>
                      <a:pt x="35566" y="236"/>
                      <a:pt x="31724" y="725"/>
                    </a:cubicBezTo>
                    <a:cubicBezTo>
                      <a:pt x="20271" y="2178"/>
                      <a:pt x="8842" y="6239"/>
                      <a:pt x="446" y="14384"/>
                    </a:cubicBezTo>
                    <a:cubicBezTo>
                      <a:pt x="0" y="14810"/>
                      <a:pt x="424" y="15447"/>
                      <a:pt x="917" y="15447"/>
                    </a:cubicBezTo>
                    <a:cubicBezTo>
                      <a:pt x="1061" y="15447"/>
                      <a:pt x="1212" y="15392"/>
                      <a:pt x="1348" y="15261"/>
                    </a:cubicBezTo>
                    <a:cubicBezTo>
                      <a:pt x="9820" y="7041"/>
                      <a:pt x="21374" y="3206"/>
                      <a:pt x="32927" y="1828"/>
                    </a:cubicBezTo>
                    <a:cubicBezTo>
                      <a:pt x="36361" y="1423"/>
                      <a:pt x="39826" y="1229"/>
                      <a:pt x="43297" y="1229"/>
                    </a:cubicBezTo>
                    <a:cubicBezTo>
                      <a:pt x="51430" y="1229"/>
                      <a:pt x="59595" y="2294"/>
                      <a:pt x="67464" y="4209"/>
                    </a:cubicBezTo>
                    <a:cubicBezTo>
                      <a:pt x="67523" y="4224"/>
                      <a:pt x="67580" y="4231"/>
                      <a:pt x="67634" y="4231"/>
                    </a:cubicBezTo>
                    <a:cubicBezTo>
                      <a:pt x="68284" y="4231"/>
                      <a:pt x="68507" y="3191"/>
                      <a:pt x="67790" y="3006"/>
                    </a:cubicBezTo>
                    <a:cubicBezTo>
                      <a:pt x="59796" y="1063"/>
                      <a:pt x="51548" y="0"/>
                      <a:pt x="4331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7"/>
              <p:cNvSpPr/>
              <p:nvPr/>
            </p:nvSpPr>
            <p:spPr>
              <a:xfrm>
                <a:off x="2336731" y="4176923"/>
                <a:ext cx="440816" cy="166681"/>
              </a:xfrm>
              <a:custGeom>
                <a:rect b="b" l="l" r="r" t="t"/>
                <a:pathLst>
                  <a:path extrusionOk="0" h="7013" w="18547">
                    <a:moveTo>
                      <a:pt x="6492" y="1"/>
                    </a:moveTo>
                    <a:cubicBezTo>
                      <a:pt x="5890" y="1"/>
                      <a:pt x="5339" y="26"/>
                      <a:pt x="4762" y="101"/>
                    </a:cubicBezTo>
                    <a:cubicBezTo>
                      <a:pt x="4211" y="176"/>
                      <a:pt x="3685" y="277"/>
                      <a:pt x="3183" y="402"/>
                    </a:cubicBezTo>
                    <a:cubicBezTo>
                      <a:pt x="2958" y="477"/>
                      <a:pt x="2707" y="527"/>
                      <a:pt x="2507" y="577"/>
                    </a:cubicBezTo>
                    <a:cubicBezTo>
                      <a:pt x="2281" y="678"/>
                      <a:pt x="2081" y="728"/>
                      <a:pt x="1880" y="828"/>
                    </a:cubicBezTo>
                    <a:cubicBezTo>
                      <a:pt x="1504" y="978"/>
                      <a:pt x="1153" y="1129"/>
                      <a:pt x="878" y="1279"/>
                    </a:cubicBezTo>
                    <a:cubicBezTo>
                      <a:pt x="602" y="1404"/>
                      <a:pt x="376" y="1555"/>
                      <a:pt x="226" y="1655"/>
                    </a:cubicBezTo>
                    <a:cubicBezTo>
                      <a:pt x="76" y="1730"/>
                      <a:pt x="0" y="1805"/>
                      <a:pt x="0" y="1805"/>
                    </a:cubicBezTo>
                    <a:cubicBezTo>
                      <a:pt x="0" y="1805"/>
                      <a:pt x="51" y="1881"/>
                      <a:pt x="176" y="2006"/>
                    </a:cubicBezTo>
                    <a:cubicBezTo>
                      <a:pt x="301" y="2131"/>
                      <a:pt x="502" y="2332"/>
                      <a:pt x="727" y="2507"/>
                    </a:cubicBezTo>
                    <a:cubicBezTo>
                      <a:pt x="978" y="2733"/>
                      <a:pt x="1254" y="2958"/>
                      <a:pt x="1579" y="3209"/>
                    </a:cubicBezTo>
                    <a:cubicBezTo>
                      <a:pt x="1930" y="3434"/>
                      <a:pt x="2281" y="3685"/>
                      <a:pt x="2682" y="3986"/>
                    </a:cubicBezTo>
                    <a:cubicBezTo>
                      <a:pt x="3083" y="4236"/>
                      <a:pt x="3509" y="4512"/>
                      <a:pt x="3960" y="4738"/>
                    </a:cubicBezTo>
                    <a:cubicBezTo>
                      <a:pt x="4412" y="4988"/>
                      <a:pt x="4913" y="5239"/>
                      <a:pt x="5414" y="5439"/>
                    </a:cubicBezTo>
                    <a:cubicBezTo>
                      <a:pt x="6417" y="5866"/>
                      <a:pt x="7519" y="6241"/>
                      <a:pt x="8647" y="6492"/>
                    </a:cubicBezTo>
                    <a:cubicBezTo>
                      <a:pt x="9224" y="6642"/>
                      <a:pt x="9775" y="6743"/>
                      <a:pt x="10351" y="6818"/>
                    </a:cubicBezTo>
                    <a:cubicBezTo>
                      <a:pt x="10928" y="6918"/>
                      <a:pt x="11479" y="6968"/>
                      <a:pt x="12056" y="6993"/>
                    </a:cubicBezTo>
                    <a:cubicBezTo>
                      <a:pt x="12341" y="7006"/>
                      <a:pt x="12624" y="7013"/>
                      <a:pt x="12904" y="7013"/>
                    </a:cubicBezTo>
                    <a:cubicBezTo>
                      <a:pt x="13707" y="7013"/>
                      <a:pt x="14482" y="6961"/>
                      <a:pt x="15189" y="6868"/>
                    </a:cubicBezTo>
                    <a:cubicBezTo>
                      <a:pt x="16141" y="6718"/>
                      <a:pt x="16968" y="6517"/>
                      <a:pt x="17570" y="6342"/>
                    </a:cubicBezTo>
                    <a:cubicBezTo>
                      <a:pt x="17870" y="6241"/>
                      <a:pt x="18121" y="6141"/>
                      <a:pt x="18296" y="6091"/>
                    </a:cubicBezTo>
                    <a:cubicBezTo>
                      <a:pt x="18447" y="6016"/>
                      <a:pt x="18547" y="5966"/>
                      <a:pt x="18547" y="5966"/>
                    </a:cubicBezTo>
                    <a:cubicBezTo>
                      <a:pt x="18547" y="5966"/>
                      <a:pt x="18497" y="5891"/>
                      <a:pt x="18397" y="5740"/>
                    </a:cubicBezTo>
                    <a:cubicBezTo>
                      <a:pt x="18296" y="5615"/>
                      <a:pt x="18146" y="5364"/>
                      <a:pt x="17945" y="5139"/>
                    </a:cubicBezTo>
                    <a:cubicBezTo>
                      <a:pt x="17745" y="4888"/>
                      <a:pt x="17519" y="4612"/>
                      <a:pt x="17219" y="4312"/>
                    </a:cubicBezTo>
                    <a:cubicBezTo>
                      <a:pt x="16918" y="3986"/>
                      <a:pt x="16592" y="3685"/>
                      <a:pt x="16216" y="3384"/>
                    </a:cubicBezTo>
                    <a:cubicBezTo>
                      <a:pt x="15815" y="3058"/>
                      <a:pt x="15414" y="2733"/>
                      <a:pt x="14938" y="2432"/>
                    </a:cubicBezTo>
                    <a:cubicBezTo>
                      <a:pt x="14487" y="2156"/>
                      <a:pt x="13986" y="1881"/>
                      <a:pt x="13459" y="1605"/>
                    </a:cubicBezTo>
                    <a:cubicBezTo>
                      <a:pt x="12958" y="1354"/>
                      <a:pt x="12407" y="1104"/>
                      <a:pt x="11830" y="928"/>
                    </a:cubicBezTo>
                    <a:cubicBezTo>
                      <a:pt x="11254" y="728"/>
                      <a:pt x="10677" y="552"/>
                      <a:pt x="10076" y="402"/>
                    </a:cubicBezTo>
                    <a:cubicBezTo>
                      <a:pt x="9474" y="277"/>
                      <a:pt x="8873" y="176"/>
                      <a:pt x="8271" y="101"/>
                    </a:cubicBezTo>
                    <a:cubicBezTo>
                      <a:pt x="7670" y="26"/>
                      <a:pt x="7068" y="1"/>
                      <a:pt x="649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7"/>
              <p:cNvSpPr/>
              <p:nvPr/>
            </p:nvSpPr>
            <p:spPr>
              <a:xfrm>
                <a:off x="2160393" y="3951383"/>
                <a:ext cx="378878" cy="230925"/>
              </a:xfrm>
              <a:custGeom>
                <a:rect b="b" l="l" r="r" t="t"/>
                <a:pathLst>
                  <a:path extrusionOk="0" h="9716" w="15941">
                    <a:moveTo>
                      <a:pt x="13156" y="0"/>
                    </a:moveTo>
                    <a:cubicBezTo>
                      <a:pt x="12955" y="0"/>
                      <a:pt x="12747" y="5"/>
                      <a:pt x="12532" y="16"/>
                    </a:cubicBezTo>
                    <a:cubicBezTo>
                      <a:pt x="12056" y="66"/>
                      <a:pt x="11555" y="116"/>
                      <a:pt x="11029" y="242"/>
                    </a:cubicBezTo>
                    <a:cubicBezTo>
                      <a:pt x="10502" y="342"/>
                      <a:pt x="9951" y="467"/>
                      <a:pt x="9425" y="668"/>
                    </a:cubicBezTo>
                    <a:cubicBezTo>
                      <a:pt x="8873" y="868"/>
                      <a:pt x="8347" y="1069"/>
                      <a:pt x="7821" y="1344"/>
                    </a:cubicBezTo>
                    <a:cubicBezTo>
                      <a:pt x="7294" y="1595"/>
                      <a:pt x="6793" y="1871"/>
                      <a:pt x="6292" y="2197"/>
                    </a:cubicBezTo>
                    <a:cubicBezTo>
                      <a:pt x="5815" y="2522"/>
                      <a:pt x="5364" y="2848"/>
                      <a:pt x="4913" y="3174"/>
                    </a:cubicBezTo>
                    <a:cubicBezTo>
                      <a:pt x="4487" y="3525"/>
                      <a:pt x="4086" y="3901"/>
                      <a:pt x="3710" y="4252"/>
                    </a:cubicBezTo>
                    <a:cubicBezTo>
                      <a:pt x="3334" y="4603"/>
                      <a:pt x="2983" y="4979"/>
                      <a:pt x="2683" y="5354"/>
                    </a:cubicBezTo>
                    <a:cubicBezTo>
                      <a:pt x="2357" y="5705"/>
                      <a:pt x="2081" y="6081"/>
                      <a:pt x="1830" y="6432"/>
                    </a:cubicBezTo>
                    <a:cubicBezTo>
                      <a:pt x="1705" y="6608"/>
                      <a:pt x="1580" y="6783"/>
                      <a:pt x="1455" y="6958"/>
                    </a:cubicBezTo>
                    <a:cubicBezTo>
                      <a:pt x="1329" y="7134"/>
                      <a:pt x="1179" y="7284"/>
                      <a:pt x="1079" y="7460"/>
                    </a:cubicBezTo>
                    <a:cubicBezTo>
                      <a:pt x="828" y="7786"/>
                      <a:pt x="627" y="8086"/>
                      <a:pt x="477" y="8362"/>
                    </a:cubicBezTo>
                    <a:cubicBezTo>
                      <a:pt x="327" y="8613"/>
                      <a:pt x="201" y="8838"/>
                      <a:pt x="126" y="8989"/>
                    </a:cubicBezTo>
                    <a:cubicBezTo>
                      <a:pt x="51" y="9139"/>
                      <a:pt x="1" y="9239"/>
                      <a:pt x="1" y="9239"/>
                    </a:cubicBezTo>
                    <a:cubicBezTo>
                      <a:pt x="1" y="9239"/>
                      <a:pt x="101" y="9264"/>
                      <a:pt x="277" y="9314"/>
                    </a:cubicBezTo>
                    <a:cubicBezTo>
                      <a:pt x="427" y="9365"/>
                      <a:pt x="678" y="9440"/>
                      <a:pt x="978" y="9490"/>
                    </a:cubicBezTo>
                    <a:cubicBezTo>
                      <a:pt x="1279" y="9565"/>
                      <a:pt x="1630" y="9615"/>
                      <a:pt x="2031" y="9665"/>
                    </a:cubicBezTo>
                    <a:cubicBezTo>
                      <a:pt x="2231" y="9690"/>
                      <a:pt x="2432" y="9715"/>
                      <a:pt x="2658" y="9715"/>
                    </a:cubicBezTo>
                    <a:cubicBezTo>
                      <a:pt x="2883" y="9715"/>
                      <a:pt x="3134" y="9690"/>
                      <a:pt x="3384" y="9690"/>
                    </a:cubicBezTo>
                    <a:cubicBezTo>
                      <a:pt x="3886" y="9640"/>
                      <a:pt x="4412" y="9565"/>
                      <a:pt x="4988" y="9465"/>
                    </a:cubicBezTo>
                    <a:cubicBezTo>
                      <a:pt x="5515" y="9339"/>
                      <a:pt x="6041" y="9189"/>
                      <a:pt x="6592" y="8989"/>
                    </a:cubicBezTo>
                    <a:cubicBezTo>
                      <a:pt x="7144" y="8813"/>
                      <a:pt x="7670" y="8588"/>
                      <a:pt x="8171" y="8312"/>
                    </a:cubicBezTo>
                    <a:cubicBezTo>
                      <a:pt x="8698" y="8061"/>
                      <a:pt x="9199" y="7760"/>
                      <a:pt x="9675" y="7460"/>
                    </a:cubicBezTo>
                    <a:cubicBezTo>
                      <a:pt x="10151" y="7159"/>
                      <a:pt x="10602" y="6833"/>
                      <a:pt x="11029" y="6507"/>
                    </a:cubicBezTo>
                    <a:cubicBezTo>
                      <a:pt x="11480" y="6182"/>
                      <a:pt x="11881" y="5831"/>
                      <a:pt x="12257" y="5455"/>
                    </a:cubicBezTo>
                    <a:cubicBezTo>
                      <a:pt x="12633" y="5079"/>
                      <a:pt x="13009" y="4728"/>
                      <a:pt x="13334" y="4352"/>
                    </a:cubicBezTo>
                    <a:cubicBezTo>
                      <a:pt x="13660" y="3976"/>
                      <a:pt x="13961" y="3600"/>
                      <a:pt x="14237" y="3224"/>
                    </a:cubicBezTo>
                    <a:cubicBezTo>
                      <a:pt x="14512" y="2873"/>
                      <a:pt x="14763" y="2522"/>
                      <a:pt x="14963" y="2197"/>
                    </a:cubicBezTo>
                    <a:cubicBezTo>
                      <a:pt x="15189" y="1871"/>
                      <a:pt x="15364" y="1545"/>
                      <a:pt x="15515" y="1269"/>
                    </a:cubicBezTo>
                    <a:cubicBezTo>
                      <a:pt x="15665" y="1019"/>
                      <a:pt x="15765" y="768"/>
                      <a:pt x="15841" y="618"/>
                    </a:cubicBezTo>
                    <a:cubicBezTo>
                      <a:pt x="15916" y="467"/>
                      <a:pt x="15941" y="367"/>
                      <a:pt x="15941" y="367"/>
                    </a:cubicBezTo>
                    <a:cubicBezTo>
                      <a:pt x="15941" y="367"/>
                      <a:pt x="15841" y="342"/>
                      <a:pt x="15690" y="292"/>
                    </a:cubicBezTo>
                    <a:cubicBezTo>
                      <a:pt x="15515" y="267"/>
                      <a:pt x="15264" y="192"/>
                      <a:pt x="14963" y="141"/>
                    </a:cubicBezTo>
                    <a:cubicBezTo>
                      <a:pt x="14494" y="63"/>
                      <a:pt x="13871" y="0"/>
                      <a:pt x="1315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7"/>
              <p:cNvSpPr/>
              <p:nvPr/>
            </p:nvSpPr>
            <p:spPr>
              <a:xfrm>
                <a:off x="2001358" y="4172764"/>
                <a:ext cx="343131" cy="318104"/>
              </a:xfrm>
              <a:custGeom>
                <a:rect b="b" l="l" r="r" t="t"/>
                <a:pathLst>
                  <a:path extrusionOk="0" h="13384" w="14437">
                    <a:moveTo>
                      <a:pt x="0" y="0"/>
                    </a:moveTo>
                    <a:cubicBezTo>
                      <a:pt x="0" y="0"/>
                      <a:pt x="25" y="101"/>
                      <a:pt x="50" y="276"/>
                    </a:cubicBezTo>
                    <a:cubicBezTo>
                      <a:pt x="100" y="452"/>
                      <a:pt x="151" y="727"/>
                      <a:pt x="251" y="1028"/>
                    </a:cubicBezTo>
                    <a:cubicBezTo>
                      <a:pt x="426" y="1629"/>
                      <a:pt x="777" y="2482"/>
                      <a:pt x="1278" y="3359"/>
                    </a:cubicBezTo>
                    <a:cubicBezTo>
                      <a:pt x="1755" y="4236"/>
                      <a:pt x="2381" y="5188"/>
                      <a:pt x="3133" y="6091"/>
                    </a:cubicBezTo>
                    <a:cubicBezTo>
                      <a:pt x="3885" y="6968"/>
                      <a:pt x="4737" y="7820"/>
                      <a:pt x="5639" y="8597"/>
                    </a:cubicBezTo>
                    <a:cubicBezTo>
                      <a:pt x="6090" y="8973"/>
                      <a:pt x="6567" y="9349"/>
                      <a:pt x="7043" y="9675"/>
                    </a:cubicBezTo>
                    <a:cubicBezTo>
                      <a:pt x="7494" y="10025"/>
                      <a:pt x="7970" y="10326"/>
                      <a:pt x="8446" y="10627"/>
                    </a:cubicBezTo>
                    <a:cubicBezTo>
                      <a:pt x="8922" y="10903"/>
                      <a:pt x="9374" y="11178"/>
                      <a:pt x="9850" y="11429"/>
                    </a:cubicBezTo>
                    <a:cubicBezTo>
                      <a:pt x="10301" y="11655"/>
                      <a:pt x="10752" y="11880"/>
                      <a:pt x="11178" y="12081"/>
                    </a:cubicBezTo>
                    <a:cubicBezTo>
                      <a:pt x="11404" y="12156"/>
                      <a:pt x="11579" y="12256"/>
                      <a:pt x="11805" y="12356"/>
                    </a:cubicBezTo>
                    <a:cubicBezTo>
                      <a:pt x="12005" y="12432"/>
                      <a:pt x="12206" y="12532"/>
                      <a:pt x="12381" y="12607"/>
                    </a:cubicBezTo>
                    <a:cubicBezTo>
                      <a:pt x="12732" y="12757"/>
                      <a:pt x="13108" y="12883"/>
                      <a:pt x="13384" y="13008"/>
                    </a:cubicBezTo>
                    <a:cubicBezTo>
                      <a:pt x="13659" y="13133"/>
                      <a:pt x="13910" y="13208"/>
                      <a:pt x="14085" y="13284"/>
                    </a:cubicBezTo>
                    <a:cubicBezTo>
                      <a:pt x="14261" y="13359"/>
                      <a:pt x="14361" y="13384"/>
                      <a:pt x="14361" y="13384"/>
                    </a:cubicBezTo>
                    <a:cubicBezTo>
                      <a:pt x="14361" y="13384"/>
                      <a:pt x="14386" y="13284"/>
                      <a:pt x="14386" y="13108"/>
                    </a:cubicBezTo>
                    <a:cubicBezTo>
                      <a:pt x="14411" y="12933"/>
                      <a:pt x="14436" y="12657"/>
                      <a:pt x="14436" y="12331"/>
                    </a:cubicBezTo>
                    <a:cubicBezTo>
                      <a:pt x="14436" y="11980"/>
                      <a:pt x="14386" y="11604"/>
                      <a:pt x="14311" y="11153"/>
                    </a:cubicBezTo>
                    <a:cubicBezTo>
                      <a:pt x="14236" y="10677"/>
                      <a:pt x="14110" y="10226"/>
                      <a:pt x="13935" y="9700"/>
                    </a:cubicBezTo>
                    <a:cubicBezTo>
                      <a:pt x="13760" y="9198"/>
                      <a:pt x="13534" y="8672"/>
                      <a:pt x="13258" y="8146"/>
                    </a:cubicBezTo>
                    <a:cubicBezTo>
                      <a:pt x="12983" y="7645"/>
                      <a:pt x="12657" y="7093"/>
                      <a:pt x="12281" y="6592"/>
                    </a:cubicBezTo>
                    <a:cubicBezTo>
                      <a:pt x="11554" y="5564"/>
                      <a:pt x="10652" y="4637"/>
                      <a:pt x="9699" y="3810"/>
                    </a:cubicBezTo>
                    <a:cubicBezTo>
                      <a:pt x="8697" y="2983"/>
                      <a:pt x="7669" y="2281"/>
                      <a:pt x="6592" y="1755"/>
                    </a:cubicBezTo>
                    <a:cubicBezTo>
                      <a:pt x="6065" y="1479"/>
                      <a:pt x="5539" y="1228"/>
                      <a:pt x="5013" y="1028"/>
                    </a:cubicBezTo>
                    <a:cubicBezTo>
                      <a:pt x="4511" y="827"/>
                      <a:pt x="3985" y="677"/>
                      <a:pt x="3509" y="527"/>
                    </a:cubicBezTo>
                    <a:cubicBezTo>
                      <a:pt x="2557" y="251"/>
                      <a:pt x="1704" y="126"/>
                      <a:pt x="1053" y="76"/>
                    </a:cubicBezTo>
                    <a:cubicBezTo>
                      <a:pt x="727" y="25"/>
                      <a:pt x="476" y="25"/>
                      <a:pt x="27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7"/>
              <p:cNvSpPr/>
              <p:nvPr/>
            </p:nvSpPr>
            <p:spPr>
              <a:xfrm>
                <a:off x="1844082" y="3844520"/>
                <a:ext cx="282382" cy="310380"/>
              </a:xfrm>
              <a:custGeom>
                <a:rect b="b" l="l" r="r" t="t"/>
                <a:pathLst>
                  <a:path extrusionOk="0" h="13059" w="11881">
                    <a:moveTo>
                      <a:pt x="11755" y="1"/>
                    </a:moveTo>
                    <a:cubicBezTo>
                      <a:pt x="11755" y="1"/>
                      <a:pt x="11655" y="1"/>
                      <a:pt x="11479" y="51"/>
                    </a:cubicBezTo>
                    <a:cubicBezTo>
                      <a:pt x="11329" y="126"/>
                      <a:pt x="11078" y="176"/>
                      <a:pt x="10803" y="276"/>
                    </a:cubicBezTo>
                    <a:cubicBezTo>
                      <a:pt x="10527" y="377"/>
                      <a:pt x="10201" y="502"/>
                      <a:pt x="9850" y="652"/>
                    </a:cubicBezTo>
                    <a:cubicBezTo>
                      <a:pt x="9524" y="803"/>
                      <a:pt x="9148" y="953"/>
                      <a:pt x="8747" y="1129"/>
                    </a:cubicBezTo>
                    <a:cubicBezTo>
                      <a:pt x="8346" y="1329"/>
                      <a:pt x="7945" y="1530"/>
                      <a:pt x="7544" y="1780"/>
                    </a:cubicBezTo>
                    <a:cubicBezTo>
                      <a:pt x="7143" y="2006"/>
                      <a:pt x="6692" y="2256"/>
                      <a:pt x="6291" y="2557"/>
                    </a:cubicBezTo>
                    <a:cubicBezTo>
                      <a:pt x="5890" y="2833"/>
                      <a:pt x="5489" y="3159"/>
                      <a:pt x="5088" y="3485"/>
                    </a:cubicBezTo>
                    <a:cubicBezTo>
                      <a:pt x="4687" y="3835"/>
                      <a:pt x="4286" y="4186"/>
                      <a:pt x="3935" y="4562"/>
                    </a:cubicBezTo>
                    <a:cubicBezTo>
                      <a:pt x="3158" y="5339"/>
                      <a:pt x="2507" y="6191"/>
                      <a:pt x="1930" y="7094"/>
                    </a:cubicBezTo>
                    <a:cubicBezTo>
                      <a:pt x="1630" y="7545"/>
                      <a:pt x="1379" y="7996"/>
                      <a:pt x="1153" y="8447"/>
                    </a:cubicBezTo>
                    <a:cubicBezTo>
                      <a:pt x="928" y="8923"/>
                      <a:pt x="752" y="9374"/>
                      <a:pt x="577" y="9800"/>
                    </a:cubicBezTo>
                    <a:cubicBezTo>
                      <a:pt x="427" y="10251"/>
                      <a:pt x="301" y="10678"/>
                      <a:pt x="226" y="11053"/>
                    </a:cubicBezTo>
                    <a:cubicBezTo>
                      <a:pt x="151" y="11429"/>
                      <a:pt x="101" y="11780"/>
                      <a:pt x="51" y="12081"/>
                    </a:cubicBezTo>
                    <a:cubicBezTo>
                      <a:pt x="26" y="12382"/>
                      <a:pt x="26" y="12632"/>
                      <a:pt x="1" y="12783"/>
                    </a:cubicBezTo>
                    <a:cubicBezTo>
                      <a:pt x="1" y="12958"/>
                      <a:pt x="1" y="13058"/>
                      <a:pt x="1" y="13058"/>
                    </a:cubicBezTo>
                    <a:cubicBezTo>
                      <a:pt x="1" y="13058"/>
                      <a:pt x="101" y="13058"/>
                      <a:pt x="276" y="13033"/>
                    </a:cubicBezTo>
                    <a:cubicBezTo>
                      <a:pt x="427" y="13008"/>
                      <a:pt x="702" y="12983"/>
                      <a:pt x="978" y="12933"/>
                    </a:cubicBezTo>
                    <a:cubicBezTo>
                      <a:pt x="1580" y="12833"/>
                      <a:pt x="2356" y="12582"/>
                      <a:pt x="3209" y="12307"/>
                    </a:cubicBezTo>
                    <a:cubicBezTo>
                      <a:pt x="3635" y="12131"/>
                      <a:pt x="4061" y="11981"/>
                      <a:pt x="4487" y="11755"/>
                    </a:cubicBezTo>
                    <a:cubicBezTo>
                      <a:pt x="4938" y="11555"/>
                      <a:pt x="5389" y="11304"/>
                      <a:pt x="5840" y="11028"/>
                    </a:cubicBezTo>
                    <a:cubicBezTo>
                      <a:pt x="6742" y="10477"/>
                      <a:pt x="7620" y="9750"/>
                      <a:pt x="8397" y="8973"/>
                    </a:cubicBezTo>
                    <a:cubicBezTo>
                      <a:pt x="8798" y="8547"/>
                      <a:pt x="9174" y="8121"/>
                      <a:pt x="9524" y="7670"/>
                    </a:cubicBezTo>
                    <a:cubicBezTo>
                      <a:pt x="9875" y="7244"/>
                      <a:pt x="10176" y="6743"/>
                      <a:pt x="10452" y="6266"/>
                    </a:cubicBezTo>
                    <a:cubicBezTo>
                      <a:pt x="10727" y="5765"/>
                      <a:pt x="10978" y="5289"/>
                      <a:pt x="11154" y="4813"/>
                    </a:cubicBezTo>
                    <a:cubicBezTo>
                      <a:pt x="11354" y="4312"/>
                      <a:pt x="11504" y="3810"/>
                      <a:pt x="11630" y="3359"/>
                    </a:cubicBezTo>
                    <a:cubicBezTo>
                      <a:pt x="11680" y="3109"/>
                      <a:pt x="11730" y="2908"/>
                      <a:pt x="11780" y="2682"/>
                    </a:cubicBezTo>
                    <a:cubicBezTo>
                      <a:pt x="11805" y="2457"/>
                      <a:pt x="11830" y="2256"/>
                      <a:pt x="11830" y="2031"/>
                    </a:cubicBezTo>
                    <a:cubicBezTo>
                      <a:pt x="11880" y="1630"/>
                      <a:pt x="11880" y="1254"/>
                      <a:pt x="11855" y="953"/>
                    </a:cubicBezTo>
                    <a:cubicBezTo>
                      <a:pt x="11855" y="652"/>
                      <a:pt x="11805" y="402"/>
                      <a:pt x="11805" y="251"/>
                    </a:cubicBezTo>
                    <a:cubicBezTo>
                      <a:pt x="11780" y="76"/>
                      <a:pt x="11755" y="1"/>
                      <a:pt x="1175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7"/>
              <p:cNvSpPr/>
              <p:nvPr/>
            </p:nvSpPr>
            <p:spPr>
              <a:xfrm>
                <a:off x="1677893" y="4172764"/>
                <a:ext cx="268668" cy="317510"/>
              </a:xfrm>
              <a:custGeom>
                <a:rect b="b" l="l" r="r" t="t"/>
                <a:pathLst>
                  <a:path extrusionOk="0" h="13359" w="11304">
                    <a:moveTo>
                      <a:pt x="0" y="0"/>
                    </a:moveTo>
                    <a:cubicBezTo>
                      <a:pt x="0" y="0"/>
                      <a:pt x="25" y="101"/>
                      <a:pt x="25" y="276"/>
                    </a:cubicBezTo>
                    <a:cubicBezTo>
                      <a:pt x="50" y="426"/>
                      <a:pt x="75" y="677"/>
                      <a:pt x="150" y="978"/>
                    </a:cubicBezTo>
                    <a:cubicBezTo>
                      <a:pt x="201" y="1254"/>
                      <a:pt x="276" y="1604"/>
                      <a:pt x="401" y="1980"/>
                    </a:cubicBezTo>
                    <a:cubicBezTo>
                      <a:pt x="451" y="2181"/>
                      <a:pt x="501" y="2356"/>
                      <a:pt x="576" y="2557"/>
                    </a:cubicBezTo>
                    <a:cubicBezTo>
                      <a:pt x="627" y="2757"/>
                      <a:pt x="702" y="2958"/>
                      <a:pt x="752" y="3183"/>
                    </a:cubicBezTo>
                    <a:cubicBezTo>
                      <a:pt x="877" y="3584"/>
                      <a:pt x="1028" y="4010"/>
                      <a:pt x="1203" y="4436"/>
                    </a:cubicBezTo>
                    <a:cubicBezTo>
                      <a:pt x="1228" y="4537"/>
                      <a:pt x="1278" y="4637"/>
                      <a:pt x="1328" y="4737"/>
                    </a:cubicBezTo>
                    <a:cubicBezTo>
                      <a:pt x="1379" y="4863"/>
                      <a:pt x="1429" y="4963"/>
                      <a:pt x="1479" y="5088"/>
                    </a:cubicBezTo>
                    <a:cubicBezTo>
                      <a:pt x="1579" y="5314"/>
                      <a:pt x="1679" y="5539"/>
                      <a:pt x="1780" y="5765"/>
                    </a:cubicBezTo>
                    <a:cubicBezTo>
                      <a:pt x="2005" y="6216"/>
                      <a:pt x="2281" y="6617"/>
                      <a:pt x="2556" y="7068"/>
                    </a:cubicBezTo>
                    <a:cubicBezTo>
                      <a:pt x="2832" y="7519"/>
                      <a:pt x="3133" y="7945"/>
                      <a:pt x="3459" y="8346"/>
                    </a:cubicBezTo>
                    <a:cubicBezTo>
                      <a:pt x="4110" y="9223"/>
                      <a:pt x="4837" y="9975"/>
                      <a:pt x="5639" y="10677"/>
                    </a:cubicBezTo>
                    <a:cubicBezTo>
                      <a:pt x="6065" y="11028"/>
                      <a:pt x="6466" y="11329"/>
                      <a:pt x="6892" y="11604"/>
                    </a:cubicBezTo>
                    <a:cubicBezTo>
                      <a:pt x="7293" y="11880"/>
                      <a:pt x="7744" y="12131"/>
                      <a:pt x="8145" y="12356"/>
                    </a:cubicBezTo>
                    <a:cubicBezTo>
                      <a:pt x="8346" y="12457"/>
                      <a:pt x="8546" y="12557"/>
                      <a:pt x="8747" y="12632"/>
                    </a:cubicBezTo>
                    <a:cubicBezTo>
                      <a:pt x="8947" y="12707"/>
                      <a:pt x="9123" y="12807"/>
                      <a:pt x="9323" y="12858"/>
                    </a:cubicBezTo>
                    <a:cubicBezTo>
                      <a:pt x="9699" y="13008"/>
                      <a:pt x="10025" y="13108"/>
                      <a:pt x="10326" y="13183"/>
                    </a:cubicBezTo>
                    <a:cubicBezTo>
                      <a:pt x="10602" y="13259"/>
                      <a:pt x="10852" y="13284"/>
                      <a:pt x="11028" y="13334"/>
                    </a:cubicBezTo>
                    <a:cubicBezTo>
                      <a:pt x="11178" y="13359"/>
                      <a:pt x="11278" y="13359"/>
                      <a:pt x="11278" y="13359"/>
                    </a:cubicBezTo>
                    <a:cubicBezTo>
                      <a:pt x="11278" y="13359"/>
                      <a:pt x="11303" y="13259"/>
                      <a:pt x="11303" y="13108"/>
                    </a:cubicBezTo>
                    <a:cubicBezTo>
                      <a:pt x="11303" y="12933"/>
                      <a:pt x="11303" y="12682"/>
                      <a:pt x="11303" y="12381"/>
                    </a:cubicBezTo>
                    <a:cubicBezTo>
                      <a:pt x="11278" y="11780"/>
                      <a:pt x="11178" y="11003"/>
                      <a:pt x="11003" y="10126"/>
                    </a:cubicBezTo>
                    <a:cubicBezTo>
                      <a:pt x="10902" y="9675"/>
                      <a:pt x="10802" y="9223"/>
                      <a:pt x="10652" y="8747"/>
                    </a:cubicBezTo>
                    <a:cubicBezTo>
                      <a:pt x="10501" y="8296"/>
                      <a:pt x="10301" y="7795"/>
                      <a:pt x="10100" y="7319"/>
                    </a:cubicBezTo>
                    <a:cubicBezTo>
                      <a:pt x="9674" y="6366"/>
                      <a:pt x="9073" y="5414"/>
                      <a:pt x="8396" y="4512"/>
                    </a:cubicBezTo>
                    <a:cubicBezTo>
                      <a:pt x="8045" y="4086"/>
                      <a:pt x="7669" y="3634"/>
                      <a:pt x="7268" y="3233"/>
                    </a:cubicBezTo>
                    <a:cubicBezTo>
                      <a:pt x="6892" y="2832"/>
                      <a:pt x="6441" y="2482"/>
                      <a:pt x="5990" y="2131"/>
                    </a:cubicBezTo>
                    <a:cubicBezTo>
                      <a:pt x="5790" y="1980"/>
                      <a:pt x="5564" y="1805"/>
                      <a:pt x="5338" y="1655"/>
                    </a:cubicBezTo>
                    <a:cubicBezTo>
                      <a:pt x="5113" y="1504"/>
                      <a:pt x="4887" y="1379"/>
                      <a:pt x="4637" y="1228"/>
                    </a:cubicBezTo>
                    <a:cubicBezTo>
                      <a:pt x="4160" y="978"/>
                      <a:pt x="3684" y="752"/>
                      <a:pt x="3258" y="577"/>
                    </a:cubicBezTo>
                    <a:cubicBezTo>
                      <a:pt x="3033" y="502"/>
                      <a:pt x="2832" y="401"/>
                      <a:pt x="2607" y="351"/>
                    </a:cubicBezTo>
                    <a:cubicBezTo>
                      <a:pt x="2406" y="301"/>
                      <a:pt x="2206" y="251"/>
                      <a:pt x="2005" y="201"/>
                    </a:cubicBezTo>
                    <a:cubicBezTo>
                      <a:pt x="1629" y="126"/>
                      <a:pt x="1278" y="76"/>
                      <a:pt x="977" y="51"/>
                    </a:cubicBezTo>
                    <a:cubicBezTo>
                      <a:pt x="702" y="0"/>
                      <a:pt x="451" y="25"/>
                      <a:pt x="27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7"/>
              <p:cNvSpPr/>
              <p:nvPr/>
            </p:nvSpPr>
            <p:spPr>
              <a:xfrm>
                <a:off x="1526583" y="3829047"/>
                <a:ext cx="278793" cy="335977"/>
              </a:xfrm>
              <a:custGeom>
                <a:rect b="b" l="l" r="r" t="t"/>
                <a:pathLst>
                  <a:path extrusionOk="0" h="14136" w="11730">
                    <a:moveTo>
                      <a:pt x="11554" y="0"/>
                    </a:moveTo>
                    <a:cubicBezTo>
                      <a:pt x="11554" y="0"/>
                      <a:pt x="11454" y="25"/>
                      <a:pt x="11303" y="75"/>
                    </a:cubicBezTo>
                    <a:cubicBezTo>
                      <a:pt x="11153" y="151"/>
                      <a:pt x="10902" y="226"/>
                      <a:pt x="10627" y="351"/>
                    </a:cubicBezTo>
                    <a:cubicBezTo>
                      <a:pt x="10326" y="476"/>
                      <a:pt x="10025" y="627"/>
                      <a:pt x="9674" y="802"/>
                    </a:cubicBezTo>
                    <a:cubicBezTo>
                      <a:pt x="9349" y="978"/>
                      <a:pt x="8973" y="1178"/>
                      <a:pt x="8547" y="1404"/>
                    </a:cubicBezTo>
                    <a:cubicBezTo>
                      <a:pt x="8171" y="1629"/>
                      <a:pt x="7745" y="1880"/>
                      <a:pt x="7369" y="2156"/>
                    </a:cubicBezTo>
                    <a:cubicBezTo>
                      <a:pt x="6968" y="2431"/>
                      <a:pt x="6541" y="2707"/>
                      <a:pt x="6140" y="3033"/>
                    </a:cubicBezTo>
                    <a:cubicBezTo>
                      <a:pt x="5739" y="3359"/>
                      <a:pt x="5338" y="3709"/>
                      <a:pt x="4937" y="4085"/>
                    </a:cubicBezTo>
                    <a:cubicBezTo>
                      <a:pt x="4536" y="4461"/>
                      <a:pt x="4161" y="4862"/>
                      <a:pt x="3810" y="5263"/>
                    </a:cubicBezTo>
                    <a:cubicBezTo>
                      <a:pt x="3058" y="6090"/>
                      <a:pt x="2406" y="6993"/>
                      <a:pt x="1830" y="7945"/>
                    </a:cubicBezTo>
                    <a:cubicBezTo>
                      <a:pt x="1554" y="8421"/>
                      <a:pt x="1328" y="8897"/>
                      <a:pt x="1103" y="9374"/>
                    </a:cubicBezTo>
                    <a:cubicBezTo>
                      <a:pt x="877" y="9875"/>
                      <a:pt x="702" y="10351"/>
                      <a:pt x="551" y="10802"/>
                    </a:cubicBezTo>
                    <a:cubicBezTo>
                      <a:pt x="401" y="11253"/>
                      <a:pt x="276" y="11679"/>
                      <a:pt x="201" y="12080"/>
                    </a:cubicBezTo>
                    <a:cubicBezTo>
                      <a:pt x="125" y="12481"/>
                      <a:pt x="75" y="12832"/>
                      <a:pt x="50" y="13133"/>
                    </a:cubicBezTo>
                    <a:cubicBezTo>
                      <a:pt x="0" y="13434"/>
                      <a:pt x="25" y="13709"/>
                      <a:pt x="0" y="13860"/>
                    </a:cubicBezTo>
                    <a:cubicBezTo>
                      <a:pt x="0" y="14035"/>
                      <a:pt x="0" y="14136"/>
                      <a:pt x="0" y="14136"/>
                    </a:cubicBezTo>
                    <a:cubicBezTo>
                      <a:pt x="0" y="14136"/>
                      <a:pt x="100" y="14136"/>
                      <a:pt x="276" y="14110"/>
                    </a:cubicBezTo>
                    <a:cubicBezTo>
                      <a:pt x="426" y="14060"/>
                      <a:pt x="702" y="14035"/>
                      <a:pt x="1003" y="13960"/>
                    </a:cubicBezTo>
                    <a:cubicBezTo>
                      <a:pt x="1579" y="13835"/>
                      <a:pt x="2381" y="13534"/>
                      <a:pt x="3258" y="13183"/>
                    </a:cubicBezTo>
                    <a:cubicBezTo>
                      <a:pt x="3684" y="13008"/>
                      <a:pt x="4135" y="12807"/>
                      <a:pt x="4562" y="12557"/>
                    </a:cubicBezTo>
                    <a:cubicBezTo>
                      <a:pt x="5013" y="12331"/>
                      <a:pt x="5464" y="12030"/>
                      <a:pt x="5915" y="11704"/>
                    </a:cubicBezTo>
                    <a:cubicBezTo>
                      <a:pt x="6366" y="11404"/>
                      <a:pt x="6817" y="11053"/>
                      <a:pt x="7243" y="10652"/>
                    </a:cubicBezTo>
                    <a:cubicBezTo>
                      <a:pt x="7669" y="10276"/>
                      <a:pt x="8095" y="9850"/>
                      <a:pt x="8471" y="9424"/>
                    </a:cubicBezTo>
                    <a:cubicBezTo>
                      <a:pt x="8872" y="8973"/>
                      <a:pt x="9248" y="8496"/>
                      <a:pt x="9574" y="8020"/>
                    </a:cubicBezTo>
                    <a:cubicBezTo>
                      <a:pt x="9925" y="7544"/>
                      <a:pt x="10226" y="7018"/>
                      <a:pt x="10476" y="6516"/>
                    </a:cubicBezTo>
                    <a:cubicBezTo>
                      <a:pt x="10752" y="5990"/>
                      <a:pt x="10978" y="5489"/>
                      <a:pt x="11153" y="4963"/>
                    </a:cubicBezTo>
                    <a:cubicBezTo>
                      <a:pt x="11328" y="4436"/>
                      <a:pt x="11454" y="3935"/>
                      <a:pt x="11554" y="3459"/>
                    </a:cubicBezTo>
                    <a:cubicBezTo>
                      <a:pt x="11604" y="3208"/>
                      <a:pt x="11654" y="2983"/>
                      <a:pt x="11679" y="2757"/>
                    </a:cubicBezTo>
                    <a:cubicBezTo>
                      <a:pt x="11704" y="2531"/>
                      <a:pt x="11729" y="2306"/>
                      <a:pt x="11729" y="2080"/>
                    </a:cubicBezTo>
                    <a:cubicBezTo>
                      <a:pt x="11729" y="1654"/>
                      <a:pt x="11729" y="1303"/>
                      <a:pt x="11704" y="978"/>
                    </a:cubicBezTo>
                    <a:cubicBezTo>
                      <a:pt x="11679" y="677"/>
                      <a:pt x="11629" y="426"/>
                      <a:pt x="11629" y="251"/>
                    </a:cubicBezTo>
                    <a:cubicBezTo>
                      <a:pt x="11579" y="100"/>
                      <a:pt x="11554" y="0"/>
                      <a:pt x="1155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7"/>
              <p:cNvSpPr/>
              <p:nvPr/>
            </p:nvSpPr>
            <p:spPr>
              <a:xfrm>
                <a:off x="1299023" y="4221608"/>
                <a:ext cx="316322" cy="278199"/>
              </a:xfrm>
              <a:custGeom>
                <a:rect b="b" l="l" r="r" t="t"/>
                <a:pathLst>
                  <a:path extrusionOk="0" h="11705" w="13309">
                    <a:moveTo>
                      <a:pt x="2005" y="1"/>
                    </a:moveTo>
                    <a:cubicBezTo>
                      <a:pt x="1604" y="1"/>
                      <a:pt x="1253" y="1"/>
                      <a:pt x="952" y="51"/>
                    </a:cubicBezTo>
                    <a:cubicBezTo>
                      <a:pt x="677" y="76"/>
                      <a:pt x="426" y="126"/>
                      <a:pt x="251" y="126"/>
                    </a:cubicBezTo>
                    <a:cubicBezTo>
                      <a:pt x="75" y="176"/>
                      <a:pt x="0" y="201"/>
                      <a:pt x="0" y="201"/>
                    </a:cubicBezTo>
                    <a:cubicBezTo>
                      <a:pt x="0" y="201"/>
                      <a:pt x="25" y="276"/>
                      <a:pt x="75" y="452"/>
                    </a:cubicBezTo>
                    <a:cubicBezTo>
                      <a:pt x="125" y="602"/>
                      <a:pt x="201" y="853"/>
                      <a:pt x="326" y="1128"/>
                    </a:cubicBezTo>
                    <a:cubicBezTo>
                      <a:pt x="426" y="1404"/>
                      <a:pt x="577" y="1705"/>
                      <a:pt x="777" y="2056"/>
                    </a:cubicBezTo>
                    <a:cubicBezTo>
                      <a:pt x="852" y="2231"/>
                      <a:pt x="978" y="2407"/>
                      <a:pt x="1078" y="2607"/>
                    </a:cubicBezTo>
                    <a:cubicBezTo>
                      <a:pt x="1153" y="2782"/>
                      <a:pt x="1253" y="2983"/>
                      <a:pt x="1354" y="3184"/>
                    </a:cubicBezTo>
                    <a:cubicBezTo>
                      <a:pt x="1579" y="3559"/>
                      <a:pt x="1780" y="3935"/>
                      <a:pt x="2030" y="4311"/>
                    </a:cubicBezTo>
                    <a:cubicBezTo>
                      <a:pt x="2281" y="4687"/>
                      <a:pt x="2582" y="5113"/>
                      <a:pt x="2882" y="5514"/>
                    </a:cubicBezTo>
                    <a:cubicBezTo>
                      <a:pt x="3183" y="5915"/>
                      <a:pt x="3534" y="6266"/>
                      <a:pt x="3860" y="6667"/>
                    </a:cubicBezTo>
                    <a:cubicBezTo>
                      <a:pt x="4211" y="7043"/>
                      <a:pt x="4587" y="7419"/>
                      <a:pt x="4988" y="7770"/>
                    </a:cubicBezTo>
                    <a:cubicBezTo>
                      <a:pt x="5364" y="8121"/>
                      <a:pt x="5765" y="8447"/>
                      <a:pt x="6191" y="8773"/>
                    </a:cubicBezTo>
                    <a:cubicBezTo>
                      <a:pt x="6617" y="9073"/>
                      <a:pt x="7043" y="9374"/>
                      <a:pt x="7494" y="9650"/>
                    </a:cubicBezTo>
                    <a:cubicBezTo>
                      <a:pt x="8371" y="10176"/>
                      <a:pt x="9273" y="10627"/>
                      <a:pt x="10100" y="10928"/>
                    </a:cubicBezTo>
                    <a:cubicBezTo>
                      <a:pt x="10953" y="11254"/>
                      <a:pt x="11729" y="11479"/>
                      <a:pt x="12331" y="11580"/>
                    </a:cubicBezTo>
                    <a:cubicBezTo>
                      <a:pt x="12607" y="11630"/>
                      <a:pt x="12882" y="11655"/>
                      <a:pt x="13033" y="11680"/>
                    </a:cubicBezTo>
                    <a:cubicBezTo>
                      <a:pt x="13208" y="11705"/>
                      <a:pt x="13308" y="11705"/>
                      <a:pt x="13308" y="11705"/>
                    </a:cubicBezTo>
                    <a:cubicBezTo>
                      <a:pt x="13308" y="11705"/>
                      <a:pt x="13308" y="11605"/>
                      <a:pt x="13308" y="11454"/>
                    </a:cubicBezTo>
                    <a:cubicBezTo>
                      <a:pt x="13283" y="11279"/>
                      <a:pt x="13283" y="11028"/>
                      <a:pt x="13258" y="10727"/>
                    </a:cubicBezTo>
                    <a:cubicBezTo>
                      <a:pt x="13233" y="10427"/>
                      <a:pt x="13158" y="10076"/>
                      <a:pt x="13083" y="9675"/>
                    </a:cubicBezTo>
                    <a:cubicBezTo>
                      <a:pt x="13008" y="9299"/>
                      <a:pt x="12882" y="8873"/>
                      <a:pt x="12732" y="8447"/>
                    </a:cubicBezTo>
                    <a:cubicBezTo>
                      <a:pt x="12582" y="7996"/>
                      <a:pt x="12406" y="7544"/>
                      <a:pt x="12181" y="7068"/>
                    </a:cubicBezTo>
                    <a:cubicBezTo>
                      <a:pt x="11955" y="6617"/>
                      <a:pt x="11679" y="6141"/>
                      <a:pt x="11404" y="5690"/>
                    </a:cubicBezTo>
                    <a:cubicBezTo>
                      <a:pt x="11103" y="5214"/>
                      <a:pt x="10752" y="4762"/>
                      <a:pt x="10376" y="4336"/>
                    </a:cubicBezTo>
                    <a:cubicBezTo>
                      <a:pt x="10000" y="3910"/>
                      <a:pt x="9599" y="3509"/>
                      <a:pt x="9173" y="3108"/>
                    </a:cubicBezTo>
                    <a:cubicBezTo>
                      <a:pt x="8747" y="2732"/>
                      <a:pt x="8271" y="2356"/>
                      <a:pt x="7820" y="2031"/>
                    </a:cubicBezTo>
                    <a:cubicBezTo>
                      <a:pt x="7344" y="1705"/>
                      <a:pt x="6842" y="1429"/>
                      <a:pt x="6341" y="1178"/>
                    </a:cubicBezTo>
                    <a:cubicBezTo>
                      <a:pt x="5815" y="928"/>
                      <a:pt x="5338" y="702"/>
                      <a:pt x="4812" y="527"/>
                    </a:cubicBezTo>
                    <a:cubicBezTo>
                      <a:pt x="4286" y="351"/>
                      <a:pt x="3785" y="226"/>
                      <a:pt x="3308" y="126"/>
                    </a:cubicBezTo>
                    <a:cubicBezTo>
                      <a:pt x="3058" y="76"/>
                      <a:pt x="2832" y="51"/>
                      <a:pt x="2632" y="26"/>
                    </a:cubicBezTo>
                    <a:cubicBezTo>
                      <a:pt x="2406" y="1"/>
                      <a:pt x="2206" y="1"/>
                      <a:pt x="200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7"/>
              <p:cNvSpPr/>
              <p:nvPr/>
            </p:nvSpPr>
            <p:spPr>
              <a:xfrm>
                <a:off x="1184650" y="3876108"/>
                <a:ext cx="247824" cy="357416"/>
              </a:xfrm>
              <a:custGeom>
                <a:rect b="b" l="l" r="r" t="t"/>
                <a:pathLst>
                  <a:path extrusionOk="0" h="15038" w="10427">
                    <a:moveTo>
                      <a:pt x="10276" y="0"/>
                    </a:moveTo>
                    <a:cubicBezTo>
                      <a:pt x="10276" y="0"/>
                      <a:pt x="10176" y="25"/>
                      <a:pt x="10025" y="75"/>
                    </a:cubicBezTo>
                    <a:cubicBezTo>
                      <a:pt x="9850" y="125"/>
                      <a:pt x="9599" y="201"/>
                      <a:pt x="9323" y="326"/>
                    </a:cubicBezTo>
                    <a:cubicBezTo>
                      <a:pt x="9048" y="426"/>
                      <a:pt x="8722" y="577"/>
                      <a:pt x="8346" y="777"/>
                    </a:cubicBezTo>
                    <a:cubicBezTo>
                      <a:pt x="7995" y="952"/>
                      <a:pt x="7619" y="1178"/>
                      <a:pt x="7218" y="1404"/>
                    </a:cubicBezTo>
                    <a:cubicBezTo>
                      <a:pt x="6842" y="1679"/>
                      <a:pt x="6441" y="1955"/>
                      <a:pt x="6040" y="2256"/>
                    </a:cubicBezTo>
                    <a:cubicBezTo>
                      <a:pt x="5639" y="2582"/>
                      <a:pt x="5238" y="2907"/>
                      <a:pt x="4837" y="3283"/>
                    </a:cubicBezTo>
                    <a:cubicBezTo>
                      <a:pt x="4060" y="4035"/>
                      <a:pt x="3358" y="4887"/>
                      <a:pt x="2732" y="5815"/>
                    </a:cubicBezTo>
                    <a:cubicBezTo>
                      <a:pt x="2080" y="6742"/>
                      <a:pt x="1529" y="7745"/>
                      <a:pt x="1128" y="8747"/>
                    </a:cubicBezTo>
                    <a:cubicBezTo>
                      <a:pt x="702" y="9750"/>
                      <a:pt x="401" y="10752"/>
                      <a:pt x="226" y="11679"/>
                    </a:cubicBezTo>
                    <a:cubicBezTo>
                      <a:pt x="50" y="12607"/>
                      <a:pt x="0" y="13434"/>
                      <a:pt x="0" y="14035"/>
                    </a:cubicBezTo>
                    <a:cubicBezTo>
                      <a:pt x="0" y="14336"/>
                      <a:pt x="25" y="14612"/>
                      <a:pt x="25" y="14762"/>
                    </a:cubicBezTo>
                    <a:cubicBezTo>
                      <a:pt x="50" y="14938"/>
                      <a:pt x="50" y="15038"/>
                      <a:pt x="50" y="15038"/>
                    </a:cubicBezTo>
                    <a:cubicBezTo>
                      <a:pt x="50" y="15038"/>
                      <a:pt x="150" y="15013"/>
                      <a:pt x="326" y="14988"/>
                    </a:cubicBezTo>
                    <a:cubicBezTo>
                      <a:pt x="476" y="14938"/>
                      <a:pt x="752" y="14862"/>
                      <a:pt x="1028" y="14762"/>
                    </a:cubicBezTo>
                    <a:cubicBezTo>
                      <a:pt x="1604" y="14562"/>
                      <a:pt x="2381" y="14236"/>
                      <a:pt x="3183" y="13760"/>
                    </a:cubicBezTo>
                    <a:cubicBezTo>
                      <a:pt x="3985" y="13283"/>
                      <a:pt x="4862" y="12682"/>
                      <a:pt x="5664" y="11930"/>
                    </a:cubicBezTo>
                    <a:cubicBezTo>
                      <a:pt x="6466" y="11203"/>
                      <a:pt x="7218" y="10326"/>
                      <a:pt x="7870" y="9374"/>
                    </a:cubicBezTo>
                    <a:cubicBezTo>
                      <a:pt x="8521" y="8421"/>
                      <a:pt x="9073" y="7394"/>
                      <a:pt x="9474" y="6366"/>
                    </a:cubicBezTo>
                    <a:cubicBezTo>
                      <a:pt x="9674" y="5865"/>
                      <a:pt x="9875" y="5364"/>
                      <a:pt x="10000" y="4837"/>
                    </a:cubicBezTo>
                    <a:cubicBezTo>
                      <a:pt x="10125" y="4336"/>
                      <a:pt x="10226" y="3835"/>
                      <a:pt x="10276" y="3384"/>
                    </a:cubicBezTo>
                    <a:cubicBezTo>
                      <a:pt x="10351" y="2907"/>
                      <a:pt x="10401" y="2456"/>
                      <a:pt x="10401" y="2055"/>
                    </a:cubicBezTo>
                    <a:cubicBezTo>
                      <a:pt x="10426" y="1654"/>
                      <a:pt x="10426" y="1303"/>
                      <a:pt x="10401" y="978"/>
                    </a:cubicBezTo>
                    <a:cubicBezTo>
                      <a:pt x="10376" y="677"/>
                      <a:pt x="10351" y="426"/>
                      <a:pt x="10326" y="251"/>
                    </a:cubicBezTo>
                    <a:cubicBezTo>
                      <a:pt x="10301" y="100"/>
                      <a:pt x="10276" y="0"/>
                      <a:pt x="1027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7"/>
              <p:cNvSpPr/>
              <p:nvPr/>
            </p:nvSpPr>
            <p:spPr>
              <a:xfrm>
                <a:off x="2017806" y="4040658"/>
                <a:ext cx="147763" cy="126300"/>
              </a:xfrm>
              <a:custGeom>
                <a:rect b="b" l="l" r="r" t="t"/>
                <a:pathLst>
                  <a:path extrusionOk="0" h="5314" w="6217">
                    <a:moveTo>
                      <a:pt x="5617" y="1"/>
                    </a:moveTo>
                    <a:cubicBezTo>
                      <a:pt x="5526" y="1"/>
                      <a:pt x="5432" y="36"/>
                      <a:pt x="5348" y="120"/>
                    </a:cubicBezTo>
                    <a:cubicBezTo>
                      <a:pt x="3744" y="1699"/>
                      <a:pt x="2015" y="3152"/>
                      <a:pt x="336" y="4606"/>
                    </a:cubicBezTo>
                    <a:cubicBezTo>
                      <a:pt x="0" y="4882"/>
                      <a:pt x="302" y="5314"/>
                      <a:pt x="641" y="5314"/>
                    </a:cubicBezTo>
                    <a:cubicBezTo>
                      <a:pt x="732" y="5314"/>
                      <a:pt x="827" y="5282"/>
                      <a:pt x="912" y="5207"/>
                    </a:cubicBezTo>
                    <a:cubicBezTo>
                      <a:pt x="2616" y="3729"/>
                      <a:pt x="4321" y="2300"/>
                      <a:pt x="5925" y="721"/>
                    </a:cubicBezTo>
                    <a:cubicBezTo>
                      <a:pt x="6217" y="429"/>
                      <a:pt x="5934" y="1"/>
                      <a:pt x="561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7"/>
              <p:cNvSpPr/>
              <p:nvPr/>
            </p:nvSpPr>
            <p:spPr>
              <a:xfrm>
                <a:off x="1505809" y="4169294"/>
                <a:ext cx="151542" cy="159171"/>
              </a:xfrm>
              <a:custGeom>
                <a:rect b="b" l="l" r="r" t="t"/>
                <a:pathLst>
                  <a:path extrusionOk="0" h="6697" w="6376">
                    <a:moveTo>
                      <a:pt x="570" y="0"/>
                    </a:moveTo>
                    <a:cubicBezTo>
                      <a:pt x="272" y="0"/>
                      <a:pt x="1" y="419"/>
                      <a:pt x="248" y="723"/>
                    </a:cubicBezTo>
                    <a:cubicBezTo>
                      <a:pt x="1852" y="2803"/>
                      <a:pt x="3531" y="4808"/>
                      <a:pt x="5461" y="6588"/>
                    </a:cubicBezTo>
                    <a:cubicBezTo>
                      <a:pt x="5548" y="6664"/>
                      <a:pt x="5645" y="6696"/>
                      <a:pt x="5739" y="6696"/>
                    </a:cubicBezTo>
                    <a:cubicBezTo>
                      <a:pt x="6076" y="6696"/>
                      <a:pt x="6376" y="6280"/>
                      <a:pt x="6062" y="5986"/>
                    </a:cubicBezTo>
                    <a:cubicBezTo>
                      <a:pt x="4107" y="4207"/>
                      <a:pt x="2453" y="2227"/>
                      <a:pt x="849" y="146"/>
                    </a:cubicBezTo>
                    <a:cubicBezTo>
                      <a:pt x="764" y="43"/>
                      <a:pt x="666" y="0"/>
                      <a:pt x="57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7"/>
              <p:cNvSpPr/>
              <p:nvPr/>
            </p:nvSpPr>
            <p:spPr>
              <a:xfrm>
                <a:off x="1398732" y="4029059"/>
                <a:ext cx="102747" cy="160312"/>
              </a:xfrm>
              <a:custGeom>
                <a:rect b="b" l="l" r="r" t="t"/>
                <a:pathLst>
                  <a:path extrusionOk="0" h="6745" w="4323">
                    <a:moveTo>
                      <a:pt x="3816" y="0"/>
                    </a:moveTo>
                    <a:cubicBezTo>
                      <a:pt x="3649" y="0"/>
                      <a:pt x="3478" y="85"/>
                      <a:pt x="3399" y="282"/>
                    </a:cubicBezTo>
                    <a:cubicBezTo>
                      <a:pt x="2547" y="2337"/>
                      <a:pt x="1369" y="4242"/>
                      <a:pt x="191" y="6122"/>
                    </a:cubicBezTo>
                    <a:cubicBezTo>
                      <a:pt x="0" y="6451"/>
                      <a:pt x="290" y="6745"/>
                      <a:pt x="577" y="6745"/>
                    </a:cubicBezTo>
                    <a:cubicBezTo>
                      <a:pt x="705" y="6745"/>
                      <a:pt x="833" y="6687"/>
                      <a:pt x="918" y="6548"/>
                    </a:cubicBezTo>
                    <a:cubicBezTo>
                      <a:pt x="2146" y="4593"/>
                      <a:pt x="3324" y="2638"/>
                      <a:pt x="4201" y="508"/>
                    </a:cubicBezTo>
                    <a:cubicBezTo>
                      <a:pt x="4323" y="203"/>
                      <a:pt x="4075" y="0"/>
                      <a:pt x="381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7"/>
              <p:cNvSpPr/>
              <p:nvPr/>
            </p:nvSpPr>
            <p:spPr>
              <a:xfrm>
                <a:off x="1866424" y="4157671"/>
                <a:ext cx="125516" cy="137851"/>
              </a:xfrm>
              <a:custGeom>
                <a:rect b="b" l="l" r="r" t="t"/>
                <a:pathLst>
                  <a:path extrusionOk="0" h="5800" w="5281">
                    <a:moveTo>
                      <a:pt x="637" y="0"/>
                    </a:moveTo>
                    <a:cubicBezTo>
                      <a:pt x="300" y="0"/>
                      <a:pt x="0" y="417"/>
                      <a:pt x="314" y="711"/>
                    </a:cubicBezTo>
                    <a:cubicBezTo>
                      <a:pt x="1918" y="2139"/>
                      <a:pt x="3020" y="3944"/>
                      <a:pt x="4324" y="5623"/>
                    </a:cubicBezTo>
                    <a:cubicBezTo>
                      <a:pt x="4419" y="5748"/>
                      <a:pt x="4549" y="5799"/>
                      <a:pt x="4677" y="5799"/>
                    </a:cubicBezTo>
                    <a:cubicBezTo>
                      <a:pt x="4985" y="5799"/>
                      <a:pt x="5281" y="5498"/>
                      <a:pt x="5051" y="5197"/>
                    </a:cubicBezTo>
                    <a:cubicBezTo>
                      <a:pt x="3697" y="3467"/>
                      <a:pt x="2569" y="1613"/>
                      <a:pt x="915" y="109"/>
                    </a:cubicBezTo>
                    <a:cubicBezTo>
                      <a:pt x="828" y="33"/>
                      <a:pt x="731" y="0"/>
                      <a:pt x="63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7"/>
              <p:cNvSpPr/>
              <p:nvPr/>
            </p:nvSpPr>
            <p:spPr>
              <a:xfrm>
                <a:off x="1921710" y="4259020"/>
                <a:ext cx="111232" cy="74606"/>
              </a:xfrm>
              <a:custGeom>
                <a:rect b="b" l="l" r="r" t="t"/>
                <a:pathLst>
                  <a:path extrusionOk="0" h="3139" w="4680">
                    <a:moveTo>
                      <a:pt x="2235" y="0"/>
                    </a:moveTo>
                    <a:cubicBezTo>
                      <a:pt x="255" y="0"/>
                      <a:pt x="0" y="3138"/>
                      <a:pt x="2524" y="3138"/>
                    </a:cubicBezTo>
                    <a:cubicBezTo>
                      <a:pt x="4429" y="3138"/>
                      <a:pt x="4679" y="81"/>
                      <a:pt x="2374" y="5"/>
                    </a:cubicBezTo>
                    <a:cubicBezTo>
                      <a:pt x="2327" y="2"/>
                      <a:pt x="2280" y="0"/>
                      <a:pt x="22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7"/>
              <p:cNvSpPr/>
              <p:nvPr/>
            </p:nvSpPr>
            <p:spPr>
              <a:xfrm>
                <a:off x="1567869" y="4287019"/>
                <a:ext cx="111232" cy="74606"/>
              </a:xfrm>
              <a:custGeom>
                <a:rect b="b" l="l" r="r" t="t"/>
                <a:pathLst>
                  <a:path extrusionOk="0" h="3139" w="4680">
                    <a:moveTo>
                      <a:pt x="2260" y="0"/>
                    </a:moveTo>
                    <a:cubicBezTo>
                      <a:pt x="279" y="0"/>
                      <a:pt x="1" y="3138"/>
                      <a:pt x="2549" y="3138"/>
                    </a:cubicBezTo>
                    <a:cubicBezTo>
                      <a:pt x="4454" y="3138"/>
                      <a:pt x="4679" y="56"/>
                      <a:pt x="2398" y="5"/>
                    </a:cubicBezTo>
                    <a:cubicBezTo>
                      <a:pt x="2351" y="2"/>
                      <a:pt x="2305" y="0"/>
                      <a:pt x="226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7"/>
              <p:cNvSpPr/>
              <p:nvPr/>
            </p:nvSpPr>
            <p:spPr>
              <a:xfrm>
                <a:off x="1432626" y="3996900"/>
                <a:ext cx="111232" cy="74606"/>
              </a:xfrm>
              <a:custGeom>
                <a:rect b="b" l="l" r="r" t="t"/>
                <a:pathLst>
                  <a:path extrusionOk="0" h="3139" w="4680">
                    <a:moveTo>
                      <a:pt x="2259" y="1"/>
                    </a:moveTo>
                    <a:cubicBezTo>
                      <a:pt x="256" y="1"/>
                      <a:pt x="1" y="3139"/>
                      <a:pt x="2525" y="3139"/>
                    </a:cubicBezTo>
                    <a:cubicBezTo>
                      <a:pt x="4454" y="3139"/>
                      <a:pt x="4680" y="56"/>
                      <a:pt x="2399" y="6"/>
                    </a:cubicBezTo>
                    <a:cubicBezTo>
                      <a:pt x="2352" y="2"/>
                      <a:pt x="2305" y="1"/>
                      <a:pt x="225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7"/>
              <p:cNvSpPr/>
              <p:nvPr/>
            </p:nvSpPr>
            <p:spPr>
              <a:xfrm>
                <a:off x="1869062" y="4215547"/>
                <a:ext cx="82854" cy="56115"/>
              </a:xfrm>
              <a:custGeom>
                <a:rect b="b" l="l" r="r" t="t"/>
                <a:pathLst>
                  <a:path extrusionOk="0" h="2361" w="3486">
                    <a:moveTo>
                      <a:pt x="1666" y="0"/>
                    </a:moveTo>
                    <a:cubicBezTo>
                      <a:pt x="192" y="0"/>
                      <a:pt x="0" y="2336"/>
                      <a:pt x="1882" y="2361"/>
                    </a:cubicBezTo>
                    <a:cubicBezTo>
                      <a:pt x="3310" y="2361"/>
                      <a:pt x="3486" y="55"/>
                      <a:pt x="1782" y="5"/>
                    </a:cubicBezTo>
                    <a:cubicBezTo>
                      <a:pt x="1742" y="2"/>
                      <a:pt x="1704" y="0"/>
                      <a:pt x="16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7"/>
              <p:cNvSpPr/>
              <p:nvPr/>
            </p:nvSpPr>
            <p:spPr>
              <a:xfrm>
                <a:off x="1573003" y="4215547"/>
                <a:ext cx="83448" cy="56115"/>
              </a:xfrm>
              <a:custGeom>
                <a:rect b="b" l="l" r="r" t="t"/>
                <a:pathLst>
                  <a:path extrusionOk="0" h="2361" w="3511">
                    <a:moveTo>
                      <a:pt x="1666" y="0"/>
                    </a:moveTo>
                    <a:cubicBezTo>
                      <a:pt x="191" y="0"/>
                      <a:pt x="0" y="2336"/>
                      <a:pt x="1907" y="2361"/>
                    </a:cubicBezTo>
                    <a:cubicBezTo>
                      <a:pt x="3335" y="2361"/>
                      <a:pt x="3511" y="55"/>
                      <a:pt x="1781" y="5"/>
                    </a:cubicBezTo>
                    <a:cubicBezTo>
                      <a:pt x="1742" y="2"/>
                      <a:pt x="1704" y="0"/>
                      <a:pt x="16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7"/>
              <p:cNvSpPr/>
              <p:nvPr/>
            </p:nvSpPr>
            <p:spPr>
              <a:xfrm>
                <a:off x="1387133" y="4075550"/>
                <a:ext cx="83234" cy="55545"/>
              </a:xfrm>
              <a:custGeom>
                <a:rect b="b" l="l" r="r" t="t"/>
                <a:pathLst>
                  <a:path extrusionOk="0" h="2337" w="3502">
                    <a:moveTo>
                      <a:pt x="1667" y="1"/>
                    </a:moveTo>
                    <a:cubicBezTo>
                      <a:pt x="192" y="1"/>
                      <a:pt x="0" y="2336"/>
                      <a:pt x="1882" y="2336"/>
                    </a:cubicBezTo>
                    <a:cubicBezTo>
                      <a:pt x="1890" y="2336"/>
                      <a:pt x="1897" y="2336"/>
                      <a:pt x="1905" y="2336"/>
                    </a:cubicBezTo>
                    <a:cubicBezTo>
                      <a:pt x="3313" y="2336"/>
                      <a:pt x="3502" y="30"/>
                      <a:pt x="1782" y="5"/>
                    </a:cubicBezTo>
                    <a:cubicBezTo>
                      <a:pt x="1743" y="2"/>
                      <a:pt x="1704" y="1"/>
                      <a:pt x="16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7"/>
              <p:cNvSpPr/>
              <p:nvPr/>
            </p:nvSpPr>
            <p:spPr>
              <a:xfrm>
                <a:off x="2095885" y="4001036"/>
                <a:ext cx="110994" cy="74654"/>
              </a:xfrm>
              <a:custGeom>
                <a:rect b="b" l="l" r="r" t="t"/>
                <a:pathLst>
                  <a:path extrusionOk="0" h="3141" w="4670">
                    <a:moveTo>
                      <a:pt x="2203" y="1"/>
                    </a:moveTo>
                    <a:cubicBezTo>
                      <a:pt x="244" y="1"/>
                      <a:pt x="0" y="3116"/>
                      <a:pt x="2514" y="3140"/>
                    </a:cubicBezTo>
                    <a:cubicBezTo>
                      <a:pt x="4419" y="3140"/>
                      <a:pt x="4670" y="57"/>
                      <a:pt x="2364" y="7"/>
                    </a:cubicBezTo>
                    <a:cubicBezTo>
                      <a:pt x="2309" y="3"/>
                      <a:pt x="2256" y="1"/>
                      <a:pt x="220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7"/>
              <p:cNvSpPr/>
              <p:nvPr/>
            </p:nvSpPr>
            <p:spPr>
              <a:xfrm>
                <a:off x="2038841" y="4047551"/>
                <a:ext cx="83448" cy="56139"/>
              </a:xfrm>
              <a:custGeom>
                <a:rect b="b" l="l" r="r" t="t"/>
                <a:pathLst>
                  <a:path extrusionOk="0" h="2362" w="3511">
                    <a:moveTo>
                      <a:pt x="1666" y="1"/>
                    </a:moveTo>
                    <a:cubicBezTo>
                      <a:pt x="191" y="1"/>
                      <a:pt x="1" y="2337"/>
                      <a:pt x="1907" y="2361"/>
                    </a:cubicBezTo>
                    <a:cubicBezTo>
                      <a:pt x="3335" y="2361"/>
                      <a:pt x="3511" y="55"/>
                      <a:pt x="1782" y="5"/>
                    </a:cubicBezTo>
                    <a:cubicBezTo>
                      <a:pt x="1742" y="2"/>
                      <a:pt x="1704" y="1"/>
                      <a:pt x="16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7"/>
              <p:cNvSpPr/>
              <p:nvPr/>
            </p:nvSpPr>
            <p:spPr>
              <a:xfrm>
                <a:off x="948153" y="3917680"/>
                <a:ext cx="211483" cy="380779"/>
              </a:xfrm>
              <a:custGeom>
                <a:rect b="b" l="l" r="r" t="t"/>
                <a:pathLst>
                  <a:path extrusionOk="0" h="16021" w="8898">
                    <a:moveTo>
                      <a:pt x="4239" y="1"/>
                    </a:moveTo>
                    <a:cubicBezTo>
                      <a:pt x="3672" y="1"/>
                      <a:pt x="3052" y="99"/>
                      <a:pt x="2431" y="381"/>
                    </a:cubicBezTo>
                    <a:cubicBezTo>
                      <a:pt x="2005" y="582"/>
                      <a:pt x="1629" y="858"/>
                      <a:pt x="1328" y="1183"/>
                    </a:cubicBezTo>
                    <a:cubicBezTo>
                      <a:pt x="1003" y="1484"/>
                      <a:pt x="777" y="1860"/>
                      <a:pt x="602" y="2186"/>
                    </a:cubicBezTo>
                    <a:cubicBezTo>
                      <a:pt x="251" y="2888"/>
                      <a:pt x="125" y="3564"/>
                      <a:pt x="50" y="4166"/>
                    </a:cubicBezTo>
                    <a:cubicBezTo>
                      <a:pt x="0" y="4767"/>
                      <a:pt x="0" y="5344"/>
                      <a:pt x="25" y="5895"/>
                    </a:cubicBezTo>
                    <a:cubicBezTo>
                      <a:pt x="100" y="6973"/>
                      <a:pt x="301" y="7950"/>
                      <a:pt x="552" y="8853"/>
                    </a:cubicBezTo>
                    <a:cubicBezTo>
                      <a:pt x="802" y="9755"/>
                      <a:pt x="1078" y="10557"/>
                      <a:pt x="1354" y="11309"/>
                    </a:cubicBezTo>
                    <a:cubicBezTo>
                      <a:pt x="1930" y="12788"/>
                      <a:pt x="2557" y="13965"/>
                      <a:pt x="3008" y="14767"/>
                    </a:cubicBezTo>
                    <a:cubicBezTo>
                      <a:pt x="3233" y="15194"/>
                      <a:pt x="3434" y="15494"/>
                      <a:pt x="3559" y="15695"/>
                    </a:cubicBezTo>
                    <a:cubicBezTo>
                      <a:pt x="3684" y="15920"/>
                      <a:pt x="3760" y="16021"/>
                      <a:pt x="3760" y="16021"/>
                    </a:cubicBezTo>
                    <a:cubicBezTo>
                      <a:pt x="3760" y="16021"/>
                      <a:pt x="3760" y="15895"/>
                      <a:pt x="3734" y="15645"/>
                    </a:cubicBezTo>
                    <a:cubicBezTo>
                      <a:pt x="3734" y="15394"/>
                      <a:pt x="3709" y="15018"/>
                      <a:pt x="3659" y="14567"/>
                    </a:cubicBezTo>
                    <a:cubicBezTo>
                      <a:pt x="3609" y="14116"/>
                      <a:pt x="3559" y="13564"/>
                      <a:pt x="3509" y="12938"/>
                    </a:cubicBezTo>
                    <a:cubicBezTo>
                      <a:pt x="3434" y="12311"/>
                      <a:pt x="3359" y="11610"/>
                      <a:pt x="3283" y="10833"/>
                    </a:cubicBezTo>
                    <a:cubicBezTo>
                      <a:pt x="3208" y="10081"/>
                      <a:pt x="3133" y="9279"/>
                      <a:pt x="3058" y="8427"/>
                    </a:cubicBezTo>
                    <a:cubicBezTo>
                      <a:pt x="3008" y="7574"/>
                      <a:pt x="2983" y="6697"/>
                      <a:pt x="3033" y="5845"/>
                    </a:cubicBezTo>
                    <a:cubicBezTo>
                      <a:pt x="3058" y="5419"/>
                      <a:pt x="3083" y="4993"/>
                      <a:pt x="3183" y="4617"/>
                    </a:cubicBezTo>
                    <a:cubicBezTo>
                      <a:pt x="3258" y="4241"/>
                      <a:pt x="3359" y="3915"/>
                      <a:pt x="3484" y="3715"/>
                    </a:cubicBezTo>
                    <a:cubicBezTo>
                      <a:pt x="3634" y="3514"/>
                      <a:pt x="3709" y="3464"/>
                      <a:pt x="3810" y="3414"/>
                    </a:cubicBezTo>
                    <a:cubicBezTo>
                      <a:pt x="3892" y="3373"/>
                      <a:pt x="4074" y="3332"/>
                      <a:pt x="4315" y="3332"/>
                    </a:cubicBezTo>
                    <a:cubicBezTo>
                      <a:pt x="4369" y="3332"/>
                      <a:pt x="4427" y="3334"/>
                      <a:pt x="4486" y="3339"/>
                    </a:cubicBezTo>
                    <a:cubicBezTo>
                      <a:pt x="4562" y="3364"/>
                      <a:pt x="4637" y="3364"/>
                      <a:pt x="4737" y="3389"/>
                    </a:cubicBezTo>
                    <a:lnTo>
                      <a:pt x="4837" y="3389"/>
                    </a:lnTo>
                    <a:lnTo>
                      <a:pt x="4937" y="3414"/>
                    </a:lnTo>
                    <a:lnTo>
                      <a:pt x="4988" y="3439"/>
                    </a:lnTo>
                    <a:lnTo>
                      <a:pt x="5038" y="3439"/>
                    </a:lnTo>
                    <a:lnTo>
                      <a:pt x="5113" y="3464"/>
                    </a:lnTo>
                    <a:cubicBezTo>
                      <a:pt x="5163" y="3489"/>
                      <a:pt x="5213" y="3514"/>
                      <a:pt x="5238" y="3539"/>
                    </a:cubicBezTo>
                    <a:cubicBezTo>
                      <a:pt x="5389" y="3615"/>
                      <a:pt x="5464" y="3690"/>
                      <a:pt x="5589" y="3890"/>
                    </a:cubicBezTo>
                    <a:cubicBezTo>
                      <a:pt x="5689" y="4091"/>
                      <a:pt x="5765" y="4417"/>
                      <a:pt x="5815" y="4792"/>
                    </a:cubicBezTo>
                    <a:cubicBezTo>
                      <a:pt x="5840" y="5168"/>
                      <a:pt x="5840" y="5569"/>
                      <a:pt x="5815" y="5996"/>
                    </a:cubicBezTo>
                    <a:cubicBezTo>
                      <a:pt x="5740" y="6848"/>
                      <a:pt x="5589" y="7725"/>
                      <a:pt x="5414" y="8552"/>
                    </a:cubicBezTo>
                    <a:cubicBezTo>
                      <a:pt x="5238" y="9379"/>
                      <a:pt x="5063" y="10181"/>
                      <a:pt x="4862" y="10933"/>
                    </a:cubicBezTo>
                    <a:cubicBezTo>
                      <a:pt x="4511" y="12412"/>
                      <a:pt x="4186" y="13690"/>
                      <a:pt x="3985" y="14592"/>
                    </a:cubicBezTo>
                    <a:cubicBezTo>
                      <a:pt x="3885" y="15043"/>
                      <a:pt x="3835" y="15394"/>
                      <a:pt x="3810" y="15645"/>
                    </a:cubicBezTo>
                    <a:cubicBezTo>
                      <a:pt x="3760" y="15895"/>
                      <a:pt x="3760" y="16021"/>
                      <a:pt x="3760" y="16021"/>
                    </a:cubicBezTo>
                    <a:cubicBezTo>
                      <a:pt x="3760" y="16021"/>
                      <a:pt x="4060" y="15595"/>
                      <a:pt x="4587" y="14843"/>
                    </a:cubicBezTo>
                    <a:cubicBezTo>
                      <a:pt x="5113" y="14091"/>
                      <a:pt x="5865" y="13013"/>
                      <a:pt x="6617" y="11610"/>
                    </a:cubicBezTo>
                    <a:cubicBezTo>
                      <a:pt x="7018" y="10933"/>
                      <a:pt x="7394" y="10156"/>
                      <a:pt x="7770" y="9304"/>
                    </a:cubicBezTo>
                    <a:cubicBezTo>
                      <a:pt x="8120" y="8427"/>
                      <a:pt x="8471" y="7499"/>
                      <a:pt x="8697" y="6422"/>
                    </a:cubicBezTo>
                    <a:cubicBezTo>
                      <a:pt x="8797" y="5895"/>
                      <a:pt x="8897" y="5319"/>
                      <a:pt x="8897" y="4717"/>
                    </a:cubicBezTo>
                    <a:cubicBezTo>
                      <a:pt x="8897" y="4091"/>
                      <a:pt x="8847" y="3389"/>
                      <a:pt x="8547" y="2662"/>
                    </a:cubicBezTo>
                    <a:cubicBezTo>
                      <a:pt x="8271" y="1935"/>
                      <a:pt x="7694" y="1158"/>
                      <a:pt x="6943" y="707"/>
                    </a:cubicBezTo>
                    <a:cubicBezTo>
                      <a:pt x="6767" y="582"/>
                      <a:pt x="6592" y="507"/>
                      <a:pt x="6391" y="432"/>
                    </a:cubicBezTo>
                    <a:lnTo>
                      <a:pt x="6115" y="306"/>
                    </a:lnTo>
                    <a:lnTo>
                      <a:pt x="5790" y="206"/>
                    </a:lnTo>
                    <a:lnTo>
                      <a:pt x="5664" y="181"/>
                    </a:lnTo>
                    <a:lnTo>
                      <a:pt x="5564" y="156"/>
                    </a:lnTo>
                    <a:lnTo>
                      <a:pt x="5414" y="131"/>
                    </a:lnTo>
                    <a:lnTo>
                      <a:pt x="5288" y="106"/>
                    </a:lnTo>
                    <a:cubicBezTo>
                      <a:pt x="5138" y="81"/>
                      <a:pt x="4963" y="56"/>
                      <a:pt x="4787" y="31"/>
                    </a:cubicBezTo>
                    <a:cubicBezTo>
                      <a:pt x="4612" y="12"/>
                      <a:pt x="4428" y="1"/>
                      <a:pt x="423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7"/>
              <p:cNvSpPr/>
              <p:nvPr/>
            </p:nvSpPr>
            <p:spPr>
              <a:xfrm>
                <a:off x="1037499" y="4294293"/>
                <a:ext cx="316916" cy="300920"/>
              </a:xfrm>
              <a:custGeom>
                <a:rect b="b" l="l" r="r" t="t"/>
                <a:pathLst>
                  <a:path extrusionOk="0" h="12661" w="13334">
                    <a:moveTo>
                      <a:pt x="1504" y="0"/>
                    </a:moveTo>
                    <a:cubicBezTo>
                      <a:pt x="1028" y="0"/>
                      <a:pt x="627" y="50"/>
                      <a:pt x="376" y="100"/>
                    </a:cubicBezTo>
                    <a:cubicBezTo>
                      <a:pt x="126" y="151"/>
                      <a:pt x="1" y="176"/>
                      <a:pt x="1" y="176"/>
                    </a:cubicBezTo>
                    <a:cubicBezTo>
                      <a:pt x="1" y="176"/>
                      <a:pt x="1" y="176"/>
                      <a:pt x="1" y="176"/>
                    </a:cubicBezTo>
                    <a:lnTo>
                      <a:pt x="1" y="176"/>
                    </a:lnTo>
                    <a:cubicBezTo>
                      <a:pt x="1" y="176"/>
                      <a:pt x="126" y="226"/>
                      <a:pt x="376" y="276"/>
                    </a:cubicBezTo>
                    <a:cubicBezTo>
                      <a:pt x="602" y="351"/>
                      <a:pt x="953" y="476"/>
                      <a:pt x="1379" y="652"/>
                    </a:cubicBezTo>
                    <a:cubicBezTo>
                      <a:pt x="2206" y="1028"/>
                      <a:pt x="3384" y="1604"/>
                      <a:pt x="4687" y="2406"/>
                    </a:cubicBezTo>
                    <a:cubicBezTo>
                      <a:pt x="5339" y="2807"/>
                      <a:pt x="6041" y="3233"/>
                      <a:pt x="6717" y="3760"/>
                    </a:cubicBezTo>
                    <a:cubicBezTo>
                      <a:pt x="7394" y="4261"/>
                      <a:pt x="8071" y="4812"/>
                      <a:pt x="8672" y="5439"/>
                    </a:cubicBezTo>
                    <a:cubicBezTo>
                      <a:pt x="8948" y="5740"/>
                      <a:pt x="9224" y="6065"/>
                      <a:pt x="9449" y="6391"/>
                    </a:cubicBezTo>
                    <a:cubicBezTo>
                      <a:pt x="9650" y="6717"/>
                      <a:pt x="9800" y="7018"/>
                      <a:pt x="9875" y="7319"/>
                    </a:cubicBezTo>
                    <a:cubicBezTo>
                      <a:pt x="9976" y="7594"/>
                      <a:pt x="9976" y="7845"/>
                      <a:pt x="9925" y="8095"/>
                    </a:cubicBezTo>
                    <a:cubicBezTo>
                      <a:pt x="9875" y="8321"/>
                      <a:pt x="9775" y="8597"/>
                      <a:pt x="9575" y="8872"/>
                    </a:cubicBezTo>
                    <a:lnTo>
                      <a:pt x="9549" y="8923"/>
                    </a:lnTo>
                    <a:lnTo>
                      <a:pt x="9549" y="8923"/>
                    </a:lnTo>
                    <a:lnTo>
                      <a:pt x="9549" y="8923"/>
                    </a:lnTo>
                    <a:lnTo>
                      <a:pt x="9524" y="8948"/>
                    </a:lnTo>
                    <a:cubicBezTo>
                      <a:pt x="9527" y="8945"/>
                      <a:pt x="9529" y="8943"/>
                      <a:pt x="9530" y="8943"/>
                    </a:cubicBezTo>
                    <a:cubicBezTo>
                      <a:pt x="9530" y="8943"/>
                      <a:pt x="9530" y="8945"/>
                      <a:pt x="9529" y="8948"/>
                    </a:cubicBezTo>
                    <a:lnTo>
                      <a:pt x="9529" y="8948"/>
                    </a:lnTo>
                    <a:lnTo>
                      <a:pt x="9424" y="9073"/>
                    </a:lnTo>
                    <a:cubicBezTo>
                      <a:pt x="9374" y="9123"/>
                      <a:pt x="9374" y="9148"/>
                      <a:pt x="9324" y="9198"/>
                    </a:cubicBezTo>
                    <a:cubicBezTo>
                      <a:pt x="9249" y="9273"/>
                      <a:pt x="9174" y="9324"/>
                      <a:pt x="9123" y="9349"/>
                    </a:cubicBezTo>
                    <a:cubicBezTo>
                      <a:pt x="9073" y="9374"/>
                      <a:pt x="9073" y="9374"/>
                      <a:pt x="9023" y="9374"/>
                    </a:cubicBezTo>
                    <a:cubicBezTo>
                      <a:pt x="8998" y="9386"/>
                      <a:pt x="8967" y="9392"/>
                      <a:pt x="8926" y="9392"/>
                    </a:cubicBezTo>
                    <a:cubicBezTo>
                      <a:pt x="8885" y="9392"/>
                      <a:pt x="8835" y="9386"/>
                      <a:pt x="8773" y="9374"/>
                    </a:cubicBezTo>
                    <a:cubicBezTo>
                      <a:pt x="8572" y="9298"/>
                      <a:pt x="8246" y="9148"/>
                      <a:pt x="7920" y="8923"/>
                    </a:cubicBezTo>
                    <a:cubicBezTo>
                      <a:pt x="7595" y="8697"/>
                      <a:pt x="7244" y="8396"/>
                      <a:pt x="6918" y="8095"/>
                    </a:cubicBezTo>
                    <a:cubicBezTo>
                      <a:pt x="6291" y="7494"/>
                      <a:pt x="5665" y="6817"/>
                      <a:pt x="5088" y="6166"/>
                    </a:cubicBezTo>
                    <a:cubicBezTo>
                      <a:pt x="4537" y="5489"/>
                      <a:pt x="3986" y="4837"/>
                      <a:pt x="3509" y="4236"/>
                    </a:cubicBezTo>
                    <a:cubicBezTo>
                      <a:pt x="2507" y="3008"/>
                      <a:pt x="1655" y="1980"/>
                      <a:pt x="1028" y="1253"/>
                    </a:cubicBezTo>
                    <a:cubicBezTo>
                      <a:pt x="727" y="902"/>
                      <a:pt x="452" y="627"/>
                      <a:pt x="276" y="451"/>
                    </a:cubicBezTo>
                    <a:cubicBezTo>
                      <a:pt x="101" y="276"/>
                      <a:pt x="1" y="176"/>
                      <a:pt x="1" y="176"/>
                    </a:cubicBezTo>
                    <a:lnTo>
                      <a:pt x="1" y="176"/>
                    </a:lnTo>
                    <a:cubicBezTo>
                      <a:pt x="1" y="176"/>
                      <a:pt x="151" y="702"/>
                      <a:pt x="452" y="1604"/>
                    </a:cubicBezTo>
                    <a:cubicBezTo>
                      <a:pt x="752" y="2481"/>
                      <a:pt x="1178" y="3760"/>
                      <a:pt x="1855" y="5238"/>
                    </a:cubicBezTo>
                    <a:cubicBezTo>
                      <a:pt x="2181" y="5990"/>
                      <a:pt x="2582" y="6767"/>
                      <a:pt x="3033" y="7594"/>
                    </a:cubicBezTo>
                    <a:cubicBezTo>
                      <a:pt x="3509" y="8421"/>
                      <a:pt x="4061" y="9273"/>
                      <a:pt x="4762" y="10126"/>
                    </a:cubicBezTo>
                    <a:cubicBezTo>
                      <a:pt x="5113" y="10552"/>
                      <a:pt x="5514" y="10978"/>
                      <a:pt x="5991" y="11379"/>
                    </a:cubicBezTo>
                    <a:cubicBezTo>
                      <a:pt x="6467" y="11780"/>
                      <a:pt x="7018" y="12181"/>
                      <a:pt x="7770" y="12456"/>
                    </a:cubicBezTo>
                    <a:cubicBezTo>
                      <a:pt x="8129" y="12569"/>
                      <a:pt x="8508" y="12661"/>
                      <a:pt x="8944" y="12661"/>
                    </a:cubicBezTo>
                    <a:cubicBezTo>
                      <a:pt x="8995" y="12661"/>
                      <a:pt x="9046" y="12660"/>
                      <a:pt x="9098" y="12657"/>
                    </a:cubicBezTo>
                    <a:cubicBezTo>
                      <a:pt x="9139" y="12659"/>
                      <a:pt x="9180" y="12660"/>
                      <a:pt x="9220" y="12660"/>
                    </a:cubicBezTo>
                    <a:cubicBezTo>
                      <a:pt x="9659" y="12660"/>
                      <a:pt x="10112" y="12540"/>
                      <a:pt x="10502" y="12356"/>
                    </a:cubicBezTo>
                    <a:cubicBezTo>
                      <a:pt x="10928" y="12156"/>
                      <a:pt x="11304" y="11905"/>
                      <a:pt x="11605" y="11629"/>
                    </a:cubicBezTo>
                    <a:cubicBezTo>
                      <a:pt x="11755" y="11504"/>
                      <a:pt x="11905" y="11304"/>
                      <a:pt x="12031" y="11153"/>
                    </a:cubicBezTo>
                    <a:lnTo>
                      <a:pt x="12156" y="11003"/>
                    </a:lnTo>
                    <a:lnTo>
                      <a:pt x="12206" y="10953"/>
                    </a:lnTo>
                    <a:lnTo>
                      <a:pt x="12281" y="10852"/>
                    </a:lnTo>
                    <a:lnTo>
                      <a:pt x="12281" y="10827"/>
                    </a:lnTo>
                    <a:lnTo>
                      <a:pt x="12357" y="10727"/>
                    </a:lnTo>
                    <a:cubicBezTo>
                      <a:pt x="12758" y="10126"/>
                      <a:pt x="13083" y="9399"/>
                      <a:pt x="13209" y="8597"/>
                    </a:cubicBezTo>
                    <a:cubicBezTo>
                      <a:pt x="13334" y="7795"/>
                      <a:pt x="13209" y="6968"/>
                      <a:pt x="12958" y="6291"/>
                    </a:cubicBezTo>
                    <a:cubicBezTo>
                      <a:pt x="12707" y="5589"/>
                      <a:pt x="12331" y="5013"/>
                      <a:pt x="11930" y="4511"/>
                    </a:cubicBezTo>
                    <a:cubicBezTo>
                      <a:pt x="11529" y="4010"/>
                      <a:pt x="11103" y="3609"/>
                      <a:pt x="10652" y="3258"/>
                    </a:cubicBezTo>
                    <a:cubicBezTo>
                      <a:pt x="9775" y="2532"/>
                      <a:pt x="8873" y="2005"/>
                      <a:pt x="7996" y="1579"/>
                    </a:cubicBezTo>
                    <a:cubicBezTo>
                      <a:pt x="7118" y="1178"/>
                      <a:pt x="6266" y="852"/>
                      <a:pt x="5464" y="627"/>
                    </a:cubicBezTo>
                    <a:cubicBezTo>
                      <a:pt x="3860" y="151"/>
                      <a:pt x="2482" y="0"/>
                      <a:pt x="150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7"/>
              <p:cNvSpPr/>
              <p:nvPr/>
            </p:nvSpPr>
            <p:spPr>
              <a:xfrm>
                <a:off x="720000" y="4226980"/>
                <a:ext cx="323476" cy="95926"/>
              </a:xfrm>
              <a:custGeom>
                <a:rect b="b" l="l" r="r" t="t"/>
                <a:pathLst>
                  <a:path extrusionOk="0" h="4036" w="13610">
                    <a:moveTo>
                      <a:pt x="777" y="0"/>
                    </a:moveTo>
                    <a:lnTo>
                      <a:pt x="0" y="1930"/>
                    </a:lnTo>
                    <a:cubicBezTo>
                      <a:pt x="1529" y="2531"/>
                      <a:pt x="3509" y="3033"/>
                      <a:pt x="5614" y="3409"/>
                    </a:cubicBezTo>
                    <a:cubicBezTo>
                      <a:pt x="7744" y="3810"/>
                      <a:pt x="9950" y="4035"/>
                      <a:pt x="11855" y="4035"/>
                    </a:cubicBezTo>
                    <a:cubicBezTo>
                      <a:pt x="12481" y="4035"/>
                      <a:pt x="13058" y="4010"/>
                      <a:pt x="13609" y="3960"/>
                    </a:cubicBezTo>
                    <a:lnTo>
                      <a:pt x="13384" y="1880"/>
                    </a:lnTo>
                    <a:cubicBezTo>
                      <a:pt x="12932" y="1930"/>
                      <a:pt x="12406" y="1955"/>
                      <a:pt x="11855" y="1955"/>
                    </a:cubicBezTo>
                    <a:cubicBezTo>
                      <a:pt x="10125" y="1955"/>
                      <a:pt x="7995" y="1729"/>
                      <a:pt x="5990" y="1353"/>
                    </a:cubicBezTo>
                    <a:cubicBezTo>
                      <a:pt x="3985" y="1003"/>
                      <a:pt x="2080" y="501"/>
                      <a:pt x="77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7"/>
              <p:cNvSpPr/>
              <p:nvPr/>
            </p:nvSpPr>
            <p:spPr>
              <a:xfrm>
                <a:off x="968404" y="4286544"/>
                <a:ext cx="99491" cy="316322"/>
              </a:xfrm>
              <a:custGeom>
                <a:rect b="b" l="l" r="r" t="t"/>
                <a:pathLst>
                  <a:path extrusionOk="0" h="13309" w="4186">
                    <a:moveTo>
                      <a:pt x="2281" y="0"/>
                    </a:moveTo>
                    <a:cubicBezTo>
                      <a:pt x="777" y="3409"/>
                      <a:pt x="25" y="7544"/>
                      <a:pt x="0" y="11229"/>
                    </a:cubicBezTo>
                    <a:cubicBezTo>
                      <a:pt x="0" y="11930"/>
                      <a:pt x="50" y="12632"/>
                      <a:pt x="101" y="13309"/>
                    </a:cubicBezTo>
                    <a:lnTo>
                      <a:pt x="2181" y="13108"/>
                    </a:lnTo>
                    <a:cubicBezTo>
                      <a:pt x="2131" y="12507"/>
                      <a:pt x="2106" y="11880"/>
                      <a:pt x="2106" y="11229"/>
                    </a:cubicBezTo>
                    <a:cubicBezTo>
                      <a:pt x="2106" y="7845"/>
                      <a:pt x="2832" y="3910"/>
                      <a:pt x="4186" y="853"/>
                    </a:cubicBezTo>
                    <a:lnTo>
                      <a:pt x="22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7"/>
              <p:cNvSpPr/>
              <p:nvPr/>
            </p:nvSpPr>
            <p:spPr>
              <a:xfrm>
                <a:off x="980312" y="4254361"/>
                <a:ext cx="128107" cy="98920"/>
              </a:xfrm>
              <a:custGeom>
                <a:rect b="b" l="l" r="r" t="t"/>
                <a:pathLst>
                  <a:path extrusionOk="0" h="4162" w="5390">
                    <a:moveTo>
                      <a:pt x="2707" y="1"/>
                    </a:moveTo>
                    <a:cubicBezTo>
                      <a:pt x="1" y="1"/>
                      <a:pt x="1" y="4161"/>
                      <a:pt x="2707" y="4161"/>
                    </a:cubicBezTo>
                    <a:cubicBezTo>
                      <a:pt x="5389" y="4161"/>
                      <a:pt x="5389" y="1"/>
                      <a:pt x="270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6" name="Google Shape;266;p7"/>
            <p:cNvGrpSpPr/>
            <p:nvPr/>
          </p:nvGrpSpPr>
          <p:grpSpPr>
            <a:xfrm flipH="1" rot="9597153">
              <a:off x="4562551" y="4223947"/>
              <a:ext cx="2661380" cy="1000914"/>
              <a:chOff x="720000" y="3829047"/>
              <a:chExt cx="2057547" cy="773819"/>
            </a:xfrm>
          </p:grpSpPr>
          <p:sp>
            <p:nvSpPr>
              <p:cNvPr id="267" name="Google Shape;267;p7"/>
              <p:cNvSpPr/>
              <p:nvPr/>
            </p:nvSpPr>
            <p:spPr>
              <a:xfrm>
                <a:off x="747524" y="4140653"/>
                <a:ext cx="1628264" cy="367137"/>
              </a:xfrm>
              <a:custGeom>
                <a:rect b="b" l="l" r="r" t="t"/>
                <a:pathLst>
                  <a:path extrusionOk="0" h="15447" w="68508">
                    <a:moveTo>
                      <a:pt x="43313" y="0"/>
                    </a:moveTo>
                    <a:cubicBezTo>
                      <a:pt x="39438" y="0"/>
                      <a:pt x="35566" y="236"/>
                      <a:pt x="31724" y="725"/>
                    </a:cubicBezTo>
                    <a:cubicBezTo>
                      <a:pt x="20271" y="2178"/>
                      <a:pt x="8842" y="6239"/>
                      <a:pt x="446" y="14384"/>
                    </a:cubicBezTo>
                    <a:cubicBezTo>
                      <a:pt x="0" y="14810"/>
                      <a:pt x="424" y="15447"/>
                      <a:pt x="917" y="15447"/>
                    </a:cubicBezTo>
                    <a:cubicBezTo>
                      <a:pt x="1061" y="15447"/>
                      <a:pt x="1212" y="15392"/>
                      <a:pt x="1348" y="15261"/>
                    </a:cubicBezTo>
                    <a:cubicBezTo>
                      <a:pt x="9820" y="7041"/>
                      <a:pt x="21374" y="3206"/>
                      <a:pt x="32927" y="1828"/>
                    </a:cubicBezTo>
                    <a:cubicBezTo>
                      <a:pt x="36361" y="1423"/>
                      <a:pt x="39826" y="1229"/>
                      <a:pt x="43297" y="1229"/>
                    </a:cubicBezTo>
                    <a:cubicBezTo>
                      <a:pt x="51430" y="1229"/>
                      <a:pt x="59595" y="2294"/>
                      <a:pt x="67464" y="4209"/>
                    </a:cubicBezTo>
                    <a:cubicBezTo>
                      <a:pt x="67523" y="4224"/>
                      <a:pt x="67580" y="4231"/>
                      <a:pt x="67634" y="4231"/>
                    </a:cubicBezTo>
                    <a:cubicBezTo>
                      <a:pt x="68284" y="4231"/>
                      <a:pt x="68507" y="3191"/>
                      <a:pt x="67790" y="3006"/>
                    </a:cubicBezTo>
                    <a:cubicBezTo>
                      <a:pt x="59796" y="1063"/>
                      <a:pt x="51548" y="0"/>
                      <a:pt x="4331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7"/>
              <p:cNvSpPr/>
              <p:nvPr/>
            </p:nvSpPr>
            <p:spPr>
              <a:xfrm>
                <a:off x="2336731" y="4176923"/>
                <a:ext cx="440816" cy="166681"/>
              </a:xfrm>
              <a:custGeom>
                <a:rect b="b" l="l" r="r" t="t"/>
                <a:pathLst>
                  <a:path extrusionOk="0" h="7013" w="18547">
                    <a:moveTo>
                      <a:pt x="6492" y="1"/>
                    </a:moveTo>
                    <a:cubicBezTo>
                      <a:pt x="5890" y="1"/>
                      <a:pt x="5339" y="26"/>
                      <a:pt x="4762" y="101"/>
                    </a:cubicBezTo>
                    <a:cubicBezTo>
                      <a:pt x="4211" y="176"/>
                      <a:pt x="3685" y="277"/>
                      <a:pt x="3183" y="402"/>
                    </a:cubicBezTo>
                    <a:cubicBezTo>
                      <a:pt x="2958" y="477"/>
                      <a:pt x="2707" y="527"/>
                      <a:pt x="2507" y="577"/>
                    </a:cubicBezTo>
                    <a:cubicBezTo>
                      <a:pt x="2281" y="678"/>
                      <a:pt x="2081" y="728"/>
                      <a:pt x="1880" y="828"/>
                    </a:cubicBezTo>
                    <a:cubicBezTo>
                      <a:pt x="1504" y="978"/>
                      <a:pt x="1153" y="1129"/>
                      <a:pt x="878" y="1279"/>
                    </a:cubicBezTo>
                    <a:cubicBezTo>
                      <a:pt x="602" y="1404"/>
                      <a:pt x="376" y="1555"/>
                      <a:pt x="226" y="1655"/>
                    </a:cubicBezTo>
                    <a:cubicBezTo>
                      <a:pt x="76" y="1730"/>
                      <a:pt x="0" y="1805"/>
                      <a:pt x="0" y="1805"/>
                    </a:cubicBezTo>
                    <a:cubicBezTo>
                      <a:pt x="0" y="1805"/>
                      <a:pt x="51" y="1881"/>
                      <a:pt x="176" y="2006"/>
                    </a:cubicBezTo>
                    <a:cubicBezTo>
                      <a:pt x="301" y="2131"/>
                      <a:pt x="502" y="2332"/>
                      <a:pt x="727" y="2507"/>
                    </a:cubicBezTo>
                    <a:cubicBezTo>
                      <a:pt x="978" y="2733"/>
                      <a:pt x="1254" y="2958"/>
                      <a:pt x="1579" y="3209"/>
                    </a:cubicBezTo>
                    <a:cubicBezTo>
                      <a:pt x="1930" y="3434"/>
                      <a:pt x="2281" y="3685"/>
                      <a:pt x="2682" y="3986"/>
                    </a:cubicBezTo>
                    <a:cubicBezTo>
                      <a:pt x="3083" y="4236"/>
                      <a:pt x="3509" y="4512"/>
                      <a:pt x="3960" y="4738"/>
                    </a:cubicBezTo>
                    <a:cubicBezTo>
                      <a:pt x="4412" y="4988"/>
                      <a:pt x="4913" y="5239"/>
                      <a:pt x="5414" y="5439"/>
                    </a:cubicBezTo>
                    <a:cubicBezTo>
                      <a:pt x="6417" y="5866"/>
                      <a:pt x="7519" y="6241"/>
                      <a:pt x="8647" y="6492"/>
                    </a:cubicBezTo>
                    <a:cubicBezTo>
                      <a:pt x="9224" y="6642"/>
                      <a:pt x="9775" y="6743"/>
                      <a:pt x="10351" y="6818"/>
                    </a:cubicBezTo>
                    <a:cubicBezTo>
                      <a:pt x="10928" y="6918"/>
                      <a:pt x="11479" y="6968"/>
                      <a:pt x="12056" y="6993"/>
                    </a:cubicBezTo>
                    <a:cubicBezTo>
                      <a:pt x="12341" y="7006"/>
                      <a:pt x="12624" y="7013"/>
                      <a:pt x="12904" y="7013"/>
                    </a:cubicBezTo>
                    <a:cubicBezTo>
                      <a:pt x="13707" y="7013"/>
                      <a:pt x="14482" y="6961"/>
                      <a:pt x="15189" y="6868"/>
                    </a:cubicBezTo>
                    <a:cubicBezTo>
                      <a:pt x="16141" y="6718"/>
                      <a:pt x="16968" y="6517"/>
                      <a:pt x="17570" y="6342"/>
                    </a:cubicBezTo>
                    <a:cubicBezTo>
                      <a:pt x="17870" y="6241"/>
                      <a:pt x="18121" y="6141"/>
                      <a:pt x="18296" y="6091"/>
                    </a:cubicBezTo>
                    <a:cubicBezTo>
                      <a:pt x="18447" y="6016"/>
                      <a:pt x="18547" y="5966"/>
                      <a:pt x="18547" y="5966"/>
                    </a:cubicBezTo>
                    <a:cubicBezTo>
                      <a:pt x="18547" y="5966"/>
                      <a:pt x="18497" y="5891"/>
                      <a:pt x="18397" y="5740"/>
                    </a:cubicBezTo>
                    <a:cubicBezTo>
                      <a:pt x="18296" y="5615"/>
                      <a:pt x="18146" y="5364"/>
                      <a:pt x="17945" y="5139"/>
                    </a:cubicBezTo>
                    <a:cubicBezTo>
                      <a:pt x="17745" y="4888"/>
                      <a:pt x="17519" y="4612"/>
                      <a:pt x="17219" y="4312"/>
                    </a:cubicBezTo>
                    <a:cubicBezTo>
                      <a:pt x="16918" y="3986"/>
                      <a:pt x="16592" y="3685"/>
                      <a:pt x="16216" y="3384"/>
                    </a:cubicBezTo>
                    <a:cubicBezTo>
                      <a:pt x="15815" y="3058"/>
                      <a:pt x="15414" y="2733"/>
                      <a:pt x="14938" y="2432"/>
                    </a:cubicBezTo>
                    <a:cubicBezTo>
                      <a:pt x="14487" y="2156"/>
                      <a:pt x="13986" y="1881"/>
                      <a:pt x="13459" y="1605"/>
                    </a:cubicBezTo>
                    <a:cubicBezTo>
                      <a:pt x="12958" y="1354"/>
                      <a:pt x="12407" y="1104"/>
                      <a:pt x="11830" y="928"/>
                    </a:cubicBezTo>
                    <a:cubicBezTo>
                      <a:pt x="11254" y="728"/>
                      <a:pt x="10677" y="552"/>
                      <a:pt x="10076" y="402"/>
                    </a:cubicBezTo>
                    <a:cubicBezTo>
                      <a:pt x="9474" y="277"/>
                      <a:pt x="8873" y="176"/>
                      <a:pt x="8271" y="101"/>
                    </a:cubicBezTo>
                    <a:cubicBezTo>
                      <a:pt x="7670" y="26"/>
                      <a:pt x="7068" y="1"/>
                      <a:pt x="649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7"/>
              <p:cNvSpPr/>
              <p:nvPr/>
            </p:nvSpPr>
            <p:spPr>
              <a:xfrm>
                <a:off x="2160393" y="3951383"/>
                <a:ext cx="378878" cy="230925"/>
              </a:xfrm>
              <a:custGeom>
                <a:rect b="b" l="l" r="r" t="t"/>
                <a:pathLst>
                  <a:path extrusionOk="0" h="9716" w="15941">
                    <a:moveTo>
                      <a:pt x="13156" y="0"/>
                    </a:moveTo>
                    <a:cubicBezTo>
                      <a:pt x="12955" y="0"/>
                      <a:pt x="12747" y="5"/>
                      <a:pt x="12532" y="16"/>
                    </a:cubicBezTo>
                    <a:cubicBezTo>
                      <a:pt x="12056" y="66"/>
                      <a:pt x="11555" y="116"/>
                      <a:pt x="11029" y="242"/>
                    </a:cubicBezTo>
                    <a:cubicBezTo>
                      <a:pt x="10502" y="342"/>
                      <a:pt x="9951" y="467"/>
                      <a:pt x="9425" y="668"/>
                    </a:cubicBezTo>
                    <a:cubicBezTo>
                      <a:pt x="8873" y="868"/>
                      <a:pt x="8347" y="1069"/>
                      <a:pt x="7821" y="1344"/>
                    </a:cubicBezTo>
                    <a:cubicBezTo>
                      <a:pt x="7294" y="1595"/>
                      <a:pt x="6793" y="1871"/>
                      <a:pt x="6292" y="2197"/>
                    </a:cubicBezTo>
                    <a:cubicBezTo>
                      <a:pt x="5815" y="2522"/>
                      <a:pt x="5364" y="2848"/>
                      <a:pt x="4913" y="3174"/>
                    </a:cubicBezTo>
                    <a:cubicBezTo>
                      <a:pt x="4487" y="3525"/>
                      <a:pt x="4086" y="3901"/>
                      <a:pt x="3710" y="4252"/>
                    </a:cubicBezTo>
                    <a:cubicBezTo>
                      <a:pt x="3334" y="4603"/>
                      <a:pt x="2983" y="4979"/>
                      <a:pt x="2683" y="5354"/>
                    </a:cubicBezTo>
                    <a:cubicBezTo>
                      <a:pt x="2357" y="5705"/>
                      <a:pt x="2081" y="6081"/>
                      <a:pt x="1830" y="6432"/>
                    </a:cubicBezTo>
                    <a:cubicBezTo>
                      <a:pt x="1705" y="6608"/>
                      <a:pt x="1580" y="6783"/>
                      <a:pt x="1455" y="6958"/>
                    </a:cubicBezTo>
                    <a:cubicBezTo>
                      <a:pt x="1329" y="7134"/>
                      <a:pt x="1179" y="7284"/>
                      <a:pt x="1079" y="7460"/>
                    </a:cubicBezTo>
                    <a:cubicBezTo>
                      <a:pt x="828" y="7786"/>
                      <a:pt x="627" y="8086"/>
                      <a:pt x="477" y="8362"/>
                    </a:cubicBezTo>
                    <a:cubicBezTo>
                      <a:pt x="327" y="8613"/>
                      <a:pt x="201" y="8838"/>
                      <a:pt x="126" y="8989"/>
                    </a:cubicBezTo>
                    <a:cubicBezTo>
                      <a:pt x="51" y="9139"/>
                      <a:pt x="1" y="9239"/>
                      <a:pt x="1" y="9239"/>
                    </a:cubicBezTo>
                    <a:cubicBezTo>
                      <a:pt x="1" y="9239"/>
                      <a:pt x="101" y="9264"/>
                      <a:pt x="277" y="9314"/>
                    </a:cubicBezTo>
                    <a:cubicBezTo>
                      <a:pt x="427" y="9365"/>
                      <a:pt x="678" y="9440"/>
                      <a:pt x="978" y="9490"/>
                    </a:cubicBezTo>
                    <a:cubicBezTo>
                      <a:pt x="1279" y="9565"/>
                      <a:pt x="1630" y="9615"/>
                      <a:pt x="2031" y="9665"/>
                    </a:cubicBezTo>
                    <a:cubicBezTo>
                      <a:pt x="2231" y="9690"/>
                      <a:pt x="2432" y="9715"/>
                      <a:pt x="2658" y="9715"/>
                    </a:cubicBezTo>
                    <a:cubicBezTo>
                      <a:pt x="2883" y="9715"/>
                      <a:pt x="3134" y="9690"/>
                      <a:pt x="3384" y="9690"/>
                    </a:cubicBezTo>
                    <a:cubicBezTo>
                      <a:pt x="3886" y="9640"/>
                      <a:pt x="4412" y="9565"/>
                      <a:pt x="4988" y="9465"/>
                    </a:cubicBezTo>
                    <a:cubicBezTo>
                      <a:pt x="5515" y="9339"/>
                      <a:pt x="6041" y="9189"/>
                      <a:pt x="6592" y="8989"/>
                    </a:cubicBezTo>
                    <a:cubicBezTo>
                      <a:pt x="7144" y="8813"/>
                      <a:pt x="7670" y="8588"/>
                      <a:pt x="8171" y="8312"/>
                    </a:cubicBezTo>
                    <a:cubicBezTo>
                      <a:pt x="8698" y="8061"/>
                      <a:pt x="9199" y="7760"/>
                      <a:pt x="9675" y="7460"/>
                    </a:cubicBezTo>
                    <a:cubicBezTo>
                      <a:pt x="10151" y="7159"/>
                      <a:pt x="10602" y="6833"/>
                      <a:pt x="11029" y="6507"/>
                    </a:cubicBezTo>
                    <a:cubicBezTo>
                      <a:pt x="11480" y="6182"/>
                      <a:pt x="11881" y="5831"/>
                      <a:pt x="12257" y="5455"/>
                    </a:cubicBezTo>
                    <a:cubicBezTo>
                      <a:pt x="12633" y="5079"/>
                      <a:pt x="13009" y="4728"/>
                      <a:pt x="13334" y="4352"/>
                    </a:cubicBezTo>
                    <a:cubicBezTo>
                      <a:pt x="13660" y="3976"/>
                      <a:pt x="13961" y="3600"/>
                      <a:pt x="14237" y="3224"/>
                    </a:cubicBezTo>
                    <a:cubicBezTo>
                      <a:pt x="14512" y="2873"/>
                      <a:pt x="14763" y="2522"/>
                      <a:pt x="14963" y="2197"/>
                    </a:cubicBezTo>
                    <a:cubicBezTo>
                      <a:pt x="15189" y="1871"/>
                      <a:pt x="15364" y="1545"/>
                      <a:pt x="15515" y="1269"/>
                    </a:cubicBezTo>
                    <a:cubicBezTo>
                      <a:pt x="15665" y="1019"/>
                      <a:pt x="15765" y="768"/>
                      <a:pt x="15841" y="618"/>
                    </a:cubicBezTo>
                    <a:cubicBezTo>
                      <a:pt x="15916" y="467"/>
                      <a:pt x="15941" y="367"/>
                      <a:pt x="15941" y="367"/>
                    </a:cubicBezTo>
                    <a:cubicBezTo>
                      <a:pt x="15941" y="367"/>
                      <a:pt x="15841" y="342"/>
                      <a:pt x="15690" y="292"/>
                    </a:cubicBezTo>
                    <a:cubicBezTo>
                      <a:pt x="15515" y="267"/>
                      <a:pt x="15264" y="192"/>
                      <a:pt x="14963" y="141"/>
                    </a:cubicBezTo>
                    <a:cubicBezTo>
                      <a:pt x="14494" y="63"/>
                      <a:pt x="13871" y="0"/>
                      <a:pt x="1315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7"/>
              <p:cNvSpPr/>
              <p:nvPr/>
            </p:nvSpPr>
            <p:spPr>
              <a:xfrm>
                <a:off x="2001358" y="4172764"/>
                <a:ext cx="343131" cy="318104"/>
              </a:xfrm>
              <a:custGeom>
                <a:rect b="b" l="l" r="r" t="t"/>
                <a:pathLst>
                  <a:path extrusionOk="0" h="13384" w="14437">
                    <a:moveTo>
                      <a:pt x="0" y="0"/>
                    </a:moveTo>
                    <a:cubicBezTo>
                      <a:pt x="0" y="0"/>
                      <a:pt x="25" y="101"/>
                      <a:pt x="50" y="276"/>
                    </a:cubicBezTo>
                    <a:cubicBezTo>
                      <a:pt x="100" y="452"/>
                      <a:pt x="151" y="727"/>
                      <a:pt x="251" y="1028"/>
                    </a:cubicBezTo>
                    <a:cubicBezTo>
                      <a:pt x="426" y="1629"/>
                      <a:pt x="777" y="2482"/>
                      <a:pt x="1278" y="3359"/>
                    </a:cubicBezTo>
                    <a:cubicBezTo>
                      <a:pt x="1755" y="4236"/>
                      <a:pt x="2381" y="5188"/>
                      <a:pt x="3133" y="6091"/>
                    </a:cubicBezTo>
                    <a:cubicBezTo>
                      <a:pt x="3885" y="6968"/>
                      <a:pt x="4737" y="7820"/>
                      <a:pt x="5639" y="8597"/>
                    </a:cubicBezTo>
                    <a:cubicBezTo>
                      <a:pt x="6090" y="8973"/>
                      <a:pt x="6567" y="9349"/>
                      <a:pt x="7043" y="9675"/>
                    </a:cubicBezTo>
                    <a:cubicBezTo>
                      <a:pt x="7494" y="10025"/>
                      <a:pt x="7970" y="10326"/>
                      <a:pt x="8446" y="10627"/>
                    </a:cubicBezTo>
                    <a:cubicBezTo>
                      <a:pt x="8922" y="10903"/>
                      <a:pt x="9374" y="11178"/>
                      <a:pt x="9850" y="11429"/>
                    </a:cubicBezTo>
                    <a:cubicBezTo>
                      <a:pt x="10301" y="11655"/>
                      <a:pt x="10752" y="11880"/>
                      <a:pt x="11178" y="12081"/>
                    </a:cubicBezTo>
                    <a:cubicBezTo>
                      <a:pt x="11404" y="12156"/>
                      <a:pt x="11579" y="12256"/>
                      <a:pt x="11805" y="12356"/>
                    </a:cubicBezTo>
                    <a:cubicBezTo>
                      <a:pt x="12005" y="12432"/>
                      <a:pt x="12206" y="12532"/>
                      <a:pt x="12381" y="12607"/>
                    </a:cubicBezTo>
                    <a:cubicBezTo>
                      <a:pt x="12732" y="12757"/>
                      <a:pt x="13108" y="12883"/>
                      <a:pt x="13384" y="13008"/>
                    </a:cubicBezTo>
                    <a:cubicBezTo>
                      <a:pt x="13659" y="13133"/>
                      <a:pt x="13910" y="13208"/>
                      <a:pt x="14085" y="13284"/>
                    </a:cubicBezTo>
                    <a:cubicBezTo>
                      <a:pt x="14261" y="13359"/>
                      <a:pt x="14361" y="13384"/>
                      <a:pt x="14361" y="13384"/>
                    </a:cubicBezTo>
                    <a:cubicBezTo>
                      <a:pt x="14361" y="13384"/>
                      <a:pt x="14386" y="13284"/>
                      <a:pt x="14386" y="13108"/>
                    </a:cubicBezTo>
                    <a:cubicBezTo>
                      <a:pt x="14411" y="12933"/>
                      <a:pt x="14436" y="12657"/>
                      <a:pt x="14436" y="12331"/>
                    </a:cubicBezTo>
                    <a:cubicBezTo>
                      <a:pt x="14436" y="11980"/>
                      <a:pt x="14386" y="11604"/>
                      <a:pt x="14311" y="11153"/>
                    </a:cubicBezTo>
                    <a:cubicBezTo>
                      <a:pt x="14236" y="10677"/>
                      <a:pt x="14110" y="10226"/>
                      <a:pt x="13935" y="9700"/>
                    </a:cubicBezTo>
                    <a:cubicBezTo>
                      <a:pt x="13760" y="9198"/>
                      <a:pt x="13534" y="8672"/>
                      <a:pt x="13258" y="8146"/>
                    </a:cubicBezTo>
                    <a:cubicBezTo>
                      <a:pt x="12983" y="7645"/>
                      <a:pt x="12657" y="7093"/>
                      <a:pt x="12281" y="6592"/>
                    </a:cubicBezTo>
                    <a:cubicBezTo>
                      <a:pt x="11554" y="5564"/>
                      <a:pt x="10652" y="4637"/>
                      <a:pt x="9699" y="3810"/>
                    </a:cubicBezTo>
                    <a:cubicBezTo>
                      <a:pt x="8697" y="2983"/>
                      <a:pt x="7669" y="2281"/>
                      <a:pt x="6592" y="1755"/>
                    </a:cubicBezTo>
                    <a:cubicBezTo>
                      <a:pt x="6065" y="1479"/>
                      <a:pt x="5539" y="1228"/>
                      <a:pt x="5013" y="1028"/>
                    </a:cubicBezTo>
                    <a:cubicBezTo>
                      <a:pt x="4511" y="827"/>
                      <a:pt x="3985" y="677"/>
                      <a:pt x="3509" y="527"/>
                    </a:cubicBezTo>
                    <a:cubicBezTo>
                      <a:pt x="2557" y="251"/>
                      <a:pt x="1704" y="126"/>
                      <a:pt x="1053" y="76"/>
                    </a:cubicBezTo>
                    <a:cubicBezTo>
                      <a:pt x="727" y="25"/>
                      <a:pt x="476" y="25"/>
                      <a:pt x="27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7"/>
              <p:cNvSpPr/>
              <p:nvPr/>
            </p:nvSpPr>
            <p:spPr>
              <a:xfrm>
                <a:off x="1844082" y="3844520"/>
                <a:ext cx="282382" cy="310380"/>
              </a:xfrm>
              <a:custGeom>
                <a:rect b="b" l="l" r="r" t="t"/>
                <a:pathLst>
                  <a:path extrusionOk="0" h="13059" w="11881">
                    <a:moveTo>
                      <a:pt x="11755" y="1"/>
                    </a:moveTo>
                    <a:cubicBezTo>
                      <a:pt x="11755" y="1"/>
                      <a:pt x="11655" y="1"/>
                      <a:pt x="11479" y="51"/>
                    </a:cubicBezTo>
                    <a:cubicBezTo>
                      <a:pt x="11329" y="126"/>
                      <a:pt x="11078" y="176"/>
                      <a:pt x="10803" y="276"/>
                    </a:cubicBezTo>
                    <a:cubicBezTo>
                      <a:pt x="10527" y="377"/>
                      <a:pt x="10201" y="502"/>
                      <a:pt x="9850" y="652"/>
                    </a:cubicBezTo>
                    <a:cubicBezTo>
                      <a:pt x="9524" y="803"/>
                      <a:pt x="9148" y="953"/>
                      <a:pt x="8747" y="1129"/>
                    </a:cubicBezTo>
                    <a:cubicBezTo>
                      <a:pt x="8346" y="1329"/>
                      <a:pt x="7945" y="1530"/>
                      <a:pt x="7544" y="1780"/>
                    </a:cubicBezTo>
                    <a:cubicBezTo>
                      <a:pt x="7143" y="2006"/>
                      <a:pt x="6692" y="2256"/>
                      <a:pt x="6291" y="2557"/>
                    </a:cubicBezTo>
                    <a:cubicBezTo>
                      <a:pt x="5890" y="2833"/>
                      <a:pt x="5489" y="3159"/>
                      <a:pt x="5088" y="3485"/>
                    </a:cubicBezTo>
                    <a:cubicBezTo>
                      <a:pt x="4687" y="3835"/>
                      <a:pt x="4286" y="4186"/>
                      <a:pt x="3935" y="4562"/>
                    </a:cubicBezTo>
                    <a:cubicBezTo>
                      <a:pt x="3158" y="5339"/>
                      <a:pt x="2507" y="6191"/>
                      <a:pt x="1930" y="7094"/>
                    </a:cubicBezTo>
                    <a:cubicBezTo>
                      <a:pt x="1630" y="7545"/>
                      <a:pt x="1379" y="7996"/>
                      <a:pt x="1153" y="8447"/>
                    </a:cubicBezTo>
                    <a:cubicBezTo>
                      <a:pt x="928" y="8923"/>
                      <a:pt x="752" y="9374"/>
                      <a:pt x="577" y="9800"/>
                    </a:cubicBezTo>
                    <a:cubicBezTo>
                      <a:pt x="427" y="10251"/>
                      <a:pt x="301" y="10678"/>
                      <a:pt x="226" y="11053"/>
                    </a:cubicBezTo>
                    <a:cubicBezTo>
                      <a:pt x="151" y="11429"/>
                      <a:pt x="101" y="11780"/>
                      <a:pt x="51" y="12081"/>
                    </a:cubicBezTo>
                    <a:cubicBezTo>
                      <a:pt x="26" y="12382"/>
                      <a:pt x="26" y="12632"/>
                      <a:pt x="1" y="12783"/>
                    </a:cubicBezTo>
                    <a:cubicBezTo>
                      <a:pt x="1" y="12958"/>
                      <a:pt x="1" y="13058"/>
                      <a:pt x="1" y="13058"/>
                    </a:cubicBezTo>
                    <a:cubicBezTo>
                      <a:pt x="1" y="13058"/>
                      <a:pt x="101" y="13058"/>
                      <a:pt x="276" y="13033"/>
                    </a:cubicBezTo>
                    <a:cubicBezTo>
                      <a:pt x="427" y="13008"/>
                      <a:pt x="702" y="12983"/>
                      <a:pt x="978" y="12933"/>
                    </a:cubicBezTo>
                    <a:cubicBezTo>
                      <a:pt x="1580" y="12833"/>
                      <a:pt x="2356" y="12582"/>
                      <a:pt x="3209" y="12307"/>
                    </a:cubicBezTo>
                    <a:cubicBezTo>
                      <a:pt x="3635" y="12131"/>
                      <a:pt x="4061" y="11981"/>
                      <a:pt x="4487" y="11755"/>
                    </a:cubicBezTo>
                    <a:cubicBezTo>
                      <a:pt x="4938" y="11555"/>
                      <a:pt x="5389" y="11304"/>
                      <a:pt x="5840" y="11028"/>
                    </a:cubicBezTo>
                    <a:cubicBezTo>
                      <a:pt x="6742" y="10477"/>
                      <a:pt x="7620" y="9750"/>
                      <a:pt x="8397" y="8973"/>
                    </a:cubicBezTo>
                    <a:cubicBezTo>
                      <a:pt x="8798" y="8547"/>
                      <a:pt x="9174" y="8121"/>
                      <a:pt x="9524" y="7670"/>
                    </a:cubicBezTo>
                    <a:cubicBezTo>
                      <a:pt x="9875" y="7244"/>
                      <a:pt x="10176" y="6743"/>
                      <a:pt x="10452" y="6266"/>
                    </a:cubicBezTo>
                    <a:cubicBezTo>
                      <a:pt x="10727" y="5765"/>
                      <a:pt x="10978" y="5289"/>
                      <a:pt x="11154" y="4813"/>
                    </a:cubicBezTo>
                    <a:cubicBezTo>
                      <a:pt x="11354" y="4312"/>
                      <a:pt x="11504" y="3810"/>
                      <a:pt x="11630" y="3359"/>
                    </a:cubicBezTo>
                    <a:cubicBezTo>
                      <a:pt x="11680" y="3109"/>
                      <a:pt x="11730" y="2908"/>
                      <a:pt x="11780" y="2682"/>
                    </a:cubicBezTo>
                    <a:cubicBezTo>
                      <a:pt x="11805" y="2457"/>
                      <a:pt x="11830" y="2256"/>
                      <a:pt x="11830" y="2031"/>
                    </a:cubicBezTo>
                    <a:cubicBezTo>
                      <a:pt x="11880" y="1630"/>
                      <a:pt x="11880" y="1254"/>
                      <a:pt x="11855" y="953"/>
                    </a:cubicBezTo>
                    <a:cubicBezTo>
                      <a:pt x="11855" y="652"/>
                      <a:pt x="11805" y="402"/>
                      <a:pt x="11805" y="251"/>
                    </a:cubicBezTo>
                    <a:cubicBezTo>
                      <a:pt x="11780" y="76"/>
                      <a:pt x="11755" y="1"/>
                      <a:pt x="1175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7"/>
              <p:cNvSpPr/>
              <p:nvPr/>
            </p:nvSpPr>
            <p:spPr>
              <a:xfrm>
                <a:off x="1677893" y="4172764"/>
                <a:ext cx="268668" cy="317510"/>
              </a:xfrm>
              <a:custGeom>
                <a:rect b="b" l="l" r="r" t="t"/>
                <a:pathLst>
                  <a:path extrusionOk="0" h="13359" w="11304">
                    <a:moveTo>
                      <a:pt x="0" y="0"/>
                    </a:moveTo>
                    <a:cubicBezTo>
                      <a:pt x="0" y="0"/>
                      <a:pt x="25" y="101"/>
                      <a:pt x="25" y="276"/>
                    </a:cubicBezTo>
                    <a:cubicBezTo>
                      <a:pt x="50" y="426"/>
                      <a:pt x="75" y="677"/>
                      <a:pt x="150" y="978"/>
                    </a:cubicBezTo>
                    <a:cubicBezTo>
                      <a:pt x="201" y="1254"/>
                      <a:pt x="276" y="1604"/>
                      <a:pt x="401" y="1980"/>
                    </a:cubicBezTo>
                    <a:cubicBezTo>
                      <a:pt x="451" y="2181"/>
                      <a:pt x="501" y="2356"/>
                      <a:pt x="576" y="2557"/>
                    </a:cubicBezTo>
                    <a:cubicBezTo>
                      <a:pt x="627" y="2757"/>
                      <a:pt x="702" y="2958"/>
                      <a:pt x="752" y="3183"/>
                    </a:cubicBezTo>
                    <a:cubicBezTo>
                      <a:pt x="877" y="3584"/>
                      <a:pt x="1028" y="4010"/>
                      <a:pt x="1203" y="4436"/>
                    </a:cubicBezTo>
                    <a:cubicBezTo>
                      <a:pt x="1228" y="4537"/>
                      <a:pt x="1278" y="4637"/>
                      <a:pt x="1328" y="4737"/>
                    </a:cubicBezTo>
                    <a:cubicBezTo>
                      <a:pt x="1379" y="4863"/>
                      <a:pt x="1429" y="4963"/>
                      <a:pt x="1479" y="5088"/>
                    </a:cubicBezTo>
                    <a:cubicBezTo>
                      <a:pt x="1579" y="5314"/>
                      <a:pt x="1679" y="5539"/>
                      <a:pt x="1780" y="5765"/>
                    </a:cubicBezTo>
                    <a:cubicBezTo>
                      <a:pt x="2005" y="6216"/>
                      <a:pt x="2281" y="6617"/>
                      <a:pt x="2556" y="7068"/>
                    </a:cubicBezTo>
                    <a:cubicBezTo>
                      <a:pt x="2832" y="7519"/>
                      <a:pt x="3133" y="7945"/>
                      <a:pt x="3459" y="8346"/>
                    </a:cubicBezTo>
                    <a:cubicBezTo>
                      <a:pt x="4110" y="9223"/>
                      <a:pt x="4837" y="9975"/>
                      <a:pt x="5639" y="10677"/>
                    </a:cubicBezTo>
                    <a:cubicBezTo>
                      <a:pt x="6065" y="11028"/>
                      <a:pt x="6466" y="11329"/>
                      <a:pt x="6892" y="11604"/>
                    </a:cubicBezTo>
                    <a:cubicBezTo>
                      <a:pt x="7293" y="11880"/>
                      <a:pt x="7744" y="12131"/>
                      <a:pt x="8145" y="12356"/>
                    </a:cubicBezTo>
                    <a:cubicBezTo>
                      <a:pt x="8346" y="12457"/>
                      <a:pt x="8546" y="12557"/>
                      <a:pt x="8747" y="12632"/>
                    </a:cubicBezTo>
                    <a:cubicBezTo>
                      <a:pt x="8947" y="12707"/>
                      <a:pt x="9123" y="12807"/>
                      <a:pt x="9323" y="12858"/>
                    </a:cubicBezTo>
                    <a:cubicBezTo>
                      <a:pt x="9699" y="13008"/>
                      <a:pt x="10025" y="13108"/>
                      <a:pt x="10326" y="13183"/>
                    </a:cubicBezTo>
                    <a:cubicBezTo>
                      <a:pt x="10602" y="13259"/>
                      <a:pt x="10852" y="13284"/>
                      <a:pt x="11028" y="13334"/>
                    </a:cubicBezTo>
                    <a:cubicBezTo>
                      <a:pt x="11178" y="13359"/>
                      <a:pt x="11278" y="13359"/>
                      <a:pt x="11278" y="13359"/>
                    </a:cubicBezTo>
                    <a:cubicBezTo>
                      <a:pt x="11278" y="13359"/>
                      <a:pt x="11303" y="13259"/>
                      <a:pt x="11303" y="13108"/>
                    </a:cubicBezTo>
                    <a:cubicBezTo>
                      <a:pt x="11303" y="12933"/>
                      <a:pt x="11303" y="12682"/>
                      <a:pt x="11303" y="12381"/>
                    </a:cubicBezTo>
                    <a:cubicBezTo>
                      <a:pt x="11278" y="11780"/>
                      <a:pt x="11178" y="11003"/>
                      <a:pt x="11003" y="10126"/>
                    </a:cubicBezTo>
                    <a:cubicBezTo>
                      <a:pt x="10902" y="9675"/>
                      <a:pt x="10802" y="9223"/>
                      <a:pt x="10652" y="8747"/>
                    </a:cubicBezTo>
                    <a:cubicBezTo>
                      <a:pt x="10501" y="8296"/>
                      <a:pt x="10301" y="7795"/>
                      <a:pt x="10100" y="7319"/>
                    </a:cubicBezTo>
                    <a:cubicBezTo>
                      <a:pt x="9674" y="6366"/>
                      <a:pt x="9073" y="5414"/>
                      <a:pt x="8396" y="4512"/>
                    </a:cubicBezTo>
                    <a:cubicBezTo>
                      <a:pt x="8045" y="4086"/>
                      <a:pt x="7669" y="3634"/>
                      <a:pt x="7268" y="3233"/>
                    </a:cubicBezTo>
                    <a:cubicBezTo>
                      <a:pt x="6892" y="2832"/>
                      <a:pt x="6441" y="2482"/>
                      <a:pt x="5990" y="2131"/>
                    </a:cubicBezTo>
                    <a:cubicBezTo>
                      <a:pt x="5790" y="1980"/>
                      <a:pt x="5564" y="1805"/>
                      <a:pt x="5338" y="1655"/>
                    </a:cubicBezTo>
                    <a:cubicBezTo>
                      <a:pt x="5113" y="1504"/>
                      <a:pt x="4887" y="1379"/>
                      <a:pt x="4637" y="1228"/>
                    </a:cubicBezTo>
                    <a:cubicBezTo>
                      <a:pt x="4160" y="978"/>
                      <a:pt x="3684" y="752"/>
                      <a:pt x="3258" y="577"/>
                    </a:cubicBezTo>
                    <a:cubicBezTo>
                      <a:pt x="3033" y="502"/>
                      <a:pt x="2832" y="401"/>
                      <a:pt x="2607" y="351"/>
                    </a:cubicBezTo>
                    <a:cubicBezTo>
                      <a:pt x="2406" y="301"/>
                      <a:pt x="2206" y="251"/>
                      <a:pt x="2005" y="201"/>
                    </a:cubicBezTo>
                    <a:cubicBezTo>
                      <a:pt x="1629" y="126"/>
                      <a:pt x="1278" y="76"/>
                      <a:pt x="977" y="51"/>
                    </a:cubicBezTo>
                    <a:cubicBezTo>
                      <a:pt x="702" y="0"/>
                      <a:pt x="451" y="25"/>
                      <a:pt x="27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7"/>
              <p:cNvSpPr/>
              <p:nvPr/>
            </p:nvSpPr>
            <p:spPr>
              <a:xfrm>
                <a:off x="1526583" y="3829047"/>
                <a:ext cx="278793" cy="335977"/>
              </a:xfrm>
              <a:custGeom>
                <a:rect b="b" l="l" r="r" t="t"/>
                <a:pathLst>
                  <a:path extrusionOk="0" h="14136" w="11730">
                    <a:moveTo>
                      <a:pt x="11554" y="0"/>
                    </a:moveTo>
                    <a:cubicBezTo>
                      <a:pt x="11554" y="0"/>
                      <a:pt x="11454" y="25"/>
                      <a:pt x="11303" y="75"/>
                    </a:cubicBezTo>
                    <a:cubicBezTo>
                      <a:pt x="11153" y="151"/>
                      <a:pt x="10902" y="226"/>
                      <a:pt x="10627" y="351"/>
                    </a:cubicBezTo>
                    <a:cubicBezTo>
                      <a:pt x="10326" y="476"/>
                      <a:pt x="10025" y="627"/>
                      <a:pt x="9674" y="802"/>
                    </a:cubicBezTo>
                    <a:cubicBezTo>
                      <a:pt x="9349" y="978"/>
                      <a:pt x="8973" y="1178"/>
                      <a:pt x="8547" y="1404"/>
                    </a:cubicBezTo>
                    <a:cubicBezTo>
                      <a:pt x="8171" y="1629"/>
                      <a:pt x="7745" y="1880"/>
                      <a:pt x="7369" y="2156"/>
                    </a:cubicBezTo>
                    <a:cubicBezTo>
                      <a:pt x="6968" y="2431"/>
                      <a:pt x="6541" y="2707"/>
                      <a:pt x="6140" y="3033"/>
                    </a:cubicBezTo>
                    <a:cubicBezTo>
                      <a:pt x="5739" y="3359"/>
                      <a:pt x="5338" y="3709"/>
                      <a:pt x="4937" y="4085"/>
                    </a:cubicBezTo>
                    <a:cubicBezTo>
                      <a:pt x="4536" y="4461"/>
                      <a:pt x="4161" y="4862"/>
                      <a:pt x="3810" y="5263"/>
                    </a:cubicBezTo>
                    <a:cubicBezTo>
                      <a:pt x="3058" y="6090"/>
                      <a:pt x="2406" y="6993"/>
                      <a:pt x="1830" y="7945"/>
                    </a:cubicBezTo>
                    <a:cubicBezTo>
                      <a:pt x="1554" y="8421"/>
                      <a:pt x="1328" y="8897"/>
                      <a:pt x="1103" y="9374"/>
                    </a:cubicBezTo>
                    <a:cubicBezTo>
                      <a:pt x="877" y="9875"/>
                      <a:pt x="702" y="10351"/>
                      <a:pt x="551" y="10802"/>
                    </a:cubicBezTo>
                    <a:cubicBezTo>
                      <a:pt x="401" y="11253"/>
                      <a:pt x="276" y="11679"/>
                      <a:pt x="201" y="12080"/>
                    </a:cubicBezTo>
                    <a:cubicBezTo>
                      <a:pt x="125" y="12481"/>
                      <a:pt x="75" y="12832"/>
                      <a:pt x="50" y="13133"/>
                    </a:cubicBezTo>
                    <a:cubicBezTo>
                      <a:pt x="0" y="13434"/>
                      <a:pt x="25" y="13709"/>
                      <a:pt x="0" y="13860"/>
                    </a:cubicBezTo>
                    <a:cubicBezTo>
                      <a:pt x="0" y="14035"/>
                      <a:pt x="0" y="14136"/>
                      <a:pt x="0" y="14136"/>
                    </a:cubicBezTo>
                    <a:cubicBezTo>
                      <a:pt x="0" y="14136"/>
                      <a:pt x="100" y="14136"/>
                      <a:pt x="276" y="14110"/>
                    </a:cubicBezTo>
                    <a:cubicBezTo>
                      <a:pt x="426" y="14060"/>
                      <a:pt x="702" y="14035"/>
                      <a:pt x="1003" y="13960"/>
                    </a:cubicBezTo>
                    <a:cubicBezTo>
                      <a:pt x="1579" y="13835"/>
                      <a:pt x="2381" y="13534"/>
                      <a:pt x="3258" y="13183"/>
                    </a:cubicBezTo>
                    <a:cubicBezTo>
                      <a:pt x="3684" y="13008"/>
                      <a:pt x="4135" y="12807"/>
                      <a:pt x="4562" y="12557"/>
                    </a:cubicBezTo>
                    <a:cubicBezTo>
                      <a:pt x="5013" y="12331"/>
                      <a:pt x="5464" y="12030"/>
                      <a:pt x="5915" y="11704"/>
                    </a:cubicBezTo>
                    <a:cubicBezTo>
                      <a:pt x="6366" y="11404"/>
                      <a:pt x="6817" y="11053"/>
                      <a:pt x="7243" y="10652"/>
                    </a:cubicBezTo>
                    <a:cubicBezTo>
                      <a:pt x="7669" y="10276"/>
                      <a:pt x="8095" y="9850"/>
                      <a:pt x="8471" y="9424"/>
                    </a:cubicBezTo>
                    <a:cubicBezTo>
                      <a:pt x="8872" y="8973"/>
                      <a:pt x="9248" y="8496"/>
                      <a:pt x="9574" y="8020"/>
                    </a:cubicBezTo>
                    <a:cubicBezTo>
                      <a:pt x="9925" y="7544"/>
                      <a:pt x="10226" y="7018"/>
                      <a:pt x="10476" y="6516"/>
                    </a:cubicBezTo>
                    <a:cubicBezTo>
                      <a:pt x="10752" y="5990"/>
                      <a:pt x="10978" y="5489"/>
                      <a:pt x="11153" y="4963"/>
                    </a:cubicBezTo>
                    <a:cubicBezTo>
                      <a:pt x="11328" y="4436"/>
                      <a:pt x="11454" y="3935"/>
                      <a:pt x="11554" y="3459"/>
                    </a:cubicBezTo>
                    <a:cubicBezTo>
                      <a:pt x="11604" y="3208"/>
                      <a:pt x="11654" y="2983"/>
                      <a:pt x="11679" y="2757"/>
                    </a:cubicBezTo>
                    <a:cubicBezTo>
                      <a:pt x="11704" y="2531"/>
                      <a:pt x="11729" y="2306"/>
                      <a:pt x="11729" y="2080"/>
                    </a:cubicBezTo>
                    <a:cubicBezTo>
                      <a:pt x="11729" y="1654"/>
                      <a:pt x="11729" y="1303"/>
                      <a:pt x="11704" y="978"/>
                    </a:cubicBezTo>
                    <a:cubicBezTo>
                      <a:pt x="11679" y="677"/>
                      <a:pt x="11629" y="426"/>
                      <a:pt x="11629" y="251"/>
                    </a:cubicBezTo>
                    <a:cubicBezTo>
                      <a:pt x="11579" y="100"/>
                      <a:pt x="11554" y="0"/>
                      <a:pt x="1155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7"/>
              <p:cNvSpPr/>
              <p:nvPr/>
            </p:nvSpPr>
            <p:spPr>
              <a:xfrm>
                <a:off x="1299023" y="4221608"/>
                <a:ext cx="316322" cy="278199"/>
              </a:xfrm>
              <a:custGeom>
                <a:rect b="b" l="l" r="r" t="t"/>
                <a:pathLst>
                  <a:path extrusionOk="0" h="11705" w="13309">
                    <a:moveTo>
                      <a:pt x="2005" y="1"/>
                    </a:moveTo>
                    <a:cubicBezTo>
                      <a:pt x="1604" y="1"/>
                      <a:pt x="1253" y="1"/>
                      <a:pt x="952" y="51"/>
                    </a:cubicBezTo>
                    <a:cubicBezTo>
                      <a:pt x="677" y="76"/>
                      <a:pt x="426" y="126"/>
                      <a:pt x="251" y="126"/>
                    </a:cubicBezTo>
                    <a:cubicBezTo>
                      <a:pt x="75" y="176"/>
                      <a:pt x="0" y="201"/>
                      <a:pt x="0" y="201"/>
                    </a:cubicBezTo>
                    <a:cubicBezTo>
                      <a:pt x="0" y="201"/>
                      <a:pt x="25" y="276"/>
                      <a:pt x="75" y="452"/>
                    </a:cubicBezTo>
                    <a:cubicBezTo>
                      <a:pt x="125" y="602"/>
                      <a:pt x="201" y="853"/>
                      <a:pt x="326" y="1128"/>
                    </a:cubicBezTo>
                    <a:cubicBezTo>
                      <a:pt x="426" y="1404"/>
                      <a:pt x="577" y="1705"/>
                      <a:pt x="777" y="2056"/>
                    </a:cubicBezTo>
                    <a:cubicBezTo>
                      <a:pt x="852" y="2231"/>
                      <a:pt x="978" y="2407"/>
                      <a:pt x="1078" y="2607"/>
                    </a:cubicBezTo>
                    <a:cubicBezTo>
                      <a:pt x="1153" y="2782"/>
                      <a:pt x="1253" y="2983"/>
                      <a:pt x="1354" y="3184"/>
                    </a:cubicBezTo>
                    <a:cubicBezTo>
                      <a:pt x="1579" y="3559"/>
                      <a:pt x="1780" y="3935"/>
                      <a:pt x="2030" y="4311"/>
                    </a:cubicBezTo>
                    <a:cubicBezTo>
                      <a:pt x="2281" y="4687"/>
                      <a:pt x="2582" y="5113"/>
                      <a:pt x="2882" y="5514"/>
                    </a:cubicBezTo>
                    <a:cubicBezTo>
                      <a:pt x="3183" y="5915"/>
                      <a:pt x="3534" y="6266"/>
                      <a:pt x="3860" y="6667"/>
                    </a:cubicBezTo>
                    <a:cubicBezTo>
                      <a:pt x="4211" y="7043"/>
                      <a:pt x="4587" y="7419"/>
                      <a:pt x="4988" y="7770"/>
                    </a:cubicBezTo>
                    <a:cubicBezTo>
                      <a:pt x="5364" y="8121"/>
                      <a:pt x="5765" y="8447"/>
                      <a:pt x="6191" y="8773"/>
                    </a:cubicBezTo>
                    <a:cubicBezTo>
                      <a:pt x="6617" y="9073"/>
                      <a:pt x="7043" y="9374"/>
                      <a:pt x="7494" y="9650"/>
                    </a:cubicBezTo>
                    <a:cubicBezTo>
                      <a:pt x="8371" y="10176"/>
                      <a:pt x="9273" y="10627"/>
                      <a:pt x="10100" y="10928"/>
                    </a:cubicBezTo>
                    <a:cubicBezTo>
                      <a:pt x="10953" y="11254"/>
                      <a:pt x="11729" y="11479"/>
                      <a:pt x="12331" y="11580"/>
                    </a:cubicBezTo>
                    <a:cubicBezTo>
                      <a:pt x="12607" y="11630"/>
                      <a:pt x="12882" y="11655"/>
                      <a:pt x="13033" y="11680"/>
                    </a:cubicBezTo>
                    <a:cubicBezTo>
                      <a:pt x="13208" y="11705"/>
                      <a:pt x="13308" y="11705"/>
                      <a:pt x="13308" y="11705"/>
                    </a:cubicBezTo>
                    <a:cubicBezTo>
                      <a:pt x="13308" y="11705"/>
                      <a:pt x="13308" y="11605"/>
                      <a:pt x="13308" y="11454"/>
                    </a:cubicBezTo>
                    <a:cubicBezTo>
                      <a:pt x="13283" y="11279"/>
                      <a:pt x="13283" y="11028"/>
                      <a:pt x="13258" y="10727"/>
                    </a:cubicBezTo>
                    <a:cubicBezTo>
                      <a:pt x="13233" y="10427"/>
                      <a:pt x="13158" y="10076"/>
                      <a:pt x="13083" y="9675"/>
                    </a:cubicBezTo>
                    <a:cubicBezTo>
                      <a:pt x="13008" y="9299"/>
                      <a:pt x="12882" y="8873"/>
                      <a:pt x="12732" y="8447"/>
                    </a:cubicBezTo>
                    <a:cubicBezTo>
                      <a:pt x="12582" y="7996"/>
                      <a:pt x="12406" y="7544"/>
                      <a:pt x="12181" y="7068"/>
                    </a:cubicBezTo>
                    <a:cubicBezTo>
                      <a:pt x="11955" y="6617"/>
                      <a:pt x="11679" y="6141"/>
                      <a:pt x="11404" y="5690"/>
                    </a:cubicBezTo>
                    <a:cubicBezTo>
                      <a:pt x="11103" y="5214"/>
                      <a:pt x="10752" y="4762"/>
                      <a:pt x="10376" y="4336"/>
                    </a:cubicBezTo>
                    <a:cubicBezTo>
                      <a:pt x="10000" y="3910"/>
                      <a:pt x="9599" y="3509"/>
                      <a:pt x="9173" y="3108"/>
                    </a:cubicBezTo>
                    <a:cubicBezTo>
                      <a:pt x="8747" y="2732"/>
                      <a:pt x="8271" y="2356"/>
                      <a:pt x="7820" y="2031"/>
                    </a:cubicBezTo>
                    <a:cubicBezTo>
                      <a:pt x="7344" y="1705"/>
                      <a:pt x="6842" y="1429"/>
                      <a:pt x="6341" y="1178"/>
                    </a:cubicBezTo>
                    <a:cubicBezTo>
                      <a:pt x="5815" y="928"/>
                      <a:pt x="5338" y="702"/>
                      <a:pt x="4812" y="527"/>
                    </a:cubicBezTo>
                    <a:cubicBezTo>
                      <a:pt x="4286" y="351"/>
                      <a:pt x="3785" y="226"/>
                      <a:pt x="3308" y="126"/>
                    </a:cubicBezTo>
                    <a:cubicBezTo>
                      <a:pt x="3058" y="76"/>
                      <a:pt x="2832" y="51"/>
                      <a:pt x="2632" y="26"/>
                    </a:cubicBezTo>
                    <a:cubicBezTo>
                      <a:pt x="2406" y="1"/>
                      <a:pt x="2206" y="1"/>
                      <a:pt x="200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7"/>
              <p:cNvSpPr/>
              <p:nvPr/>
            </p:nvSpPr>
            <p:spPr>
              <a:xfrm>
                <a:off x="1168558" y="3975580"/>
                <a:ext cx="197199" cy="283404"/>
              </a:xfrm>
              <a:custGeom>
                <a:rect b="b" l="l" r="r" t="t"/>
                <a:pathLst>
                  <a:path extrusionOk="0" h="11924" w="8297">
                    <a:moveTo>
                      <a:pt x="8296" y="1"/>
                    </a:moveTo>
                    <a:cubicBezTo>
                      <a:pt x="8296" y="1"/>
                      <a:pt x="6291" y="2733"/>
                      <a:pt x="4311" y="5489"/>
                    </a:cubicBezTo>
                    <a:cubicBezTo>
                      <a:pt x="2256" y="8196"/>
                      <a:pt x="226" y="10928"/>
                      <a:pt x="226" y="10928"/>
                    </a:cubicBezTo>
                    <a:lnTo>
                      <a:pt x="176" y="10978"/>
                    </a:lnTo>
                    <a:cubicBezTo>
                      <a:pt x="0" y="11254"/>
                      <a:pt x="101" y="11655"/>
                      <a:pt x="401" y="11830"/>
                    </a:cubicBezTo>
                    <a:cubicBezTo>
                      <a:pt x="500" y="11893"/>
                      <a:pt x="614" y="11923"/>
                      <a:pt x="728" y="11923"/>
                    </a:cubicBezTo>
                    <a:cubicBezTo>
                      <a:pt x="934" y="11923"/>
                      <a:pt x="1141" y="11823"/>
                      <a:pt x="1254" y="11630"/>
                    </a:cubicBezTo>
                    <a:cubicBezTo>
                      <a:pt x="1254" y="11630"/>
                      <a:pt x="3033" y="8748"/>
                      <a:pt x="4812" y="5840"/>
                    </a:cubicBezTo>
                    <a:cubicBezTo>
                      <a:pt x="6542" y="2908"/>
                      <a:pt x="8296" y="1"/>
                      <a:pt x="829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7"/>
              <p:cNvSpPr/>
              <p:nvPr/>
            </p:nvSpPr>
            <p:spPr>
              <a:xfrm>
                <a:off x="2017806" y="4040658"/>
                <a:ext cx="147763" cy="126300"/>
              </a:xfrm>
              <a:custGeom>
                <a:rect b="b" l="l" r="r" t="t"/>
                <a:pathLst>
                  <a:path extrusionOk="0" h="5314" w="6217">
                    <a:moveTo>
                      <a:pt x="5617" y="1"/>
                    </a:moveTo>
                    <a:cubicBezTo>
                      <a:pt x="5526" y="1"/>
                      <a:pt x="5432" y="36"/>
                      <a:pt x="5348" y="120"/>
                    </a:cubicBezTo>
                    <a:cubicBezTo>
                      <a:pt x="3744" y="1699"/>
                      <a:pt x="2015" y="3152"/>
                      <a:pt x="336" y="4606"/>
                    </a:cubicBezTo>
                    <a:cubicBezTo>
                      <a:pt x="0" y="4882"/>
                      <a:pt x="302" y="5314"/>
                      <a:pt x="641" y="5314"/>
                    </a:cubicBezTo>
                    <a:cubicBezTo>
                      <a:pt x="732" y="5314"/>
                      <a:pt x="827" y="5282"/>
                      <a:pt x="912" y="5207"/>
                    </a:cubicBezTo>
                    <a:cubicBezTo>
                      <a:pt x="2616" y="3729"/>
                      <a:pt x="4321" y="2300"/>
                      <a:pt x="5925" y="721"/>
                    </a:cubicBezTo>
                    <a:cubicBezTo>
                      <a:pt x="6217" y="429"/>
                      <a:pt x="5934" y="1"/>
                      <a:pt x="561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7"/>
              <p:cNvSpPr/>
              <p:nvPr/>
            </p:nvSpPr>
            <p:spPr>
              <a:xfrm>
                <a:off x="1505809" y="4169294"/>
                <a:ext cx="151542" cy="159171"/>
              </a:xfrm>
              <a:custGeom>
                <a:rect b="b" l="l" r="r" t="t"/>
                <a:pathLst>
                  <a:path extrusionOk="0" h="6697" w="6376">
                    <a:moveTo>
                      <a:pt x="570" y="0"/>
                    </a:moveTo>
                    <a:cubicBezTo>
                      <a:pt x="272" y="0"/>
                      <a:pt x="1" y="419"/>
                      <a:pt x="248" y="723"/>
                    </a:cubicBezTo>
                    <a:cubicBezTo>
                      <a:pt x="1852" y="2803"/>
                      <a:pt x="3531" y="4808"/>
                      <a:pt x="5461" y="6588"/>
                    </a:cubicBezTo>
                    <a:cubicBezTo>
                      <a:pt x="5548" y="6664"/>
                      <a:pt x="5645" y="6696"/>
                      <a:pt x="5739" y="6696"/>
                    </a:cubicBezTo>
                    <a:cubicBezTo>
                      <a:pt x="6076" y="6696"/>
                      <a:pt x="6376" y="6280"/>
                      <a:pt x="6062" y="5986"/>
                    </a:cubicBezTo>
                    <a:cubicBezTo>
                      <a:pt x="4107" y="4207"/>
                      <a:pt x="2453" y="2227"/>
                      <a:pt x="849" y="146"/>
                    </a:cubicBezTo>
                    <a:cubicBezTo>
                      <a:pt x="764" y="43"/>
                      <a:pt x="666" y="0"/>
                      <a:pt x="57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7"/>
              <p:cNvSpPr/>
              <p:nvPr/>
            </p:nvSpPr>
            <p:spPr>
              <a:xfrm>
                <a:off x="1398732" y="4029059"/>
                <a:ext cx="102747" cy="160312"/>
              </a:xfrm>
              <a:custGeom>
                <a:rect b="b" l="l" r="r" t="t"/>
                <a:pathLst>
                  <a:path extrusionOk="0" h="6745" w="4323">
                    <a:moveTo>
                      <a:pt x="3816" y="0"/>
                    </a:moveTo>
                    <a:cubicBezTo>
                      <a:pt x="3649" y="0"/>
                      <a:pt x="3478" y="85"/>
                      <a:pt x="3399" y="282"/>
                    </a:cubicBezTo>
                    <a:cubicBezTo>
                      <a:pt x="2547" y="2337"/>
                      <a:pt x="1369" y="4242"/>
                      <a:pt x="191" y="6122"/>
                    </a:cubicBezTo>
                    <a:cubicBezTo>
                      <a:pt x="0" y="6451"/>
                      <a:pt x="290" y="6745"/>
                      <a:pt x="577" y="6745"/>
                    </a:cubicBezTo>
                    <a:cubicBezTo>
                      <a:pt x="705" y="6745"/>
                      <a:pt x="833" y="6687"/>
                      <a:pt x="918" y="6548"/>
                    </a:cubicBezTo>
                    <a:cubicBezTo>
                      <a:pt x="2146" y="4593"/>
                      <a:pt x="3324" y="2638"/>
                      <a:pt x="4201" y="508"/>
                    </a:cubicBezTo>
                    <a:cubicBezTo>
                      <a:pt x="4323" y="203"/>
                      <a:pt x="4075" y="0"/>
                      <a:pt x="381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7"/>
              <p:cNvSpPr/>
              <p:nvPr/>
            </p:nvSpPr>
            <p:spPr>
              <a:xfrm>
                <a:off x="1921710" y="4259020"/>
                <a:ext cx="111232" cy="74606"/>
              </a:xfrm>
              <a:custGeom>
                <a:rect b="b" l="l" r="r" t="t"/>
                <a:pathLst>
                  <a:path extrusionOk="0" h="3139" w="4680">
                    <a:moveTo>
                      <a:pt x="2235" y="0"/>
                    </a:moveTo>
                    <a:cubicBezTo>
                      <a:pt x="255" y="0"/>
                      <a:pt x="0" y="3138"/>
                      <a:pt x="2524" y="3138"/>
                    </a:cubicBezTo>
                    <a:cubicBezTo>
                      <a:pt x="4429" y="3138"/>
                      <a:pt x="4679" y="81"/>
                      <a:pt x="2374" y="5"/>
                    </a:cubicBezTo>
                    <a:cubicBezTo>
                      <a:pt x="2327" y="2"/>
                      <a:pt x="2280" y="0"/>
                      <a:pt x="22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7"/>
              <p:cNvSpPr/>
              <p:nvPr/>
            </p:nvSpPr>
            <p:spPr>
              <a:xfrm>
                <a:off x="1567869" y="4287019"/>
                <a:ext cx="111232" cy="74606"/>
              </a:xfrm>
              <a:custGeom>
                <a:rect b="b" l="l" r="r" t="t"/>
                <a:pathLst>
                  <a:path extrusionOk="0" h="3139" w="4680">
                    <a:moveTo>
                      <a:pt x="2260" y="0"/>
                    </a:moveTo>
                    <a:cubicBezTo>
                      <a:pt x="279" y="0"/>
                      <a:pt x="1" y="3138"/>
                      <a:pt x="2549" y="3138"/>
                    </a:cubicBezTo>
                    <a:cubicBezTo>
                      <a:pt x="4454" y="3138"/>
                      <a:pt x="4679" y="56"/>
                      <a:pt x="2398" y="5"/>
                    </a:cubicBezTo>
                    <a:cubicBezTo>
                      <a:pt x="2351" y="2"/>
                      <a:pt x="2305" y="0"/>
                      <a:pt x="226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7"/>
              <p:cNvSpPr/>
              <p:nvPr/>
            </p:nvSpPr>
            <p:spPr>
              <a:xfrm>
                <a:off x="1432626" y="3996900"/>
                <a:ext cx="111232" cy="74606"/>
              </a:xfrm>
              <a:custGeom>
                <a:rect b="b" l="l" r="r" t="t"/>
                <a:pathLst>
                  <a:path extrusionOk="0" h="3139" w="4680">
                    <a:moveTo>
                      <a:pt x="2259" y="1"/>
                    </a:moveTo>
                    <a:cubicBezTo>
                      <a:pt x="256" y="1"/>
                      <a:pt x="1" y="3139"/>
                      <a:pt x="2525" y="3139"/>
                    </a:cubicBezTo>
                    <a:cubicBezTo>
                      <a:pt x="4454" y="3139"/>
                      <a:pt x="4680" y="56"/>
                      <a:pt x="2399" y="6"/>
                    </a:cubicBezTo>
                    <a:cubicBezTo>
                      <a:pt x="2352" y="2"/>
                      <a:pt x="2305" y="1"/>
                      <a:pt x="225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7"/>
              <p:cNvSpPr/>
              <p:nvPr/>
            </p:nvSpPr>
            <p:spPr>
              <a:xfrm>
                <a:off x="1869062" y="4215547"/>
                <a:ext cx="82854" cy="56115"/>
              </a:xfrm>
              <a:custGeom>
                <a:rect b="b" l="l" r="r" t="t"/>
                <a:pathLst>
                  <a:path extrusionOk="0" h="2361" w="3486">
                    <a:moveTo>
                      <a:pt x="1666" y="0"/>
                    </a:moveTo>
                    <a:cubicBezTo>
                      <a:pt x="192" y="0"/>
                      <a:pt x="0" y="2336"/>
                      <a:pt x="1882" y="2361"/>
                    </a:cubicBezTo>
                    <a:cubicBezTo>
                      <a:pt x="3310" y="2361"/>
                      <a:pt x="3486" y="55"/>
                      <a:pt x="1782" y="5"/>
                    </a:cubicBezTo>
                    <a:cubicBezTo>
                      <a:pt x="1742" y="2"/>
                      <a:pt x="1704" y="0"/>
                      <a:pt x="16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7"/>
              <p:cNvSpPr/>
              <p:nvPr/>
            </p:nvSpPr>
            <p:spPr>
              <a:xfrm>
                <a:off x="1573003" y="4215547"/>
                <a:ext cx="83448" cy="56115"/>
              </a:xfrm>
              <a:custGeom>
                <a:rect b="b" l="l" r="r" t="t"/>
                <a:pathLst>
                  <a:path extrusionOk="0" h="2361" w="3511">
                    <a:moveTo>
                      <a:pt x="1666" y="0"/>
                    </a:moveTo>
                    <a:cubicBezTo>
                      <a:pt x="191" y="0"/>
                      <a:pt x="0" y="2336"/>
                      <a:pt x="1907" y="2361"/>
                    </a:cubicBezTo>
                    <a:cubicBezTo>
                      <a:pt x="3335" y="2361"/>
                      <a:pt x="3511" y="55"/>
                      <a:pt x="1781" y="5"/>
                    </a:cubicBezTo>
                    <a:cubicBezTo>
                      <a:pt x="1742" y="2"/>
                      <a:pt x="1704" y="0"/>
                      <a:pt x="16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7"/>
              <p:cNvSpPr/>
              <p:nvPr/>
            </p:nvSpPr>
            <p:spPr>
              <a:xfrm>
                <a:off x="1387133" y="4075550"/>
                <a:ext cx="83234" cy="55545"/>
              </a:xfrm>
              <a:custGeom>
                <a:rect b="b" l="l" r="r" t="t"/>
                <a:pathLst>
                  <a:path extrusionOk="0" h="2337" w="3502">
                    <a:moveTo>
                      <a:pt x="1667" y="1"/>
                    </a:moveTo>
                    <a:cubicBezTo>
                      <a:pt x="192" y="1"/>
                      <a:pt x="0" y="2336"/>
                      <a:pt x="1882" y="2336"/>
                    </a:cubicBezTo>
                    <a:cubicBezTo>
                      <a:pt x="1890" y="2336"/>
                      <a:pt x="1897" y="2336"/>
                      <a:pt x="1905" y="2336"/>
                    </a:cubicBezTo>
                    <a:cubicBezTo>
                      <a:pt x="3313" y="2336"/>
                      <a:pt x="3502" y="30"/>
                      <a:pt x="1782" y="5"/>
                    </a:cubicBezTo>
                    <a:cubicBezTo>
                      <a:pt x="1743" y="2"/>
                      <a:pt x="1704" y="1"/>
                      <a:pt x="16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7"/>
              <p:cNvSpPr/>
              <p:nvPr/>
            </p:nvSpPr>
            <p:spPr>
              <a:xfrm>
                <a:off x="2095885" y="4001036"/>
                <a:ext cx="110994" cy="74654"/>
              </a:xfrm>
              <a:custGeom>
                <a:rect b="b" l="l" r="r" t="t"/>
                <a:pathLst>
                  <a:path extrusionOk="0" h="3141" w="4670">
                    <a:moveTo>
                      <a:pt x="2203" y="1"/>
                    </a:moveTo>
                    <a:cubicBezTo>
                      <a:pt x="244" y="1"/>
                      <a:pt x="0" y="3116"/>
                      <a:pt x="2514" y="3140"/>
                    </a:cubicBezTo>
                    <a:cubicBezTo>
                      <a:pt x="4419" y="3140"/>
                      <a:pt x="4670" y="57"/>
                      <a:pt x="2364" y="7"/>
                    </a:cubicBezTo>
                    <a:cubicBezTo>
                      <a:pt x="2309" y="3"/>
                      <a:pt x="2256" y="1"/>
                      <a:pt x="220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7"/>
              <p:cNvSpPr/>
              <p:nvPr/>
            </p:nvSpPr>
            <p:spPr>
              <a:xfrm>
                <a:off x="2038841" y="4047551"/>
                <a:ext cx="83448" cy="56139"/>
              </a:xfrm>
              <a:custGeom>
                <a:rect b="b" l="l" r="r" t="t"/>
                <a:pathLst>
                  <a:path extrusionOk="0" h="2362" w="3511">
                    <a:moveTo>
                      <a:pt x="1666" y="1"/>
                    </a:moveTo>
                    <a:cubicBezTo>
                      <a:pt x="191" y="1"/>
                      <a:pt x="1" y="2337"/>
                      <a:pt x="1907" y="2361"/>
                    </a:cubicBezTo>
                    <a:cubicBezTo>
                      <a:pt x="3335" y="2361"/>
                      <a:pt x="3511" y="55"/>
                      <a:pt x="1782" y="5"/>
                    </a:cubicBezTo>
                    <a:cubicBezTo>
                      <a:pt x="1742" y="2"/>
                      <a:pt x="1704" y="1"/>
                      <a:pt x="16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7"/>
              <p:cNvSpPr/>
              <p:nvPr/>
            </p:nvSpPr>
            <p:spPr>
              <a:xfrm>
                <a:off x="948153" y="3917680"/>
                <a:ext cx="211483" cy="380779"/>
              </a:xfrm>
              <a:custGeom>
                <a:rect b="b" l="l" r="r" t="t"/>
                <a:pathLst>
                  <a:path extrusionOk="0" h="16021" w="8898">
                    <a:moveTo>
                      <a:pt x="4239" y="1"/>
                    </a:moveTo>
                    <a:cubicBezTo>
                      <a:pt x="3672" y="1"/>
                      <a:pt x="3052" y="99"/>
                      <a:pt x="2431" y="381"/>
                    </a:cubicBezTo>
                    <a:cubicBezTo>
                      <a:pt x="2005" y="582"/>
                      <a:pt x="1629" y="858"/>
                      <a:pt x="1328" y="1183"/>
                    </a:cubicBezTo>
                    <a:cubicBezTo>
                      <a:pt x="1003" y="1484"/>
                      <a:pt x="777" y="1860"/>
                      <a:pt x="602" y="2186"/>
                    </a:cubicBezTo>
                    <a:cubicBezTo>
                      <a:pt x="251" y="2888"/>
                      <a:pt x="125" y="3564"/>
                      <a:pt x="50" y="4166"/>
                    </a:cubicBezTo>
                    <a:cubicBezTo>
                      <a:pt x="0" y="4767"/>
                      <a:pt x="0" y="5344"/>
                      <a:pt x="25" y="5895"/>
                    </a:cubicBezTo>
                    <a:cubicBezTo>
                      <a:pt x="100" y="6973"/>
                      <a:pt x="301" y="7950"/>
                      <a:pt x="552" y="8853"/>
                    </a:cubicBezTo>
                    <a:cubicBezTo>
                      <a:pt x="802" y="9755"/>
                      <a:pt x="1078" y="10557"/>
                      <a:pt x="1354" y="11309"/>
                    </a:cubicBezTo>
                    <a:cubicBezTo>
                      <a:pt x="1930" y="12788"/>
                      <a:pt x="2557" y="13965"/>
                      <a:pt x="3008" y="14767"/>
                    </a:cubicBezTo>
                    <a:cubicBezTo>
                      <a:pt x="3233" y="15194"/>
                      <a:pt x="3434" y="15494"/>
                      <a:pt x="3559" y="15695"/>
                    </a:cubicBezTo>
                    <a:cubicBezTo>
                      <a:pt x="3684" y="15920"/>
                      <a:pt x="3760" y="16021"/>
                      <a:pt x="3760" y="16021"/>
                    </a:cubicBezTo>
                    <a:cubicBezTo>
                      <a:pt x="3760" y="16021"/>
                      <a:pt x="3760" y="15895"/>
                      <a:pt x="3734" y="15645"/>
                    </a:cubicBezTo>
                    <a:cubicBezTo>
                      <a:pt x="3734" y="15394"/>
                      <a:pt x="3709" y="15018"/>
                      <a:pt x="3659" y="14567"/>
                    </a:cubicBezTo>
                    <a:cubicBezTo>
                      <a:pt x="3609" y="14116"/>
                      <a:pt x="3559" y="13564"/>
                      <a:pt x="3509" y="12938"/>
                    </a:cubicBezTo>
                    <a:cubicBezTo>
                      <a:pt x="3434" y="12311"/>
                      <a:pt x="3359" y="11610"/>
                      <a:pt x="3283" y="10833"/>
                    </a:cubicBezTo>
                    <a:cubicBezTo>
                      <a:pt x="3208" y="10081"/>
                      <a:pt x="3133" y="9279"/>
                      <a:pt x="3058" y="8427"/>
                    </a:cubicBezTo>
                    <a:cubicBezTo>
                      <a:pt x="3008" y="7574"/>
                      <a:pt x="2983" y="6697"/>
                      <a:pt x="3033" y="5845"/>
                    </a:cubicBezTo>
                    <a:cubicBezTo>
                      <a:pt x="3058" y="5419"/>
                      <a:pt x="3083" y="4993"/>
                      <a:pt x="3183" y="4617"/>
                    </a:cubicBezTo>
                    <a:cubicBezTo>
                      <a:pt x="3258" y="4241"/>
                      <a:pt x="3359" y="3915"/>
                      <a:pt x="3484" y="3715"/>
                    </a:cubicBezTo>
                    <a:cubicBezTo>
                      <a:pt x="3634" y="3514"/>
                      <a:pt x="3709" y="3464"/>
                      <a:pt x="3810" y="3414"/>
                    </a:cubicBezTo>
                    <a:cubicBezTo>
                      <a:pt x="3892" y="3373"/>
                      <a:pt x="4074" y="3332"/>
                      <a:pt x="4315" y="3332"/>
                    </a:cubicBezTo>
                    <a:cubicBezTo>
                      <a:pt x="4369" y="3332"/>
                      <a:pt x="4427" y="3334"/>
                      <a:pt x="4486" y="3339"/>
                    </a:cubicBezTo>
                    <a:cubicBezTo>
                      <a:pt x="4562" y="3364"/>
                      <a:pt x="4637" y="3364"/>
                      <a:pt x="4737" y="3389"/>
                    </a:cubicBezTo>
                    <a:lnTo>
                      <a:pt x="4837" y="3389"/>
                    </a:lnTo>
                    <a:lnTo>
                      <a:pt x="4937" y="3414"/>
                    </a:lnTo>
                    <a:lnTo>
                      <a:pt x="4988" y="3439"/>
                    </a:lnTo>
                    <a:lnTo>
                      <a:pt x="5038" y="3439"/>
                    </a:lnTo>
                    <a:lnTo>
                      <a:pt x="5113" y="3464"/>
                    </a:lnTo>
                    <a:cubicBezTo>
                      <a:pt x="5163" y="3489"/>
                      <a:pt x="5213" y="3514"/>
                      <a:pt x="5238" y="3539"/>
                    </a:cubicBezTo>
                    <a:cubicBezTo>
                      <a:pt x="5389" y="3615"/>
                      <a:pt x="5464" y="3690"/>
                      <a:pt x="5589" y="3890"/>
                    </a:cubicBezTo>
                    <a:cubicBezTo>
                      <a:pt x="5689" y="4091"/>
                      <a:pt x="5765" y="4417"/>
                      <a:pt x="5815" y="4792"/>
                    </a:cubicBezTo>
                    <a:cubicBezTo>
                      <a:pt x="5840" y="5168"/>
                      <a:pt x="5840" y="5569"/>
                      <a:pt x="5815" y="5996"/>
                    </a:cubicBezTo>
                    <a:cubicBezTo>
                      <a:pt x="5740" y="6848"/>
                      <a:pt x="5589" y="7725"/>
                      <a:pt x="5414" y="8552"/>
                    </a:cubicBezTo>
                    <a:cubicBezTo>
                      <a:pt x="5238" y="9379"/>
                      <a:pt x="5063" y="10181"/>
                      <a:pt x="4862" y="10933"/>
                    </a:cubicBezTo>
                    <a:cubicBezTo>
                      <a:pt x="4511" y="12412"/>
                      <a:pt x="4186" y="13690"/>
                      <a:pt x="3985" y="14592"/>
                    </a:cubicBezTo>
                    <a:cubicBezTo>
                      <a:pt x="3885" y="15043"/>
                      <a:pt x="3835" y="15394"/>
                      <a:pt x="3810" y="15645"/>
                    </a:cubicBezTo>
                    <a:cubicBezTo>
                      <a:pt x="3760" y="15895"/>
                      <a:pt x="3760" y="16021"/>
                      <a:pt x="3760" y="16021"/>
                    </a:cubicBezTo>
                    <a:cubicBezTo>
                      <a:pt x="3760" y="16021"/>
                      <a:pt x="4060" y="15595"/>
                      <a:pt x="4587" y="14843"/>
                    </a:cubicBezTo>
                    <a:cubicBezTo>
                      <a:pt x="5113" y="14091"/>
                      <a:pt x="5865" y="13013"/>
                      <a:pt x="6617" y="11610"/>
                    </a:cubicBezTo>
                    <a:cubicBezTo>
                      <a:pt x="7018" y="10933"/>
                      <a:pt x="7394" y="10156"/>
                      <a:pt x="7770" y="9304"/>
                    </a:cubicBezTo>
                    <a:cubicBezTo>
                      <a:pt x="8120" y="8427"/>
                      <a:pt x="8471" y="7499"/>
                      <a:pt x="8697" y="6422"/>
                    </a:cubicBezTo>
                    <a:cubicBezTo>
                      <a:pt x="8797" y="5895"/>
                      <a:pt x="8897" y="5319"/>
                      <a:pt x="8897" y="4717"/>
                    </a:cubicBezTo>
                    <a:cubicBezTo>
                      <a:pt x="8897" y="4091"/>
                      <a:pt x="8847" y="3389"/>
                      <a:pt x="8547" y="2662"/>
                    </a:cubicBezTo>
                    <a:cubicBezTo>
                      <a:pt x="8271" y="1935"/>
                      <a:pt x="7694" y="1158"/>
                      <a:pt x="6943" y="707"/>
                    </a:cubicBezTo>
                    <a:cubicBezTo>
                      <a:pt x="6767" y="582"/>
                      <a:pt x="6592" y="507"/>
                      <a:pt x="6391" y="432"/>
                    </a:cubicBezTo>
                    <a:lnTo>
                      <a:pt x="6115" y="306"/>
                    </a:lnTo>
                    <a:lnTo>
                      <a:pt x="5790" y="206"/>
                    </a:lnTo>
                    <a:lnTo>
                      <a:pt x="5664" y="181"/>
                    </a:lnTo>
                    <a:lnTo>
                      <a:pt x="5564" y="156"/>
                    </a:lnTo>
                    <a:lnTo>
                      <a:pt x="5414" y="131"/>
                    </a:lnTo>
                    <a:lnTo>
                      <a:pt x="5288" y="106"/>
                    </a:lnTo>
                    <a:cubicBezTo>
                      <a:pt x="5138" y="81"/>
                      <a:pt x="4963" y="56"/>
                      <a:pt x="4787" y="31"/>
                    </a:cubicBezTo>
                    <a:cubicBezTo>
                      <a:pt x="4612" y="12"/>
                      <a:pt x="4428" y="1"/>
                      <a:pt x="423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7"/>
              <p:cNvSpPr/>
              <p:nvPr/>
            </p:nvSpPr>
            <p:spPr>
              <a:xfrm>
                <a:off x="1037499" y="4294293"/>
                <a:ext cx="316916" cy="300920"/>
              </a:xfrm>
              <a:custGeom>
                <a:rect b="b" l="l" r="r" t="t"/>
                <a:pathLst>
                  <a:path extrusionOk="0" h="12661" w="13334">
                    <a:moveTo>
                      <a:pt x="1504" y="0"/>
                    </a:moveTo>
                    <a:cubicBezTo>
                      <a:pt x="1028" y="0"/>
                      <a:pt x="627" y="50"/>
                      <a:pt x="376" y="100"/>
                    </a:cubicBezTo>
                    <a:cubicBezTo>
                      <a:pt x="126" y="151"/>
                      <a:pt x="1" y="176"/>
                      <a:pt x="1" y="176"/>
                    </a:cubicBezTo>
                    <a:cubicBezTo>
                      <a:pt x="1" y="176"/>
                      <a:pt x="1" y="176"/>
                      <a:pt x="1" y="176"/>
                    </a:cubicBezTo>
                    <a:lnTo>
                      <a:pt x="1" y="176"/>
                    </a:lnTo>
                    <a:cubicBezTo>
                      <a:pt x="1" y="176"/>
                      <a:pt x="126" y="226"/>
                      <a:pt x="376" y="276"/>
                    </a:cubicBezTo>
                    <a:cubicBezTo>
                      <a:pt x="602" y="351"/>
                      <a:pt x="953" y="476"/>
                      <a:pt x="1379" y="652"/>
                    </a:cubicBezTo>
                    <a:cubicBezTo>
                      <a:pt x="2206" y="1028"/>
                      <a:pt x="3384" y="1604"/>
                      <a:pt x="4687" y="2406"/>
                    </a:cubicBezTo>
                    <a:cubicBezTo>
                      <a:pt x="5339" y="2807"/>
                      <a:pt x="6041" y="3233"/>
                      <a:pt x="6717" y="3760"/>
                    </a:cubicBezTo>
                    <a:cubicBezTo>
                      <a:pt x="7394" y="4261"/>
                      <a:pt x="8071" y="4812"/>
                      <a:pt x="8672" y="5439"/>
                    </a:cubicBezTo>
                    <a:cubicBezTo>
                      <a:pt x="8948" y="5740"/>
                      <a:pt x="9224" y="6065"/>
                      <a:pt x="9449" y="6391"/>
                    </a:cubicBezTo>
                    <a:cubicBezTo>
                      <a:pt x="9650" y="6717"/>
                      <a:pt x="9800" y="7018"/>
                      <a:pt x="9875" y="7319"/>
                    </a:cubicBezTo>
                    <a:cubicBezTo>
                      <a:pt x="9976" y="7594"/>
                      <a:pt x="9976" y="7845"/>
                      <a:pt x="9925" y="8095"/>
                    </a:cubicBezTo>
                    <a:cubicBezTo>
                      <a:pt x="9875" y="8321"/>
                      <a:pt x="9775" y="8597"/>
                      <a:pt x="9575" y="8872"/>
                    </a:cubicBezTo>
                    <a:lnTo>
                      <a:pt x="9549" y="8923"/>
                    </a:lnTo>
                    <a:lnTo>
                      <a:pt x="9549" y="8923"/>
                    </a:lnTo>
                    <a:lnTo>
                      <a:pt x="9549" y="8923"/>
                    </a:lnTo>
                    <a:lnTo>
                      <a:pt x="9524" y="8948"/>
                    </a:lnTo>
                    <a:cubicBezTo>
                      <a:pt x="9527" y="8945"/>
                      <a:pt x="9529" y="8943"/>
                      <a:pt x="9530" y="8943"/>
                    </a:cubicBezTo>
                    <a:cubicBezTo>
                      <a:pt x="9530" y="8943"/>
                      <a:pt x="9530" y="8945"/>
                      <a:pt x="9529" y="8948"/>
                    </a:cubicBezTo>
                    <a:lnTo>
                      <a:pt x="9529" y="8948"/>
                    </a:lnTo>
                    <a:lnTo>
                      <a:pt x="9424" y="9073"/>
                    </a:lnTo>
                    <a:cubicBezTo>
                      <a:pt x="9374" y="9123"/>
                      <a:pt x="9374" y="9148"/>
                      <a:pt x="9324" y="9198"/>
                    </a:cubicBezTo>
                    <a:cubicBezTo>
                      <a:pt x="9249" y="9273"/>
                      <a:pt x="9174" y="9324"/>
                      <a:pt x="9123" y="9349"/>
                    </a:cubicBezTo>
                    <a:cubicBezTo>
                      <a:pt x="9073" y="9374"/>
                      <a:pt x="9073" y="9374"/>
                      <a:pt x="9023" y="9374"/>
                    </a:cubicBezTo>
                    <a:cubicBezTo>
                      <a:pt x="8998" y="9386"/>
                      <a:pt x="8967" y="9392"/>
                      <a:pt x="8926" y="9392"/>
                    </a:cubicBezTo>
                    <a:cubicBezTo>
                      <a:pt x="8885" y="9392"/>
                      <a:pt x="8835" y="9386"/>
                      <a:pt x="8773" y="9374"/>
                    </a:cubicBezTo>
                    <a:cubicBezTo>
                      <a:pt x="8572" y="9298"/>
                      <a:pt x="8246" y="9148"/>
                      <a:pt x="7920" y="8923"/>
                    </a:cubicBezTo>
                    <a:cubicBezTo>
                      <a:pt x="7595" y="8697"/>
                      <a:pt x="7244" y="8396"/>
                      <a:pt x="6918" y="8095"/>
                    </a:cubicBezTo>
                    <a:cubicBezTo>
                      <a:pt x="6291" y="7494"/>
                      <a:pt x="5665" y="6817"/>
                      <a:pt x="5088" y="6166"/>
                    </a:cubicBezTo>
                    <a:cubicBezTo>
                      <a:pt x="4537" y="5489"/>
                      <a:pt x="3986" y="4837"/>
                      <a:pt x="3509" y="4236"/>
                    </a:cubicBezTo>
                    <a:cubicBezTo>
                      <a:pt x="2507" y="3008"/>
                      <a:pt x="1655" y="1980"/>
                      <a:pt x="1028" y="1253"/>
                    </a:cubicBezTo>
                    <a:cubicBezTo>
                      <a:pt x="727" y="902"/>
                      <a:pt x="452" y="627"/>
                      <a:pt x="276" y="451"/>
                    </a:cubicBezTo>
                    <a:cubicBezTo>
                      <a:pt x="101" y="276"/>
                      <a:pt x="1" y="176"/>
                      <a:pt x="1" y="176"/>
                    </a:cubicBezTo>
                    <a:lnTo>
                      <a:pt x="1" y="176"/>
                    </a:lnTo>
                    <a:cubicBezTo>
                      <a:pt x="1" y="176"/>
                      <a:pt x="151" y="702"/>
                      <a:pt x="452" y="1604"/>
                    </a:cubicBezTo>
                    <a:cubicBezTo>
                      <a:pt x="752" y="2481"/>
                      <a:pt x="1178" y="3760"/>
                      <a:pt x="1855" y="5238"/>
                    </a:cubicBezTo>
                    <a:cubicBezTo>
                      <a:pt x="2181" y="5990"/>
                      <a:pt x="2582" y="6767"/>
                      <a:pt x="3033" y="7594"/>
                    </a:cubicBezTo>
                    <a:cubicBezTo>
                      <a:pt x="3509" y="8421"/>
                      <a:pt x="4061" y="9273"/>
                      <a:pt x="4762" y="10126"/>
                    </a:cubicBezTo>
                    <a:cubicBezTo>
                      <a:pt x="5113" y="10552"/>
                      <a:pt x="5514" y="10978"/>
                      <a:pt x="5991" y="11379"/>
                    </a:cubicBezTo>
                    <a:cubicBezTo>
                      <a:pt x="6467" y="11780"/>
                      <a:pt x="7018" y="12181"/>
                      <a:pt x="7770" y="12456"/>
                    </a:cubicBezTo>
                    <a:cubicBezTo>
                      <a:pt x="8129" y="12569"/>
                      <a:pt x="8508" y="12661"/>
                      <a:pt x="8944" y="12661"/>
                    </a:cubicBezTo>
                    <a:cubicBezTo>
                      <a:pt x="8995" y="12661"/>
                      <a:pt x="9046" y="12660"/>
                      <a:pt x="9098" y="12657"/>
                    </a:cubicBezTo>
                    <a:cubicBezTo>
                      <a:pt x="9139" y="12659"/>
                      <a:pt x="9180" y="12660"/>
                      <a:pt x="9220" y="12660"/>
                    </a:cubicBezTo>
                    <a:cubicBezTo>
                      <a:pt x="9659" y="12660"/>
                      <a:pt x="10112" y="12540"/>
                      <a:pt x="10502" y="12356"/>
                    </a:cubicBezTo>
                    <a:cubicBezTo>
                      <a:pt x="10928" y="12156"/>
                      <a:pt x="11304" y="11905"/>
                      <a:pt x="11605" y="11629"/>
                    </a:cubicBezTo>
                    <a:cubicBezTo>
                      <a:pt x="11755" y="11504"/>
                      <a:pt x="11905" y="11304"/>
                      <a:pt x="12031" y="11153"/>
                    </a:cubicBezTo>
                    <a:lnTo>
                      <a:pt x="12156" y="11003"/>
                    </a:lnTo>
                    <a:lnTo>
                      <a:pt x="12206" y="10953"/>
                    </a:lnTo>
                    <a:lnTo>
                      <a:pt x="12281" y="10852"/>
                    </a:lnTo>
                    <a:lnTo>
                      <a:pt x="12281" y="10827"/>
                    </a:lnTo>
                    <a:lnTo>
                      <a:pt x="12357" y="10727"/>
                    </a:lnTo>
                    <a:cubicBezTo>
                      <a:pt x="12758" y="10126"/>
                      <a:pt x="13083" y="9399"/>
                      <a:pt x="13209" y="8597"/>
                    </a:cubicBezTo>
                    <a:cubicBezTo>
                      <a:pt x="13334" y="7795"/>
                      <a:pt x="13209" y="6968"/>
                      <a:pt x="12958" y="6291"/>
                    </a:cubicBezTo>
                    <a:cubicBezTo>
                      <a:pt x="12707" y="5589"/>
                      <a:pt x="12331" y="5013"/>
                      <a:pt x="11930" y="4511"/>
                    </a:cubicBezTo>
                    <a:cubicBezTo>
                      <a:pt x="11529" y="4010"/>
                      <a:pt x="11103" y="3609"/>
                      <a:pt x="10652" y="3258"/>
                    </a:cubicBezTo>
                    <a:cubicBezTo>
                      <a:pt x="9775" y="2532"/>
                      <a:pt x="8873" y="2005"/>
                      <a:pt x="7996" y="1579"/>
                    </a:cubicBezTo>
                    <a:cubicBezTo>
                      <a:pt x="7118" y="1178"/>
                      <a:pt x="6266" y="852"/>
                      <a:pt x="5464" y="627"/>
                    </a:cubicBezTo>
                    <a:cubicBezTo>
                      <a:pt x="3860" y="151"/>
                      <a:pt x="2482" y="0"/>
                      <a:pt x="150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7"/>
              <p:cNvSpPr/>
              <p:nvPr/>
            </p:nvSpPr>
            <p:spPr>
              <a:xfrm>
                <a:off x="720000" y="4226980"/>
                <a:ext cx="323476" cy="95926"/>
              </a:xfrm>
              <a:custGeom>
                <a:rect b="b" l="l" r="r" t="t"/>
                <a:pathLst>
                  <a:path extrusionOk="0" h="4036" w="13610">
                    <a:moveTo>
                      <a:pt x="777" y="0"/>
                    </a:moveTo>
                    <a:lnTo>
                      <a:pt x="0" y="1930"/>
                    </a:lnTo>
                    <a:cubicBezTo>
                      <a:pt x="1529" y="2531"/>
                      <a:pt x="3509" y="3033"/>
                      <a:pt x="5614" y="3409"/>
                    </a:cubicBezTo>
                    <a:cubicBezTo>
                      <a:pt x="7744" y="3810"/>
                      <a:pt x="9950" y="4035"/>
                      <a:pt x="11855" y="4035"/>
                    </a:cubicBezTo>
                    <a:cubicBezTo>
                      <a:pt x="12481" y="4035"/>
                      <a:pt x="13058" y="4010"/>
                      <a:pt x="13609" y="3960"/>
                    </a:cubicBezTo>
                    <a:lnTo>
                      <a:pt x="13384" y="1880"/>
                    </a:lnTo>
                    <a:cubicBezTo>
                      <a:pt x="12932" y="1930"/>
                      <a:pt x="12406" y="1955"/>
                      <a:pt x="11855" y="1955"/>
                    </a:cubicBezTo>
                    <a:cubicBezTo>
                      <a:pt x="10125" y="1955"/>
                      <a:pt x="7995" y="1729"/>
                      <a:pt x="5990" y="1353"/>
                    </a:cubicBezTo>
                    <a:cubicBezTo>
                      <a:pt x="3985" y="1003"/>
                      <a:pt x="2080" y="501"/>
                      <a:pt x="77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7"/>
              <p:cNvSpPr/>
              <p:nvPr/>
            </p:nvSpPr>
            <p:spPr>
              <a:xfrm>
                <a:off x="968404" y="4286544"/>
                <a:ext cx="99491" cy="316322"/>
              </a:xfrm>
              <a:custGeom>
                <a:rect b="b" l="l" r="r" t="t"/>
                <a:pathLst>
                  <a:path extrusionOk="0" h="13309" w="4186">
                    <a:moveTo>
                      <a:pt x="2281" y="0"/>
                    </a:moveTo>
                    <a:cubicBezTo>
                      <a:pt x="777" y="3409"/>
                      <a:pt x="25" y="7544"/>
                      <a:pt x="0" y="11229"/>
                    </a:cubicBezTo>
                    <a:cubicBezTo>
                      <a:pt x="0" y="11930"/>
                      <a:pt x="50" y="12632"/>
                      <a:pt x="101" y="13309"/>
                    </a:cubicBezTo>
                    <a:lnTo>
                      <a:pt x="2181" y="13108"/>
                    </a:lnTo>
                    <a:cubicBezTo>
                      <a:pt x="2131" y="12507"/>
                      <a:pt x="2106" y="11880"/>
                      <a:pt x="2106" y="11229"/>
                    </a:cubicBezTo>
                    <a:cubicBezTo>
                      <a:pt x="2106" y="7845"/>
                      <a:pt x="2832" y="3910"/>
                      <a:pt x="4186" y="853"/>
                    </a:cubicBezTo>
                    <a:lnTo>
                      <a:pt x="22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7"/>
              <p:cNvSpPr/>
              <p:nvPr/>
            </p:nvSpPr>
            <p:spPr>
              <a:xfrm>
                <a:off x="980312" y="4254361"/>
                <a:ext cx="128107" cy="98920"/>
              </a:xfrm>
              <a:custGeom>
                <a:rect b="b" l="l" r="r" t="t"/>
                <a:pathLst>
                  <a:path extrusionOk="0" h="4162" w="5390">
                    <a:moveTo>
                      <a:pt x="2707" y="1"/>
                    </a:moveTo>
                    <a:cubicBezTo>
                      <a:pt x="1" y="1"/>
                      <a:pt x="1" y="4161"/>
                      <a:pt x="2707" y="4161"/>
                    </a:cubicBezTo>
                    <a:cubicBezTo>
                      <a:pt x="5389" y="4161"/>
                      <a:pt x="5389" y="1"/>
                      <a:pt x="270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7"/>
              <p:cNvSpPr/>
              <p:nvPr/>
            </p:nvSpPr>
            <p:spPr>
              <a:xfrm>
                <a:off x="1184650" y="3876108"/>
                <a:ext cx="247824" cy="357416"/>
              </a:xfrm>
              <a:custGeom>
                <a:rect b="b" l="l" r="r" t="t"/>
                <a:pathLst>
                  <a:path extrusionOk="0" h="15038" w="10427">
                    <a:moveTo>
                      <a:pt x="10276" y="0"/>
                    </a:moveTo>
                    <a:cubicBezTo>
                      <a:pt x="10276" y="0"/>
                      <a:pt x="10176" y="25"/>
                      <a:pt x="10025" y="75"/>
                    </a:cubicBezTo>
                    <a:cubicBezTo>
                      <a:pt x="9850" y="125"/>
                      <a:pt x="9599" y="201"/>
                      <a:pt x="9323" y="326"/>
                    </a:cubicBezTo>
                    <a:cubicBezTo>
                      <a:pt x="9048" y="426"/>
                      <a:pt x="8722" y="577"/>
                      <a:pt x="8346" y="777"/>
                    </a:cubicBezTo>
                    <a:cubicBezTo>
                      <a:pt x="7995" y="952"/>
                      <a:pt x="7619" y="1178"/>
                      <a:pt x="7218" y="1404"/>
                    </a:cubicBezTo>
                    <a:cubicBezTo>
                      <a:pt x="6842" y="1679"/>
                      <a:pt x="6441" y="1955"/>
                      <a:pt x="6040" y="2256"/>
                    </a:cubicBezTo>
                    <a:cubicBezTo>
                      <a:pt x="5639" y="2582"/>
                      <a:pt x="5238" y="2907"/>
                      <a:pt x="4837" y="3283"/>
                    </a:cubicBezTo>
                    <a:cubicBezTo>
                      <a:pt x="4060" y="4035"/>
                      <a:pt x="3358" y="4887"/>
                      <a:pt x="2732" y="5815"/>
                    </a:cubicBezTo>
                    <a:cubicBezTo>
                      <a:pt x="2080" y="6742"/>
                      <a:pt x="1529" y="7745"/>
                      <a:pt x="1128" y="8747"/>
                    </a:cubicBezTo>
                    <a:cubicBezTo>
                      <a:pt x="702" y="9750"/>
                      <a:pt x="401" y="10752"/>
                      <a:pt x="226" y="11679"/>
                    </a:cubicBezTo>
                    <a:cubicBezTo>
                      <a:pt x="50" y="12607"/>
                      <a:pt x="0" y="13434"/>
                      <a:pt x="0" y="14035"/>
                    </a:cubicBezTo>
                    <a:cubicBezTo>
                      <a:pt x="0" y="14336"/>
                      <a:pt x="25" y="14612"/>
                      <a:pt x="25" y="14762"/>
                    </a:cubicBezTo>
                    <a:cubicBezTo>
                      <a:pt x="50" y="14938"/>
                      <a:pt x="50" y="15038"/>
                      <a:pt x="50" y="15038"/>
                    </a:cubicBezTo>
                    <a:cubicBezTo>
                      <a:pt x="50" y="15038"/>
                      <a:pt x="150" y="15013"/>
                      <a:pt x="326" y="14988"/>
                    </a:cubicBezTo>
                    <a:cubicBezTo>
                      <a:pt x="476" y="14938"/>
                      <a:pt x="752" y="14862"/>
                      <a:pt x="1028" y="14762"/>
                    </a:cubicBezTo>
                    <a:cubicBezTo>
                      <a:pt x="1604" y="14562"/>
                      <a:pt x="2381" y="14236"/>
                      <a:pt x="3183" y="13760"/>
                    </a:cubicBezTo>
                    <a:cubicBezTo>
                      <a:pt x="3985" y="13283"/>
                      <a:pt x="4862" y="12682"/>
                      <a:pt x="5664" y="11930"/>
                    </a:cubicBezTo>
                    <a:cubicBezTo>
                      <a:pt x="6466" y="11203"/>
                      <a:pt x="7218" y="10326"/>
                      <a:pt x="7870" y="9374"/>
                    </a:cubicBezTo>
                    <a:cubicBezTo>
                      <a:pt x="8521" y="8421"/>
                      <a:pt x="9073" y="7394"/>
                      <a:pt x="9474" y="6366"/>
                    </a:cubicBezTo>
                    <a:cubicBezTo>
                      <a:pt x="9674" y="5865"/>
                      <a:pt x="9875" y="5364"/>
                      <a:pt x="10000" y="4837"/>
                    </a:cubicBezTo>
                    <a:cubicBezTo>
                      <a:pt x="10125" y="4336"/>
                      <a:pt x="10226" y="3835"/>
                      <a:pt x="10276" y="3384"/>
                    </a:cubicBezTo>
                    <a:cubicBezTo>
                      <a:pt x="10351" y="2907"/>
                      <a:pt x="10401" y="2456"/>
                      <a:pt x="10401" y="2055"/>
                    </a:cubicBezTo>
                    <a:cubicBezTo>
                      <a:pt x="10426" y="1654"/>
                      <a:pt x="10426" y="1303"/>
                      <a:pt x="10401" y="978"/>
                    </a:cubicBezTo>
                    <a:cubicBezTo>
                      <a:pt x="10376" y="677"/>
                      <a:pt x="10351" y="426"/>
                      <a:pt x="10326" y="251"/>
                    </a:cubicBezTo>
                    <a:cubicBezTo>
                      <a:pt x="10301" y="100"/>
                      <a:pt x="10276" y="0"/>
                      <a:pt x="1027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7"/>
              <p:cNvSpPr/>
              <p:nvPr/>
            </p:nvSpPr>
            <p:spPr>
              <a:xfrm>
                <a:off x="1866424" y="4157671"/>
                <a:ext cx="125516" cy="137851"/>
              </a:xfrm>
              <a:custGeom>
                <a:rect b="b" l="l" r="r" t="t"/>
                <a:pathLst>
                  <a:path extrusionOk="0" h="5800" w="5281">
                    <a:moveTo>
                      <a:pt x="637" y="0"/>
                    </a:moveTo>
                    <a:cubicBezTo>
                      <a:pt x="300" y="0"/>
                      <a:pt x="0" y="417"/>
                      <a:pt x="314" y="711"/>
                    </a:cubicBezTo>
                    <a:cubicBezTo>
                      <a:pt x="1918" y="2139"/>
                      <a:pt x="3020" y="3944"/>
                      <a:pt x="4324" y="5623"/>
                    </a:cubicBezTo>
                    <a:cubicBezTo>
                      <a:pt x="4419" y="5748"/>
                      <a:pt x="4549" y="5799"/>
                      <a:pt x="4677" y="5799"/>
                    </a:cubicBezTo>
                    <a:cubicBezTo>
                      <a:pt x="4985" y="5799"/>
                      <a:pt x="5281" y="5498"/>
                      <a:pt x="5051" y="5197"/>
                    </a:cubicBezTo>
                    <a:cubicBezTo>
                      <a:pt x="3697" y="3467"/>
                      <a:pt x="2569" y="1613"/>
                      <a:pt x="915" y="109"/>
                    </a:cubicBezTo>
                    <a:cubicBezTo>
                      <a:pt x="828" y="33"/>
                      <a:pt x="731" y="0"/>
                      <a:pt x="63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94" name="Google Shape;294;p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95" name="Shape 295"/>
        <p:cNvGrpSpPr/>
        <p:nvPr/>
      </p:nvGrpSpPr>
      <p:grpSpPr>
        <a:xfrm>
          <a:off x="0" y="0"/>
          <a:ext cx="0" cy="0"/>
          <a:chOff x="0" y="0"/>
          <a:chExt cx="0" cy="0"/>
        </a:xfrm>
      </p:grpSpPr>
      <p:sp>
        <p:nvSpPr>
          <p:cNvPr id="296" name="Google Shape;296;p8"/>
          <p:cNvSpPr txBox="1"/>
          <p:nvPr>
            <p:ph type="title"/>
          </p:nvPr>
        </p:nvSpPr>
        <p:spPr>
          <a:xfrm>
            <a:off x="2301299" y="1545750"/>
            <a:ext cx="4541400" cy="2052000"/>
          </a:xfrm>
          <a:prstGeom prst="rect">
            <a:avLst/>
          </a:prstGeom>
        </p:spPr>
        <p:txBody>
          <a:bodyPr anchorCtr="0" anchor="ctr" bIns="91425" lIns="91425" spcFirstLastPara="1" rIns="91425" wrap="square" tIns="91425">
            <a:noAutofit/>
          </a:bodyPr>
          <a:lstStyle>
            <a:lvl1pPr lvl="0" algn="ctr">
              <a:spcBef>
                <a:spcPts val="0"/>
              </a:spcBef>
              <a:spcAft>
                <a:spcPts val="0"/>
              </a:spcAft>
              <a:buSzPts val="4800"/>
              <a:buNone/>
              <a:defRPr sz="8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297" name="Google Shape;297;p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98" name="Shape 298"/>
        <p:cNvGrpSpPr/>
        <p:nvPr/>
      </p:nvGrpSpPr>
      <p:grpSpPr>
        <a:xfrm>
          <a:off x="0" y="0"/>
          <a:ext cx="0" cy="0"/>
          <a:chOff x="0" y="0"/>
          <a:chExt cx="0" cy="0"/>
        </a:xfrm>
      </p:grpSpPr>
      <p:sp>
        <p:nvSpPr>
          <p:cNvPr id="299" name="Google Shape;299;p9"/>
          <p:cNvSpPr txBox="1"/>
          <p:nvPr>
            <p:ph idx="1" type="subTitle"/>
          </p:nvPr>
        </p:nvSpPr>
        <p:spPr>
          <a:xfrm>
            <a:off x="7315200" y="2194425"/>
            <a:ext cx="1108800" cy="3783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2100"/>
              <a:buNone/>
              <a:defRPr b="1" sz="2000">
                <a:solidFill>
                  <a:schemeClr val="dk1"/>
                </a:solidFill>
                <a:latin typeface="Jua"/>
                <a:ea typeface="Jua"/>
                <a:cs typeface="Jua"/>
                <a:sym typeface="Jua"/>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00" name="Google Shape;300;p9"/>
          <p:cNvSpPr txBox="1"/>
          <p:nvPr>
            <p:ph idx="2" type="body"/>
          </p:nvPr>
        </p:nvSpPr>
        <p:spPr>
          <a:xfrm>
            <a:off x="5191200" y="2621468"/>
            <a:ext cx="3232800" cy="1070100"/>
          </a:xfrm>
          <a:prstGeom prst="rect">
            <a:avLst/>
          </a:prstGeom>
        </p:spPr>
        <p:txBody>
          <a:bodyPr anchorCtr="0" anchor="ctr" bIns="91425" lIns="91425" spcFirstLastPara="1" rIns="91425" wrap="square" tIns="91425">
            <a:noAutofit/>
          </a:bodyPr>
          <a:lstStyle>
            <a:lvl1pPr indent="-342900" lvl="0" marL="457200" algn="r">
              <a:lnSpc>
                <a:spcPct val="100000"/>
              </a:lnSpc>
              <a:spcBef>
                <a:spcPts val="0"/>
              </a:spcBef>
              <a:spcAft>
                <a:spcPts val="0"/>
              </a:spcAft>
              <a:buSzPts val="1800"/>
              <a:buChar char="●"/>
              <a:defRPr sz="15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301" name="Google Shape;301;p9"/>
          <p:cNvSpPr txBox="1"/>
          <p:nvPr>
            <p:ph type="title"/>
          </p:nvPr>
        </p:nvSpPr>
        <p:spPr>
          <a:xfrm>
            <a:off x="5730850" y="1601625"/>
            <a:ext cx="2693100" cy="516600"/>
          </a:xfrm>
          <a:prstGeom prst="rect">
            <a:avLst/>
          </a:prstGeom>
        </p:spPr>
        <p:txBody>
          <a:bodyPr anchorCtr="0" anchor="t" bIns="91425" lIns="91425" spcFirstLastPara="1" rIns="91425" wrap="square" tIns="91425">
            <a:noAutofit/>
          </a:bodyPr>
          <a:lstStyle>
            <a:lvl1pPr lvl="0" rtl="0" algn="r">
              <a:spcBef>
                <a:spcPts val="0"/>
              </a:spcBef>
              <a:spcAft>
                <a:spcPts val="0"/>
              </a:spcAft>
              <a:buSzPts val="2800"/>
              <a:buNone/>
              <a:defRPr sz="3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02" name="Google Shape;302;p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03" name="Shape 303"/>
        <p:cNvGrpSpPr/>
        <p:nvPr/>
      </p:nvGrpSpPr>
      <p:grpSpPr>
        <a:xfrm>
          <a:off x="0" y="0"/>
          <a:ext cx="0" cy="0"/>
          <a:chOff x="0" y="0"/>
          <a:chExt cx="0" cy="0"/>
        </a:xfrm>
      </p:grpSpPr>
      <p:sp>
        <p:nvSpPr>
          <p:cNvPr id="304" name="Google Shape;304;p10"/>
          <p:cNvSpPr txBox="1"/>
          <p:nvPr>
            <p:ph type="title"/>
          </p:nvPr>
        </p:nvSpPr>
        <p:spPr>
          <a:xfrm>
            <a:off x="627950" y="2875757"/>
            <a:ext cx="3431100" cy="1815900"/>
          </a:xfrm>
          <a:prstGeom prst="rect">
            <a:avLst/>
          </a:prstGeom>
        </p:spPr>
        <p:txBody>
          <a:bodyPr anchorCtr="0" anchor="t" bIns="91425" lIns="91425" spcFirstLastPara="1" rIns="91425" wrap="square" tIns="91425">
            <a:noAutofit/>
          </a:bodyPr>
          <a:lstStyle>
            <a:lvl1pPr lvl="0" rtl="0">
              <a:spcBef>
                <a:spcPts val="0"/>
              </a:spcBef>
              <a:spcAft>
                <a:spcPts val="0"/>
              </a:spcAft>
              <a:buSzPts val="4000"/>
              <a:buNone/>
              <a:defRPr sz="3300"/>
            </a:lvl1pPr>
            <a:lvl2pPr lvl="1" rtl="0">
              <a:spcBef>
                <a:spcPts val="0"/>
              </a:spcBef>
              <a:spcAft>
                <a:spcPts val="0"/>
              </a:spcAft>
              <a:buSzPts val="2800"/>
              <a:buNone/>
              <a:defRPr>
                <a:latin typeface="Maven Pro"/>
                <a:ea typeface="Maven Pro"/>
                <a:cs typeface="Maven Pro"/>
                <a:sym typeface="Maven Pro"/>
              </a:defRPr>
            </a:lvl2pPr>
            <a:lvl3pPr lvl="2" rtl="0">
              <a:spcBef>
                <a:spcPts val="0"/>
              </a:spcBef>
              <a:spcAft>
                <a:spcPts val="0"/>
              </a:spcAft>
              <a:buSzPts val="2800"/>
              <a:buNone/>
              <a:defRPr>
                <a:latin typeface="Maven Pro"/>
                <a:ea typeface="Maven Pro"/>
                <a:cs typeface="Maven Pro"/>
                <a:sym typeface="Maven Pro"/>
              </a:defRPr>
            </a:lvl3pPr>
            <a:lvl4pPr lvl="3" rtl="0">
              <a:spcBef>
                <a:spcPts val="0"/>
              </a:spcBef>
              <a:spcAft>
                <a:spcPts val="0"/>
              </a:spcAft>
              <a:buSzPts val="2800"/>
              <a:buNone/>
              <a:defRPr>
                <a:latin typeface="Maven Pro"/>
                <a:ea typeface="Maven Pro"/>
                <a:cs typeface="Maven Pro"/>
                <a:sym typeface="Maven Pro"/>
              </a:defRPr>
            </a:lvl4pPr>
            <a:lvl5pPr lvl="4" rtl="0">
              <a:spcBef>
                <a:spcPts val="0"/>
              </a:spcBef>
              <a:spcAft>
                <a:spcPts val="0"/>
              </a:spcAft>
              <a:buSzPts val="2800"/>
              <a:buNone/>
              <a:defRPr>
                <a:latin typeface="Maven Pro"/>
                <a:ea typeface="Maven Pro"/>
                <a:cs typeface="Maven Pro"/>
                <a:sym typeface="Maven Pro"/>
              </a:defRPr>
            </a:lvl5pPr>
            <a:lvl6pPr lvl="5" rtl="0">
              <a:spcBef>
                <a:spcPts val="0"/>
              </a:spcBef>
              <a:spcAft>
                <a:spcPts val="0"/>
              </a:spcAft>
              <a:buSzPts val="2800"/>
              <a:buNone/>
              <a:defRPr>
                <a:latin typeface="Maven Pro"/>
                <a:ea typeface="Maven Pro"/>
                <a:cs typeface="Maven Pro"/>
                <a:sym typeface="Maven Pro"/>
              </a:defRPr>
            </a:lvl6pPr>
            <a:lvl7pPr lvl="6" rtl="0">
              <a:spcBef>
                <a:spcPts val="0"/>
              </a:spcBef>
              <a:spcAft>
                <a:spcPts val="0"/>
              </a:spcAft>
              <a:buSzPts val="2800"/>
              <a:buNone/>
              <a:defRPr>
                <a:latin typeface="Maven Pro"/>
                <a:ea typeface="Maven Pro"/>
                <a:cs typeface="Maven Pro"/>
                <a:sym typeface="Maven Pro"/>
              </a:defRPr>
            </a:lvl7pPr>
            <a:lvl8pPr lvl="7" rtl="0">
              <a:spcBef>
                <a:spcPts val="0"/>
              </a:spcBef>
              <a:spcAft>
                <a:spcPts val="0"/>
              </a:spcAft>
              <a:buSzPts val="2800"/>
              <a:buNone/>
              <a:defRPr>
                <a:latin typeface="Maven Pro"/>
                <a:ea typeface="Maven Pro"/>
                <a:cs typeface="Maven Pro"/>
                <a:sym typeface="Maven Pro"/>
              </a:defRPr>
            </a:lvl8pPr>
            <a:lvl9pPr lvl="8" rtl="0">
              <a:spcBef>
                <a:spcPts val="0"/>
              </a:spcBef>
              <a:spcAft>
                <a:spcPts val="0"/>
              </a:spcAft>
              <a:buSzPts val="2800"/>
              <a:buNone/>
              <a:defRPr>
                <a:latin typeface="Maven Pro"/>
                <a:ea typeface="Maven Pro"/>
                <a:cs typeface="Maven Pro"/>
                <a:sym typeface="Maven Pro"/>
              </a:defRPr>
            </a:lvl9pPr>
          </a:lstStyle>
          <a:p/>
        </p:txBody>
      </p:sp>
      <p:sp>
        <p:nvSpPr>
          <p:cNvPr id="305" name="Google Shape;305;p1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306" name="Shape 306"/>
        <p:cNvGrpSpPr/>
        <p:nvPr/>
      </p:nvGrpSpPr>
      <p:grpSpPr>
        <a:xfrm>
          <a:off x="0" y="0"/>
          <a:ext cx="0" cy="0"/>
          <a:chOff x="0" y="0"/>
          <a:chExt cx="0" cy="0"/>
        </a:xfrm>
      </p:grpSpPr>
      <p:grpSp>
        <p:nvGrpSpPr>
          <p:cNvPr id="307" name="Google Shape;307;p11"/>
          <p:cNvGrpSpPr/>
          <p:nvPr/>
        </p:nvGrpSpPr>
        <p:grpSpPr>
          <a:xfrm flipH="1" rot="10800000">
            <a:off x="3757235" y="3896278"/>
            <a:ext cx="1629538" cy="990036"/>
            <a:chOff x="4422200" y="1605489"/>
            <a:chExt cx="3671784" cy="2230815"/>
          </a:xfrm>
        </p:grpSpPr>
        <p:sp>
          <p:nvSpPr>
            <p:cNvPr id="308" name="Google Shape;308;p11"/>
            <p:cNvSpPr/>
            <p:nvPr/>
          </p:nvSpPr>
          <p:spPr>
            <a:xfrm>
              <a:off x="4422200" y="1605489"/>
              <a:ext cx="1800986" cy="1664339"/>
            </a:xfrm>
            <a:custGeom>
              <a:rect b="b" l="l" r="r" t="t"/>
              <a:pathLst>
                <a:path extrusionOk="0" h="31083" w="33635">
                  <a:moveTo>
                    <a:pt x="4965" y="0"/>
                  </a:moveTo>
                  <a:cubicBezTo>
                    <a:pt x="3984" y="0"/>
                    <a:pt x="3162" y="351"/>
                    <a:pt x="2632" y="1160"/>
                  </a:cubicBezTo>
                  <a:cubicBezTo>
                    <a:pt x="0" y="5095"/>
                    <a:pt x="6592" y="9832"/>
                    <a:pt x="11003" y="12238"/>
                  </a:cubicBezTo>
                  <a:cubicBezTo>
                    <a:pt x="10357" y="12170"/>
                    <a:pt x="9768" y="12138"/>
                    <a:pt x="9233" y="12138"/>
                  </a:cubicBezTo>
                  <a:cubicBezTo>
                    <a:pt x="38" y="12138"/>
                    <a:pt x="6883" y="21641"/>
                    <a:pt x="15060" y="21641"/>
                  </a:cubicBezTo>
                  <a:cubicBezTo>
                    <a:pt x="15170" y="21641"/>
                    <a:pt x="15279" y="21640"/>
                    <a:pt x="15389" y="21636"/>
                  </a:cubicBezTo>
                  <a:lnTo>
                    <a:pt x="15389" y="21636"/>
                  </a:lnTo>
                  <a:cubicBezTo>
                    <a:pt x="3991" y="26299"/>
                    <a:pt x="14561" y="31082"/>
                    <a:pt x="25308" y="31082"/>
                  </a:cubicBezTo>
                  <a:cubicBezTo>
                    <a:pt x="27558" y="31082"/>
                    <a:pt x="29815" y="30872"/>
                    <a:pt x="31880" y="30408"/>
                  </a:cubicBezTo>
                  <a:lnTo>
                    <a:pt x="33108" y="29105"/>
                  </a:lnTo>
                  <a:cubicBezTo>
                    <a:pt x="33108" y="22213"/>
                    <a:pt x="33635" y="8228"/>
                    <a:pt x="28948" y="7626"/>
                  </a:cubicBezTo>
                  <a:cubicBezTo>
                    <a:pt x="28713" y="7570"/>
                    <a:pt x="28493" y="7544"/>
                    <a:pt x="28286" y="7544"/>
                  </a:cubicBezTo>
                  <a:cubicBezTo>
                    <a:pt x="26075" y="7544"/>
                    <a:pt x="25306" y="10519"/>
                    <a:pt x="24161" y="12238"/>
                  </a:cubicBezTo>
                  <a:cubicBezTo>
                    <a:pt x="24620" y="7630"/>
                    <a:pt x="21345" y="2528"/>
                    <a:pt x="18500" y="2528"/>
                  </a:cubicBezTo>
                  <a:cubicBezTo>
                    <a:pt x="16996" y="2528"/>
                    <a:pt x="15613" y="3952"/>
                    <a:pt x="14963" y="7626"/>
                  </a:cubicBezTo>
                  <a:cubicBezTo>
                    <a:pt x="13173" y="3835"/>
                    <a:pt x="8207" y="0"/>
                    <a:pt x="496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11"/>
            <p:cNvSpPr/>
            <p:nvPr/>
          </p:nvSpPr>
          <p:spPr>
            <a:xfrm>
              <a:off x="4899939" y="1950753"/>
              <a:ext cx="1248134" cy="1278976"/>
            </a:xfrm>
            <a:custGeom>
              <a:rect b="b" l="l" r="r" t="t"/>
              <a:pathLst>
                <a:path extrusionOk="0" h="23886" w="23310">
                  <a:moveTo>
                    <a:pt x="1" y="0"/>
                  </a:moveTo>
                  <a:cubicBezTo>
                    <a:pt x="1" y="0"/>
                    <a:pt x="352" y="376"/>
                    <a:pt x="928" y="1028"/>
                  </a:cubicBezTo>
                  <a:cubicBezTo>
                    <a:pt x="1229" y="1354"/>
                    <a:pt x="1580" y="1730"/>
                    <a:pt x="2006" y="2181"/>
                  </a:cubicBezTo>
                  <a:cubicBezTo>
                    <a:pt x="2206" y="2431"/>
                    <a:pt x="2432" y="2657"/>
                    <a:pt x="2657" y="2907"/>
                  </a:cubicBezTo>
                  <a:cubicBezTo>
                    <a:pt x="2883" y="3158"/>
                    <a:pt x="3159" y="3409"/>
                    <a:pt x="3409" y="3684"/>
                  </a:cubicBezTo>
                  <a:cubicBezTo>
                    <a:pt x="4462" y="4762"/>
                    <a:pt x="5715" y="5990"/>
                    <a:pt x="7043" y="7319"/>
                  </a:cubicBezTo>
                  <a:cubicBezTo>
                    <a:pt x="7695" y="7970"/>
                    <a:pt x="8397" y="8647"/>
                    <a:pt x="9073" y="9374"/>
                  </a:cubicBezTo>
                  <a:cubicBezTo>
                    <a:pt x="9399" y="9725"/>
                    <a:pt x="9750" y="10075"/>
                    <a:pt x="10101" y="10451"/>
                  </a:cubicBezTo>
                  <a:lnTo>
                    <a:pt x="10602" y="11003"/>
                  </a:lnTo>
                  <a:lnTo>
                    <a:pt x="10878" y="11253"/>
                  </a:lnTo>
                  <a:lnTo>
                    <a:pt x="10928" y="11329"/>
                  </a:lnTo>
                  <a:lnTo>
                    <a:pt x="10953" y="11379"/>
                  </a:lnTo>
                  <a:lnTo>
                    <a:pt x="11078" y="11504"/>
                  </a:lnTo>
                  <a:cubicBezTo>
                    <a:pt x="12407" y="13058"/>
                    <a:pt x="13760" y="14537"/>
                    <a:pt x="14988" y="15940"/>
                  </a:cubicBezTo>
                  <a:cubicBezTo>
                    <a:pt x="15590" y="16642"/>
                    <a:pt x="16166" y="17319"/>
                    <a:pt x="16692" y="17970"/>
                  </a:cubicBezTo>
                  <a:cubicBezTo>
                    <a:pt x="17219" y="18622"/>
                    <a:pt x="17695" y="19248"/>
                    <a:pt x="18096" y="19850"/>
                  </a:cubicBezTo>
                  <a:cubicBezTo>
                    <a:pt x="18522" y="20426"/>
                    <a:pt x="18873" y="20978"/>
                    <a:pt x="19149" y="21454"/>
                  </a:cubicBezTo>
                  <a:cubicBezTo>
                    <a:pt x="19299" y="21705"/>
                    <a:pt x="19399" y="21930"/>
                    <a:pt x="19525" y="22156"/>
                  </a:cubicBezTo>
                  <a:cubicBezTo>
                    <a:pt x="19625" y="22356"/>
                    <a:pt x="19700" y="22532"/>
                    <a:pt x="19775" y="22707"/>
                  </a:cubicBezTo>
                  <a:cubicBezTo>
                    <a:pt x="19850" y="22857"/>
                    <a:pt x="19901" y="22983"/>
                    <a:pt x="19951" y="23133"/>
                  </a:cubicBezTo>
                  <a:cubicBezTo>
                    <a:pt x="20026" y="23284"/>
                    <a:pt x="20051" y="23434"/>
                    <a:pt x="20101" y="23534"/>
                  </a:cubicBezTo>
                  <a:cubicBezTo>
                    <a:pt x="20176" y="23760"/>
                    <a:pt x="20226" y="23885"/>
                    <a:pt x="20226" y="23885"/>
                  </a:cubicBezTo>
                  <a:lnTo>
                    <a:pt x="23309" y="22632"/>
                  </a:lnTo>
                  <a:cubicBezTo>
                    <a:pt x="23309" y="22632"/>
                    <a:pt x="23259" y="22507"/>
                    <a:pt x="23159" y="22306"/>
                  </a:cubicBezTo>
                  <a:cubicBezTo>
                    <a:pt x="23109" y="22206"/>
                    <a:pt x="23058" y="22055"/>
                    <a:pt x="22983" y="21905"/>
                  </a:cubicBezTo>
                  <a:cubicBezTo>
                    <a:pt x="22908" y="21755"/>
                    <a:pt x="22783" y="21529"/>
                    <a:pt x="22657" y="21304"/>
                  </a:cubicBezTo>
                  <a:cubicBezTo>
                    <a:pt x="22582" y="21178"/>
                    <a:pt x="22507" y="21053"/>
                    <a:pt x="22432" y="20928"/>
                  </a:cubicBezTo>
                  <a:cubicBezTo>
                    <a:pt x="22382" y="20802"/>
                    <a:pt x="22281" y="20702"/>
                    <a:pt x="22206" y="20577"/>
                  </a:cubicBezTo>
                  <a:cubicBezTo>
                    <a:pt x="22056" y="20351"/>
                    <a:pt x="21880" y="20075"/>
                    <a:pt x="21680" y="19800"/>
                  </a:cubicBezTo>
                  <a:cubicBezTo>
                    <a:pt x="21304" y="19273"/>
                    <a:pt x="20853" y="18697"/>
                    <a:pt x="20327" y="18096"/>
                  </a:cubicBezTo>
                  <a:cubicBezTo>
                    <a:pt x="19800" y="17519"/>
                    <a:pt x="19224" y="16892"/>
                    <a:pt x="18622" y="16266"/>
                  </a:cubicBezTo>
                  <a:cubicBezTo>
                    <a:pt x="17996" y="15639"/>
                    <a:pt x="17319" y="15013"/>
                    <a:pt x="16617" y="14361"/>
                  </a:cubicBezTo>
                  <a:cubicBezTo>
                    <a:pt x="15239" y="13058"/>
                    <a:pt x="13735" y="11730"/>
                    <a:pt x="12306" y="10376"/>
                  </a:cubicBezTo>
                  <a:lnTo>
                    <a:pt x="12156" y="10251"/>
                  </a:lnTo>
                  <a:lnTo>
                    <a:pt x="12056" y="10151"/>
                  </a:lnTo>
                  <a:lnTo>
                    <a:pt x="12006" y="10075"/>
                  </a:lnTo>
                  <a:lnTo>
                    <a:pt x="11705" y="9850"/>
                  </a:lnTo>
                  <a:lnTo>
                    <a:pt x="11129" y="9349"/>
                  </a:lnTo>
                  <a:cubicBezTo>
                    <a:pt x="10753" y="9023"/>
                    <a:pt x="10377" y="8697"/>
                    <a:pt x="10001" y="8396"/>
                  </a:cubicBezTo>
                  <a:cubicBezTo>
                    <a:pt x="9249" y="7745"/>
                    <a:pt x="8497" y="7118"/>
                    <a:pt x="7770" y="6542"/>
                  </a:cubicBezTo>
                  <a:cubicBezTo>
                    <a:pt x="6291" y="5364"/>
                    <a:pt x="4938" y="4236"/>
                    <a:pt x="3760" y="3308"/>
                  </a:cubicBezTo>
                  <a:cubicBezTo>
                    <a:pt x="3484" y="3058"/>
                    <a:pt x="3184" y="2832"/>
                    <a:pt x="2933" y="2607"/>
                  </a:cubicBezTo>
                  <a:cubicBezTo>
                    <a:pt x="2682" y="2381"/>
                    <a:pt x="2432" y="2181"/>
                    <a:pt x="2206" y="1980"/>
                  </a:cubicBezTo>
                  <a:cubicBezTo>
                    <a:pt x="1755" y="1554"/>
                    <a:pt x="1354" y="1203"/>
                    <a:pt x="1028" y="928"/>
                  </a:cubicBezTo>
                  <a:cubicBezTo>
                    <a:pt x="377" y="326"/>
                    <a:pt x="1" y="0"/>
                    <a:pt x="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11"/>
            <p:cNvSpPr/>
            <p:nvPr/>
          </p:nvSpPr>
          <p:spPr>
            <a:xfrm>
              <a:off x="5458212" y="2008421"/>
              <a:ext cx="77908" cy="495291"/>
            </a:xfrm>
            <a:custGeom>
              <a:rect b="b" l="l" r="r" t="t"/>
              <a:pathLst>
                <a:path extrusionOk="0" h="9250" w="1455">
                  <a:moveTo>
                    <a:pt x="176" y="1"/>
                  </a:moveTo>
                  <a:cubicBezTo>
                    <a:pt x="176" y="1"/>
                    <a:pt x="151" y="577"/>
                    <a:pt x="101" y="1429"/>
                  </a:cubicBezTo>
                  <a:cubicBezTo>
                    <a:pt x="76" y="1881"/>
                    <a:pt x="51" y="2382"/>
                    <a:pt x="26" y="2933"/>
                  </a:cubicBezTo>
                  <a:cubicBezTo>
                    <a:pt x="26" y="3460"/>
                    <a:pt x="26" y="4036"/>
                    <a:pt x="1" y="4612"/>
                  </a:cubicBezTo>
                  <a:cubicBezTo>
                    <a:pt x="26" y="5214"/>
                    <a:pt x="26" y="5790"/>
                    <a:pt x="51" y="6342"/>
                  </a:cubicBezTo>
                  <a:cubicBezTo>
                    <a:pt x="51" y="6617"/>
                    <a:pt x="51" y="6868"/>
                    <a:pt x="76" y="7119"/>
                  </a:cubicBezTo>
                  <a:cubicBezTo>
                    <a:pt x="76" y="7369"/>
                    <a:pt x="101" y="7595"/>
                    <a:pt x="126" y="7820"/>
                  </a:cubicBezTo>
                  <a:cubicBezTo>
                    <a:pt x="176" y="8673"/>
                    <a:pt x="226" y="9249"/>
                    <a:pt x="226" y="9249"/>
                  </a:cubicBezTo>
                  <a:lnTo>
                    <a:pt x="1454" y="9099"/>
                  </a:lnTo>
                  <a:cubicBezTo>
                    <a:pt x="1454" y="9099"/>
                    <a:pt x="1329" y="8522"/>
                    <a:pt x="1154" y="7670"/>
                  </a:cubicBezTo>
                  <a:cubicBezTo>
                    <a:pt x="1129" y="7470"/>
                    <a:pt x="1078" y="7244"/>
                    <a:pt x="1028" y="6993"/>
                  </a:cubicBezTo>
                  <a:cubicBezTo>
                    <a:pt x="953" y="6743"/>
                    <a:pt x="928" y="6492"/>
                    <a:pt x="903" y="6242"/>
                  </a:cubicBezTo>
                  <a:cubicBezTo>
                    <a:pt x="803" y="5715"/>
                    <a:pt x="728" y="5139"/>
                    <a:pt x="627" y="4587"/>
                  </a:cubicBezTo>
                  <a:cubicBezTo>
                    <a:pt x="552" y="4011"/>
                    <a:pt x="502" y="3434"/>
                    <a:pt x="427" y="2908"/>
                  </a:cubicBezTo>
                  <a:cubicBezTo>
                    <a:pt x="352" y="2382"/>
                    <a:pt x="327" y="1881"/>
                    <a:pt x="302" y="1429"/>
                  </a:cubicBezTo>
                  <a:cubicBezTo>
                    <a:pt x="226" y="577"/>
                    <a:pt x="176" y="1"/>
                    <a:pt x="17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11"/>
            <p:cNvSpPr/>
            <p:nvPr/>
          </p:nvSpPr>
          <p:spPr>
            <a:xfrm>
              <a:off x="5834000" y="2378851"/>
              <a:ext cx="100718" cy="463004"/>
            </a:xfrm>
            <a:custGeom>
              <a:rect b="b" l="l" r="r" t="t"/>
              <a:pathLst>
                <a:path extrusionOk="0" h="8647" w="1881">
                  <a:moveTo>
                    <a:pt x="1830" y="0"/>
                  </a:moveTo>
                  <a:cubicBezTo>
                    <a:pt x="1830" y="0"/>
                    <a:pt x="1730" y="527"/>
                    <a:pt x="1579" y="1329"/>
                  </a:cubicBezTo>
                  <a:cubicBezTo>
                    <a:pt x="1504" y="1730"/>
                    <a:pt x="1429" y="2181"/>
                    <a:pt x="1329" y="2682"/>
                  </a:cubicBezTo>
                  <a:cubicBezTo>
                    <a:pt x="1253" y="3183"/>
                    <a:pt x="1153" y="3710"/>
                    <a:pt x="1028" y="4211"/>
                  </a:cubicBezTo>
                  <a:cubicBezTo>
                    <a:pt x="903" y="4737"/>
                    <a:pt x="802" y="5263"/>
                    <a:pt x="677" y="5740"/>
                  </a:cubicBezTo>
                  <a:cubicBezTo>
                    <a:pt x="552" y="6241"/>
                    <a:pt x="426" y="6692"/>
                    <a:pt x="326" y="7068"/>
                  </a:cubicBezTo>
                  <a:cubicBezTo>
                    <a:pt x="126" y="7845"/>
                    <a:pt x="0" y="8371"/>
                    <a:pt x="0" y="8371"/>
                  </a:cubicBezTo>
                  <a:lnTo>
                    <a:pt x="1654" y="8647"/>
                  </a:lnTo>
                  <a:cubicBezTo>
                    <a:pt x="1654" y="8647"/>
                    <a:pt x="1680" y="8095"/>
                    <a:pt x="1730" y="7293"/>
                  </a:cubicBezTo>
                  <a:cubicBezTo>
                    <a:pt x="1755" y="6892"/>
                    <a:pt x="1780" y="6416"/>
                    <a:pt x="1805" y="5915"/>
                  </a:cubicBezTo>
                  <a:cubicBezTo>
                    <a:pt x="1830" y="5414"/>
                    <a:pt x="1830" y="4862"/>
                    <a:pt x="1855" y="4311"/>
                  </a:cubicBezTo>
                  <a:cubicBezTo>
                    <a:pt x="1880" y="3785"/>
                    <a:pt x="1880" y="3233"/>
                    <a:pt x="1855" y="2732"/>
                  </a:cubicBezTo>
                  <a:cubicBezTo>
                    <a:pt x="1855" y="2231"/>
                    <a:pt x="1855" y="1755"/>
                    <a:pt x="1855" y="1354"/>
                  </a:cubicBezTo>
                  <a:cubicBezTo>
                    <a:pt x="1830" y="552"/>
                    <a:pt x="1830" y="0"/>
                    <a:pt x="183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11"/>
            <p:cNvSpPr/>
            <p:nvPr/>
          </p:nvSpPr>
          <p:spPr>
            <a:xfrm>
              <a:off x="4917395" y="2432504"/>
              <a:ext cx="586478" cy="127544"/>
            </a:xfrm>
            <a:custGeom>
              <a:rect b="b" l="l" r="r" t="t"/>
              <a:pathLst>
                <a:path extrusionOk="0" h="2382" w="10953">
                  <a:moveTo>
                    <a:pt x="0" y="1"/>
                  </a:moveTo>
                  <a:cubicBezTo>
                    <a:pt x="1" y="1"/>
                    <a:pt x="677" y="151"/>
                    <a:pt x="1680" y="402"/>
                  </a:cubicBezTo>
                  <a:cubicBezTo>
                    <a:pt x="2181" y="502"/>
                    <a:pt x="2782" y="652"/>
                    <a:pt x="3409" y="803"/>
                  </a:cubicBezTo>
                  <a:cubicBezTo>
                    <a:pt x="4036" y="928"/>
                    <a:pt x="4712" y="1103"/>
                    <a:pt x="5389" y="1254"/>
                  </a:cubicBezTo>
                  <a:cubicBezTo>
                    <a:pt x="8071" y="1805"/>
                    <a:pt x="10752" y="2382"/>
                    <a:pt x="10752" y="2382"/>
                  </a:cubicBezTo>
                  <a:lnTo>
                    <a:pt x="10953" y="1129"/>
                  </a:lnTo>
                  <a:cubicBezTo>
                    <a:pt x="10953" y="1129"/>
                    <a:pt x="8196" y="878"/>
                    <a:pt x="5464" y="627"/>
                  </a:cubicBezTo>
                  <a:cubicBezTo>
                    <a:pt x="4787" y="552"/>
                    <a:pt x="4111" y="477"/>
                    <a:pt x="3459" y="402"/>
                  </a:cubicBezTo>
                  <a:cubicBezTo>
                    <a:pt x="2833" y="327"/>
                    <a:pt x="2231" y="251"/>
                    <a:pt x="1730" y="201"/>
                  </a:cubicBezTo>
                  <a:cubicBezTo>
                    <a:pt x="702" y="76"/>
                    <a:pt x="1" y="1"/>
                    <a:pt x="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11"/>
            <p:cNvSpPr/>
            <p:nvPr/>
          </p:nvSpPr>
          <p:spPr>
            <a:xfrm>
              <a:off x="5252916" y="2829760"/>
              <a:ext cx="603934" cy="107411"/>
            </a:xfrm>
            <a:custGeom>
              <a:rect b="b" l="l" r="r" t="t"/>
              <a:pathLst>
                <a:path extrusionOk="0" h="2006" w="11279">
                  <a:moveTo>
                    <a:pt x="11053" y="0"/>
                  </a:moveTo>
                  <a:cubicBezTo>
                    <a:pt x="11053" y="0"/>
                    <a:pt x="10376" y="151"/>
                    <a:pt x="9324" y="376"/>
                  </a:cubicBezTo>
                  <a:cubicBezTo>
                    <a:pt x="8822" y="502"/>
                    <a:pt x="8221" y="627"/>
                    <a:pt x="7569" y="752"/>
                  </a:cubicBezTo>
                  <a:cubicBezTo>
                    <a:pt x="6943" y="878"/>
                    <a:pt x="6241" y="1003"/>
                    <a:pt x="5564" y="1128"/>
                  </a:cubicBezTo>
                  <a:cubicBezTo>
                    <a:pt x="4862" y="1253"/>
                    <a:pt x="4186" y="1379"/>
                    <a:pt x="3534" y="1479"/>
                  </a:cubicBezTo>
                  <a:cubicBezTo>
                    <a:pt x="3208" y="1529"/>
                    <a:pt x="2882" y="1579"/>
                    <a:pt x="2582" y="1629"/>
                  </a:cubicBezTo>
                  <a:cubicBezTo>
                    <a:pt x="2281" y="1654"/>
                    <a:pt x="2005" y="1705"/>
                    <a:pt x="1755" y="1730"/>
                  </a:cubicBezTo>
                  <a:cubicBezTo>
                    <a:pt x="702" y="1855"/>
                    <a:pt x="0" y="1930"/>
                    <a:pt x="0" y="1930"/>
                  </a:cubicBezTo>
                  <a:cubicBezTo>
                    <a:pt x="0" y="1930"/>
                    <a:pt x="702" y="1955"/>
                    <a:pt x="1755" y="1980"/>
                  </a:cubicBezTo>
                  <a:cubicBezTo>
                    <a:pt x="2030" y="2005"/>
                    <a:pt x="2306" y="2005"/>
                    <a:pt x="2607" y="2005"/>
                  </a:cubicBezTo>
                  <a:lnTo>
                    <a:pt x="3559" y="2005"/>
                  </a:lnTo>
                  <a:cubicBezTo>
                    <a:pt x="4236" y="1980"/>
                    <a:pt x="4938" y="1980"/>
                    <a:pt x="5639" y="1980"/>
                  </a:cubicBezTo>
                  <a:cubicBezTo>
                    <a:pt x="6341" y="1930"/>
                    <a:pt x="7068" y="1905"/>
                    <a:pt x="7720" y="1880"/>
                  </a:cubicBezTo>
                  <a:cubicBezTo>
                    <a:pt x="8396" y="1855"/>
                    <a:pt x="8998" y="1830"/>
                    <a:pt x="9524" y="1780"/>
                  </a:cubicBezTo>
                  <a:cubicBezTo>
                    <a:pt x="10577" y="1705"/>
                    <a:pt x="11278" y="1654"/>
                    <a:pt x="11278" y="1654"/>
                  </a:cubicBezTo>
                  <a:lnTo>
                    <a:pt x="11053"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11"/>
            <p:cNvSpPr/>
            <p:nvPr/>
          </p:nvSpPr>
          <p:spPr>
            <a:xfrm>
              <a:off x="6292944" y="1605489"/>
              <a:ext cx="1801040" cy="1664339"/>
            </a:xfrm>
            <a:custGeom>
              <a:rect b="b" l="l" r="r" t="t"/>
              <a:pathLst>
                <a:path extrusionOk="0" h="31083" w="33636">
                  <a:moveTo>
                    <a:pt x="28670" y="0"/>
                  </a:moveTo>
                  <a:cubicBezTo>
                    <a:pt x="25428" y="0"/>
                    <a:pt x="20462" y="3835"/>
                    <a:pt x="18673" y="7626"/>
                  </a:cubicBezTo>
                  <a:cubicBezTo>
                    <a:pt x="18023" y="3952"/>
                    <a:pt x="16642" y="2528"/>
                    <a:pt x="15143" y="2528"/>
                  </a:cubicBezTo>
                  <a:cubicBezTo>
                    <a:pt x="12304" y="2528"/>
                    <a:pt x="9040" y="7630"/>
                    <a:pt x="9500" y="12238"/>
                  </a:cubicBezTo>
                  <a:cubicBezTo>
                    <a:pt x="8354" y="10519"/>
                    <a:pt x="7564" y="7544"/>
                    <a:pt x="5350" y="7544"/>
                  </a:cubicBezTo>
                  <a:cubicBezTo>
                    <a:pt x="5142" y="7544"/>
                    <a:pt x="4922" y="7570"/>
                    <a:pt x="4688" y="7626"/>
                  </a:cubicBezTo>
                  <a:cubicBezTo>
                    <a:pt x="1" y="8228"/>
                    <a:pt x="527" y="22213"/>
                    <a:pt x="527" y="29105"/>
                  </a:cubicBezTo>
                  <a:lnTo>
                    <a:pt x="1755" y="30408"/>
                  </a:lnTo>
                  <a:cubicBezTo>
                    <a:pt x="3820" y="30872"/>
                    <a:pt x="6079" y="31082"/>
                    <a:pt x="8330" y="31082"/>
                  </a:cubicBezTo>
                  <a:cubicBezTo>
                    <a:pt x="19082" y="31082"/>
                    <a:pt x="29670" y="26299"/>
                    <a:pt x="18272" y="21636"/>
                  </a:cubicBezTo>
                  <a:lnTo>
                    <a:pt x="18272" y="21636"/>
                  </a:lnTo>
                  <a:cubicBezTo>
                    <a:pt x="18376" y="21639"/>
                    <a:pt x="18480" y="21641"/>
                    <a:pt x="18584" y="21641"/>
                  </a:cubicBezTo>
                  <a:cubicBezTo>
                    <a:pt x="22675" y="21641"/>
                    <a:pt x="26432" y="19270"/>
                    <a:pt x="28021" y="16874"/>
                  </a:cubicBezTo>
                  <a:cubicBezTo>
                    <a:pt x="29593" y="14516"/>
                    <a:pt x="29012" y="12138"/>
                    <a:pt x="24420" y="12138"/>
                  </a:cubicBezTo>
                  <a:cubicBezTo>
                    <a:pt x="23887" y="12138"/>
                    <a:pt x="23301" y="12170"/>
                    <a:pt x="22658" y="12238"/>
                  </a:cubicBezTo>
                  <a:cubicBezTo>
                    <a:pt x="27044" y="9832"/>
                    <a:pt x="33635" y="5095"/>
                    <a:pt x="31003" y="1160"/>
                  </a:cubicBezTo>
                  <a:cubicBezTo>
                    <a:pt x="30474" y="351"/>
                    <a:pt x="29651" y="0"/>
                    <a:pt x="2867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11"/>
            <p:cNvSpPr/>
            <p:nvPr/>
          </p:nvSpPr>
          <p:spPr>
            <a:xfrm>
              <a:off x="6360038" y="1950753"/>
              <a:ext cx="1248134" cy="1278976"/>
            </a:xfrm>
            <a:custGeom>
              <a:rect b="b" l="l" r="r" t="t"/>
              <a:pathLst>
                <a:path extrusionOk="0" h="23886" w="23310">
                  <a:moveTo>
                    <a:pt x="23309" y="0"/>
                  </a:moveTo>
                  <a:cubicBezTo>
                    <a:pt x="23309" y="0"/>
                    <a:pt x="22958" y="326"/>
                    <a:pt x="22282" y="928"/>
                  </a:cubicBezTo>
                  <a:cubicBezTo>
                    <a:pt x="21956" y="1203"/>
                    <a:pt x="21580" y="1554"/>
                    <a:pt x="21129" y="1980"/>
                  </a:cubicBezTo>
                  <a:cubicBezTo>
                    <a:pt x="20903" y="2181"/>
                    <a:pt x="20653" y="2381"/>
                    <a:pt x="20402" y="2607"/>
                  </a:cubicBezTo>
                  <a:cubicBezTo>
                    <a:pt x="20126" y="2832"/>
                    <a:pt x="19851" y="3058"/>
                    <a:pt x="19550" y="3308"/>
                  </a:cubicBezTo>
                  <a:cubicBezTo>
                    <a:pt x="18397" y="4236"/>
                    <a:pt x="17044" y="5364"/>
                    <a:pt x="15565" y="6542"/>
                  </a:cubicBezTo>
                  <a:cubicBezTo>
                    <a:pt x="14838" y="7118"/>
                    <a:pt x="14061" y="7745"/>
                    <a:pt x="13334" y="8396"/>
                  </a:cubicBezTo>
                  <a:cubicBezTo>
                    <a:pt x="12958" y="8697"/>
                    <a:pt x="12582" y="9023"/>
                    <a:pt x="12181" y="9349"/>
                  </a:cubicBezTo>
                  <a:lnTo>
                    <a:pt x="11630" y="9850"/>
                  </a:lnTo>
                  <a:lnTo>
                    <a:pt x="11329" y="10075"/>
                  </a:lnTo>
                  <a:lnTo>
                    <a:pt x="11254" y="10151"/>
                  </a:lnTo>
                  <a:lnTo>
                    <a:pt x="11154" y="10251"/>
                  </a:lnTo>
                  <a:lnTo>
                    <a:pt x="11029" y="10376"/>
                  </a:lnTo>
                  <a:cubicBezTo>
                    <a:pt x="9600" y="11730"/>
                    <a:pt x="8096" y="13058"/>
                    <a:pt x="6693" y="14361"/>
                  </a:cubicBezTo>
                  <a:cubicBezTo>
                    <a:pt x="6016" y="15013"/>
                    <a:pt x="5339" y="15639"/>
                    <a:pt x="4713" y="16266"/>
                  </a:cubicBezTo>
                  <a:cubicBezTo>
                    <a:pt x="4086" y="16892"/>
                    <a:pt x="3510" y="17519"/>
                    <a:pt x="3008" y="18096"/>
                  </a:cubicBezTo>
                  <a:cubicBezTo>
                    <a:pt x="2482" y="18697"/>
                    <a:pt x="2031" y="19273"/>
                    <a:pt x="1630" y="19800"/>
                  </a:cubicBezTo>
                  <a:cubicBezTo>
                    <a:pt x="1430" y="20075"/>
                    <a:pt x="1279" y="20351"/>
                    <a:pt x="1104" y="20577"/>
                  </a:cubicBezTo>
                  <a:cubicBezTo>
                    <a:pt x="1029" y="20702"/>
                    <a:pt x="953" y="20802"/>
                    <a:pt x="878" y="20928"/>
                  </a:cubicBezTo>
                  <a:cubicBezTo>
                    <a:pt x="803" y="21053"/>
                    <a:pt x="753" y="21178"/>
                    <a:pt x="678" y="21304"/>
                  </a:cubicBezTo>
                  <a:cubicBezTo>
                    <a:pt x="552" y="21529"/>
                    <a:pt x="427" y="21755"/>
                    <a:pt x="352" y="21905"/>
                  </a:cubicBezTo>
                  <a:cubicBezTo>
                    <a:pt x="277" y="22055"/>
                    <a:pt x="201" y="22206"/>
                    <a:pt x="176" y="22306"/>
                  </a:cubicBezTo>
                  <a:cubicBezTo>
                    <a:pt x="76" y="22507"/>
                    <a:pt x="1" y="22632"/>
                    <a:pt x="1" y="22632"/>
                  </a:cubicBezTo>
                  <a:lnTo>
                    <a:pt x="3109" y="23885"/>
                  </a:lnTo>
                  <a:cubicBezTo>
                    <a:pt x="3109" y="23885"/>
                    <a:pt x="3159" y="23760"/>
                    <a:pt x="3234" y="23534"/>
                  </a:cubicBezTo>
                  <a:cubicBezTo>
                    <a:pt x="3259" y="23434"/>
                    <a:pt x="3309" y="23284"/>
                    <a:pt x="3359" y="23133"/>
                  </a:cubicBezTo>
                  <a:cubicBezTo>
                    <a:pt x="3435" y="22983"/>
                    <a:pt x="3485" y="22857"/>
                    <a:pt x="3560" y="22707"/>
                  </a:cubicBezTo>
                  <a:cubicBezTo>
                    <a:pt x="3610" y="22532"/>
                    <a:pt x="3685" y="22356"/>
                    <a:pt x="3811" y="22156"/>
                  </a:cubicBezTo>
                  <a:cubicBezTo>
                    <a:pt x="3936" y="21930"/>
                    <a:pt x="4036" y="21705"/>
                    <a:pt x="4186" y="21454"/>
                  </a:cubicBezTo>
                  <a:cubicBezTo>
                    <a:pt x="4462" y="20978"/>
                    <a:pt x="4813" y="20426"/>
                    <a:pt x="5214" y="19850"/>
                  </a:cubicBezTo>
                  <a:cubicBezTo>
                    <a:pt x="5640" y="19248"/>
                    <a:pt x="6091" y="18622"/>
                    <a:pt x="6643" y="17970"/>
                  </a:cubicBezTo>
                  <a:cubicBezTo>
                    <a:pt x="7144" y="17319"/>
                    <a:pt x="7745" y="16642"/>
                    <a:pt x="8347" y="15940"/>
                  </a:cubicBezTo>
                  <a:cubicBezTo>
                    <a:pt x="9550" y="14537"/>
                    <a:pt x="10928" y="13058"/>
                    <a:pt x="12232" y="11504"/>
                  </a:cubicBezTo>
                  <a:lnTo>
                    <a:pt x="12357" y="11379"/>
                  </a:lnTo>
                  <a:lnTo>
                    <a:pt x="12407" y="11329"/>
                  </a:lnTo>
                  <a:lnTo>
                    <a:pt x="12457" y="11253"/>
                  </a:lnTo>
                  <a:lnTo>
                    <a:pt x="12708" y="11003"/>
                  </a:lnTo>
                  <a:lnTo>
                    <a:pt x="13234" y="10451"/>
                  </a:lnTo>
                  <a:cubicBezTo>
                    <a:pt x="13585" y="10075"/>
                    <a:pt x="13911" y="9725"/>
                    <a:pt x="14262" y="9374"/>
                  </a:cubicBezTo>
                  <a:cubicBezTo>
                    <a:pt x="14938" y="8647"/>
                    <a:pt x="15615" y="7970"/>
                    <a:pt x="16292" y="7319"/>
                  </a:cubicBezTo>
                  <a:cubicBezTo>
                    <a:pt x="17620" y="5990"/>
                    <a:pt x="18848" y="4762"/>
                    <a:pt x="19926" y="3684"/>
                  </a:cubicBezTo>
                  <a:cubicBezTo>
                    <a:pt x="20177" y="3409"/>
                    <a:pt x="20427" y="3158"/>
                    <a:pt x="20678" y="2907"/>
                  </a:cubicBezTo>
                  <a:cubicBezTo>
                    <a:pt x="20903" y="2657"/>
                    <a:pt x="21129" y="2431"/>
                    <a:pt x="21329" y="2181"/>
                  </a:cubicBezTo>
                  <a:cubicBezTo>
                    <a:pt x="21755" y="1730"/>
                    <a:pt x="22106" y="1354"/>
                    <a:pt x="22407" y="1028"/>
                  </a:cubicBezTo>
                  <a:cubicBezTo>
                    <a:pt x="22983" y="376"/>
                    <a:pt x="23309" y="0"/>
                    <a:pt x="2330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11"/>
            <p:cNvSpPr/>
            <p:nvPr/>
          </p:nvSpPr>
          <p:spPr>
            <a:xfrm>
              <a:off x="6973356" y="2008421"/>
              <a:ext cx="94025" cy="496630"/>
            </a:xfrm>
            <a:custGeom>
              <a:rect b="b" l="l" r="r" t="t"/>
              <a:pathLst>
                <a:path extrusionOk="0" h="9275" w="1756">
                  <a:moveTo>
                    <a:pt x="1705" y="1"/>
                  </a:moveTo>
                  <a:cubicBezTo>
                    <a:pt x="1705" y="1"/>
                    <a:pt x="1630" y="577"/>
                    <a:pt x="1529" y="1429"/>
                  </a:cubicBezTo>
                  <a:cubicBezTo>
                    <a:pt x="1504" y="1655"/>
                    <a:pt x="1479" y="1881"/>
                    <a:pt x="1454" y="2131"/>
                  </a:cubicBezTo>
                  <a:cubicBezTo>
                    <a:pt x="1429" y="2382"/>
                    <a:pt x="1379" y="2632"/>
                    <a:pt x="1329" y="2908"/>
                  </a:cubicBezTo>
                  <a:cubicBezTo>
                    <a:pt x="1229" y="3434"/>
                    <a:pt x="1128" y="4011"/>
                    <a:pt x="1028" y="4562"/>
                  </a:cubicBezTo>
                  <a:cubicBezTo>
                    <a:pt x="778" y="5690"/>
                    <a:pt x="527" y="6818"/>
                    <a:pt x="326" y="7670"/>
                  </a:cubicBezTo>
                  <a:cubicBezTo>
                    <a:pt x="126" y="8497"/>
                    <a:pt x="1" y="9074"/>
                    <a:pt x="1" y="9074"/>
                  </a:cubicBezTo>
                  <a:lnTo>
                    <a:pt x="1229" y="9274"/>
                  </a:lnTo>
                  <a:cubicBezTo>
                    <a:pt x="1229" y="9274"/>
                    <a:pt x="1279" y="8698"/>
                    <a:pt x="1379" y="7846"/>
                  </a:cubicBezTo>
                  <a:cubicBezTo>
                    <a:pt x="1454" y="6968"/>
                    <a:pt x="1555" y="5815"/>
                    <a:pt x="1655" y="4637"/>
                  </a:cubicBezTo>
                  <a:cubicBezTo>
                    <a:pt x="1680" y="4061"/>
                    <a:pt x="1705" y="3485"/>
                    <a:pt x="1730" y="2933"/>
                  </a:cubicBezTo>
                  <a:cubicBezTo>
                    <a:pt x="1730" y="2658"/>
                    <a:pt x="1755" y="2407"/>
                    <a:pt x="1755" y="2156"/>
                  </a:cubicBezTo>
                  <a:cubicBezTo>
                    <a:pt x="1730" y="1906"/>
                    <a:pt x="1730" y="1680"/>
                    <a:pt x="1730" y="1455"/>
                  </a:cubicBezTo>
                  <a:cubicBezTo>
                    <a:pt x="1705" y="577"/>
                    <a:pt x="1705" y="1"/>
                    <a:pt x="170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11"/>
            <p:cNvSpPr/>
            <p:nvPr/>
          </p:nvSpPr>
          <p:spPr>
            <a:xfrm>
              <a:off x="6576150" y="2334569"/>
              <a:ext cx="99326" cy="507285"/>
            </a:xfrm>
            <a:custGeom>
              <a:rect b="b" l="l" r="r" t="t"/>
              <a:pathLst>
                <a:path extrusionOk="0" h="9474" w="1855">
                  <a:moveTo>
                    <a:pt x="25" y="0"/>
                  </a:moveTo>
                  <a:cubicBezTo>
                    <a:pt x="25" y="0"/>
                    <a:pt x="0" y="2356"/>
                    <a:pt x="0" y="4712"/>
                  </a:cubicBezTo>
                  <a:cubicBezTo>
                    <a:pt x="25" y="5313"/>
                    <a:pt x="25" y="5915"/>
                    <a:pt x="50" y="6466"/>
                  </a:cubicBezTo>
                  <a:cubicBezTo>
                    <a:pt x="50" y="6742"/>
                    <a:pt x="50" y="7018"/>
                    <a:pt x="75" y="7268"/>
                  </a:cubicBezTo>
                  <a:cubicBezTo>
                    <a:pt x="75" y="7519"/>
                    <a:pt x="100" y="7770"/>
                    <a:pt x="100" y="7995"/>
                  </a:cubicBezTo>
                  <a:cubicBezTo>
                    <a:pt x="176" y="8872"/>
                    <a:pt x="201" y="9474"/>
                    <a:pt x="201" y="9474"/>
                  </a:cubicBezTo>
                  <a:lnTo>
                    <a:pt x="1855" y="9198"/>
                  </a:lnTo>
                  <a:cubicBezTo>
                    <a:pt x="1855" y="9198"/>
                    <a:pt x="1704" y="8647"/>
                    <a:pt x="1504" y="7770"/>
                  </a:cubicBezTo>
                  <a:cubicBezTo>
                    <a:pt x="1454" y="7569"/>
                    <a:pt x="1404" y="7318"/>
                    <a:pt x="1328" y="7093"/>
                  </a:cubicBezTo>
                  <a:cubicBezTo>
                    <a:pt x="1278" y="6842"/>
                    <a:pt x="1228" y="6592"/>
                    <a:pt x="1178" y="6316"/>
                  </a:cubicBezTo>
                  <a:cubicBezTo>
                    <a:pt x="1078" y="5790"/>
                    <a:pt x="952" y="5213"/>
                    <a:pt x="852" y="4637"/>
                  </a:cubicBezTo>
                  <a:cubicBezTo>
                    <a:pt x="426" y="2331"/>
                    <a:pt x="25" y="0"/>
                    <a:pt x="2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11"/>
            <p:cNvSpPr/>
            <p:nvPr/>
          </p:nvSpPr>
          <p:spPr>
            <a:xfrm>
              <a:off x="7009607" y="2432504"/>
              <a:ext cx="559652" cy="127544"/>
            </a:xfrm>
            <a:custGeom>
              <a:rect b="b" l="l" r="r" t="t"/>
              <a:pathLst>
                <a:path extrusionOk="0" h="2382" w="10452">
                  <a:moveTo>
                    <a:pt x="10452" y="1"/>
                  </a:moveTo>
                  <a:cubicBezTo>
                    <a:pt x="10451" y="1"/>
                    <a:pt x="9800" y="126"/>
                    <a:pt x="8822" y="327"/>
                  </a:cubicBezTo>
                  <a:cubicBezTo>
                    <a:pt x="8321" y="427"/>
                    <a:pt x="7770" y="527"/>
                    <a:pt x="7143" y="627"/>
                  </a:cubicBezTo>
                  <a:cubicBezTo>
                    <a:pt x="6842" y="677"/>
                    <a:pt x="6517" y="728"/>
                    <a:pt x="6191" y="778"/>
                  </a:cubicBezTo>
                  <a:cubicBezTo>
                    <a:pt x="5890" y="828"/>
                    <a:pt x="5564" y="878"/>
                    <a:pt x="5238" y="903"/>
                  </a:cubicBezTo>
                  <a:cubicBezTo>
                    <a:pt x="4913" y="953"/>
                    <a:pt x="4562" y="978"/>
                    <a:pt x="4261" y="1028"/>
                  </a:cubicBezTo>
                  <a:cubicBezTo>
                    <a:pt x="3935" y="1053"/>
                    <a:pt x="3609" y="1078"/>
                    <a:pt x="3309" y="1103"/>
                  </a:cubicBezTo>
                  <a:cubicBezTo>
                    <a:pt x="3008" y="1103"/>
                    <a:pt x="2707" y="1154"/>
                    <a:pt x="2431" y="1154"/>
                  </a:cubicBezTo>
                  <a:lnTo>
                    <a:pt x="1654" y="1154"/>
                  </a:lnTo>
                  <a:cubicBezTo>
                    <a:pt x="1515" y="1161"/>
                    <a:pt x="1380" y="1164"/>
                    <a:pt x="1251" y="1164"/>
                  </a:cubicBezTo>
                  <a:cubicBezTo>
                    <a:pt x="939" y="1164"/>
                    <a:pt x="664" y="1146"/>
                    <a:pt x="451" y="1129"/>
                  </a:cubicBezTo>
                  <a:lnTo>
                    <a:pt x="0" y="1129"/>
                  </a:lnTo>
                  <a:lnTo>
                    <a:pt x="25" y="2382"/>
                  </a:lnTo>
                  <a:cubicBezTo>
                    <a:pt x="25" y="2382"/>
                    <a:pt x="201" y="2357"/>
                    <a:pt x="477" y="2332"/>
                  </a:cubicBezTo>
                  <a:cubicBezTo>
                    <a:pt x="777" y="2306"/>
                    <a:pt x="1178" y="2306"/>
                    <a:pt x="1705" y="2206"/>
                  </a:cubicBezTo>
                  <a:cubicBezTo>
                    <a:pt x="1955" y="2181"/>
                    <a:pt x="2231" y="2156"/>
                    <a:pt x="2507" y="2106"/>
                  </a:cubicBezTo>
                  <a:cubicBezTo>
                    <a:pt x="2807" y="2056"/>
                    <a:pt x="3108" y="2006"/>
                    <a:pt x="3409" y="1956"/>
                  </a:cubicBezTo>
                  <a:cubicBezTo>
                    <a:pt x="3735" y="1880"/>
                    <a:pt x="4035" y="1830"/>
                    <a:pt x="4361" y="1755"/>
                  </a:cubicBezTo>
                  <a:cubicBezTo>
                    <a:pt x="4687" y="1680"/>
                    <a:pt x="5013" y="1605"/>
                    <a:pt x="5339" y="1530"/>
                  </a:cubicBezTo>
                  <a:cubicBezTo>
                    <a:pt x="5665" y="1454"/>
                    <a:pt x="5990" y="1354"/>
                    <a:pt x="6316" y="1279"/>
                  </a:cubicBezTo>
                  <a:cubicBezTo>
                    <a:pt x="6617" y="1204"/>
                    <a:pt x="6943" y="1103"/>
                    <a:pt x="7244" y="1028"/>
                  </a:cubicBezTo>
                  <a:cubicBezTo>
                    <a:pt x="7845" y="853"/>
                    <a:pt x="8396" y="677"/>
                    <a:pt x="8873" y="527"/>
                  </a:cubicBezTo>
                  <a:cubicBezTo>
                    <a:pt x="9800" y="201"/>
                    <a:pt x="10451" y="1"/>
                    <a:pt x="1045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11"/>
            <p:cNvSpPr/>
            <p:nvPr/>
          </p:nvSpPr>
          <p:spPr>
            <a:xfrm>
              <a:off x="6651276" y="2829760"/>
              <a:ext cx="605273" cy="107411"/>
            </a:xfrm>
            <a:custGeom>
              <a:rect b="b" l="l" r="r" t="t"/>
              <a:pathLst>
                <a:path extrusionOk="0" h="2006" w="11304">
                  <a:moveTo>
                    <a:pt x="251" y="0"/>
                  </a:moveTo>
                  <a:lnTo>
                    <a:pt x="1" y="1654"/>
                  </a:lnTo>
                  <a:cubicBezTo>
                    <a:pt x="1" y="1654"/>
                    <a:pt x="702" y="1705"/>
                    <a:pt x="1755" y="1780"/>
                  </a:cubicBezTo>
                  <a:cubicBezTo>
                    <a:pt x="2281" y="1830"/>
                    <a:pt x="2908" y="1855"/>
                    <a:pt x="3560" y="1880"/>
                  </a:cubicBezTo>
                  <a:cubicBezTo>
                    <a:pt x="4236" y="1905"/>
                    <a:pt x="4938" y="1930"/>
                    <a:pt x="5640" y="1980"/>
                  </a:cubicBezTo>
                  <a:cubicBezTo>
                    <a:pt x="6367" y="1980"/>
                    <a:pt x="7068" y="1980"/>
                    <a:pt x="7720" y="2005"/>
                  </a:cubicBezTo>
                  <a:lnTo>
                    <a:pt x="8672" y="2005"/>
                  </a:lnTo>
                  <a:cubicBezTo>
                    <a:pt x="8998" y="2005"/>
                    <a:pt x="9274" y="2005"/>
                    <a:pt x="9550" y="1980"/>
                  </a:cubicBezTo>
                  <a:cubicBezTo>
                    <a:pt x="10602" y="1955"/>
                    <a:pt x="11304" y="1930"/>
                    <a:pt x="11304" y="1930"/>
                  </a:cubicBezTo>
                  <a:cubicBezTo>
                    <a:pt x="11304" y="1930"/>
                    <a:pt x="10602" y="1855"/>
                    <a:pt x="9550" y="1730"/>
                  </a:cubicBezTo>
                  <a:cubicBezTo>
                    <a:pt x="9299" y="1705"/>
                    <a:pt x="8998" y="1654"/>
                    <a:pt x="8697" y="1629"/>
                  </a:cubicBezTo>
                  <a:cubicBezTo>
                    <a:pt x="8422" y="1579"/>
                    <a:pt x="8096" y="1529"/>
                    <a:pt x="7770" y="1479"/>
                  </a:cubicBezTo>
                  <a:cubicBezTo>
                    <a:pt x="7118" y="1379"/>
                    <a:pt x="6442" y="1253"/>
                    <a:pt x="5740" y="1128"/>
                  </a:cubicBezTo>
                  <a:cubicBezTo>
                    <a:pt x="5063" y="1003"/>
                    <a:pt x="4362" y="878"/>
                    <a:pt x="3710" y="752"/>
                  </a:cubicBezTo>
                  <a:cubicBezTo>
                    <a:pt x="3083" y="627"/>
                    <a:pt x="2482" y="502"/>
                    <a:pt x="1955" y="376"/>
                  </a:cubicBezTo>
                  <a:cubicBezTo>
                    <a:pt x="928" y="151"/>
                    <a:pt x="251" y="0"/>
                    <a:pt x="2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11"/>
            <p:cNvSpPr/>
            <p:nvPr/>
          </p:nvSpPr>
          <p:spPr>
            <a:xfrm>
              <a:off x="5416607" y="3165332"/>
              <a:ext cx="1002041" cy="670972"/>
            </a:xfrm>
            <a:custGeom>
              <a:rect b="b" l="l" r="r" t="t"/>
              <a:pathLst>
                <a:path extrusionOk="0" h="12531" w="18714">
                  <a:moveTo>
                    <a:pt x="8924" y="1"/>
                  </a:moveTo>
                  <a:cubicBezTo>
                    <a:pt x="1021" y="1"/>
                    <a:pt x="1" y="12506"/>
                    <a:pt x="10101" y="12530"/>
                  </a:cubicBezTo>
                  <a:cubicBezTo>
                    <a:pt x="10109" y="12530"/>
                    <a:pt x="10117" y="12530"/>
                    <a:pt x="10124" y="12530"/>
                  </a:cubicBezTo>
                  <a:cubicBezTo>
                    <a:pt x="17747" y="12530"/>
                    <a:pt x="18713" y="249"/>
                    <a:pt x="9525" y="24"/>
                  </a:cubicBezTo>
                  <a:cubicBezTo>
                    <a:pt x="9320" y="8"/>
                    <a:pt x="9120" y="1"/>
                    <a:pt x="892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11"/>
            <p:cNvSpPr/>
            <p:nvPr/>
          </p:nvSpPr>
          <p:spPr>
            <a:xfrm>
              <a:off x="5601823" y="3406823"/>
              <a:ext cx="280522" cy="187943"/>
            </a:xfrm>
            <a:custGeom>
              <a:rect b="b" l="l" r="r" t="t"/>
              <a:pathLst>
                <a:path extrusionOk="0" h="3510" w="5239">
                  <a:moveTo>
                    <a:pt x="2507" y="0"/>
                  </a:moveTo>
                  <a:cubicBezTo>
                    <a:pt x="301" y="0"/>
                    <a:pt x="0" y="3509"/>
                    <a:pt x="2833" y="3509"/>
                  </a:cubicBezTo>
                  <a:cubicBezTo>
                    <a:pt x="4988" y="3509"/>
                    <a:pt x="5239" y="75"/>
                    <a:pt x="2682" y="25"/>
                  </a:cubicBezTo>
                  <a:cubicBezTo>
                    <a:pt x="2607" y="0"/>
                    <a:pt x="2557" y="0"/>
                    <a:pt x="250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11"/>
            <p:cNvSpPr/>
            <p:nvPr/>
          </p:nvSpPr>
          <p:spPr>
            <a:xfrm>
              <a:off x="6110459" y="3165332"/>
              <a:ext cx="1000649" cy="670972"/>
            </a:xfrm>
            <a:custGeom>
              <a:rect b="b" l="l" r="r" t="t"/>
              <a:pathLst>
                <a:path extrusionOk="0" h="12531" w="18688">
                  <a:moveTo>
                    <a:pt x="8923" y="1"/>
                  </a:moveTo>
                  <a:cubicBezTo>
                    <a:pt x="1021" y="1"/>
                    <a:pt x="0" y="12506"/>
                    <a:pt x="10101" y="12530"/>
                  </a:cubicBezTo>
                  <a:cubicBezTo>
                    <a:pt x="10108" y="12530"/>
                    <a:pt x="10116" y="12530"/>
                    <a:pt x="10124" y="12530"/>
                  </a:cubicBezTo>
                  <a:cubicBezTo>
                    <a:pt x="17747" y="12530"/>
                    <a:pt x="18688" y="249"/>
                    <a:pt x="9524" y="24"/>
                  </a:cubicBezTo>
                  <a:cubicBezTo>
                    <a:pt x="9320" y="8"/>
                    <a:pt x="9119" y="1"/>
                    <a:pt x="892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11"/>
            <p:cNvSpPr/>
            <p:nvPr/>
          </p:nvSpPr>
          <p:spPr>
            <a:xfrm>
              <a:off x="6608332" y="3496727"/>
              <a:ext cx="280522" cy="187943"/>
            </a:xfrm>
            <a:custGeom>
              <a:rect b="b" l="l" r="r" t="t"/>
              <a:pathLst>
                <a:path extrusionOk="0" h="3510" w="5239">
                  <a:moveTo>
                    <a:pt x="2507" y="1"/>
                  </a:moveTo>
                  <a:cubicBezTo>
                    <a:pt x="301" y="1"/>
                    <a:pt x="1" y="3509"/>
                    <a:pt x="2833" y="3509"/>
                  </a:cubicBezTo>
                  <a:cubicBezTo>
                    <a:pt x="4988" y="3509"/>
                    <a:pt x="5239" y="76"/>
                    <a:pt x="26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11"/>
            <p:cNvSpPr/>
            <p:nvPr/>
          </p:nvSpPr>
          <p:spPr>
            <a:xfrm>
              <a:off x="5729370" y="2964053"/>
              <a:ext cx="1001988" cy="670972"/>
            </a:xfrm>
            <a:custGeom>
              <a:rect b="b" l="l" r="r" t="t"/>
              <a:pathLst>
                <a:path extrusionOk="0" h="12531" w="18713">
                  <a:moveTo>
                    <a:pt x="8948" y="0"/>
                  </a:moveTo>
                  <a:cubicBezTo>
                    <a:pt x="1044" y="0"/>
                    <a:pt x="0" y="12506"/>
                    <a:pt x="10125" y="12530"/>
                  </a:cubicBezTo>
                  <a:cubicBezTo>
                    <a:pt x="10133" y="12530"/>
                    <a:pt x="10140" y="12530"/>
                    <a:pt x="10148" y="12530"/>
                  </a:cubicBezTo>
                  <a:cubicBezTo>
                    <a:pt x="17771" y="12530"/>
                    <a:pt x="18712" y="249"/>
                    <a:pt x="9548" y="24"/>
                  </a:cubicBezTo>
                  <a:cubicBezTo>
                    <a:pt x="9344" y="8"/>
                    <a:pt x="9144" y="0"/>
                    <a:pt x="894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11"/>
            <p:cNvSpPr/>
            <p:nvPr/>
          </p:nvSpPr>
          <p:spPr>
            <a:xfrm>
              <a:off x="6205718" y="3094116"/>
              <a:ext cx="280522" cy="187943"/>
            </a:xfrm>
            <a:custGeom>
              <a:rect b="b" l="l" r="r" t="t"/>
              <a:pathLst>
                <a:path extrusionOk="0" h="3510" w="5239">
                  <a:moveTo>
                    <a:pt x="2507" y="1"/>
                  </a:moveTo>
                  <a:cubicBezTo>
                    <a:pt x="301" y="1"/>
                    <a:pt x="1" y="3509"/>
                    <a:pt x="2833" y="3509"/>
                  </a:cubicBezTo>
                  <a:cubicBezTo>
                    <a:pt x="4988" y="3509"/>
                    <a:pt x="5239" y="76"/>
                    <a:pt x="268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26" name="Google Shape;326;p11"/>
          <p:cNvSpPr txBox="1"/>
          <p:nvPr>
            <p:ph hasCustomPrompt="1" type="title"/>
          </p:nvPr>
        </p:nvSpPr>
        <p:spPr>
          <a:xfrm>
            <a:off x="1296450" y="1586050"/>
            <a:ext cx="6551100" cy="16833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1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327" name="Google Shape;327;p11"/>
          <p:cNvSpPr txBox="1"/>
          <p:nvPr>
            <p:ph idx="1" type="body"/>
          </p:nvPr>
        </p:nvSpPr>
        <p:spPr>
          <a:xfrm>
            <a:off x="1296450" y="3004538"/>
            <a:ext cx="6551100" cy="4767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328" name="Google Shape;328;p11"/>
          <p:cNvSpPr/>
          <p:nvPr/>
        </p:nvSpPr>
        <p:spPr>
          <a:xfrm rot="5117222">
            <a:off x="1729078" y="-292184"/>
            <a:ext cx="1018588" cy="1147422"/>
          </a:xfrm>
          <a:custGeom>
            <a:rect b="b" l="l" r="r" t="t"/>
            <a:pathLst>
              <a:path extrusionOk="0" h="18875" w="16755">
                <a:moveTo>
                  <a:pt x="1111" y="0"/>
                </a:moveTo>
                <a:cubicBezTo>
                  <a:pt x="860" y="0"/>
                  <a:pt x="587" y="254"/>
                  <a:pt x="708" y="558"/>
                </a:cubicBezTo>
                <a:cubicBezTo>
                  <a:pt x="1119" y="1562"/>
                  <a:pt x="1576" y="2521"/>
                  <a:pt x="2055" y="3480"/>
                </a:cubicBezTo>
                <a:cubicBezTo>
                  <a:pt x="1918" y="3640"/>
                  <a:pt x="1918" y="3868"/>
                  <a:pt x="2032" y="4028"/>
                </a:cubicBezTo>
                <a:cubicBezTo>
                  <a:pt x="1302" y="5260"/>
                  <a:pt x="777" y="6584"/>
                  <a:pt x="548" y="7999"/>
                </a:cubicBezTo>
                <a:cubicBezTo>
                  <a:pt x="412" y="8775"/>
                  <a:pt x="1" y="10624"/>
                  <a:pt x="959" y="11058"/>
                </a:cubicBezTo>
                <a:cubicBezTo>
                  <a:pt x="1107" y="11126"/>
                  <a:pt x="1239" y="11156"/>
                  <a:pt x="1358" y="11156"/>
                </a:cubicBezTo>
                <a:cubicBezTo>
                  <a:pt x="2152" y="11156"/>
                  <a:pt x="2321" y="9782"/>
                  <a:pt x="2420" y="9186"/>
                </a:cubicBezTo>
                <a:cubicBezTo>
                  <a:pt x="2648" y="7771"/>
                  <a:pt x="2808" y="6379"/>
                  <a:pt x="2900" y="4963"/>
                </a:cubicBezTo>
                <a:cubicBezTo>
                  <a:pt x="3356" y="5739"/>
                  <a:pt x="3835" y="6493"/>
                  <a:pt x="4360" y="7223"/>
                </a:cubicBezTo>
                <a:lnTo>
                  <a:pt x="4338" y="7269"/>
                </a:lnTo>
                <a:cubicBezTo>
                  <a:pt x="3813" y="8730"/>
                  <a:pt x="3470" y="10259"/>
                  <a:pt x="3402" y="11811"/>
                </a:cubicBezTo>
                <a:cubicBezTo>
                  <a:pt x="3356" y="12541"/>
                  <a:pt x="3105" y="14230"/>
                  <a:pt x="4086" y="14504"/>
                </a:cubicBezTo>
                <a:cubicBezTo>
                  <a:pt x="4198" y="14539"/>
                  <a:pt x="4298" y="14554"/>
                  <a:pt x="4388" y="14554"/>
                </a:cubicBezTo>
                <a:cubicBezTo>
                  <a:pt x="5265" y="14554"/>
                  <a:pt x="5228" y="13075"/>
                  <a:pt x="5228" y="12496"/>
                </a:cubicBezTo>
                <a:cubicBezTo>
                  <a:pt x="5228" y="11126"/>
                  <a:pt x="5228" y="9734"/>
                  <a:pt x="5228" y="8364"/>
                </a:cubicBezTo>
                <a:cubicBezTo>
                  <a:pt x="5616" y="8889"/>
                  <a:pt x="6049" y="9392"/>
                  <a:pt x="6483" y="9894"/>
                </a:cubicBezTo>
                <a:cubicBezTo>
                  <a:pt x="6346" y="11218"/>
                  <a:pt x="6323" y="12541"/>
                  <a:pt x="6415" y="13888"/>
                </a:cubicBezTo>
                <a:cubicBezTo>
                  <a:pt x="6460" y="14550"/>
                  <a:pt x="6392" y="15965"/>
                  <a:pt x="7305" y="16102"/>
                </a:cubicBezTo>
                <a:cubicBezTo>
                  <a:pt x="7343" y="16107"/>
                  <a:pt x="7379" y="16109"/>
                  <a:pt x="7414" y="16109"/>
                </a:cubicBezTo>
                <a:cubicBezTo>
                  <a:pt x="8688" y="16109"/>
                  <a:pt x="8116" y="12929"/>
                  <a:pt x="7738" y="11240"/>
                </a:cubicBezTo>
                <a:lnTo>
                  <a:pt x="7738" y="11240"/>
                </a:lnTo>
                <a:cubicBezTo>
                  <a:pt x="8012" y="11514"/>
                  <a:pt x="8263" y="11765"/>
                  <a:pt x="8537" y="12016"/>
                </a:cubicBezTo>
                <a:cubicBezTo>
                  <a:pt x="8537" y="12085"/>
                  <a:pt x="8560" y="12153"/>
                  <a:pt x="8606" y="12222"/>
                </a:cubicBezTo>
                <a:cubicBezTo>
                  <a:pt x="8674" y="12290"/>
                  <a:pt x="8720" y="12359"/>
                  <a:pt x="8766" y="12450"/>
                </a:cubicBezTo>
                <a:cubicBezTo>
                  <a:pt x="9154" y="14071"/>
                  <a:pt x="9519" y="15737"/>
                  <a:pt x="9930" y="17358"/>
                </a:cubicBezTo>
                <a:cubicBezTo>
                  <a:pt x="10093" y="17993"/>
                  <a:pt x="10604" y="18875"/>
                  <a:pt x="11300" y="18875"/>
                </a:cubicBezTo>
                <a:cubicBezTo>
                  <a:pt x="11478" y="18875"/>
                  <a:pt x="11669" y="18817"/>
                  <a:pt x="11870" y="18681"/>
                </a:cubicBezTo>
                <a:cubicBezTo>
                  <a:pt x="12851" y="17997"/>
                  <a:pt x="11893" y="16376"/>
                  <a:pt x="11527" y="15600"/>
                </a:cubicBezTo>
                <a:cubicBezTo>
                  <a:pt x="11254" y="14984"/>
                  <a:pt x="10911" y="14390"/>
                  <a:pt x="10569" y="13797"/>
                </a:cubicBezTo>
                <a:lnTo>
                  <a:pt x="10569" y="13797"/>
                </a:lnTo>
                <a:cubicBezTo>
                  <a:pt x="11505" y="14550"/>
                  <a:pt x="12486" y="15258"/>
                  <a:pt x="13513" y="15897"/>
                </a:cubicBezTo>
                <a:cubicBezTo>
                  <a:pt x="13587" y="15943"/>
                  <a:pt x="13661" y="15964"/>
                  <a:pt x="13731" y="15964"/>
                </a:cubicBezTo>
                <a:cubicBezTo>
                  <a:pt x="14070" y="15964"/>
                  <a:pt x="14311" y="15485"/>
                  <a:pt x="13970" y="15258"/>
                </a:cubicBezTo>
                <a:cubicBezTo>
                  <a:pt x="13011" y="14641"/>
                  <a:pt x="12075" y="14002"/>
                  <a:pt x="11185" y="13295"/>
                </a:cubicBezTo>
                <a:lnTo>
                  <a:pt x="11185" y="13295"/>
                </a:lnTo>
                <a:cubicBezTo>
                  <a:pt x="12212" y="13523"/>
                  <a:pt x="13239" y="13637"/>
                  <a:pt x="14289" y="13637"/>
                </a:cubicBezTo>
                <a:cubicBezTo>
                  <a:pt x="14395" y="13637"/>
                  <a:pt x="14518" y="13639"/>
                  <a:pt x="14652" y="13639"/>
                </a:cubicBezTo>
                <a:cubicBezTo>
                  <a:pt x="15472" y="13639"/>
                  <a:pt x="16689" y="13571"/>
                  <a:pt x="16709" y="12610"/>
                </a:cubicBezTo>
                <a:cubicBezTo>
                  <a:pt x="16754" y="11263"/>
                  <a:pt x="14563" y="11354"/>
                  <a:pt x="13719" y="11332"/>
                </a:cubicBezTo>
                <a:cubicBezTo>
                  <a:pt x="12326" y="11332"/>
                  <a:pt x="10934" y="11514"/>
                  <a:pt x="9587" y="11925"/>
                </a:cubicBezTo>
                <a:cubicBezTo>
                  <a:pt x="9154" y="11537"/>
                  <a:pt x="8743" y="11149"/>
                  <a:pt x="8355" y="10738"/>
                </a:cubicBezTo>
                <a:cubicBezTo>
                  <a:pt x="9268" y="10647"/>
                  <a:pt x="10226" y="10578"/>
                  <a:pt x="11094" y="10373"/>
                </a:cubicBezTo>
                <a:cubicBezTo>
                  <a:pt x="11756" y="10213"/>
                  <a:pt x="12418" y="9643"/>
                  <a:pt x="12144" y="8889"/>
                </a:cubicBezTo>
                <a:cubicBezTo>
                  <a:pt x="11981" y="8418"/>
                  <a:pt x="11518" y="8236"/>
                  <a:pt x="11059" y="8236"/>
                </a:cubicBezTo>
                <a:cubicBezTo>
                  <a:pt x="10873" y="8236"/>
                  <a:pt x="10688" y="8266"/>
                  <a:pt x="10523" y="8319"/>
                </a:cubicBezTo>
                <a:cubicBezTo>
                  <a:pt x="9428" y="8661"/>
                  <a:pt x="8378" y="9186"/>
                  <a:pt x="7328" y="9643"/>
                </a:cubicBezTo>
                <a:cubicBezTo>
                  <a:pt x="6780" y="9072"/>
                  <a:pt x="6278" y="8456"/>
                  <a:pt x="5798" y="7839"/>
                </a:cubicBezTo>
                <a:lnTo>
                  <a:pt x="5798" y="7839"/>
                </a:lnTo>
                <a:cubicBezTo>
                  <a:pt x="5930" y="7845"/>
                  <a:pt x="6061" y="7848"/>
                  <a:pt x="6192" y="7848"/>
                </a:cubicBezTo>
                <a:cubicBezTo>
                  <a:pt x="7110" y="7848"/>
                  <a:pt x="8024" y="7708"/>
                  <a:pt x="8903" y="7429"/>
                </a:cubicBezTo>
                <a:cubicBezTo>
                  <a:pt x="9473" y="7223"/>
                  <a:pt x="11185" y="6767"/>
                  <a:pt x="10706" y="5808"/>
                </a:cubicBezTo>
                <a:cubicBezTo>
                  <a:pt x="10537" y="5470"/>
                  <a:pt x="10156" y="5360"/>
                  <a:pt x="9721" y="5360"/>
                </a:cubicBezTo>
                <a:cubicBezTo>
                  <a:pt x="9099" y="5360"/>
                  <a:pt x="8366" y="5586"/>
                  <a:pt x="7990" y="5694"/>
                </a:cubicBezTo>
                <a:cubicBezTo>
                  <a:pt x="7008" y="5991"/>
                  <a:pt x="6095" y="6447"/>
                  <a:pt x="5273" y="7018"/>
                </a:cubicBezTo>
                <a:lnTo>
                  <a:pt x="5182" y="7018"/>
                </a:lnTo>
                <a:cubicBezTo>
                  <a:pt x="4634" y="6264"/>
                  <a:pt x="4132" y="5488"/>
                  <a:pt x="3653" y="4690"/>
                </a:cubicBezTo>
                <a:cubicBezTo>
                  <a:pt x="4566" y="4690"/>
                  <a:pt x="5479" y="4575"/>
                  <a:pt x="6369" y="4347"/>
                </a:cubicBezTo>
                <a:cubicBezTo>
                  <a:pt x="7099" y="4142"/>
                  <a:pt x="8218" y="3799"/>
                  <a:pt x="8058" y="2841"/>
                </a:cubicBezTo>
                <a:cubicBezTo>
                  <a:pt x="7967" y="2232"/>
                  <a:pt x="7490" y="2049"/>
                  <a:pt x="6979" y="2049"/>
                </a:cubicBezTo>
                <a:cubicBezTo>
                  <a:pt x="6724" y="2049"/>
                  <a:pt x="6460" y="2095"/>
                  <a:pt x="6232" y="2156"/>
                </a:cubicBezTo>
                <a:cubicBezTo>
                  <a:pt x="5091" y="2453"/>
                  <a:pt x="3949" y="2841"/>
                  <a:pt x="2808" y="3183"/>
                </a:cubicBezTo>
                <a:cubicBezTo>
                  <a:pt x="2283" y="2224"/>
                  <a:pt x="1827" y="1243"/>
                  <a:pt x="1416" y="216"/>
                </a:cubicBezTo>
                <a:cubicBezTo>
                  <a:pt x="1355" y="64"/>
                  <a:pt x="1236" y="0"/>
                  <a:pt x="1111"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11"/>
          <p:cNvSpPr/>
          <p:nvPr/>
        </p:nvSpPr>
        <p:spPr>
          <a:xfrm flipH="1" rot="-5117222">
            <a:off x="6396328" y="-292184"/>
            <a:ext cx="1018588" cy="1147422"/>
          </a:xfrm>
          <a:custGeom>
            <a:rect b="b" l="l" r="r" t="t"/>
            <a:pathLst>
              <a:path extrusionOk="0" h="18875" w="16755">
                <a:moveTo>
                  <a:pt x="1111" y="0"/>
                </a:moveTo>
                <a:cubicBezTo>
                  <a:pt x="860" y="0"/>
                  <a:pt x="587" y="254"/>
                  <a:pt x="708" y="558"/>
                </a:cubicBezTo>
                <a:cubicBezTo>
                  <a:pt x="1119" y="1562"/>
                  <a:pt x="1576" y="2521"/>
                  <a:pt x="2055" y="3480"/>
                </a:cubicBezTo>
                <a:cubicBezTo>
                  <a:pt x="1918" y="3640"/>
                  <a:pt x="1918" y="3868"/>
                  <a:pt x="2032" y="4028"/>
                </a:cubicBezTo>
                <a:cubicBezTo>
                  <a:pt x="1302" y="5260"/>
                  <a:pt x="777" y="6584"/>
                  <a:pt x="548" y="7999"/>
                </a:cubicBezTo>
                <a:cubicBezTo>
                  <a:pt x="412" y="8775"/>
                  <a:pt x="1" y="10624"/>
                  <a:pt x="959" y="11058"/>
                </a:cubicBezTo>
                <a:cubicBezTo>
                  <a:pt x="1107" y="11126"/>
                  <a:pt x="1239" y="11156"/>
                  <a:pt x="1358" y="11156"/>
                </a:cubicBezTo>
                <a:cubicBezTo>
                  <a:pt x="2152" y="11156"/>
                  <a:pt x="2321" y="9782"/>
                  <a:pt x="2420" y="9186"/>
                </a:cubicBezTo>
                <a:cubicBezTo>
                  <a:pt x="2648" y="7771"/>
                  <a:pt x="2808" y="6379"/>
                  <a:pt x="2900" y="4963"/>
                </a:cubicBezTo>
                <a:cubicBezTo>
                  <a:pt x="3356" y="5739"/>
                  <a:pt x="3835" y="6493"/>
                  <a:pt x="4360" y="7223"/>
                </a:cubicBezTo>
                <a:lnTo>
                  <a:pt x="4338" y="7269"/>
                </a:lnTo>
                <a:cubicBezTo>
                  <a:pt x="3813" y="8730"/>
                  <a:pt x="3470" y="10259"/>
                  <a:pt x="3402" y="11811"/>
                </a:cubicBezTo>
                <a:cubicBezTo>
                  <a:pt x="3356" y="12541"/>
                  <a:pt x="3105" y="14230"/>
                  <a:pt x="4086" y="14504"/>
                </a:cubicBezTo>
                <a:cubicBezTo>
                  <a:pt x="4198" y="14539"/>
                  <a:pt x="4298" y="14554"/>
                  <a:pt x="4388" y="14554"/>
                </a:cubicBezTo>
                <a:cubicBezTo>
                  <a:pt x="5265" y="14554"/>
                  <a:pt x="5228" y="13075"/>
                  <a:pt x="5228" y="12496"/>
                </a:cubicBezTo>
                <a:cubicBezTo>
                  <a:pt x="5228" y="11126"/>
                  <a:pt x="5228" y="9734"/>
                  <a:pt x="5228" y="8364"/>
                </a:cubicBezTo>
                <a:cubicBezTo>
                  <a:pt x="5616" y="8889"/>
                  <a:pt x="6049" y="9392"/>
                  <a:pt x="6483" y="9894"/>
                </a:cubicBezTo>
                <a:cubicBezTo>
                  <a:pt x="6346" y="11218"/>
                  <a:pt x="6323" y="12541"/>
                  <a:pt x="6415" y="13888"/>
                </a:cubicBezTo>
                <a:cubicBezTo>
                  <a:pt x="6460" y="14550"/>
                  <a:pt x="6392" y="15965"/>
                  <a:pt x="7305" y="16102"/>
                </a:cubicBezTo>
                <a:cubicBezTo>
                  <a:pt x="7343" y="16107"/>
                  <a:pt x="7379" y="16109"/>
                  <a:pt x="7414" y="16109"/>
                </a:cubicBezTo>
                <a:cubicBezTo>
                  <a:pt x="8688" y="16109"/>
                  <a:pt x="8116" y="12929"/>
                  <a:pt x="7738" y="11240"/>
                </a:cubicBezTo>
                <a:lnTo>
                  <a:pt x="7738" y="11240"/>
                </a:lnTo>
                <a:cubicBezTo>
                  <a:pt x="8012" y="11514"/>
                  <a:pt x="8263" y="11765"/>
                  <a:pt x="8537" y="12016"/>
                </a:cubicBezTo>
                <a:cubicBezTo>
                  <a:pt x="8537" y="12085"/>
                  <a:pt x="8560" y="12153"/>
                  <a:pt x="8606" y="12222"/>
                </a:cubicBezTo>
                <a:cubicBezTo>
                  <a:pt x="8674" y="12290"/>
                  <a:pt x="8720" y="12359"/>
                  <a:pt x="8766" y="12450"/>
                </a:cubicBezTo>
                <a:cubicBezTo>
                  <a:pt x="9154" y="14071"/>
                  <a:pt x="9519" y="15737"/>
                  <a:pt x="9930" y="17358"/>
                </a:cubicBezTo>
                <a:cubicBezTo>
                  <a:pt x="10093" y="17993"/>
                  <a:pt x="10604" y="18875"/>
                  <a:pt x="11300" y="18875"/>
                </a:cubicBezTo>
                <a:cubicBezTo>
                  <a:pt x="11478" y="18875"/>
                  <a:pt x="11669" y="18817"/>
                  <a:pt x="11870" y="18681"/>
                </a:cubicBezTo>
                <a:cubicBezTo>
                  <a:pt x="12851" y="17997"/>
                  <a:pt x="11893" y="16376"/>
                  <a:pt x="11527" y="15600"/>
                </a:cubicBezTo>
                <a:cubicBezTo>
                  <a:pt x="11254" y="14984"/>
                  <a:pt x="10911" y="14390"/>
                  <a:pt x="10569" y="13797"/>
                </a:cubicBezTo>
                <a:lnTo>
                  <a:pt x="10569" y="13797"/>
                </a:lnTo>
                <a:cubicBezTo>
                  <a:pt x="11505" y="14550"/>
                  <a:pt x="12486" y="15258"/>
                  <a:pt x="13513" y="15897"/>
                </a:cubicBezTo>
                <a:cubicBezTo>
                  <a:pt x="13587" y="15943"/>
                  <a:pt x="13661" y="15964"/>
                  <a:pt x="13731" y="15964"/>
                </a:cubicBezTo>
                <a:cubicBezTo>
                  <a:pt x="14070" y="15964"/>
                  <a:pt x="14311" y="15485"/>
                  <a:pt x="13970" y="15258"/>
                </a:cubicBezTo>
                <a:cubicBezTo>
                  <a:pt x="13011" y="14641"/>
                  <a:pt x="12075" y="14002"/>
                  <a:pt x="11185" y="13295"/>
                </a:cubicBezTo>
                <a:lnTo>
                  <a:pt x="11185" y="13295"/>
                </a:lnTo>
                <a:cubicBezTo>
                  <a:pt x="12212" y="13523"/>
                  <a:pt x="13239" y="13637"/>
                  <a:pt x="14289" y="13637"/>
                </a:cubicBezTo>
                <a:cubicBezTo>
                  <a:pt x="14395" y="13637"/>
                  <a:pt x="14518" y="13639"/>
                  <a:pt x="14652" y="13639"/>
                </a:cubicBezTo>
                <a:cubicBezTo>
                  <a:pt x="15472" y="13639"/>
                  <a:pt x="16689" y="13571"/>
                  <a:pt x="16709" y="12610"/>
                </a:cubicBezTo>
                <a:cubicBezTo>
                  <a:pt x="16754" y="11263"/>
                  <a:pt x="14563" y="11354"/>
                  <a:pt x="13719" y="11332"/>
                </a:cubicBezTo>
                <a:cubicBezTo>
                  <a:pt x="12326" y="11332"/>
                  <a:pt x="10934" y="11514"/>
                  <a:pt x="9587" y="11925"/>
                </a:cubicBezTo>
                <a:cubicBezTo>
                  <a:pt x="9154" y="11537"/>
                  <a:pt x="8743" y="11149"/>
                  <a:pt x="8355" y="10738"/>
                </a:cubicBezTo>
                <a:cubicBezTo>
                  <a:pt x="9268" y="10647"/>
                  <a:pt x="10226" y="10578"/>
                  <a:pt x="11094" y="10373"/>
                </a:cubicBezTo>
                <a:cubicBezTo>
                  <a:pt x="11756" y="10213"/>
                  <a:pt x="12418" y="9643"/>
                  <a:pt x="12144" y="8889"/>
                </a:cubicBezTo>
                <a:cubicBezTo>
                  <a:pt x="11981" y="8418"/>
                  <a:pt x="11518" y="8236"/>
                  <a:pt x="11059" y="8236"/>
                </a:cubicBezTo>
                <a:cubicBezTo>
                  <a:pt x="10873" y="8236"/>
                  <a:pt x="10688" y="8266"/>
                  <a:pt x="10523" y="8319"/>
                </a:cubicBezTo>
                <a:cubicBezTo>
                  <a:pt x="9428" y="8661"/>
                  <a:pt x="8378" y="9186"/>
                  <a:pt x="7328" y="9643"/>
                </a:cubicBezTo>
                <a:cubicBezTo>
                  <a:pt x="6780" y="9072"/>
                  <a:pt x="6278" y="8456"/>
                  <a:pt x="5798" y="7839"/>
                </a:cubicBezTo>
                <a:lnTo>
                  <a:pt x="5798" y="7839"/>
                </a:lnTo>
                <a:cubicBezTo>
                  <a:pt x="5930" y="7845"/>
                  <a:pt x="6061" y="7848"/>
                  <a:pt x="6192" y="7848"/>
                </a:cubicBezTo>
                <a:cubicBezTo>
                  <a:pt x="7110" y="7848"/>
                  <a:pt x="8024" y="7708"/>
                  <a:pt x="8903" y="7429"/>
                </a:cubicBezTo>
                <a:cubicBezTo>
                  <a:pt x="9473" y="7223"/>
                  <a:pt x="11185" y="6767"/>
                  <a:pt x="10706" y="5808"/>
                </a:cubicBezTo>
                <a:cubicBezTo>
                  <a:pt x="10537" y="5470"/>
                  <a:pt x="10156" y="5360"/>
                  <a:pt x="9721" y="5360"/>
                </a:cubicBezTo>
                <a:cubicBezTo>
                  <a:pt x="9099" y="5360"/>
                  <a:pt x="8366" y="5586"/>
                  <a:pt x="7990" y="5694"/>
                </a:cubicBezTo>
                <a:cubicBezTo>
                  <a:pt x="7008" y="5991"/>
                  <a:pt x="6095" y="6447"/>
                  <a:pt x="5273" y="7018"/>
                </a:cubicBezTo>
                <a:lnTo>
                  <a:pt x="5182" y="7018"/>
                </a:lnTo>
                <a:cubicBezTo>
                  <a:pt x="4634" y="6264"/>
                  <a:pt x="4132" y="5488"/>
                  <a:pt x="3653" y="4690"/>
                </a:cubicBezTo>
                <a:cubicBezTo>
                  <a:pt x="4566" y="4690"/>
                  <a:pt x="5479" y="4575"/>
                  <a:pt x="6369" y="4347"/>
                </a:cubicBezTo>
                <a:cubicBezTo>
                  <a:pt x="7099" y="4142"/>
                  <a:pt x="8218" y="3799"/>
                  <a:pt x="8058" y="2841"/>
                </a:cubicBezTo>
                <a:cubicBezTo>
                  <a:pt x="7967" y="2232"/>
                  <a:pt x="7490" y="2049"/>
                  <a:pt x="6979" y="2049"/>
                </a:cubicBezTo>
                <a:cubicBezTo>
                  <a:pt x="6724" y="2049"/>
                  <a:pt x="6460" y="2095"/>
                  <a:pt x="6232" y="2156"/>
                </a:cubicBezTo>
                <a:cubicBezTo>
                  <a:pt x="5091" y="2453"/>
                  <a:pt x="3949" y="2841"/>
                  <a:pt x="2808" y="3183"/>
                </a:cubicBezTo>
                <a:cubicBezTo>
                  <a:pt x="2283" y="2224"/>
                  <a:pt x="1827" y="1243"/>
                  <a:pt x="1416" y="216"/>
                </a:cubicBezTo>
                <a:cubicBezTo>
                  <a:pt x="1355" y="64"/>
                  <a:pt x="1236" y="0"/>
                  <a:pt x="1111"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0" name="Google Shape;330;p11"/>
          <p:cNvGrpSpPr/>
          <p:nvPr/>
        </p:nvGrpSpPr>
        <p:grpSpPr>
          <a:xfrm flipH="1" rot="-1053861">
            <a:off x="653310" y="3804207"/>
            <a:ext cx="597044" cy="926540"/>
            <a:chOff x="7686063" y="677323"/>
            <a:chExt cx="781665" cy="1213051"/>
          </a:xfrm>
        </p:grpSpPr>
        <p:sp>
          <p:nvSpPr>
            <p:cNvPr id="331" name="Google Shape;331;p11"/>
            <p:cNvSpPr/>
            <p:nvPr/>
          </p:nvSpPr>
          <p:spPr>
            <a:xfrm>
              <a:off x="7867565" y="740675"/>
              <a:ext cx="380187" cy="575627"/>
            </a:xfrm>
            <a:custGeom>
              <a:rect b="b" l="l" r="r" t="t"/>
              <a:pathLst>
                <a:path extrusionOk="0" h="13510" w="8923">
                  <a:moveTo>
                    <a:pt x="4662" y="1"/>
                  </a:moveTo>
                  <a:cubicBezTo>
                    <a:pt x="4161" y="2758"/>
                    <a:pt x="3309" y="6016"/>
                    <a:pt x="0" y="6592"/>
                  </a:cubicBezTo>
                  <a:cubicBezTo>
                    <a:pt x="2757" y="7820"/>
                    <a:pt x="3910" y="10702"/>
                    <a:pt x="4161" y="13509"/>
                  </a:cubicBezTo>
                  <a:cubicBezTo>
                    <a:pt x="4662" y="10753"/>
                    <a:pt x="5815" y="7920"/>
                    <a:pt x="8923" y="7068"/>
                  </a:cubicBezTo>
                  <a:cubicBezTo>
                    <a:pt x="5589" y="5915"/>
                    <a:pt x="5439" y="3760"/>
                    <a:pt x="466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11"/>
            <p:cNvSpPr/>
            <p:nvPr/>
          </p:nvSpPr>
          <p:spPr>
            <a:xfrm>
              <a:off x="8268709" y="1375767"/>
              <a:ext cx="199020" cy="133788"/>
            </a:xfrm>
            <a:custGeom>
              <a:rect b="b" l="l" r="r" t="t"/>
              <a:pathLst>
                <a:path extrusionOk="0" h="3140" w="4671">
                  <a:moveTo>
                    <a:pt x="2205" y="0"/>
                  </a:moveTo>
                  <a:cubicBezTo>
                    <a:pt x="245" y="0"/>
                    <a:pt x="0" y="3140"/>
                    <a:pt x="2515" y="3140"/>
                  </a:cubicBezTo>
                  <a:cubicBezTo>
                    <a:pt x="4420" y="3140"/>
                    <a:pt x="4671" y="57"/>
                    <a:pt x="2365" y="7"/>
                  </a:cubicBezTo>
                  <a:cubicBezTo>
                    <a:pt x="2310" y="2"/>
                    <a:pt x="2257" y="0"/>
                    <a:pt x="220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11"/>
            <p:cNvSpPr/>
            <p:nvPr/>
          </p:nvSpPr>
          <p:spPr>
            <a:xfrm>
              <a:off x="7781470" y="677323"/>
              <a:ext cx="94227" cy="63352"/>
            </a:xfrm>
            <a:custGeom>
              <a:rect b="b" l="l" r="r" t="t"/>
              <a:pathLst>
                <a:path extrusionOk="0" h="2361" w="3512">
                  <a:moveTo>
                    <a:pt x="1668" y="0"/>
                  </a:moveTo>
                  <a:cubicBezTo>
                    <a:pt x="192" y="0"/>
                    <a:pt x="1" y="2361"/>
                    <a:pt x="1908" y="2361"/>
                  </a:cubicBezTo>
                  <a:cubicBezTo>
                    <a:pt x="3336" y="2361"/>
                    <a:pt x="3512" y="55"/>
                    <a:pt x="1782" y="5"/>
                  </a:cubicBezTo>
                  <a:cubicBezTo>
                    <a:pt x="1743" y="2"/>
                    <a:pt x="1705" y="0"/>
                    <a:pt x="166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11"/>
            <p:cNvSpPr/>
            <p:nvPr/>
          </p:nvSpPr>
          <p:spPr>
            <a:xfrm>
              <a:off x="7686063" y="1316307"/>
              <a:ext cx="114785" cy="77120"/>
            </a:xfrm>
            <a:custGeom>
              <a:rect b="b" l="l" r="r" t="t"/>
              <a:pathLst>
                <a:path extrusionOk="0" h="1810" w="2694">
                  <a:moveTo>
                    <a:pt x="1275" y="1"/>
                  </a:moveTo>
                  <a:cubicBezTo>
                    <a:pt x="153" y="1"/>
                    <a:pt x="1" y="1809"/>
                    <a:pt x="1466" y="1809"/>
                  </a:cubicBezTo>
                  <a:cubicBezTo>
                    <a:pt x="2569" y="1809"/>
                    <a:pt x="2694" y="30"/>
                    <a:pt x="1366" y="5"/>
                  </a:cubicBezTo>
                  <a:cubicBezTo>
                    <a:pt x="1335" y="2"/>
                    <a:pt x="1305" y="1"/>
                    <a:pt x="127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11"/>
            <p:cNvSpPr/>
            <p:nvPr/>
          </p:nvSpPr>
          <p:spPr>
            <a:xfrm rot="-885390">
              <a:off x="7818742" y="1548804"/>
              <a:ext cx="211329" cy="319934"/>
            </a:xfrm>
            <a:custGeom>
              <a:rect b="b" l="l" r="r" t="t"/>
              <a:pathLst>
                <a:path extrusionOk="0" h="13510" w="8923">
                  <a:moveTo>
                    <a:pt x="4662" y="1"/>
                  </a:moveTo>
                  <a:cubicBezTo>
                    <a:pt x="4161" y="2758"/>
                    <a:pt x="3309" y="6016"/>
                    <a:pt x="0" y="6592"/>
                  </a:cubicBezTo>
                  <a:cubicBezTo>
                    <a:pt x="2757" y="7820"/>
                    <a:pt x="3910" y="10702"/>
                    <a:pt x="4161" y="13509"/>
                  </a:cubicBezTo>
                  <a:cubicBezTo>
                    <a:pt x="4662" y="10753"/>
                    <a:pt x="5815" y="7920"/>
                    <a:pt x="8923" y="7068"/>
                  </a:cubicBezTo>
                  <a:cubicBezTo>
                    <a:pt x="5589" y="5915"/>
                    <a:pt x="5439" y="3760"/>
                    <a:pt x="466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6" name="Google Shape;336;p11"/>
          <p:cNvGrpSpPr/>
          <p:nvPr/>
        </p:nvGrpSpPr>
        <p:grpSpPr>
          <a:xfrm rot="928098">
            <a:off x="7931699" y="3804236"/>
            <a:ext cx="597009" cy="926486"/>
            <a:chOff x="7686063" y="677323"/>
            <a:chExt cx="781665" cy="1213051"/>
          </a:xfrm>
        </p:grpSpPr>
        <p:sp>
          <p:nvSpPr>
            <p:cNvPr id="337" name="Google Shape;337;p11"/>
            <p:cNvSpPr/>
            <p:nvPr/>
          </p:nvSpPr>
          <p:spPr>
            <a:xfrm>
              <a:off x="7867565" y="740675"/>
              <a:ext cx="380187" cy="575627"/>
            </a:xfrm>
            <a:custGeom>
              <a:rect b="b" l="l" r="r" t="t"/>
              <a:pathLst>
                <a:path extrusionOk="0" h="13510" w="8923">
                  <a:moveTo>
                    <a:pt x="4662" y="1"/>
                  </a:moveTo>
                  <a:cubicBezTo>
                    <a:pt x="4161" y="2758"/>
                    <a:pt x="3309" y="6016"/>
                    <a:pt x="0" y="6592"/>
                  </a:cubicBezTo>
                  <a:cubicBezTo>
                    <a:pt x="2757" y="7820"/>
                    <a:pt x="3910" y="10702"/>
                    <a:pt x="4161" y="13509"/>
                  </a:cubicBezTo>
                  <a:cubicBezTo>
                    <a:pt x="4662" y="10753"/>
                    <a:pt x="5815" y="7920"/>
                    <a:pt x="8923" y="7068"/>
                  </a:cubicBezTo>
                  <a:cubicBezTo>
                    <a:pt x="5589" y="5915"/>
                    <a:pt x="5439" y="3760"/>
                    <a:pt x="466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11"/>
            <p:cNvSpPr/>
            <p:nvPr/>
          </p:nvSpPr>
          <p:spPr>
            <a:xfrm>
              <a:off x="8268709" y="1375767"/>
              <a:ext cx="199020" cy="133788"/>
            </a:xfrm>
            <a:custGeom>
              <a:rect b="b" l="l" r="r" t="t"/>
              <a:pathLst>
                <a:path extrusionOk="0" h="3140" w="4671">
                  <a:moveTo>
                    <a:pt x="2205" y="0"/>
                  </a:moveTo>
                  <a:cubicBezTo>
                    <a:pt x="245" y="0"/>
                    <a:pt x="0" y="3140"/>
                    <a:pt x="2515" y="3140"/>
                  </a:cubicBezTo>
                  <a:cubicBezTo>
                    <a:pt x="4420" y="3140"/>
                    <a:pt x="4671" y="57"/>
                    <a:pt x="2365" y="7"/>
                  </a:cubicBezTo>
                  <a:cubicBezTo>
                    <a:pt x="2310" y="2"/>
                    <a:pt x="2257" y="0"/>
                    <a:pt x="220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11"/>
            <p:cNvSpPr/>
            <p:nvPr/>
          </p:nvSpPr>
          <p:spPr>
            <a:xfrm>
              <a:off x="7781470" y="677323"/>
              <a:ext cx="94227" cy="63352"/>
            </a:xfrm>
            <a:custGeom>
              <a:rect b="b" l="l" r="r" t="t"/>
              <a:pathLst>
                <a:path extrusionOk="0" h="2361" w="3512">
                  <a:moveTo>
                    <a:pt x="1668" y="0"/>
                  </a:moveTo>
                  <a:cubicBezTo>
                    <a:pt x="192" y="0"/>
                    <a:pt x="1" y="2361"/>
                    <a:pt x="1908" y="2361"/>
                  </a:cubicBezTo>
                  <a:cubicBezTo>
                    <a:pt x="3336" y="2361"/>
                    <a:pt x="3512" y="55"/>
                    <a:pt x="1782" y="5"/>
                  </a:cubicBezTo>
                  <a:cubicBezTo>
                    <a:pt x="1743" y="2"/>
                    <a:pt x="1705" y="0"/>
                    <a:pt x="166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11"/>
            <p:cNvSpPr/>
            <p:nvPr/>
          </p:nvSpPr>
          <p:spPr>
            <a:xfrm>
              <a:off x="7686063" y="1316307"/>
              <a:ext cx="114785" cy="77120"/>
            </a:xfrm>
            <a:custGeom>
              <a:rect b="b" l="l" r="r" t="t"/>
              <a:pathLst>
                <a:path extrusionOk="0" h="1810" w="2694">
                  <a:moveTo>
                    <a:pt x="1275" y="1"/>
                  </a:moveTo>
                  <a:cubicBezTo>
                    <a:pt x="153" y="1"/>
                    <a:pt x="1" y="1809"/>
                    <a:pt x="1466" y="1809"/>
                  </a:cubicBezTo>
                  <a:cubicBezTo>
                    <a:pt x="2569" y="1809"/>
                    <a:pt x="2694" y="30"/>
                    <a:pt x="1366" y="5"/>
                  </a:cubicBezTo>
                  <a:cubicBezTo>
                    <a:pt x="1335" y="2"/>
                    <a:pt x="1305" y="1"/>
                    <a:pt x="127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11"/>
            <p:cNvSpPr/>
            <p:nvPr/>
          </p:nvSpPr>
          <p:spPr>
            <a:xfrm rot="-885390">
              <a:off x="7818742" y="1548804"/>
              <a:ext cx="211329" cy="319934"/>
            </a:xfrm>
            <a:custGeom>
              <a:rect b="b" l="l" r="r" t="t"/>
              <a:pathLst>
                <a:path extrusionOk="0" h="13510" w="8923">
                  <a:moveTo>
                    <a:pt x="4662" y="1"/>
                  </a:moveTo>
                  <a:cubicBezTo>
                    <a:pt x="4161" y="2758"/>
                    <a:pt x="3309" y="6016"/>
                    <a:pt x="0" y="6592"/>
                  </a:cubicBezTo>
                  <a:cubicBezTo>
                    <a:pt x="2757" y="7820"/>
                    <a:pt x="3910" y="10702"/>
                    <a:pt x="4161" y="13509"/>
                  </a:cubicBezTo>
                  <a:cubicBezTo>
                    <a:pt x="4662" y="10753"/>
                    <a:pt x="5815" y="7920"/>
                    <a:pt x="8923" y="7068"/>
                  </a:cubicBezTo>
                  <a:cubicBezTo>
                    <a:pt x="5589" y="5915"/>
                    <a:pt x="5439" y="3760"/>
                    <a:pt x="466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2" name="Google Shape;342;p1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343" name="Shape 343"/>
        <p:cNvGrpSpPr/>
        <p:nvPr/>
      </p:nvGrpSpPr>
      <p:grpSpPr>
        <a:xfrm>
          <a:off x="0" y="0"/>
          <a:ext cx="0" cy="0"/>
          <a:chOff x="0" y="0"/>
          <a:chExt cx="0" cy="0"/>
        </a:xfrm>
      </p:grpSpPr>
      <p:sp>
        <p:nvSpPr>
          <p:cNvPr id="344" name="Google Shape;344;p1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
    <p:spTree>
      <p:nvGrpSpPr>
        <p:cNvPr id="345" name="Shape 345"/>
        <p:cNvGrpSpPr/>
        <p:nvPr/>
      </p:nvGrpSpPr>
      <p:grpSpPr>
        <a:xfrm>
          <a:off x="0" y="0"/>
          <a:ext cx="0" cy="0"/>
          <a:chOff x="0" y="0"/>
          <a:chExt cx="0" cy="0"/>
        </a:xfrm>
      </p:grpSpPr>
      <p:grpSp>
        <p:nvGrpSpPr>
          <p:cNvPr id="346" name="Google Shape;346;p13"/>
          <p:cNvGrpSpPr/>
          <p:nvPr/>
        </p:nvGrpSpPr>
        <p:grpSpPr>
          <a:xfrm>
            <a:off x="720000" y="1483024"/>
            <a:ext cx="918301" cy="746602"/>
            <a:chOff x="260850" y="3988099"/>
            <a:chExt cx="918301" cy="746602"/>
          </a:xfrm>
        </p:grpSpPr>
        <p:sp>
          <p:nvSpPr>
            <p:cNvPr id="347" name="Google Shape;347;p13"/>
            <p:cNvSpPr/>
            <p:nvPr/>
          </p:nvSpPr>
          <p:spPr>
            <a:xfrm>
              <a:off x="502271" y="4094616"/>
              <a:ext cx="322199" cy="492313"/>
            </a:xfrm>
            <a:custGeom>
              <a:rect b="b" l="l" r="r" t="t"/>
              <a:pathLst>
                <a:path extrusionOk="0" h="11605" w="7595">
                  <a:moveTo>
                    <a:pt x="2155" y="0"/>
                  </a:moveTo>
                  <a:cubicBezTo>
                    <a:pt x="2406" y="2507"/>
                    <a:pt x="2506" y="5940"/>
                    <a:pt x="0" y="6943"/>
                  </a:cubicBezTo>
                  <a:cubicBezTo>
                    <a:pt x="2757" y="6943"/>
                    <a:pt x="4336" y="9123"/>
                    <a:pt x="5589" y="11604"/>
                  </a:cubicBezTo>
                  <a:cubicBezTo>
                    <a:pt x="5589" y="9123"/>
                    <a:pt x="5338" y="6617"/>
                    <a:pt x="7594" y="5113"/>
                  </a:cubicBezTo>
                  <a:lnTo>
                    <a:pt x="7594" y="5113"/>
                  </a:lnTo>
                  <a:cubicBezTo>
                    <a:pt x="7536" y="5115"/>
                    <a:pt x="7479" y="5116"/>
                    <a:pt x="7423" y="5116"/>
                  </a:cubicBezTo>
                  <a:cubicBezTo>
                    <a:pt x="4895" y="5116"/>
                    <a:pt x="3381" y="2942"/>
                    <a:pt x="215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13"/>
            <p:cNvSpPr/>
            <p:nvPr/>
          </p:nvSpPr>
          <p:spPr>
            <a:xfrm>
              <a:off x="910832" y="3988099"/>
              <a:ext cx="198537" cy="133122"/>
            </a:xfrm>
            <a:custGeom>
              <a:rect b="b" l="l" r="r" t="t"/>
              <a:pathLst>
                <a:path extrusionOk="0" h="3138" w="4680">
                  <a:moveTo>
                    <a:pt x="2235" y="0"/>
                  </a:moveTo>
                  <a:cubicBezTo>
                    <a:pt x="256" y="0"/>
                    <a:pt x="1" y="3138"/>
                    <a:pt x="2524" y="3138"/>
                  </a:cubicBezTo>
                  <a:cubicBezTo>
                    <a:pt x="4429" y="3138"/>
                    <a:pt x="4680" y="80"/>
                    <a:pt x="2374" y="5"/>
                  </a:cubicBezTo>
                  <a:cubicBezTo>
                    <a:pt x="2327" y="2"/>
                    <a:pt x="2281" y="0"/>
                    <a:pt x="223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13"/>
            <p:cNvSpPr/>
            <p:nvPr/>
          </p:nvSpPr>
          <p:spPr>
            <a:xfrm>
              <a:off x="260850" y="4634499"/>
              <a:ext cx="148945" cy="100202"/>
            </a:xfrm>
            <a:custGeom>
              <a:rect b="b" l="l" r="r" t="t"/>
              <a:pathLst>
                <a:path extrusionOk="0" h="2362" w="3511">
                  <a:moveTo>
                    <a:pt x="1689" y="1"/>
                  </a:moveTo>
                  <a:cubicBezTo>
                    <a:pt x="191" y="1"/>
                    <a:pt x="0" y="2337"/>
                    <a:pt x="1907" y="2361"/>
                  </a:cubicBezTo>
                  <a:cubicBezTo>
                    <a:pt x="3335" y="2361"/>
                    <a:pt x="3511" y="55"/>
                    <a:pt x="1806" y="5"/>
                  </a:cubicBezTo>
                  <a:cubicBezTo>
                    <a:pt x="1766" y="2"/>
                    <a:pt x="1727" y="1"/>
                    <a:pt x="168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13"/>
            <p:cNvSpPr/>
            <p:nvPr/>
          </p:nvSpPr>
          <p:spPr>
            <a:xfrm>
              <a:off x="1064865" y="4582492"/>
              <a:ext cx="114286" cy="76700"/>
            </a:xfrm>
            <a:custGeom>
              <a:rect b="b" l="l" r="r" t="t"/>
              <a:pathLst>
                <a:path extrusionOk="0" h="1808" w="2694">
                  <a:moveTo>
                    <a:pt x="1304" y="1"/>
                  </a:moveTo>
                  <a:cubicBezTo>
                    <a:pt x="140" y="1"/>
                    <a:pt x="0" y="1808"/>
                    <a:pt x="1450" y="1808"/>
                  </a:cubicBezTo>
                  <a:cubicBezTo>
                    <a:pt x="1458" y="1808"/>
                    <a:pt x="1465" y="1808"/>
                    <a:pt x="1473" y="1808"/>
                  </a:cubicBezTo>
                  <a:cubicBezTo>
                    <a:pt x="2555" y="1808"/>
                    <a:pt x="2694" y="53"/>
                    <a:pt x="1375" y="3"/>
                  </a:cubicBezTo>
                  <a:cubicBezTo>
                    <a:pt x="1351" y="2"/>
                    <a:pt x="1327" y="1"/>
                    <a:pt x="130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1" name="Google Shape;351;p13"/>
          <p:cNvGrpSpPr/>
          <p:nvPr/>
        </p:nvGrpSpPr>
        <p:grpSpPr>
          <a:xfrm flipH="1" rot="10800000">
            <a:off x="7505700" y="1483024"/>
            <a:ext cx="918301" cy="746602"/>
            <a:chOff x="260850" y="3988099"/>
            <a:chExt cx="918301" cy="746602"/>
          </a:xfrm>
        </p:grpSpPr>
        <p:sp>
          <p:nvSpPr>
            <p:cNvPr id="352" name="Google Shape;352;p13"/>
            <p:cNvSpPr/>
            <p:nvPr/>
          </p:nvSpPr>
          <p:spPr>
            <a:xfrm>
              <a:off x="502271" y="4094616"/>
              <a:ext cx="322199" cy="492313"/>
            </a:xfrm>
            <a:custGeom>
              <a:rect b="b" l="l" r="r" t="t"/>
              <a:pathLst>
                <a:path extrusionOk="0" h="11605" w="7595">
                  <a:moveTo>
                    <a:pt x="2155" y="0"/>
                  </a:moveTo>
                  <a:cubicBezTo>
                    <a:pt x="2406" y="2507"/>
                    <a:pt x="2506" y="5940"/>
                    <a:pt x="0" y="6943"/>
                  </a:cubicBezTo>
                  <a:cubicBezTo>
                    <a:pt x="2757" y="6943"/>
                    <a:pt x="4336" y="9123"/>
                    <a:pt x="5589" y="11604"/>
                  </a:cubicBezTo>
                  <a:cubicBezTo>
                    <a:pt x="5589" y="9123"/>
                    <a:pt x="5338" y="6617"/>
                    <a:pt x="7594" y="5113"/>
                  </a:cubicBezTo>
                  <a:lnTo>
                    <a:pt x="7594" y="5113"/>
                  </a:lnTo>
                  <a:cubicBezTo>
                    <a:pt x="7536" y="5115"/>
                    <a:pt x="7479" y="5116"/>
                    <a:pt x="7423" y="5116"/>
                  </a:cubicBezTo>
                  <a:cubicBezTo>
                    <a:pt x="4895" y="5116"/>
                    <a:pt x="3381" y="2942"/>
                    <a:pt x="215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13"/>
            <p:cNvSpPr/>
            <p:nvPr/>
          </p:nvSpPr>
          <p:spPr>
            <a:xfrm>
              <a:off x="910832" y="3988099"/>
              <a:ext cx="198537" cy="133122"/>
            </a:xfrm>
            <a:custGeom>
              <a:rect b="b" l="l" r="r" t="t"/>
              <a:pathLst>
                <a:path extrusionOk="0" h="3138" w="4680">
                  <a:moveTo>
                    <a:pt x="2235" y="0"/>
                  </a:moveTo>
                  <a:cubicBezTo>
                    <a:pt x="256" y="0"/>
                    <a:pt x="1" y="3138"/>
                    <a:pt x="2524" y="3138"/>
                  </a:cubicBezTo>
                  <a:cubicBezTo>
                    <a:pt x="4429" y="3138"/>
                    <a:pt x="4680" y="80"/>
                    <a:pt x="2374" y="5"/>
                  </a:cubicBezTo>
                  <a:cubicBezTo>
                    <a:pt x="2327" y="2"/>
                    <a:pt x="2281" y="0"/>
                    <a:pt x="223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13"/>
            <p:cNvSpPr/>
            <p:nvPr/>
          </p:nvSpPr>
          <p:spPr>
            <a:xfrm>
              <a:off x="260850" y="4634499"/>
              <a:ext cx="148945" cy="100202"/>
            </a:xfrm>
            <a:custGeom>
              <a:rect b="b" l="l" r="r" t="t"/>
              <a:pathLst>
                <a:path extrusionOk="0" h="2362" w="3511">
                  <a:moveTo>
                    <a:pt x="1689" y="1"/>
                  </a:moveTo>
                  <a:cubicBezTo>
                    <a:pt x="191" y="1"/>
                    <a:pt x="0" y="2337"/>
                    <a:pt x="1907" y="2361"/>
                  </a:cubicBezTo>
                  <a:cubicBezTo>
                    <a:pt x="3335" y="2361"/>
                    <a:pt x="3511" y="55"/>
                    <a:pt x="1806" y="5"/>
                  </a:cubicBezTo>
                  <a:cubicBezTo>
                    <a:pt x="1766" y="2"/>
                    <a:pt x="1727" y="1"/>
                    <a:pt x="168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13"/>
            <p:cNvSpPr/>
            <p:nvPr/>
          </p:nvSpPr>
          <p:spPr>
            <a:xfrm>
              <a:off x="1064865" y="4582492"/>
              <a:ext cx="114286" cy="76700"/>
            </a:xfrm>
            <a:custGeom>
              <a:rect b="b" l="l" r="r" t="t"/>
              <a:pathLst>
                <a:path extrusionOk="0" h="1808" w="2694">
                  <a:moveTo>
                    <a:pt x="1304" y="1"/>
                  </a:moveTo>
                  <a:cubicBezTo>
                    <a:pt x="140" y="1"/>
                    <a:pt x="0" y="1808"/>
                    <a:pt x="1450" y="1808"/>
                  </a:cubicBezTo>
                  <a:cubicBezTo>
                    <a:pt x="1458" y="1808"/>
                    <a:pt x="1465" y="1808"/>
                    <a:pt x="1473" y="1808"/>
                  </a:cubicBezTo>
                  <a:cubicBezTo>
                    <a:pt x="2555" y="1808"/>
                    <a:pt x="2694" y="53"/>
                    <a:pt x="1375" y="3"/>
                  </a:cubicBezTo>
                  <a:cubicBezTo>
                    <a:pt x="1351" y="2"/>
                    <a:pt x="1327" y="1"/>
                    <a:pt x="130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6" name="Google Shape;356;p13"/>
          <p:cNvSpPr/>
          <p:nvPr/>
        </p:nvSpPr>
        <p:spPr>
          <a:xfrm>
            <a:off x="-95252" y="3660048"/>
            <a:ext cx="1504976" cy="1695353"/>
          </a:xfrm>
          <a:custGeom>
            <a:rect b="b" l="l" r="r" t="t"/>
            <a:pathLst>
              <a:path extrusionOk="0" h="18875" w="16755">
                <a:moveTo>
                  <a:pt x="1111" y="0"/>
                </a:moveTo>
                <a:cubicBezTo>
                  <a:pt x="860" y="0"/>
                  <a:pt x="587" y="254"/>
                  <a:pt x="708" y="558"/>
                </a:cubicBezTo>
                <a:cubicBezTo>
                  <a:pt x="1119" y="1562"/>
                  <a:pt x="1576" y="2521"/>
                  <a:pt x="2055" y="3480"/>
                </a:cubicBezTo>
                <a:cubicBezTo>
                  <a:pt x="1918" y="3640"/>
                  <a:pt x="1918" y="3868"/>
                  <a:pt x="2032" y="4028"/>
                </a:cubicBezTo>
                <a:cubicBezTo>
                  <a:pt x="1302" y="5260"/>
                  <a:pt x="777" y="6584"/>
                  <a:pt x="548" y="7999"/>
                </a:cubicBezTo>
                <a:cubicBezTo>
                  <a:pt x="412" y="8775"/>
                  <a:pt x="1" y="10624"/>
                  <a:pt x="959" y="11058"/>
                </a:cubicBezTo>
                <a:cubicBezTo>
                  <a:pt x="1107" y="11126"/>
                  <a:pt x="1239" y="11156"/>
                  <a:pt x="1358" y="11156"/>
                </a:cubicBezTo>
                <a:cubicBezTo>
                  <a:pt x="2152" y="11156"/>
                  <a:pt x="2321" y="9782"/>
                  <a:pt x="2420" y="9186"/>
                </a:cubicBezTo>
                <a:cubicBezTo>
                  <a:pt x="2648" y="7771"/>
                  <a:pt x="2808" y="6379"/>
                  <a:pt x="2900" y="4963"/>
                </a:cubicBezTo>
                <a:cubicBezTo>
                  <a:pt x="3356" y="5739"/>
                  <a:pt x="3835" y="6493"/>
                  <a:pt x="4360" y="7223"/>
                </a:cubicBezTo>
                <a:lnTo>
                  <a:pt x="4338" y="7269"/>
                </a:lnTo>
                <a:cubicBezTo>
                  <a:pt x="3813" y="8730"/>
                  <a:pt x="3470" y="10259"/>
                  <a:pt x="3402" y="11811"/>
                </a:cubicBezTo>
                <a:cubicBezTo>
                  <a:pt x="3356" y="12541"/>
                  <a:pt x="3105" y="14230"/>
                  <a:pt x="4086" y="14504"/>
                </a:cubicBezTo>
                <a:cubicBezTo>
                  <a:pt x="4198" y="14539"/>
                  <a:pt x="4298" y="14554"/>
                  <a:pt x="4388" y="14554"/>
                </a:cubicBezTo>
                <a:cubicBezTo>
                  <a:pt x="5265" y="14554"/>
                  <a:pt x="5228" y="13075"/>
                  <a:pt x="5228" y="12496"/>
                </a:cubicBezTo>
                <a:cubicBezTo>
                  <a:pt x="5228" y="11126"/>
                  <a:pt x="5228" y="9734"/>
                  <a:pt x="5228" y="8364"/>
                </a:cubicBezTo>
                <a:cubicBezTo>
                  <a:pt x="5616" y="8889"/>
                  <a:pt x="6049" y="9392"/>
                  <a:pt x="6483" y="9894"/>
                </a:cubicBezTo>
                <a:cubicBezTo>
                  <a:pt x="6346" y="11218"/>
                  <a:pt x="6323" y="12541"/>
                  <a:pt x="6415" y="13888"/>
                </a:cubicBezTo>
                <a:cubicBezTo>
                  <a:pt x="6460" y="14550"/>
                  <a:pt x="6392" y="15965"/>
                  <a:pt x="7305" y="16102"/>
                </a:cubicBezTo>
                <a:cubicBezTo>
                  <a:pt x="7343" y="16107"/>
                  <a:pt x="7379" y="16109"/>
                  <a:pt x="7414" y="16109"/>
                </a:cubicBezTo>
                <a:cubicBezTo>
                  <a:pt x="8688" y="16109"/>
                  <a:pt x="8116" y="12929"/>
                  <a:pt x="7738" y="11240"/>
                </a:cubicBezTo>
                <a:lnTo>
                  <a:pt x="7738" y="11240"/>
                </a:lnTo>
                <a:cubicBezTo>
                  <a:pt x="8012" y="11514"/>
                  <a:pt x="8263" y="11765"/>
                  <a:pt x="8537" y="12016"/>
                </a:cubicBezTo>
                <a:cubicBezTo>
                  <a:pt x="8537" y="12085"/>
                  <a:pt x="8560" y="12153"/>
                  <a:pt x="8606" y="12222"/>
                </a:cubicBezTo>
                <a:cubicBezTo>
                  <a:pt x="8674" y="12290"/>
                  <a:pt x="8720" y="12359"/>
                  <a:pt x="8766" y="12450"/>
                </a:cubicBezTo>
                <a:cubicBezTo>
                  <a:pt x="9154" y="14071"/>
                  <a:pt x="9519" y="15737"/>
                  <a:pt x="9930" y="17358"/>
                </a:cubicBezTo>
                <a:cubicBezTo>
                  <a:pt x="10093" y="17993"/>
                  <a:pt x="10604" y="18875"/>
                  <a:pt x="11300" y="18875"/>
                </a:cubicBezTo>
                <a:cubicBezTo>
                  <a:pt x="11478" y="18875"/>
                  <a:pt x="11669" y="18817"/>
                  <a:pt x="11870" y="18681"/>
                </a:cubicBezTo>
                <a:cubicBezTo>
                  <a:pt x="12851" y="17997"/>
                  <a:pt x="11893" y="16376"/>
                  <a:pt x="11527" y="15600"/>
                </a:cubicBezTo>
                <a:cubicBezTo>
                  <a:pt x="11254" y="14984"/>
                  <a:pt x="10911" y="14390"/>
                  <a:pt x="10569" y="13797"/>
                </a:cubicBezTo>
                <a:lnTo>
                  <a:pt x="10569" y="13797"/>
                </a:lnTo>
                <a:cubicBezTo>
                  <a:pt x="11505" y="14550"/>
                  <a:pt x="12486" y="15258"/>
                  <a:pt x="13513" y="15897"/>
                </a:cubicBezTo>
                <a:cubicBezTo>
                  <a:pt x="13587" y="15943"/>
                  <a:pt x="13661" y="15964"/>
                  <a:pt x="13731" y="15964"/>
                </a:cubicBezTo>
                <a:cubicBezTo>
                  <a:pt x="14070" y="15964"/>
                  <a:pt x="14311" y="15485"/>
                  <a:pt x="13970" y="15258"/>
                </a:cubicBezTo>
                <a:cubicBezTo>
                  <a:pt x="13011" y="14641"/>
                  <a:pt x="12075" y="14002"/>
                  <a:pt x="11185" y="13295"/>
                </a:cubicBezTo>
                <a:lnTo>
                  <a:pt x="11185" y="13295"/>
                </a:lnTo>
                <a:cubicBezTo>
                  <a:pt x="12212" y="13523"/>
                  <a:pt x="13239" y="13637"/>
                  <a:pt x="14289" y="13637"/>
                </a:cubicBezTo>
                <a:cubicBezTo>
                  <a:pt x="14395" y="13637"/>
                  <a:pt x="14518" y="13639"/>
                  <a:pt x="14652" y="13639"/>
                </a:cubicBezTo>
                <a:cubicBezTo>
                  <a:pt x="15472" y="13639"/>
                  <a:pt x="16689" y="13571"/>
                  <a:pt x="16709" y="12610"/>
                </a:cubicBezTo>
                <a:cubicBezTo>
                  <a:pt x="16754" y="11263"/>
                  <a:pt x="14563" y="11354"/>
                  <a:pt x="13719" y="11332"/>
                </a:cubicBezTo>
                <a:cubicBezTo>
                  <a:pt x="12326" y="11332"/>
                  <a:pt x="10934" y="11514"/>
                  <a:pt x="9587" y="11925"/>
                </a:cubicBezTo>
                <a:cubicBezTo>
                  <a:pt x="9154" y="11537"/>
                  <a:pt x="8743" y="11149"/>
                  <a:pt x="8355" y="10738"/>
                </a:cubicBezTo>
                <a:cubicBezTo>
                  <a:pt x="9268" y="10647"/>
                  <a:pt x="10226" y="10578"/>
                  <a:pt x="11094" y="10373"/>
                </a:cubicBezTo>
                <a:cubicBezTo>
                  <a:pt x="11756" y="10213"/>
                  <a:pt x="12418" y="9643"/>
                  <a:pt x="12144" y="8889"/>
                </a:cubicBezTo>
                <a:cubicBezTo>
                  <a:pt x="11981" y="8418"/>
                  <a:pt x="11518" y="8236"/>
                  <a:pt x="11059" y="8236"/>
                </a:cubicBezTo>
                <a:cubicBezTo>
                  <a:pt x="10873" y="8236"/>
                  <a:pt x="10688" y="8266"/>
                  <a:pt x="10523" y="8319"/>
                </a:cubicBezTo>
                <a:cubicBezTo>
                  <a:pt x="9428" y="8661"/>
                  <a:pt x="8378" y="9186"/>
                  <a:pt x="7328" y="9643"/>
                </a:cubicBezTo>
                <a:cubicBezTo>
                  <a:pt x="6780" y="9072"/>
                  <a:pt x="6278" y="8456"/>
                  <a:pt x="5798" y="7839"/>
                </a:cubicBezTo>
                <a:lnTo>
                  <a:pt x="5798" y="7839"/>
                </a:lnTo>
                <a:cubicBezTo>
                  <a:pt x="5930" y="7845"/>
                  <a:pt x="6061" y="7848"/>
                  <a:pt x="6192" y="7848"/>
                </a:cubicBezTo>
                <a:cubicBezTo>
                  <a:pt x="7110" y="7848"/>
                  <a:pt x="8024" y="7708"/>
                  <a:pt x="8903" y="7429"/>
                </a:cubicBezTo>
                <a:cubicBezTo>
                  <a:pt x="9473" y="7223"/>
                  <a:pt x="11185" y="6767"/>
                  <a:pt x="10706" y="5808"/>
                </a:cubicBezTo>
                <a:cubicBezTo>
                  <a:pt x="10537" y="5470"/>
                  <a:pt x="10156" y="5360"/>
                  <a:pt x="9721" y="5360"/>
                </a:cubicBezTo>
                <a:cubicBezTo>
                  <a:pt x="9099" y="5360"/>
                  <a:pt x="8366" y="5586"/>
                  <a:pt x="7990" y="5694"/>
                </a:cubicBezTo>
                <a:cubicBezTo>
                  <a:pt x="7008" y="5991"/>
                  <a:pt x="6095" y="6447"/>
                  <a:pt x="5273" y="7018"/>
                </a:cubicBezTo>
                <a:lnTo>
                  <a:pt x="5182" y="7018"/>
                </a:lnTo>
                <a:cubicBezTo>
                  <a:pt x="4634" y="6264"/>
                  <a:pt x="4132" y="5488"/>
                  <a:pt x="3653" y="4690"/>
                </a:cubicBezTo>
                <a:cubicBezTo>
                  <a:pt x="4566" y="4690"/>
                  <a:pt x="5479" y="4575"/>
                  <a:pt x="6369" y="4347"/>
                </a:cubicBezTo>
                <a:cubicBezTo>
                  <a:pt x="7099" y="4142"/>
                  <a:pt x="8218" y="3799"/>
                  <a:pt x="8058" y="2841"/>
                </a:cubicBezTo>
                <a:cubicBezTo>
                  <a:pt x="7967" y="2232"/>
                  <a:pt x="7490" y="2049"/>
                  <a:pt x="6979" y="2049"/>
                </a:cubicBezTo>
                <a:cubicBezTo>
                  <a:pt x="6724" y="2049"/>
                  <a:pt x="6460" y="2095"/>
                  <a:pt x="6232" y="2156"/>
                </a:cubicBezTo>
                <a:cubicBezTo>
                  <a:pt x="5091" y="2453"/>
                  <a:pt x="3949" y="2841"/>
                  <a:pt x="2808" y="3183"/>
                </a:cubicBezTo>
                <a:cubicBezTo>
                  <a:pt x="2283" y="2224"/>
                  <a:pt x="1827" y="1243"/>
                  <a:pt x="1416" y="216"/>
                </a:cubicBezTo>
                <a:cubicBezTo>
                  <a:pt x="1355" y="64"/>
                  <a:pt x="1236" y="0"/>
                  <a:pt x="1111"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13"/>
          <p:cNvSpPr/>
          <p:nvPr/>
        </p:nvSpPr>
        <p:spPr>
          <a:xfrm rot="10243476">
            <a:off x="7858133" y="-250571"/>
            <a:ext cx="1504966" cy="1695342"/>
          </a:xfrm>
          <a:custGeom>
            <a:rect b="b" l="l" r="r" t="t"/>
            <a:pathLst>
              <a:path extrusionOk="0" h="18875" w="16755">
                <a:moveTo>
                  <a:pt x="1111" y="0"/>
                </a:moveTo>
                <a:cubicBezTo>
                  <a:pt x="860" y="0"/>
                  <a:pt x="587" y="254"/>
                  <a:pt x="708" y="558"/>
                </a:cubicBezTo>
                <a:cubicBezTo>
                  <a:pt x="1119" y="1562"/>
                  <a:pt x="1576" y="2521"/>
                  <a:pt x="2055" y="3480"/>
                </a:cubicBezTo>
                <a:cubicBezTo>
                  <a:pt x="1918" y="3640"/>
                  <a:pt x="1918" y="3868"/>
                  <a:pt x="2032" y="4028"/>
                </a:cubicBezTo>
                <a:cubicBezTo>
                  <a:pt x="1302" y="5260"/>
                  <a:pt x="777" y="6584"/>
                  <a:pt x="548" y="7999"/>
                </a:cubicBezTo>
                <a:cubicBezTo>
                  <a:pt x="412" y="8775"/>
                  <a:pt x="1" y="10624"/>
                  <a:pt x="959" y="11058"/>
                </a:cubicBezTo>
                <a:cubicBezTo>
                  <a:pt x="1107" y="11126"/>
                  <a:pt x="1239" y="11156"/>
                  <a:pt x="1358" y="11156"/>
                </a:cubicBezTo>
                <a:cubicBezTo>
                  <a:pt x="2152" y="11156"/>
                  <a:pt x="2321" y="9782"/>
                  <a:pt x="2420" y="9186"/>
                </a:cubicBezTo>
                <a:cubicBezTo>
                  <a:pt x="2648" y="7771"/>
                  <a:pt x="2808" y="6379"/>
                  <a:pt x="2900" y="4963"/>
                </a:cubicBezTo>
                <a:cubicBezTo>
                  <a:pt x="3356" y="5739"/>
                  <a:pt x="3835" y="6493"/>
                  <a:pt x="4360" y="7223"/>
                </a:cubicBezTo>
                <a:lnTo>
                  <a:pt x="4338" y="7269"/>
                </a:lnTo>
                <a:cubicBezTo>
                  <a:pt x="3813" y="8730"/>
                  <a:pt x="3470" y="10259"/>
                  <a:pt x="3402" y="11811"/>
                </a:cubicBezTo>
                <a:cubicBezTo>
                  <a:pt x="3356" y="12541"/>
                  <a:pt x="3105" y="14230"/>
                  <a:pt x="4086" y="14504"/>
                </a:cubicBezTo>
                <a:cubicBezTo>
                  <a:pt x="4198" y="14539"/>
                  <a:pt x="4298" y="14554"/>
                  <a:pt x="4388" y="14554"/>
                </a:cubicBezTo>
                <a:cubicBezTo>
                  <a:pt x="5265" y="14554"/>
                  <a:pt x="5228" y="13075"/>
                  <a:pt x="5228" y="12496"/>
                </a:cubicBezTo>
                <a:cubicBezTo>
                  <a:pt x="5228" y="11126"/>
                  <a:pt x="5228" y="9734"/>
                  <a:pt x="5228" y="8364"/>
                </a:cubicBezTo>
                <a:cubicBezTo>
                  <a:pt x="5616" y="8889"/>
                  <a:pt x="6049" y="9392"/>
                  <a:pt x="6483" y="9894"/>
                </a:cubicBezTo>
                <a:cubicBezTo>
                  <a:pt x="6346" y="11218"/>
                  <a:pt x="6323" y="12541"/>
                  <a:pt x="6415" y="13888"/>
                </a:cubicBezTo>
                <a:cubicBezTo>
                  <a:pt x="6460" y="14550"/>
                  <a:pt x="6392" y="15965"/>
                  <a:pt x="7305" y="16102"/>
                </a:cubicBezTo>
                <a:cubicBezTo>
                  <a:pt x="7343" y="16107"/>
                  <a:pt x="7379" y="16109"/>
                  <a:pt x="7414" y="16109"/>
                </a:cubicBezTo>
                <a:cubicBezTo>
                  <a:pt x="8688" y="16109"/>
                  <a:pt x="8116" y="12929"/>
                  <a:pt x="7738" y="11240"/>
                </a:cubicBezTo>
                <a:lnTo>
                  <a:pt x="7738" y="11240"/>
                </a:lnTo>
                <a:cubicBezTo>
                  <a:pt x="8012" y="11514"/>
                  <a:pt x="8263" y="11765"/>
                  <a:pt x="8537" y="12016"/>
                </a:cubicBezTo>
                <a:cubicBezTo>
                  <a:pt x="8537" y="12085"/>
                  <a:pt x="8560" y="12153"/>
                  <a:pt x="8606" y="12222"/>
                </a:cubicBezTo>
                <a:cubicBezTo>
                  <a:pt x="8674" y="12290"/>
                  <a:pt x="8720" y="12359"/>
                  <a:pt x="8766" y="12450"/>
                </a:cubicBezTo>
                <a:cubicBezTo>
                  <a:pt x="9154" y="14071"/>
                  <a:pt x="9519" y="15737"/>
                  <a:pt x="9930" y="17358"/>
                </a:cubicBezTo>
                <a:cubicBezTo>
                  <a:pt x="10093" y="17993"/>
                  <a:pt x="10604" y="18875"/>
                  <a:pt x="11300" y="18875"/>
                </a:cubicBezTo>
                <a:cubicBezTo>
                  <a:pt x="11478" y="18875"/>
                  <a:pt x="11669" y="18817"/>
                  <a:pt x="11870" y="18681"/>
                </a:cubicBezTo>
                <a:cubicBezTo>
                  <a:pt x="12851" y="17997"/>
                  <a:pt x="11893" y="16376"/>
                  <a:pt x="11527" y="15600"/>
                </a:cubicBezTo>
                <a:cubicBezTo>
                  <a:pt x="11254" y="14984"/>
                  <a:pt x="10911" y="14390"/>
                  <a:pt x="10569" y="13797"/>
                </a:cubicBezTo>
                <a:lnTo>
                  <a:pt x="10569" y="13797"/>
                </a:lnTo>
                <a:cubicBezTo>
                  <a:pt x="11505" y="14550"/>
                  <a:pt x="12486" y="15258"/>
                  <a:pt x="13513" y="15897"/>
                </a:cubicBezTo>
                <a:cubicBezTo>
                  <a:pt x="13587" y="15943"/>
                  <a:pt x="13661" y="15964"/>
                  <a:pt x="13731" y="15964"/>
                </a:cubicBezTo>
                <a:cubicBezTo>
                  <a:pt x="14070" y="15964"/>
                  <a:pt x="14311" y="15485"/>
                  <a:pt x="13970" y="15258"/>
                </a:cubicBezTo>
                <a:cubicBezTo>
                  <a:pt x="13011" y="14641"/>
                  <a:pt x="12075" y="14002"/>
                  <a:pt x="11185" y="13295"/>
                </a:cubicBezTo>
                <a:lnTo>
                  <a:pt x="11185" y="13295"/>
                </a:lnTo>
                <a:cubicBezTo>
                  <a:pt x="12212" y="13523"/>
                  <a:pt x="13239" y="13637"/>
                  <a:pt x="14289" y="13637"/>
                </a:cubicBezTo>
                <a:cubicBezTo>
                  <a:pt x="14395" y="13637"/>
                  <a:pt x="14518" y="13639"/>
                  <a:pt x="14652" y="13639"/>
                </a:cubicBezTo>
                <a:cubicBezTo>
                  <a:pt x="15472" y="13639"/>
                  <a:pt x="16689" y="13571"/>
                  <a:pt x="16709" y="12610"/>
                </a:cubicBezTo>
                <a:cubicBezTo>
                  <a:pt x="16754" y="11263"/>
                  <a:pt x="14563" y="11354"/>
                  <a:pt x="13719" y="11332"/>
                </a:cubicBezTo>
                <a:cubicBezTo>
                  <a:pt x="12326" y="11332"/>
                  <a:pt x="10934" y="11514"/>
                  <a:pt x="9587" y="11925"/>
                </a:cubicBezTo>
                <a:cubicBezTo>
                  <a:pt x="9154" y="11537"/>
                  <a:pt x="8743" y="11149"/>
                  <a:pt x="8355" y="10738"/>
                </a:cubicBezTo>
                <a:cubicBezTo>
                  <a:pt x="9268" y="10647"/>
                  <a:pt x="10226" y="10578"/>
                  <a:pt x="11094" y="10373"/>
                </a:cubicBezTo>
                <a:cubicBezTo>
                  <a:pt x="11756" y="10213"/>
                  <a:pt x="12418" y="9643"/>
                  <a:pt x="12144" y="8889"/>
                </a:cubicBezTo>
                <a:cubicBezTo>
                  <a:pt x="11981" y="8418"/>
                  <a:pt x="11518" y="8236"/>
                  <a:pt x="11059" y="8236"/>
                </a:cubicBezTo>
                <a:cubicBezTo>
                  <a:pt x="10873" y="8236"/>
                  <a:pt x="10688" y="8266"/>
                  <a:pt x="10523" y="8319"/>
                </a:cubicBezTo>
                <a:cubicBezTo>
                  <a:pt x="9428" y="8661"/>
                  <a:pt x="8378" y="9186"/>
                  <a:pt x="7328" y="9643"/>
                </a:cubicBezTo>
                <a:cubicBezTo>
                  <a:pt x="6780" y="9072"/>
                  <a:pt x="6278" y="8456"/>
                  <a:pt x="5798" y="7839"/>
                </a:cubicBezTo>
                <a:lnTo>
                  <a:pt x="5798" y="7839"/>
                </a:lnTo>
                <a:cubicBezTo>
                  <a:pt x="5930" y="7845"/>
                  <a:pt x="6061" y="7848"/>
                  <a:pt x="6192" y="7848"/>
                </a:cubicBezTo>
                <a:cubicBezTo>
                  <a:pt x="7110" y="7848"/>
                  <a:pt x="8024" y="7708"/>
                  <a:pt x="8903" y="7429"/>
                </a:cubicBezTo>
                <a:cubicBezTo>
                  <a:pt x="9473" y="7223"/>
                  <a:pt x="11185" y="6767"/>
                  <a:pt x="10706" y="5808"/>
                </a:cubicBezTo>
                <a:cubicBezTo>
                  <a:pt x="10537" y="5470"/>
                  <a:pt x="10156" y="5360"/>
                  <a:pt x="9721" y="5360"/>
                </a:cubicBezTo>
                <a:cubicBezTo>
                  <a:pt x="9099" y="5360"/>
                  <a:pt x="8366" y="5586"/>
                  <a:pt x="7990" y="5694"/>
                </a:cubicBezTo>
                <a:cubicBezTo>
                  <a:pt x="7008" y="5991"/>
                  <a:pt x="6095" y="6447"/>
                  <a:pt x="5273" y="7018"/>
                </a:cubicBezTo>
                <a:lnTo>
                  <a:pt x="5182" y="7018"/>
                </a:lnTo>
                <a:cubicBezTo>
                  <a:pt x="4634" y="6264"/>
                  <a:pt x="4132" y="5488"/>
                  <a:pt x="3653" y="4690"/>
                </a:cubicBezTo>
                <a:cubicBezTo>
                  <a:pt x="4566" y="4690"/>
                  <a:pt x="5479" y="4575"/>
                  <a:pt x="6369" y="4347"/>
                </a:cubicBezTo>
                <a:cubicBezTo>
                  <a:pt x="7099" y="4142"/>
                  <a:pt x="8218" y="3799"/>
                  <a:pt x="8058" y="2841"/>
                </a:cubicBezTo>
                <a:cubicBezTo>
                  <a:pt x="7967" y="2232"/>
                  <a:pt x="7490" y="2049"/>
                  <a:pt x="6979" y="2049"/>
                </a:cubicBezTo>
                <a:cubicBezTo>
                  <a:pt x="6724" y="2049"/>
                  <a:pt x="6460" y="2095"/>
                  <a:pt x="6232" y="2156"/>
                </a:cubicBezTo>
                <a:cubicBezTo>
                  <a:pt x="5091" y="2453"/>
                  <a:pt x="3949" y="2841"/>
                  <a:pt x="2808" y="3183"/>
                </a:cubicBezTo>
                <a:cubicBezTo>
                  <a:pt x="2283" y="2224"/>
                  <a:pt x="1827" y="1243"/>
                  <a:pt x="1416" y="216"/>
                </a:cubicBezTo>
                <a:cubicBezTo>
                  <a:pt x="1355" y="64"/>
                  <a:pt x="1236" y="0"/>
                  <a:pt x="1111"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13"/>
          <p:cNvSpPr txBox="1"/>
          <p:nvPr>
            <p:ph idx="1" type="body"/>
          </p:nvPr>
        </p:nvSpPr>
        <p:spPr>
          <a:xfrm>
            <a:off x="3573598" y="3071162"/>
            <a:ext cx="1996800" cy="588900"/>
          </a:xfrm>
          <a:prstGeom prst="rect">
            <a:avLst/>
          </a:prstGeom>
        </p:spPr>
        <p:txBody>
          <a:bodyPr anchorCtr="0" anchor="t" bIns="91425" lIns="91425" spcFirstLastPara="1" rIns="91425" wrap="square" tIns="91425">
            <a:noAutofit/>
          </a:bodyPr>
          <a:lstStyle>
            <a:lvl1pPr indent="-317500" lvl="0" marL="457200" rtl="0" algn="ctr">
              <a:lnSpc>
                <a:spcPct val="100000"/>
              </a:lnSpc>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359" name="Google Shape;359;p13"/>
          <p:cNvSpPr txBox="1"/>
          <p:nvPr>
            <p:ph idx="2" type="body"/>
          </p:nvPr>
        </p:nvSpPr>
        <p:spPr>
          <a:xfrm>
            <a:off x="5953250" y="3907550"/>
            <a:ext cx="1996800" cy="588900"/>
          </a:xfrm>
          <a:prstGeom prst="rect">
            <a:avLst/>
          </a:prstGeom>
        </p:spPr>
        <p:txBody>
          <a:bodyPr anchorCtr="0" anchor="t" bIns="91425" lIns="91425" spcFirstLastPara="1" rIns="91425" wrap="square" tIns="91425">
            <a:noAutofit/>
          </a:bodyPr>
          <a:lstStyle>
            <a:lvl1pPr indent="-317500" lvl="0" marL="457200" rtl="0" algn="ctr">
              <a:lnSpc>
                <a:spcPct val="100000"/>
              </a:lnSpc>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360" name="Google Shape;360;p13"/>
          <p:cNvSpPr txBox="1"/>
          <p:nvPr>
            <p:ph idx="3" type="subTitle"/>
          </p:nvPr>
        </p:nvSpPr>
        <p:spPr>
          <a:xfrm>
            <a:off x="3573598" y="2604713"/>
            <a:ext cx="1996800" cy="4569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accent3"/>
              </a:buClr>
              <a:buSzPts val="2000"/>
              <a:buFont typeface="Fredoka One"/>
              <a:buNone/>
              <a:defRPr b="1" sz="2000">
                <a:solidFill>
                  <a:schemeClr val="dk1"/>
                </a:solidFill>
                <a:latin typeface="Jua"/>
                <a:ea typeface="Jua"/>
                <a:cs typeface="Jua"/>
                <a:sym typeface="Jua"/>
              </a:defRPr>
            </a:lvl1pPr>
            <a:lvl2pPr lvl="1" rtl="0">
              <a:spcBef>
                <a:spcPts val="0"/>
              </a:spcBef>
              <a:spcAft>
                <a:spcPts val="0"/>
              </a:spcAft>
              <a:buClr>
                <a:schemeClr val="accent3"/>
              </a:buClr>
              <a:buSzPts val="2000"/>
              <a:buNone/>
              <a:defRPr sz="2000">
                <a:solidFill>
                  <a:schemeClr val="accent3"/>
                </a:solidFill>
              </a:defRPr>
            </a:lvl2pPr>
            <a:lvl3pPr lvl="2" rtl="0">
              <a:spcBef>
                <a:spcPts val="0"/>
              </a:spcBef>
              <a:spcAft>
                <a:spcPts val="0"/>
              </a:spcAft>
              <a:buClr>
                <a:schemeClr val="accent3"/>
              </a:buClr>
              <a:buSzPts val="2000"/>
              <a:buNone/>
              <a:defRPr sz="2000">
                <a:solidFill>
                  <a:schemeClr val="accent3"/>
                </a:solidFill>
              </a:defRPr>
            </a:lvl3pPr>
            <a:lvl4pPr lvl="3" rtl="0">
              <a:spcBef>
                <a:spcPts val="1600"/>
              </a:spcBef>
              <a:spcAft>
                <a:spcPts val="0"/>
              </a:spcAft>
              <a:buClr>
                <a:schemeClr val="accent3"/>
              </a:buClr>
              <a:buSzPts val="2000"/>
              <a:buNone/>
              <a:defRPr sz="2000">
                <a:solidFill>
                  <a:schemeClr val="accent3"/>
                </a:solidFill>
              </a:defRPr>
            </a:lvl4pPr>
            <a:lvl5pPr lvl="4" rtl="0">
              <a:spcBef>
                <a:spcPts val="1600"/>
              </a:spcBef>
              <a:spcAft>
                <a:spcPts val="0"/>
              </a:spcAft>
              <a:buClr>
                <a:schemeClr val="accent3"/>
              </a:buClr>
              <a:buSzPts val="2000"/>
              <a:buNone/>
              <a:defRPr sz="2000">
                <a:solidFill>
                  <a:schemeClr val="accent3"/>
                </a:solidFill>
              </a:defRPr>
            </a:lvl5pPr>
            <a:lvl6pPr lvl="5" rtl="0">
              <a:spcBef>
                <a:spcPts val="0"/>
              </a:spcBef>
              <a:spcAft>
                <a:spcPts val="0"/>
              </a:spcAft>
              <a:buClr>
                <a:schemeClr val="accent3"/>
              </a:buClr>
              <a:buSzPts val="2000"/>
              <a:buNone/>
              <a:defRPr sz="2000">
                <a:solidFill>
                  <a:schemeClr val="accent3"/>
                </a:solidFill>
              </a:defRPr>
            </a:lvl6pPr>
            <a:lvl7pPr lvl="6" rtl="0">
              <a:spcBef>
                <a:spcPts val="1600"/>
              </a:spcBef>
              <a:spcAft>
                <a:spcPts val="0"/>
              </a:spcAft>
              <a:buClr>
                <a:schemeClr val="accent3"/>
              </a:buClr>
              <a:buSzPts val="2000"/>
              <a:buNone/>
              <a:defRPr sz="2000">
                <a:solidFill>
                  <a:schemeClr val="accent3"/>
                </a:solidFill>
              </a:defRPr>
            </a:lvl7pPr>
            <a:lvl8pPr lvl="7" rtl="0">
              <a:spcBef>
                <a:spcPts val="1600"/>
              </a:spcBef>
              <a:spcAft>
                <a:spcPts val="0"/>
              </a:spcAft>
              <a:buClr>
                <a:schemeClr val="accent3"/>
              </a:buClr>
              <a:buSzPts val="2000"/>
              <a:buNone/>
              <a:defRPr sz="2000">
                <a:solidFill>
                  <a:schemeClr val="accent3"/>
                </a:solidFill>
              </a:defRPr>
            </a:lvl8pPr>
            <a:lvl9pPr lvl="8" rtl="0">
              <a:spcBef>
                <a:spcPts val="1600"/>
              </a:spcBef>
              <a:spcAft>
                <a:spcPts val="1600"/>
              </a:spcAft>
              <a:buClr>
                <a:schemeClr val="accent3"/>
              </a:buClr>
              <a:buSzPts val="2000"/>
              <a:buNone/>
              <a:defRPr sz="2000">
                <a:solidFill>
                  <a:schemeClr val="accent3"/>
                </a:solidFill>
              </a:defRPr>
            </a:lvl9pPr>
          </a:lstStyle>
          <a:p/>
        </p:txBody>
      </p:sp>
      <p:sp>
        <p:nvSpPr>
          <p:cNvPr id="361" name="Google Shape;361;p13"/>
          <p:cNvSpPr txBox="1"/>
          <p:nvPr>
            <p:ph idx="4" type="subTitle"/>
          </p:nvPr>
        </p:nvSpPr>
        <p:spPr>
          <a:xfrm>
            <a:off x="5953250" y="3441238"/>
            <a:ext cx="1996800" cy="4569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accent3"/>
              </a:buClr>
              <a:buSzPts val="2000"/>
              <a:buFont typeface="Fredoka One"/>
              <a:buNone/>
              <a:defRPr b="1" sz="2000">
                <a:solidFill>
                  <a:schemeClr val="dk1"/>
                </a:solidFill>
                <a:latin typeface="Jua"/>
                <a:ea typeface="Jua"/>
                <a:cs typeface="Jua"/>
                <a:sym typeface="Jua"/>
              </a:defRPr>
            </a:lvl1pPr>
            <a:lvl2pPr lvl="1" rtl="0">
              <a:spcBef>
                <a:spcPts val="0"/>
              </a:spcBef>
              <a:spcAft>
                <a:spcPts val="0"/>
              </a:spcAft>
              <a:buClr>
                <a:schemeClr val="accent3"/>
              </a:buClr>
              <a:buSzPts val="2000"/>
              <a:buNone/>
              <a:defRPr sz="2000">
                <a:solidFill>
                  <a:schemeClr val="accent3"/>
                </a:solidFill>
              </a:defRPr>
            </a:lvl2pPr>
            <a:lvl3pPr lvl="2" rtl="0">
              <a:spcBef>
                <a:spcPts val="0"/>
              </a:spcBef>
              <a:spcAft>
                <a:spcPts val="0"/>
              </a:spcAft>
              <a:buClr>
                <a:schemeClr val="accent3"/>
              </a:buClr>
              <a:buSzPts val="2000"/>
              <a:buNone/>
              <a:defRPr sz="2000">
                <a:solidFill>
                  <a:schemeClr val="accent3"/>
                </a:solidFill>
              </a:defRPr>
            </a:lvl3pPr>
            <a:lvl4pPr lvl="3" rtl="0">
              <a:spcBef>
                <a:spcPts val="1600"/>
              </a:spcBef>
              <a:spcAft>
                <a:spcPts val="0"/>
              </a:spcAft>
              <a:buClr>
                <a:schemeClr val="accent3"/>
              </a:buClr>
              <a:buSzPts val="2000"/>
              <a:buNone/>
              <a:defRPr sz="2000">
                <a:solidFill>
                  <a:schemeClr val="accent3"/>
                </a:solidFill>
              </a:defRPr>
            </a:lvl4pPr>
            <a:lvl5pPr lvl="4" rtl="0">
              <a:spcBef>
                <a:spcPts val="1600"/>
              </a:spcBef>
              <a:spcAft>
                <a:spcPts val="0"/>
              </a:spcAft>
              <a:buClr>
                <a:schemeClr val="accent3"/>
              </a:buClr>
              <a:buSzPts val="2000"/>
              <a:buNone/>
              <a:defRPr sz="2000">
                <a:solidFill>
                  <a:schemeClr val="accent3"/>
                </a:solidFill>
              </a:defRPr>
            </a:lvl5pPr>
            <a:lvl6pPr lvl="5" rtl="0">
              <a:spcBef>
                <a:spcPts val="0"/>
              </a:spcBef>
              <a:spcAft>
                <a:spcPts val="0"/>
              </a:spcAft>
              <a:buClr>
                <a:schemeClr val="accent3"/>
              </a:buClr>
              <a:buSzPts val="2000"/>
              <a:buNone/>
              <a:defRPr sz="2000">
                <a:solidFill>
                  <a:schemeClr val="accent3"/>
                </a:solidFill>
              </a:defRPr>
            </a:lvl6pPr>
            <a:lvl7pPr lvl="6" rtl="0">
              <a:spcBef>
                <a:spcPts val="1600"/>
              </a:spcBef>
              <a:spcAft>
                <a:spcPts val="0"/>
              </a:spcAft>
              <a:buClr>
                <a:schemeClr val="accent3"/>
              </a:buClr>
              <a:buSzPts val="2000"/>
              <a:buNone/>
              <a:defRPr sz="2000">
                <a:solidFill>
                  <a:schemeClr val="accent3"/>
                </a:solidFill>
              </a:defRPr>
            </a:lvl7pPr>
            <a:lvl8pPr lvl="7" rtl="0">
              <a:spcBef>
                <a:spcPts val="1600"/>
              </a:spcBef>
              <a:spcAft>
                <a:spcPts val="0"/>
              </a:spcAft>
              <a:buClr>
                <a:schemeClr val="accent3"/>
              </a:buClr>
              <a:buSzPts val="2000"/>
              <a:buNone/>
              <a:defRPr sz="2000">
                <a:solidFill>
                  <a:schemeClr val="accent3"/>
                </a:solidFill>
              </a:defRPr>
            </a:lvl8pPr>
            <a:lvl9pPr lvl="8" rtl="0">
              <a:spcBef>
                <a:spcPts val="1600"/>
              </a:spcBef>
              <a:spcAft>
                <a:spcPts val="1600"/>
              </a:spcAft>
              <a:buClr>
                <a:schemeClr val="accent3"/>
              </a:buClr>
              <a:buSzPts val="2000"/>
              <a:buNone/>
              <a:defRPr sz="2000">
                <a:solidFill>
                  <a:schemeClr val="accent3"/>
                </a:solidFill>
              </a:defRPr>
            </a:lvl9pPr>
          </a:lstStyle>
          <a:p/>
        </p:txBody>
      </p:sp>
      <p:sp>
        <p:nvSpPr>
          <p:cNvPr id="362" name="Google Shape;362;p13"/>
          <p:cNvSpPr txBox="1"/>
          <p:nvPr>
            <p:ph idx="5" type="body"/>
          </p:nvPr>
        </p:nvSpPr>
        <p:spPr>
          <a:xfrm>
            <a:off x="1193950" y="3907675"/>
            <a:ext cx="1996800" cy="588900"/>
          </a:xfrm>
          <a:prstGeom prst="rect">
            <a:avLst/>
          </a:prstGeom>
        </p:spPr>
        <p:txBody>
          <a:bodyPr anchorCtr="0" anchor="t" bIns="91425" lIns="91425" spcFirstLastPara="1" rIns="91425" wrap="square" tIns="91425">
            <a:noAutofit/>
          </a:bodyPr>
          <a:lstStyle>
            <a:lvl1pPr indent="-317500" lvl="0" marL="457200" rtl="0" algn="ctr">
              <a:lnSpc>
                <a:spcPct val="100000"/>
              </a:lnSpc>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363" name="Google Shape;363;p13"/>
          <p:cNvSpPr txBox="1"/>
          <p:nvPr>
            <p:ph idx="6" type="subTitle"/>
          </p:nvPr>
        </p:nvSpPr>
        <p:spPr>
          <a:xfrm>
            <a:off x="1193950" y="3441225"/>
            <a:ext cx="1996800" cy="4569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accent3"/>
              </a:buClr>
              <a:buSzPts val="2000"/>
              <a:buFont typeface="Fredoka One"/>
              <a:buNone/>
              <a:defRPr b="1" sz="2000">
                <a:solidFill>
                  <a:schemeClr val="dk1"/>
                </a:solidFill>
                <a:latin typeface="Jua"/>
                <a:ea typeface="Jua"/>
                <a:cs typeface="Jua"/>
                <a:sym typeface="Jua"/>
              </a:defRPr>
            </a:lvl1pPr>
            <a:lvl2pPr lvl="1" rtl="0">
              <a:spcBef>
                <a:spcPts val="0"/>
              </a:spcBef>
              <a:spcAft>
                <a:spcPts val="0"/>
              </a:spcAft>
              <a:buClr>
                <a:schemeClr val="accent3"/>
              </a:buClr>
              <a:buSzPts val="2000"/>
              <a:buNone/>
              <a:defRPr sz="2000">
                <a:solidFill>
                  <a:schemeClr val="accent3"/>
                </a:solidFill>
              </a:defRPr>
            </a:lvl2pPr>
            <a:lvl3pPr lvl="2" rtl="0">
              <a:spcBef>
                <a:spcPts val="0"/>
              </a:spcBef>
              <a:spcAft>
                <a:spcPts val="0"/>
              </a:spcAft>
              <a:buClr>
                <a:schemeClr val="accent3"/>
              </a:buClr>
              <a:buSzPts val="2000"/>
              <a:buNone/>
              <a:defRPr sz="2000">
                <a:solidFill>
                  <a:schemeClr val="accent3"/>
                </a:solidFill>
              </a:defRPr>
            </a:lvl3pPr>
            <a:lvl4pPr lvl="3" rtl="0">
              <a:spcBef>
                <a:spcPts val="1600"/>
              </a:spcBef>
              <a:spcAft>
                <a:spcPts val="0"/>
              </a:spcAft>
              <a:buClr>
                <a:schemeClr val="accent3"/>
              </a:buClr>
              <a:buSzPts val="2000"/>
              <a:buNone/>
              <a:defRPr sz="2000">
                <a:solidFill>
                  <a:schemeClr val="accent3"/>
                </a:solidFill>
              </a:defRPr>
            </a:lvl4pPr>
            <a:lvl5pPr lvl="4" rtl="0">
              <a:spcBef>
                <a:spcPts val="1600"/>
              </a:spcBef>
              <a:spcAft>
                <a:spcPts val="0"/>
              </a:spcAft>
              <a:buClr>
                <a:schemeClr val="accent3"/>
              </a:buClr>
              <a:buSzPts val="2000"/>
              <a:buNone/>
              <a:defRPr sz="2000">
                <a:solidFill>
                  <a:schemeClr val="accent3"/>
                </a:solidFill>
              </a:defRPr>
            </a:lvl5pPr>
            <a:lvl6pPr lvl="5" rtl="0">
              <a:spcBef>
                <a:spcPts val="0"/>
              </a:spcBef>
              <a:spcAft>
                <a:spcPts val="0"/>
              </a:spcAft>
              <a:buClr>
                <a:schemeClr val="accent3"/>
              </a:buClr>
              <a:buSzPts val="2000"/>
              <a:buNone/>
              <a:defRPr sz="2000">
                <a:solidFill>
                  <a:schemeClr val="accent3"/>
                </a:solidFill>
              </a:defRPr>
            </a:lvl6pPr>
            <a:lvl7pPr lvl="6" rtl="0">
              <a:spcBef>
                <a:spcPts val="1600"/>
              </a:spcBef>
              <a:spcAft>
                <a:spcPts val="0"/>
              </a:spcAft>
              <a:buClr>
                <a:schemeClr val="accent3"/>
              </a:buClr>
              <a:buSzPts val="2000"/>
              <a:buNone/>
              <a:defRPr sz="2000">
                <a:solidFill>
                  <a:schemeClr val="accent3"/>
                </a:solidFill>
              </a:defRPr>
            </a:lvl7pPr>
            <a:lvl8pPr lvl="7" rtl="0">
              <a:spcBef>
                <a:spcPts val="1600"/>
              </a:spcBef>
              <a:spcAft>
                <a:spcPts val="0"/>
              </a:spcAft>
              <a:buClr>
                <a:schemeClr val="accent3"/>
              </a:buClr>
              <a:buSzPts val="2000"/>
              <a:buNone/>
              <a:defRPr sz="2000">
                <a:solidFill>
                  <a:schemeClr val="accent3"/>
                </a:solidFill>
              </a:defRPr>
            </a:lvl8pPr>
            <a:lvl9pPr lvl="8" rtl="0">
              <a:spcBef>
                <a:spcPts val="1600"/>
              </a:spcBef>
              <a:spcAft>
                <a:spcPts val="1600"/>
              </a:spcAft>
              <a:buClr>
                <a:schemeClr val="accent3"/>
              </a:buClr>
              <a:buSzPts val="2000"/>
              <a:buNone/>
              <a:defRPr sz="2000">
                <a:solidFill>
                  <a:schemeClr val="accent3"/>
                </a:solidFill>
              </a:defRPr>
            </a:lvl9pPr>
          </a:lstStyle>
          <a:p/>
        </p:txBody>
      </p:sp>
      <p:sp>
        <p:nvSpPr>
          <p:cNvPr id="364" name="Google Shape;364;p13"/>
          <p:cNvSpPr txBox="1"/>
          <p:nvPr>
            <p:ph type="title"/>
          </p:nvPr>
        </p:nvSpPr>
        <p:spPr>
          <a:xfrm>
            <a:off x="720000" y="540000"/>
            <a:ext cx="7785900" cy="4776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sz="3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65" name="Google Shape;365;p1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CUSTOM_1">
    <p:spTree>
      <p:nvGrpSpPr>
        <p:cNvPr id="366" name="Shape 366"/>
        <p:cNvGrpSpPr/>
        <p:nvPr/>
      </p:nvGrpSpPr>
      <p:grpSpPr>
        <a:xfrm>
          <a:off x="0" y="0"/>
          <a:ext cx="0" cy="0"/>
          <a:chOff x="0" y="0"/>
          <a:chExt cx="0" cy="0"/>
        </a:xfrm>
      </p:grpSpPr>
      <p:sp>
        <p:nvSpPr>
          <p:cNvPr id="367" name="Google Shape;367;p14"/>
          <p:cNvSpPr txBox="1"/>
          <p:nvPr>
            <p:ph type="title"/>
          </p:nvPr>
        </p:nvSpPr>
        <p:spPr>
          <a:xfrm>
            <a:off x="1580400" y="1576050"/>
            <a:ext cx="5983200" cy="15714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2"/>
              </a:buClr>
              <a:buSzPts val="2800"/>
              <a:buNone/>
              <a:defRPr b="0" sz="2700">
                <a:solidFill>
                  <a:schemeClr val="accent3"/>
                </a:solidFill>
                <a:latin typeface="Roboto"/>
                <a:ea typeface="Roboto"/>
                <a:cs typeface="Roboto"/>
                <a:sym typeface="Roboto"/>
              </a:defRPr>
            </a:lvl1pPr>
            <a:lvl2pPr lvl="1" rtl="0">
              <a:spcBef>
                <a:spcPts val="0"/>
              </a:spcBef>
              <a:spcAft>
                <a:spcPts val="0"/>
              </a:spcAft>
              <a:buSzPts val="2800"/>
              <a:buNone/>
              <a:defRPr>
                <a:latin typeface="Maven Pro"/>
                <a:ea typeface="Maven Pro"/>
                <a:cs typeface="Maven Pro"/>
                <a:sym typeface="Maven Pro"/>
              </a:defRPr>
            </a:lvl2pPr>
            <a:lvl3pPr lvl="2" rtl="0">
              <a:spcBef>
                <a:spcPts val="0"/>
              </a:spcBef>
              <a:spcAft>
                <a:spcPts val="0"/>
              </a:spcAft>
              <a:buSzPts val="2800"/>
              <a:buNone/>
              <a:defRPr>
                <a:latin typeface="Maven Pro"/>
                <a:ea typeface="Maven Pro"/>
                <a:cs typeface="Maven Pro"/>
                <a:sym typeface="Maven Pro"/>
              </a:defRPr>
            </a:lvl3pPr>
            <a:lvl4pPr lvl="3" rtl="0">
              <a:spcBef>
                <a:spcPts val="0"/>
              </a:spcBef>
              <a:spcAft>
                <a:spcPts val="0"/>
              </a:spcAft>
              <a:buSzPts val="2800"/>
              <a:buNone/>
              <a:defRPr>
                <a:latin typeface="Maven Pro"/>
                <a:ea typeface="Maven Pro"/>
                <a:cs typeface="Maven Pro"/>
                <a:sym typeface="Maven Pro"/>
              </a:defRPr>
            </a:lvl4pPr>
            <a:lvl5pPr lvl="4" rtl="0">
              <a:spcBef>
                <a:spcPts val="0"/>
              </a:spcBef>
              <a:spcAft>
                <a:spcPts val="0"/>
              </a:spcAft>
              <a:buSzPts val="2800"/>
              <a:buNone/>
              <a:defRPr>
                <a:latin typeface="Maven Pro"/>
                <a:ea typeface="Maven Pro"/>
                <a:cs typeface="Maven Pro"/>
                <a:sym typeface="Maven Pro"/>
              </a:defRPr>
            </a:lvl5pPr>
            <a:lvl6pPr lvl="5" rtl="0">
              <a:spcBef>
                <a:spcPts val="0"/>
              </a:spcBef>
              <a:spcAft>
                <a:spcPts val="0"/>
              </a:spcAft>
              <a:buSzPts val="2800"/>
              <a:buNone/>
              <a:defRPr>
                <a:latin typeface="Maven Pro"/>
                <a:ea typeface="Maven Pro"/>
                <a:cs typeface="Maven Pro"/>
                <a:sym typeface="Maven Pro"/>
              </a:defRPr>
            </a:lvl6pPr>
            <a:lvl7pPr lvl="6" rtl="0">
              <a:spcBef>
                <a:spcPts val="0"/>
              </a:spcBef>
              <a:spcAft>
                <a:spcPts val="0"/>
              </a:spcAft>
              <a:buSzPts val="2800"/>
              <a:buNone/>
              <a:defRPr>
                <a:latin typeface="Maven Pro"/>
                <a:ea typeface="Maven Pro"/>
                <a:cs typeface="Maven Pro"/>
                <a:sym typeface="Maven Pro"/>
              </a:defRPr>
            </a:lvl7pPr>
            <a:lvl8pPr lvl="7" rtl="0">
              <a:spcBef>
                <a:spcPts val="0"/>
              </a:spcBef>
              <a:spcAft>
                <a:spcPts val="0"/>
              </a:spcAft>
              <a:buSzPts val="2800"/>
              <a:buNone/>
              <a:defRPr>
                <a:latin typeface="Maven Pro"/>
                <a:ea typeface="Maven Pro"/>
                <a:cs typeface="Maven Pro"/>
                <a:sym typeface="Maven Pro"/>
              </a:defRPr>
            </a:lvl8pPr>
            <a:lvl9pPr lvl="8" rtl="0">
              <a:spcBef>
                <a:spcPts val="0"/>
              </a:spcBef>
              <a:spcAft>
                <a:spcPts val="0"/>
              </a:spcAft>
              <a:buSzPts val="2800"/>
              <a:buNone/>
              <a:defRPr>
                <a:latin typeface="Maven Pro"/>
                <a:ea typeface="Maven Pro"/>
                <a:cs typeface="Maven Pro"/>
                <a:sym typeface="Maven Pro"/>
              </a:defRPr>
            </a:lvl9pPr>
          </a:lstStyle>
          <a:p/>
        </p:txBody>
      </p:sp>
      <p:sp>
        <p:nvSpPr>
          <p:cNvPr id="368" name="Google Shape;368;p14"/>
          <p:cNvSpPr txBox="1"/>
          <p:nvPr>
            <p:ph idx="2" type="title"/>
          </p:nvPr>
        </p:nvSpPr>
        <p:spPr>
          <a:xfrm>
            <a:off x="4754850" y="3147438"/>
            <a:ext cx="2714700" cy="448800"/>
          </a:xfrm>
          <a:prstGeom prst="rect">
            <a:avLst/>
          </a:prstGeom>
        </p:spPr>
        <p:txBody>
          <a:bodyPr anchorCtr="0" anchor="t" bIns="91425" lIns="91425" spcFirstLastPara="1" rIns="91425" wrap="square" tIns="91425">
            <a:noAutofit/>
          </a:bodyPr>
          <a:lstStyle>
            <a:lvl1pPr lvl="0" algn="ctr">
              <a:lnSpc>
                <a:spcPct val="115000"/>
              </a:lnSpc>
              <a:spcBef>
                <a:spcPts val="0"/>
              </a:spcBef>
              <a:spcAft>
                <a:spcPts val="0"/>
              </a:spcAft>
              <a:buSzPts val="1600"/>
              <a:buNone/>
              <a:defRPr sz="2000"/>
            </a:lvl1pPr>
            <a:lvl2pPr lvl="1">
              <a:spcBef>
                <a:spcPts val="1600"/>
              </a:spcBef>
              <a:spcAft>
                <a:spcPts val="0"/>
              </a:spcAft>
              <a:buSzPts val="2800"/>
              <a:buNone/>
              <a:defRPr>
                <a:latin typeface="Maven Pro"/>
                <a:ea typeface="Maven Pro"/>
                <a:cs typeface="Maven Pro"/>
                <a:sym typeface="Maven Pro"/>
              </a:defRPr>
            </a:lvl2pPr>
            <a:lvl3pPr lvl="2">
              <a:spcBef>
                <a:spcPts val="0"/>
              </a:spcBef>
              <a:spcAft>
                <a:spcPts val="0"/>
              </a:spcAft>
              <a:buSzPts val="2800"/>
              <a:buNone/>
              <a:defRPr>
                <a:latin typeface="Maven Pro"/>
                <a:ea typeface="Maven Pro"/>
                <a:cs typeface="Maven Pro"/>
                <a:sym typeface="Maven Pro"/>
              </a:defRPr>
            </a:lvl3pPr>
            <a:lvl4pPr lvl="3">
              <a:spcBef>
                <a:spcPts val="0"/>
              </a:spcBef>
              <a:spcAft>
                <a:spcPts val="0"/>
              </a:spcAft>
              <a:buSzPts val="2800"/>
              <a:buNone/>
              <a:defRPr>
                <a:latin typeface="Maven Pro"/>
                <a:ea typeface="Maven Pro"/>
                <a:cs typeface="Maven Pro"/>
                <a:sym typeface="Maven Pro"/>
              </a:defRPr>
            </a:lvl4pPr>
            <a:lvl5pPr lvl="4">
              <a:spcBef>
                <a:spcPts val="0"/>
              </a:spcBef>
              <a:spcAft>
                <a:spcPts val="0"/>
              </a:spcAft>
              <a:buSzPts val="2800"/>
              <a:buNone/>
              <a:defRPr>
                <a:latin typeface="Maven Pro"/>
                <a:ea typeface="Maven Pro"/>
                <a:cs typeface="Maven Pro"/>
                <a:sym typeface="Maven Pro"/>
              </a:defRPr>
            </a:lvl5pPr>
            <a:lvl6pPr lvl="5">
              <a:spcBef>
                <a:spcPts val="0"/>
              </a:spcBef>
              <a:spcAft>
                <a:spcPts val="0"/>
              </a:spcAft>
              <a:buSzPts val="2800"/>
              <a:buNone/>
              <a:defRPr>
                <a:latin typeface="Maven Pro"/>
                <a:ea typeface="Maven Pro"/>
                <a:cs typeface="Maven Pro"/>
                <a:sym typeface="Maven Pro"/>
              </a:defRPr>
            </a:lvl6pPr>
            <a:lvl7pPr lvl="6">
              <a:spcBef>
                <a:spcPts val="0"/>
              </a:spcBef>
              <a:spcAft>
                <a:spcPts val="0"/>
              </a:spcAft>
              <a:buSzPts val="2800"/>
              <a:buNone/>
              <a:defRPr>
                <a:latin typeface="Maven Pro"/>
                <a:ea typeface="Maven Pro"/>
                <a:cs typeface="Maven Pro"/>
                <a:sym typeface="Maven Pro"/>
              </a:defRPr>
            </a:lvl7pPr>
            <a:lvl8pPr lvl="7">
              <a:spcBef>
                <a:spcPts val="0"/>
              </a:spcBef>
              <a:spcAft>
                <a:spcPts val="0"/>
              </a:spcAft>
              <a:buSzPts val="2800"/>
              <a:buNone/>
              <a:defRPr>
                <a:latin typeface="Maven Pro"/>
                <a:ea typeface="Maven Pro"/>
                <a:cs typeface="Maven Pro"/>
                <a:sym typeface="Maven Pro"/>
              </a:defRPr>
            </a:lvl8pPr>
            <a:lvl9pPr lvl="8">
              <a:spcBef>
                <a:spcPts val="0"/>
              </a:spcBef>
              <a:spcAft>
                <a:spcPts val="0"/>
              </a:spcAft>
              <a:buSzPts val="2800"/>
              <a:buNone/>
              <a:defRPr>
                <a:latin typeface="Maven Pro"/>
                <a:ea typeface="Maven Pro"/>
                <a:cs typeface="Maven Pro"/>
                <a:sym typeface="Maven Pro"/>
              </a:defRPr>
            </a:lvl9pPr>
          </a:lstStyle>
          <a:p/>
        </p:txBody>
      </p:sp>
      <p:grpSp>
        <p:nvGrpSpPr>
          <p:cNvPr id="369" name="Google Shape;369;p14"/>
          <p:cNvGrpSpPr/>
          <p:nvPr/>
        </p:nvGrpSpPr>
        <p:grpSpPr>
          <a:xfrm rot="-4413678">
            <a:off x="824053" y="3492505"/>
            <a:ext cx="951297" cy="1102850"/>
            <a:chOff x="1667110" y="1547045"/>
            <a:chExt cx="1047905" cy="1214977"/>
          </a:xfrm>
        </p:grpSpPr>
        <p:grpSp>
          <p:nvGrpSpPr>
            <p:cNvPr id="370" name="Google Shape;370;p14"/>
            <p:cNvGrpSpPr/>
            <p:nvPr/>
          </p:nvGrpSpPr>
          <p:grpSpPr>
            <a:xfrm>
              <a:off x="1667110" y="1547045"/>
              <a:ext cx="1047905" cy="922064"/>
              <a:chOff x="1627300" y="2234250"/>
              <a:chExt cx="500050" cy="440000"/>
            </a:xfrm>
          </p:grpSpPr>
          <p:sp>
            <p:nvSpPr>
              <p:cNvPr id="371" name="Google Shape;371;p14"/>
              <p:cNvSpPr/>
              <p:nvPr/>
            </p:nvSpPr>
            <p:spPr>
              <a:xfrm rot="4809657">
                <a:off x="1769563" y="2297034"/>
                <a:ext cx="189896" cy="290095"/>
              </a:xfrm>
              <a:custGeom>
                <a:rect b="b" l="l" r="r" t="t"/>
                <a:pathLst>
                  <a:path extrusionOk="0" h="11605" w="7595">
                    <a:moveTo>
                      <a:pt x="2155" y="0"/>
                    </a:moveTo>
                    <a:cubicBezTo>
                      <a:pt x="2406" y="2507"/>
                      <a:pt x="2506" y="5940"/>
                      <a:pt x="0" y="6943"/>
                    </a:cubicBezTo>
                    <a:cubicBezTo>
                      <a:pt x="2757" y="6943"/>
                      <a:pt x="4336" y="9123"/>
                      <a:pt x="5589" y="11604"/>
                    </a:cubicBezTo>
                    <a:cubicBezTo>
                      <a:pt x="5589" y="9123"/>
                      <a:pt x="5338" y="6617"/>
                      <a:pt x="7594" y="5113"/>
                    </a:cubicBezTo>
                    <a:lnTo>
                      <a:pt x="7594" y="5113"/>
                    </a:lnTo>
                    <a:cubicBezTo>
                      <a:pt x="7536" y="5115"/>
                      <a:pt x="7479" y="5116"/>
                      <a:pt x="7423" y="5116"/>
                    </a:cubicBezTo>
                    <a:cubicBezTo>
                      <a:pt x="4895" y="5116"/>
                      <a:pt x="3381" y="2942"/>
                      <a:pt x="215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14"/>
              <p:cNvSpPr/>
              <p:nvPr/>
            </p:nvSpPr>
            <p:spPr>
              <a:xfrm>
                <a:off x="2010350" y="2234250"/>
                <a:ext cx="117000" cy="78450"/>
              </a:xfrm>
              <a:custGeom>
                <a:rect b="b" l="l" r="r" t="t"/>
                <a:pathLst>
                  <a:path extrusionOk="0" h="3138" w="4680">
                    <a:moveTo>
                      <a:pt x="2235" y="0"/>
                    </a:moveTo>
                    <a:cubicBezTo>
                      <a:pt x="256" y="0"/>
                      <a:pt x="1" y="3138"/>
                      <a:pt x="2524" y="3138"/>
                    </a:cubicBezTo>
                    <a:cubicBezTo>
                      <a:pt x="4429" y="3138"/>
                      <a:pt x="4680" y="80"/>
                      <a:pt x="2374" y="5"/>
                    </a:cubicBezTo>
                    <a:cubicBezTo>
                      <a:pt x="2327" y="2"/>
                      <a:pt x="2281" y="0"/>
                      <a:pt x="223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14"/>
              <p:cNvSpPr/>
              <p:nvPr/>
            </p:nvSpPr>
            <p:spPr>
              <a:xfrm>
                <a:off x="1627300" y="2615200"/>
                <a:ext cx="87775" cy="59050"/>
              </a:xfrm>
              <a:custGeom>
                <a:rect b="b" l="l" r="r" t="t"/>
                <a:pathLst>
                  <a:path extrusionOk="0" h="2362" w="3511">
                    <a:moveTo>
                      <a:pt x="1689" y="1"/>
                    </a:moveTo>
                    <a:cubicBezTo>
                      <a:pt x="191" y="1"/>
                      <a:pt x="0" y="2337"/>
                      <a:pt x="1907" y="2361"/>
                    </a:cubicBezTo>
                    <a:cubicBezTo>
                      <a:pt x="3335" y="2361"/>
                      <a:pt x="3511" y="55"/>
                      <a:pt x="1806" y="5"/>
                    </a:cubicBezTo>
                    <a:cubicBezTo>
                      <a:pt x="1766" y="2"/>
                      <a:pt x="1727" y="1"/>
                      <a:pt x="168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74" name="Google Shape;374;p14"/>
            <p:cNvSpPr/>
            <p:nvPr/>
          </p:nvSpPr>
          <p:spPr>
            <a:xfrm rot="4728916">
              <a:off x="2018395" y="2469136"/>
              <a:ext cx="315263" cy="231564"/>
            </a:xfrm>
            <a:custGeom>
              <a:rect b="b" l="l" r="r" t="t"/>
              <a:pathLst>
                <a:path extrusionOk="0" h="16924" w="23033">
                  <a:moveTo>
                    <a:pt x="18087" y="0"/>
                  </a:moveTo>
                  <a:cubicBezTo>
                    <a:pt x="15558" y="0"/>
                    <a:pt x="12757" y="2011"/>
                    <a:pt x="12181" y="4317"/>
                  </a:cubicBezTo>
                  <a:cubicBezTo>
                    <a:pt x="12181" y="4317"/>
                    <a:pt x="10883" y="321"/>
                    <a:pt x="6682" y="321"/>
                  </a:cubicBezTo>
                  <a:cubicBezTo>
                    <a:pt x="6249" y="321"/>
                    <a:pt x="5785" y="364"/>
                    <a:pt x="5289" y="457"/>
                  </a:cubicBezTo>
                  <a:cubicBezTo>
                    <a:pt x="0" y="1460"/>
                    <a:pt x="6492" y="11610"/>
                    <a:pt x="12381" y="16924"/>
                  </a:cubicBezTo>
                  <a:cubicBezTo>
                    <a:pt x="22381" y="8527"/>
                    <a:pt x="23033" y="2437"/>
                    <a:pt x="20251" y="608"/>
                  </a:cubicBezTo>
                  <a:cubicBezTo>
                    <a:pt x="19602" y="187"/>
                    <a:pt x="18857" y="0"/>
                    <a:pt x="18087"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5" name="Google Shape;375;p14"/>
          <p:cNvGrpSpPr/>
          <p:nvPr/>
        </p:nvGrpSpPr>
        <p:grpSpPr>
          <a:xfrm flipH="1" rot="-1078009">
            <a:off x="7450815" y="384975"/>
            <a:ext cx="1062628" cy="1169759"/>
            <a:chOff x="1667110" y="1547045"/>
            <a:chExt cx="1047905" cy="1153660"/>
          </a:xfrm>
        </p:grpSpPr>
        <p:grpSp>
          <p:nvGrpSpPr>
            <p:cNvPr id="376" name="Google Shape;376;p14"/>
            <p:cNvGrpSpPr/>
            <p:nvPr/>
          </p:nvGrpSpPr>
          <p:grpSpPr>
            <a:xfrm>
              <a:off x="1667110" y="1547045"/>
              <a:ext cx="1047905" cy="922064"/>
              <a:chOff x="1627300" y="2234250"/>
              <a:chExt cx="500050" cy="440000"/>
            </a:xfrm>
          </p:grpSpPr>
          <p:sp>
            <p:nvSpPr>
              <p:cNvPr id="377" name="Google Shape;377;p14"/>
              <p:cNvSpPr/>
              <p:nvPr/>
            </p:nvSpPr>
            <p:spPr>
              <a:xfrm>
                <a:off x="1769575" y="2297025"/>
                <a:ext cx="189875" cy="290125"/>
              </a:xfrm>
              <a:custGeom>
                <a:rect b="b" l="l" r="r" t="t"/>
                <a:pathLst>
                  <a:path extrusionOk="0" h="11605" w="7595">
                    <a:moveTo>
                      <a:pt x="2155" y="0"/>
                    </a:moveTo>
                    <a:cubicBezTo>
                      <a:pt x="2406" y="2507"/>
                      <a:pt x="2506" y="5940"/>
                      <a:pt x="0" y="6943"/>
                    </a:cubicBezTo>
                    <a:cubicBezTo>
                      <a:pt x="2757" y="6943"/>
                      <a:pt x="4336" y="9123"/>
                      <a:pt x="5589" y="11604"/>
                    </a:cubicBezTo>
                    <a:cubicBezTo>
                      <a:pt x="5589" y="9123"/>
                      <a:pt x="5338" y="6617"/>
                      <a:pt x="7594" y="5113"/>
                    </a:cubicBezTo>
                    <a:lnTo>
                      <a:pt x="7594" y="5113"/>
                    </a:lnTo>
                    <a:cubicBezTo>
                      <a:pt x="7536" y="5115"/>
                      <a:pt x="7479" y="5116"/>
                      <a:pt x="7423" y="5116"/>
                    </a:cubicBezTo>
                    <a:cubicBezTo>
                      <a:pt x="4895" y="5116"/>
                      <a:pt x="3381" y="2942"/>
                      <a:pt x="215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14"/>
              <p:cNvSpPr/>
              <p:nvPr/>
            </p:nvSpPr>
            <p:spPr>
              <a:xfrm>
                <a:off x="2010350" y="2234250"/>
                <a:ext cx="117000" cy="78450"/>
              </a:xfrm>
              <a:custGeom>
                <a:rect b="b" l="l" r="r" t="t"/>
                <a:pathLst>
                  <a:path extrusionOk="0" h="3138" w="4680">
                    <a:moveTo>
                      <a:pt x="2235" y="0"/>
                    </a:moveTo>
                    <a:cubicBezTo>
                      <a:pt x="256" y="0"/>
                      <a:pt x="1" y="3138"/>
                      <a:pt x="2524" y="3138"/>
                    </a:cubicBezTo>
                    <a:cubicBezTo>
                      <a:pt x="4429" y="3138"/>
                      <a:pt x="4680" y="80"/>
                      <a:pt x="2374" y="5"/>
                    </a:cubicBezTo>
                    <a:cubicBezTo>
                      <a:pt x="2327" y="2"/>
                      <a:pt x="2281" y="0"/>
                      <a:pt x="223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14"/>
              <p:cNvSpPr/>
              <p:nvPr/>
            </p:nvSpPr>
            <p:spPr>
              <a:xfrm>
                <a:off x="1627300" y="2615200"/>
                <a:ext cx="87775" cy="59050"/>
              </a:xfrm>
              <a:custGeom>
                <a:rect b="b" l="l" r="r" t="t"/>
                <a:pathLst>
                  <a:path extrusionOk="0" h="2362" w="3511">
                    <a:moveTo>
                      <a:pt x="1689" y="1"/>
                    </a:moveTo>
                    <a:cubicBezTo>
                      <a:pt x="191" y="1"/>
                      <a:pt x="0" y="2337"/>
                      <a:pt x="1907" y="2361"/>
                    </a:cubicBezTo>
                    <a:cubicBezTo>
                      <a:pt x="3335" y="2361"/>
                      <a:pt x="3511" y="55"/>
                      <a:pt x="1806" y="5"/>
                    </a:cubicBezTo>
                    <a:cubicBezTo>
                      <a:pt x="1766" y="2"/>
                      <a:pt x="1727" y="1"/>
                      <a:pt x="168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80" name="Google Shape;380;p14"/>
            <p:cNvSpPr/>
            <p:nvPr/>
          </p:nvSpPr>
          <p:spPr>
            <a:xfrm>
              <a:off x="2018423" y="2469101"/>
              <a:ext cx="315207" cy="231605"/>
            </a:xfrm>
            <a:custGeom>
              <a:rect b="b" l="l" r="r" t="t"/>
              <a:pathLst>
                <a:path extrusionOk="0" h="16924" w="23033">
                  <a:moveTo>
                    <a:pt x="18087" y="0"/>
                  </a:moveTo>
                  <a:cubicBezTo>
                    <a:pt x="15558" y="0"/>
                    <a:pt x="12757" y="2011"/>
                    <a:pt x="12181" y="4317"/>
                  </a:cubicBezTo>
                  <a:cubicBezTo>
                    <a:pt x="12181" y="4317"/>
                    <a:pt x="10883" y="321"/>
                    <a:pt x="6682" y="321"/>
                  </a:cubicBezTo>
                  <a:cubicBezTo>
                    <a:pt x="6249" y="321"/>
                    <a:pt x="5785" y="364"/>
                    <a:pt x="5289" y="457"/>
                  </a:cubicBezTo>
                  <a:cubicBezTo>
                    <a:pt x="0" y="1460"/>
                    <a:pt x="6492" y="11610"/>
                    <a:pt x="12381" y="16924"/>
                  </a:cubicBezTo>
                  <a:cubicBezTo>
                    <a:pt x="22381" y="8527"/>
                    <a:pt x="23033" y="2437"/>
                    <a:pt x="20251" y="608"/>
                  </a:cubicBezTo>
                  <a:cubicBezTo>
                    <a:pt x="19602" y="187"/>
                    <a:pt x="18857" y="0"/>
                    <a:pt x="18087"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1" name="Google Shape;381;p14"/>
          <p:cNvGrpSpPr/>
          <p:nvPr/>
        </p:nvGrpSpPr>
        <p:grpSpPr>
          <a:xfrm flipH="1" rot="-3789647">
            <a:off x="-294615" y="-1373674"/>
            <a:ext cx="2144455" cy="3370062"/>
            <a:chOff x="3524150" y="1726375"/>
            <a:chExt cx="2144400" cy="3369975"/>
          </a:xfrm>
        </p:grpSpPr>
        <p:sp>
          <p:nvSpPr>
            <p:cNvPr id="382" name="Google Shape;382;p14"/>
            <p:cNvSpPr/>
            <p:nvPr/>
          </p:nvSpPr>
          <p:spPr>
            <a:xfrm>
              <a:off x="3524150" y="1726375"/>
              <a:ext cx="2144400" cy="2886025"/>
            </a:xfrm>
            <a:custGeom>
              <a:rect b="b" l="l" r="r" t="t"/>
              <a:pathLst>
                <a:path extrusionOk="0" h="115441" w="85776">
                  <a:moveTo>
                    <a:pt x="70166" y="43609"/>
                  </a:moveTo>
                  <a:cubicBezTo>
                    <a:pt x="70188" y="43614"/>
                    <a:pt x="70210" y="43618"/>
                    <a:pt x="70232" y="43623"/>
                  </a:cubicBezTo>
                  <a:cubicBezTo>
                    <a:pt x="71989" y="43988"/>
                    <a:pt x="73747" y="44969"/>
                    <a:pt x="74637" y="46590"/>
                  </a:cubicBezTo>
                  <a:cubicBezTo>
                    <a:pt x="75573" y="48348"/>
                    <a:pt x="75002" y="50836"/>
                    <a:pt x="73199" y="51840"/>
                  </a:cubicBezTo>
                  <a:cubicBezTo>
                    <a:pt x="72780" y="52068"/>
                    <a:pt x="72365" y="52169"/>
                    <a:pt x="71966" y="52169"/>
                  </a:cubicBezTo>
                  <a:cubicBezTo>
                    <a:pt x="70649" y="52169"/>
                    <a:pt x="69513" y="51065"/>
                    <a:pt x="69022" y="49786"/>
                  </a:cubicBezTo>
                  <a:cubicBezTo>
                    <a:pt x="68269" y="47891"/>
                    <a:pt x="68771" y="45974"/>
                    <a:pt x="69752" y="44285"/>
                  </a:cubicBezTo>
                  <a:cubicBezTo>
                    <a:pt x="69885" y="44057"/>
                    <a:pt x="70024" y="43832"/>
                    <a:pt x="70166" y="43609"/>
                  </a:cubicBezTo>
                  <a:close/>
                  <a:moveTo>
                    <a:pt x="21493" y="67423"/>
                  </a:moveTo>
                  <a:cubicBezTo>
                    <a:pt x="21820" y="67423"/>
                    <a:pt x="22161" y="67476"/>
                    <a:pt x="22504" y="67589"/>
                  </a:cubicBezTo>
                  <a:cubicBezTo>
                    <a:pt x="24471" y="68230"/>
                    <a:pt x="25373" y="69967"/>
                    <a:pt x="25786" y="71969"/>
                  </a:cubicBezTo>
                  <a:lnTo>
                    <a:pt x="25786" y="71969"/>
                  </a:lnTo>
                  <a:cubicBezTo>
                    <a:pt x="25247" y="72265"/>
                    <a:pt x="24673" y="72500"/>
                    <a:pt x="24056" y="72656"/>
                  </a:cubicBezTo>
                  <a:cubicBezTo>
                    <a:pt x="23630" y="72766"/>
                    <a:pt x="23189" y="72823"/>
                    <a:pt x="22753" y="72823"/>
                  </a:cubicBezTo>
                  <a:cubicBezTo>
                    <a:pt x="21272" y="72823"/>
                    <a:pt x="19850" y="72164"/>
                    <a:pt x="19286" y="70648"/>
                  </a:cubicBezTo>
                  <a:cubicBezTo>
                    <a:pt x="18581" y="68781"/>
                    <a:pt x="19848" y="67423"/>
                    <a:pt x="21493" y="67423"/>
                  </a:cubicBezTo>
                  <a:close/>
                  <a:moveTo>
                    <a:pt x="83791" y="1"/>
                  </a:moveTo>
                  <a:cubicBezTo>
                    <a:pt x="83234" y="1"/>
                    <a:pt x="82607" y="476"/>
                    <a:pt x="82717" y="1191"/>
                  </a:cubicBezTo>
                  <a:cubicBezTo>
                    <a:pt x="83836" y="8358"/>
                    <a:pt x="83197" y="15707"/>
                    <a:pt x="80960" y="22578"/>
                  </a:cubicBezTo>
                  <a:cubicBezTo>
                    <a:pt x="79818" y="26070"/>
                    <a:pt x="78266" y="29403"/>
                    <a:pt x="76349" y="32530"/>
                  </a:cubicBezTo>
                  <a:cubicBezTo>
                    <a:pt x="74454" y="35611"/>
                    <a:pt x="72081" y="38168"/>
                    <a:pt x="69821" y="40952"/>
                  </a:cubicBezTo>
                  <a:cubicBezTo>
                    <a:pt x="69655" y="41155"/>
                    <a:pt x="69490" y="41361"/>
                    <a:pt x="69329" y="41570"/>
                  </a:cubicBezTo>
                  <a:lnTo>
                    <a:pt x="69329" y="41570"/>
                  </a:lnTo>
                  <a:cubicBezTo>
                    <a:pt x="69155" y="41562"/>
                    <a:pt x="68980" y="41558"/>
                    <a:pt x="68805" y="41558"/>
                  </a:cubicBezTo>
                  <a:cubicBezTo>
                    <a:pt x="64922" y="41558"/>
                    <a:pt x="60736" y="43525"/>
                    <a:pt x="57495" y="45152"/>
                  </a:cubicBezTo>
                  <a:cubicBezTo>
                    <a:pt x="51104" y="48370"/>
                    <a:pt x="45170" y="52456"/>
                    <a:pt x="39874" y="57249"/>
                  </a:cubicBezTo>
                  <a:cubicBezTo>
                    <a:pt x="37135" y="59715"/>
                    <a:pt x="34556" y="62385"/>
                    <a:pt x="32182" y="65215"/>
                  </a:cubicBezTo>
                  <a:cubicBezTo>
                    <a:pt x="30694" y="67001"/>
                    <a:pt x="29264" y="69224"/>
                    <a:pt x="27424" y="70814"/>
                  </a:cubicBezTo>
                  <a:lnTo>
                    <a:pt x="27424" y="70814"/>
                  </a:lnTo>
                  <a:cubicBezTo>
                    <a:pt x="27154" y="69843"/>
                    <a:pt x="26759" y="68921"/>
                    <a:pt x="26179" y="68091"/>
                  </a:cubicBezTo>
                  <a:cubicBezTo>
                    <a:pt x="25123" y="66568"/>
                    <a:pt x="23240" y="65478"/>
                    <a:pt x="21367" y="65478"/>
                  </a:cubicBezTo>
                  <a:cubicBezTo>
                    <a:pt x="20770" y="65478"/>
                    <a:pt x="20173" y="65589"/>
                    <a:pt x="19605" y="65832"/>
                  </a:cubicBezTo>
                  <a:cubicBezTo>
                    <a:pt x="17323" y="66790"/>
                    <a:pt x="16661" y="69415"/>
                    <a:pt x="17619" y="71561"/>
                  </a:cubicBezTo>
                  <a:cubicBezTo>
                    <a:pt x="18560" y="73672"/>
                    <a:pt x="20581" y="74734"/>
                    <a:pt x="22761" y="74734"/>
                  </a:cubicBezTo>
                  <a:cubicBezTo>
                    <a:pt x="23174" y="74734"/>
                    <a:pt x="23592" y="74696"/>
                    <a:pt x="24011" y="74619"/>
                  </a:cubicBezTo>
                  <a:cubicBezTo>
                    <a:pt x="24740" y="74487"/>
                    <a:pt x="25417" y="74262"/>
                    <a:pt x="26052" y="73964"/>
                  </a:cubicBezTo>
                  <a:lnTo>
                    <a:pt x="26052" y="73964"/>
                  </a:lnTo>
                  <a:cubicBezTo>
                    <a:pt x="26168" y="75515"/>
                    <a:pt x="26117" y="77065"/>
                    <a:pt x="26133" y="78271"/>
                  </a:cubicBezTo>
                  <a:cubicBezTo>
                    <a:pt x="26270" y="86694"/>
                    <a:pt x="25494" y="95733"/>
                    <a:pt x="20861" y="103037"/>
                  </a:cubicBezTo>
                  <a:cubicBezTo>
                    <a:pt x="17042" y="109014"/>
                    <a:pt x="10525" y="113538"/>
                    <a:pt x="3368" y="113538"/>
                  </a:cubicBezTo>
                  <a:cubicBezTo>
                    <a:pt x="2654" y="113538"/>
                    <a:pt x="1933" y="113493"/>
                    <a:pt x="1208" y="113400"/>
                  </a:cubicBezTo>
                  <a:cubicBezTo>
                    <a:pt x="1159" y="113393"/>
                    <a:pt x="1112" y="113390"/>
                    <a:pt x="1067" y="113390"/>
                  </a:cubicBezTo>
                  <a:cubicBezTo>
                    <a:pt x="0" y="113390"/>
                    <a:pt x="47" y="115141"/>
                    <a:pt x="1208" y="115294"/>
                  </a:cubicBezTo>
                  <a:cubicBezTo>
                    <a:pt x="1972" y="115393"/>
                    <a:pt x="2733" y="115440"/>
                    <a:pt x="3489" y="115440"/>
                  </a:cubicBezTo>
                  <a:cubicBezTo>
                    <a:pt x="9220" y="115440"/>
                    <a:pt x="14665" y="112708"/>
                    <a:pt x="18738" y="108675"/>
                  </a:cubicBezTo>
                  <a:cubicBezTo>
                    <a:pt x="23919" y="103516"/>
                    <a:pt x="26476" y="96509"/>
                    <a:pt x="27457" y="89365"/>
                  </a:cubicBezTo>
                  <a:cubicBezTo>
                    <a:pt x="27982" y="85690"/>
                    <a:pt x="28096" y="81992"/>
                    <a:pt x="28028" y="78271"/>
                  </a:cubicBezTo>
                  <a:cubicBezTo>
                    <a:pt x="28004" y="76566"/>
                    <a:pt x="28047" y="74693"/>
                    <a:pt x="27824" y="72885"/>
                  </a:cubicBezTo>
                  <a:lnTo>
                    <a:pt x="27824" y="72885"/>
                  </a:lnTo>
                  <a:cubicBezTo>
                    <a:pt x="29402" y="71696"/>
                    <a:pt x="30709" y="70091"/>
                    <a:pt x="31954" y="68525"/>
                  </a:cubicBezTo>
                  <a:cubicBezTo>
                    <a:pt x="36747" y="62454"/>
                    <a:pt x="42339" y="57067"/>
                    <a:pt x="48685" y="52639"/>
                  </a:cubicBezTo>
                  <a:cubicBezTo>
                    <a:pt x="51789" y="50448"/>
                    <a:pt x="55076" y="48507"/>
                    <a:pt x="58454" y="46795"/>
                  </a:cubicBezTo>
                  <a:cubicBezTo>
                    <a:pt x="61325" y="45351"/>
                    <a:pt x="64704" y="43567"/>
                    <a:pt x="68060" y="43446"/>
                  </a:cubicBezTo>
                  <a:lnTo>
                    <a:pt x="68060" y="43446"/>
                  </a:lnTo>
                  <a:cubicBezTo>
                    <a:pt x="67156" y="45019"/>
                    <a:pt x="66589" y="46750"/>
                    <a:pt x="66808" y="48621"/>
                  </a:cubicBezTo>
                  <a:cubicBezTo>
                    <a:pt x="67059" y="50904"/>
                    <a:pt x="68429" y="53278"/>
                    <a:pt x="70757" y="53917"/>
                  </a:cubicBezTo>
                  <a:cubicBezTo>
                    <a:pt x="71144" y="54022"/>
                    <a:pt x="71527" y="54072"/>
                    <a:pt x="71901" y="54072"/>
                  </a:cubicBezTo>
                  <a:cubicBezTo>
                    <a:pt x="73799" y="54072"/>
                    <a:pt x="75472" y="52799"/>
                    <a:pt x="76349" y="51064"/>
                  </a:cubicBezTo>
                  <a:cubicBezTo>
                    <a:pt x="77536" y="48713"/>
                    <a:pt x="76988" y="46042"/>
                    <a:pt x="75185" y="44171"/>
                  </a:cubicBezTo>
                  <a:cubicBezTo>
                    <a:pt x="74044" y="42987"/>
                    <a:pt x="72757" y="42266"/>
                    <a:pt x="71390" y="41890"/>
                  </a:cubicBezTo>
                  <a:lnTo>
                    <a:pt x="71390" y="41890"/>
                  </a:lnTo>
                  <a:cubicBezTo>
                    <a:pt x="73251" y="39485"/>
                    <a:pt x="75493" y="37309"/>
                    <a:pt x="77171" y="34767"/>
                  </a:cubicBezTo>
                  <a:cubicBezTo>
                    <a:pt x="79339" y="31503"/>
                    <a:pt x="81097" y="27942"/>
                    <a:pt x="82398" y="24244"/>
                  </a:cubicBezTo>
                  <a:cubicBezTo>
                    <a:pt x="85068" y="16689"/>
                    <a:pt x="85776" y="8609"/>
                    <a:pt x="84566" y="688"/>
                  </a:cubicBezTo>
                  <a:cubicBezTo>
                    <a:pt x="84493" y="207"/>
                    <a:pt x="84158" y="1"/>
                    <a:pt x="8379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14"/>
            <p:cNvSpPr/>
            <p:nvPr/>
          </p:nvSpPr>
          <p:spPr>
            <a:xfrm>
              <a:off x="3828250" y="4498575"/>
              <a:ext cx="134125" cy="142700"/>
            </a:xfrm>
            <a:custGeom>
              <a:rect b="b" l="l" r="r" t="t"/>
              <a:pathLst>
                <a:path extrusionOk="0" h="5708" w="5365">
                  <a:moveTo>
                    <a:pt x="2648" y="1"/>
                  </a:moveTo>
                  <a:lnTo>
                    <a:pt x="0" y="1872"/>
                  </a:lnTo>
                  <a:lnTo>
                    <a:pt x="2694" y="5707"/>
                  </a:lnTo>
                  <a:lnTo>
                    <a:pt x="5364" y="3835"/>
                  </a:lnTo>
                  <a:lnTo>
                    <a:pt x="2648"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14"/>
            <p:cNvSpPr/>
            <p:nvPr/>
          </p:nvSpPr>
          <p:spPr>
            <a:xfrm>
              <a:off x="3877325" y="4594450"/>
              <a:ext cx="394325" cy="476850"/>
            </a:xfrm>
            <a:custGeom>
              <a:rect b="b" l="l" r="r" t="t"/>
              <a:pathLst>
                <a:path extrusionOk="0" h="19074" w="15773">
                  <a:moveTo>
                    <a:pt x="3401" y="0"/>
                  </a:moveTo>
                  <a:lnTo>
                    <a:pt x="731" y="1872"/>
                  </a:lnTo>
                  <a:cubicBezTo>
                    <a:pt x="731" y="1872"/>
                    <a:pt x="0" y="16800"/>
                    <a:pt x="14289" y="19060"/>
                  </a:cubicBezTo>
                  <a:cubicBezTo>
                    <a:pt x="14353" y="19069"/>
                    <a:pt x="14417" y="19074"/>
                    <a:pt x="14480" y="19074"/>
                  </a:cubicBezTo>
                  <a:cubicBezTo>
                    <a:pt x="15178" y="19074"/>
                    <a:pt x="15772" y="18514"/>
                    <a:pt x="15772" y="17781"/>
                  </a:cubicBezTo>
                  <a:cubicBezTo>
                    <a:pt x="15772" y="13901"/>
                    <a:pt x="14882" y="3264"/>
                    <a:pt x="340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14"/>
            <p:cNvSpPr/>
            <p:nvPr/>
          </p:nvSpPr>
          <p:spPr>
            <a:xfrm>
              <a:off x="3912225" y="4571125"/>
              <a:ext cx="388525" cy="525225"/>
            </a:xfrm>
            <a:custGeom>
              <a:rect b="b" l="l" r="r" t="t"/>
              <a:pathLst>
                <a:path extrusionOk="0" h="21009" w="15541">
                  <a:moveTo>
                    <a:pt x="1209" y="1"/>
                  </a:moveTo>
                  <a:cubicBezTo>
                    <a:pt x="298" y="1"/>
                    <a:pt x="1" y="1524"/>
                    <a:pt x="1024" y="1892"/>
                  </a:cubicBezTo>
                  <a:cubicBezTo>
                    <a:pt x="8693" y="4700"/>
                    <a:pt x="13623" y="11935"/>
                    <a:pt x="13578" y="20084"/>
                  </a:cubicBezTo>
                  <a:cubicBezTo>
                    <a:pt x="13566" y="20700"/>
                    <a:pt x="14040" y="21008"/>
                    <a:pt x="14516" y="21008"/>
                  </a:cubicBezTo>
                  <a:cubicBezTo>
                    <a:pt x="14993" y="21008"/>
                    <a:pt x="15472" y="20700"/>
                    <a:pt x="15472" y="20084"/>
                  </a:cubicBezTo>
                  <a:cubicBezTo>
                    <a:pt x="15541" y="11045"/>
                    <a:pt x="9994" y="3147"/>
                    <a:pt x="1549" y="66"/>
                  </a:cubicBezTo>
                  <a:cubicBezTo>
                    <a:pt x="1428" y="21"/>
                    <a:pt x="1314" y="1"/>
                    <a:pt x="120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14"/>
            <p:cNvSpPr/>
            <p:nvPr/>
          </p:nvSpPr>
          <p:spPr>
            <a:xfrm>
              <a:off x="3917275" y="4681975"/>
              <a:ext cx="130925" cy="244075"/>
            </a:xfrm>
            <a:custGeom>
              <a:rect b="b" l="l" r="r" t="t"/>
              <a:pathLst>
                <a:path extrusionOk="0" h="9763" w="5237">
                  <a:moveTo>
                    <a:pt x="744" y="0"/>
                  </a:moveTo>
                  <a:cubicBezTo>
                    <a:pt x="355" y="0"/>
                    <a:pt x="0" y="246"/>
                    <a:pt x="68" y="745"/>
                  </a:cubicBezTo>
                  <a:cubicBezTo>
                    <a:pt x="456" y="4009"/>
                    <a:pt x="1666" y="6908"/>
                    <a:pt x="3675" y="9487"/>
                  </a:cubicBezTo>
                  <a:cubicBezTo>
                    <a:pt x="3825" y="9681"/>
                    <a:pt x="4003" y="9762"/>
                    <a:pt x="4178" y="9762"/>
                  </a:cubicBezTo>
                  <a:cubicBezTo>
                    <a:pt x="4723" y="9762"/>
                    <a:pt x="5237" y="8979"/>
                    <a:pt x="4770" y="8391"/>
                  </a:cubicBezTo>
                  <a:cubicBezTo>
                    <a:pt x="3036" y="6155"/>
                    <a:pt x="1963" y="3552"/>
                    <a:pt x="1621" y="745"/>
                  </a:cubicBezTo>
                  <a:cubicBezTo>
                    <a:pt x="1563" y="251"/>
                    <a:pt x="1136" y="0"/>
                    <a:pt x="74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14"/>
            <p:cNvSpPr/>
            <p:nvPr/>
          </p:nvSpPr>
          <p:spPr>
            <a:xfrm>
              <a:off x="4031375" y="4920275"/>
              <a:ext cx="50250" cy="38825"/>
            </a:xfrm>
            <a:custGeom>
              <a:rect b="b" l="l" r="r" t="t"/>
              <a:pathLst>
                <a:path extrusionOk="0" h="1553" w="2010">
                  <a:moveTo>
                    <a:pt x="1005" y="1"/>
                  </a:moveTo>
                  <a:cubicBezTo>
                    <a:pt x="1" y="1"/>
                    <a:pt x="1" y="1553"/>
                    <a:pt x="1005" y="1553"/>
                  </a:cubicBezTo>
                  <a:cubicBezTo>
                    <a:pt x="2010" y="1553"/>
                    <a:pt x="2010" y="1"/>
                    <a:pt x="100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14"/>
            <p:cNvSpPr/>
            <p:nvPr/>
          </p:nvSpPr>
          <p:spPr>
            <a:xfrm>
              <a:off x="4191175" y="3900000"/>
              <a:ext cx="134125" cy="107300"/>
            </a:xfrm>
            <a:custGeom>
              <a:rect b="b" l="l" r="r" t="t"/>
              <a:pathLst>
                <a:path extrusionOk="0" h="4292" w="5365">
                  <a:moveTo>
                    <a:pt x="776" y="0"/>
                  </a:moveTo>
                  <a:lnTo>
                    <a:pt x="0" y="3150"/>
                  </a:lnTo>
                  <a:lnTo>
                    <a:pt x="4565" y="4291"/>
                  </a:lnTo>
                  <a:lnTo>
                    <a:pt x="5364" y="1141"/>
                  </a:lnTo>
                  <a:lnTo>
                    <a:pt x="776"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14"/>
            <p:cNvSpPr/>
            <p:nvPr/>
          </p:nvSpPr>
          <p:spPr>
            <a:xfrm>
              <a:off x="4305300" y="3885550"/>
              <a:ext cx="557525" cy="289075"/>
            </a:xfrm>
            <a:custGeom>
              <a:rect b="b" l="l" r="r" t="t"/>
              <a:pathLst>
                <a:path extrusionOk="0" h="11563" w="22301">
                  <a:moveTo>
                    <a:pt x="8059" y="0"/>
                  </a:moveTo>
                  <a:cubicBezTo>
                    <a:pt x="5842" y="0"/>
                    <a:pt x="3413" y="492"/>
                    <a:pt x="799" y="1719"/>
                  </a:cubicBezTo>
                  <a:lnTo>
                    <a:pt x="0" y="4869"/>
                  </a:lnTo>
                  <a:cubicBezTo>
                    <a:pt x="0" y="4869"/>
                    <a:pt x="5251" y="11562"/>
                    <a:pt x="13104" y="11562"/>
                  </a:cubicBezTo>
                  <a:cubicBezTo>
                    <a:pt x="15658" y="11562"/>
                    <a:pt x="18488" y="10854"/>
                    <a:pt x="21502" y="8978"/>
                  </a:cubicBezTo>
                  <a:cubicBezTo>
                    <a:pt x="22164" y="8544"/>
                    <a:pt x="22300" y="7631"/>
                    <a:pt x="21775" y="7038"/>
                  </a:cubicBezTo>
                  <a:cubicBezTo>
                    <a:pt x="19855" y="4823"/>
                    <a:pt x="14998" y="0"/>
                    <a:pt x="805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14"/>
            <p:cNvSpPr/>
            <p:nvPr/>
          </p:nvSpPr>
          <p:spPr>
            <a:xfrm>
              <a:off x="4269975" y="3890675"/>
              <a:ext cx="621225" cy="241375"/>
            </a:xfrm>
            <a:custGeom>
              <a:rect b="b" l="l" r="r" t="t"/>
              <a:pathLst>
                <a:path extrusionOk="0" h="9655" w="24849">
                  <a:moveTo>
                    <a:pt x="8675" y="0"/>
                  </a:moveTo>
                  <a:cubicBezTo>
                    <a:pt x="6110" y="0"/>
                    <a:pt x="3499" y="516"/>
                    <a:pt x="979" y="1583"/>
                  </a:cubicBezTo>
                  <a:cubicBezTo>
                    <a:pt x="1" y="2002"/>
                    <a:pt x="612" y="3313"/>
                    <a:pt x="1530" y="3313"/>
                  </a:cubicBezTo>
                  <a:cubicBezTo>
                    <a:pt x="1661" y="3313"/>
                    <a:pt x="1798" y="3286"/>
                    <a:pt x="1938" y="3226"/>
                  </a:cubicBezTo>
                  <a:cubicBezTo>
                    <a:pt x="4113" y="2305"/>
                    <a:pt x="6386" y="1863"/>
                    <a:pt x="8630" y="1863"/>
                  </a:cubicBezTo>
                  <a:cubicBezTo>
                    <a:pt x="14111" y="1863"/>
                    <a:pt x="19422" y="4500"/>
                    <a:pt x="22709" y="9229"/>
                  </a:cubicBezTo>
                  <a:cubicBezTo>
                    <a:pt x="22921" y="9530"/>
                    <a:pt x="23217" y="9655"/>
                    <a:pt x="23509" y="9655"/>
                  </a:cubicBezTo>
                  <a:cubicBezTo>
                    <a:pt x="24191" y="9655"/>
                    <a:pt x="24848" y="8974"/>
                    <a:pt x="24353" y="8271"/>
                  </a:cubicBezTo>
                  <a:cubicBezTo>
                    <a:pt x="20624" y="2919"/>
                    <a:pt x="14780" y="0"/>
                    <a:pt x="8675"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14"/>
            <p:cNvSpPr/>
            <p:nvPr/>
          </p:nvSpPr>
          <p:spPr>
            <a:xfrm>
              <a:off x="4348075" y="4005000"/>
              <a:ext cx="254850" cy="137925"/>
            </a:xfrm>
            <a:custGeom>
              <a:rect b="b" l="l" r="r" t="t"/>
              <a:pathLst>
                <a:path extrusionOk="0" h="5517" w="10194">
                  <a:moveTo>
                    <a:pt x="1172" y="1"/>
                  </a:moveTo>
                  <a:cubicBezTo>
                    <a:pt x="547" y="1"/>
                    <a:pt x="0" y="788"/>
                    <a:pt x="572" y="1324"/>
                  </a:cubicBezTo>
                  <a:cubicBezTo>
                    <a:pt x="2946" y="3447"/>
                    <a:pt x="5730" y="4885"/>
                    <a:pt x="8857" y="5501"/>
                  </a:cubicBezTo>
                  <a:cubicBezTo>
                    <a:pt x="8913" y="5511"/>
                    <a:pt x="8967" y="5516"/>
                    <a:pt x="9019" y="5516"/>
                  </a:cubicBezTo>
                  <a:cubicBezTo>
                    <a:pt x="9881" y="5516"/>
                    <a:pt x="10194" y="4167"/>
                    <a:pt x="9268" y="3994"/>
                  </a:cubicBezTo>
                  <a:cubicBezTo>
                    <a:pt x="6392" y="3424"/>
                    <a:pt x="3859" y="2168"/>
                    <a:pt x="1690" y="205"/>
                  </a:cubicBezTo>
                  <a:cubicBezTo>
                    <a:pt x="1526" y="61"/>
                    <a:pt x="1346" y="1"/>
                    <a:pt x="117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14"/>
            <p:cNvSpPr/>
            <p:nvPr/>
          </p:nvSpPr>
          <p:spPr>
            <a:xfrm>
              <a:off x="4596875" y="4107700"/>
              <a:ext cx="50825" cy="38825"/>
            </a:xfrm>
            <a:custGeom>
              <a:rect b="b" l="l" r="r" t="t"/>
              <a:pathLst>
                <a:path extrusionOk="0" h="1553" w="2033">
                  <a:moveTo>
                    <a:pt x="1028" y="0"/>
                  </a:moveTo>
                  <a:cubicBezTo>
                    <a:pt x="1" y="0"/>
                    <a:pt x="1" y="1553"/>
                    <a:pt x="1028" y="1553"/>
                  </a:cubicBezTo>
                  <a:cubicBezTo>
                    <a:pt x="2032" y="1553"/>
                    <a:pt x="2032" y="0"/>
                    <a:pt x="102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14"/>
            <p:cNvSpPr/>
            <p:nvPr/>
          </p:nvSpPr>
          <p:spPr>
            <a:xfrm>
              <a:off x="4757800" y="2957300"/>
              <a:ext cx="135275" cy="143250"/>
            </a:xfrm>
            <a:custGeom>
              <a:rect b="b" l="l" r="r" t="t"/>
              <a:pathLst>
                <a:path extrusionOk="0" h="5730" w="5411">
                  <a:moveTo>
                    <a:pt x="2603" y="1"/>
                  </a:moveTo>
                  <a:lnTo>
                    <a:pt x="1" y="1941"/>
                  </a:lnTo>
                  <a:lnTo>
                    <a:pt x="2785" y="5730"/>
                  </a:lnTo>
                  <a:lnTo>
                    <a:pt x="5410" y="3790"/>
                  </a:lnTo>
                  <a:lnTo>
                    <a:pt x="2603"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14"/>
            <p:cNvSpPr/>
            <p:nvPr/>
          </p:nvSpPr>
          <p:spPr>
            <a:xfrm>
              <a:off x="4817150" y="3052025"/>
              <a:ext cx="396000" cy="470000"/>
            </a:xfrm>
            <a:custGeom>
              <a:rect b="b" l="l" r="r" t="t"/>
              <a:pathLst>
                <a:path extrusionOk="0" h="18800" w="15840">
                  <a:moveTo>
                    <a:pt x="3036" y="1"/>
                  </a:moveTo>
                  <a:lnTo>
                    <a:pt x="411" y="1941"/>
                  </a:lnTo>
                  <a:cubicBezTo>
                    <a:pt x="411" y="1941"/>
                    <a:pt x="0" y="16869"/>
                    <a:pt x="14358" y="18786"/>
                  </a:cubicBezTo>
                  <a:cubicBezTo>
                    <a:pt x="14420" y="18795"/>
                    <a:pt x="14482" y="18800"/>
                    <a:pt x="14543" y="18800"/>
                  </a:cubicBezTo>
                  <a:cubicBezTo>
                    <a:pt x="15243" y="18800"/>
                    <a:pt x="15839" y="18219"/>
                    <a:pt x="15818" y="17485"/>
                  </a:cubicBezTo>
                  <a:cubicBezTo>
                    <a:pt x="15704" y="13605"/>
                    <a:pt x="14586" y="2991"/>
                    <a:pt x="303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14"/>
            <p:cNvSpPr/>
            <p:nvPr/>
          </p:nvSpPr>
          <p:spPr>
            <a:xfrm>
              <a:off x="4832650" y="3035700"/>
              <a:ext cx="407925" cy="514950"/>
            </a:xfrm>
            <a:custGeom>
              <a:rect b="b" l="l" r="r" t="t"/>
              <a:pathLst>
                <a:path extrusionOk="0" h="20598" w="16317">
                  <a:moveTo>
                    <a:pt x="1324" y="0"/>
                  </a:moveTo>
                  <a:cubicBezTo>
                    <a:pt x="338" y="0"/>
                    <a:pt x="0" y="1569"/>
                    <a:pt x="1092" y="1863"/>
                  </a:cubicBezTo>
                  <a:cubicBezTo>
                    <a:pt x="9150" y="4009"/>
                    <a:pt x="14354" y="11382"/>
                    <a:pt x="13783" y="19690"/>
                  </a:cubicBezTo>
                  <a:cubicBezTo>
                    <a:pt x="13738" y="20295"/>
                    <a:pt x="14188" y="20597"/>
                    <a:pt x="14662" y="20597"/>
                  </a:cubicBezTo>
                  <a:cubicBezTo>
                    <a:pt x="15136" y="20597"/>
                    <a:pt x="15632" y="20295"/>
                    <a:pt x="15678" y="19690"/>
                  </a:cubicBezTo>
                  <a:cubicBezTo>
                    <a:pt x="16317" y="10560"/>
                    <a:pt x="10428" y="2366"/>
                    <a:pt x="1594" y="37"/>
                  </a:cubicBezTo>
                  <a:cubicBezTo>
                    <a:pt x="1500" y="12"/>
                    <a:pt x="1409" y="0"/>
                    <a:pt x="132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14"/>
            <p:cNvSpPr/>
            <p:nvPr/>
          </p:nvSpPr>
          <p:spPr>
            <a:xfrm>
              <a:off x="4850475" y="3139025"/>
              <a:ext cx="135925" cy="243125"/>
            </a:xfrm>
            <a:custGeom>
              <a:rect b="b" l="l" r="r" t="t"/>
              <a:pathLst>
                <a:path extrusionOk="0" h="9725" w="5437">
                  <a:moveTo>
                    <a:pt x="965" y="0"/>
                  </a:moveTo>
                  <a:cubicBezTo>
                    <a:pt x="514" y="0"/>
                    <a:pt x="0" y="390"/>
                    <a:pt x="83" y="995"/>
                  </a:cubicBezTo>
                  <a:cubicBezTo>
                    <a:pt x="539" y="4144"/>
                    <a:pt x="1840" y="6975"/>
                    <a:pt x="3849" y="9463"/>
                  </a:cubicBezTo>
                  <a:cubicBezTo>
                    <a:pt x="4001" y="9648"/>
                    <a:pt x="4179" y="9725"/>
                    <a:pt x="4354" y="9725"/>
                  </a:cubicBezTo>
                  <a:cubicBezTo>
                    <a:pt x="4913" y="9725"/>
                    <a:pt x="5437" y="8935"/>
                    <a:pt x="4967" y="8344"/>
                  </a:cubicBezTo>
                  <a:cubicBezTo>
                    <a:pt x="3118" y="6085"/>
                    <a:pt x="2000" y="3460"/>
                    <a:pt x="1589" y="561"/>
                  </a:cubicBezTo>
                  <a:cubicBezTo>
                    <a:pt x="1535" y="170"/>
                    <a:pt x="1263" y="0"/>
                    <a:pt x="965" y="0"/>
                  </a:cubicBezTo>
                  <a:close/>
                </a:path>
              </a:pathLst>
            </a:custGeom>
            <a:solidFill>
              <a:srgbClr val="FFFD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14"/>
            <p:cNvSpPr/>
            <p:nvPr/>
          </p:nvSpPr>
          <p:spPr>
            <a:xfrm>
              <a:off x="4970075" y="3375000"/>
              <a:ext cx="50250" cy="39400"/>
            </a:xfrm>
            <a:custGeom>
              <a:rect b="b" l="l" r="r" t="t"/>
              <a:pathLst>
                <a:path extrusionOk="0" h="1576" w="2010">
                  <a:moveTo>
                    <a:pt x="1005" y="1"/>
                  </a:moveTo>
                  <a:cubicBezTo>
                    <a:pt x="1" y="1"/>
                    <a:pt x="1" y="1576"/>
                    <a:pt x="1005" y="1576"/>
                  </a:cubicBezTo>
                  <a:cubicBezTo>
                    <a:pt x="2009" y="1576"/>
                    <a:pt x="2009" y="1"/>
                    <a:pt x="1005" y="1"/>
                  </a:cubicBezTo>
                  <a:close/>
                </a:path>
              </a:pathLst>
            </a:custGeom>
            <a:solidFill>
              <a:srgbClr val="FFFD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8" name="Google Shape;398;p14"/>
          <p:cNvGrpSpPr/>
          <p:nvPr/>
        </p:nvGrpSpPr>
        <p:grpSpPr>
          <a:xfrm rot="-10213102">
            <a:off x="7052312" y="2638539"/>
            <a:ext cx="2144482" cy="3370103"/>
            <a:chOff x="3524150" y="1726375"/>
            <a:chExt cx="2144400" cy="3369975"/>
          </a:xfrm>
        </p:grpSpPr>
        <p:sp>
          <p:nvSpPr>
            <p:cNvPr id="399" name="Google Shape;399;p14"/>
            <p:cNvSpPr/>
            <p:nvPr/>
          </p:nvSpPr>
          <p:spPr>
            <a:xfrm>
              <a:off x="3524150" y="1726375"/>
              <a:ext cx="2144400" cy="2886025"/>
            </a:xfrm>
            <a:custGeom>
              <a:rect b="b" l="l" r="r" t="t"/>
              <a:pathLst>
                <a:path extrusionOk="0" h="115441" w="85776">
                  <a:moveTo>
                    <a:pt x="70166" y="43609"/>
                  </a:moveTo>
                  <a:cubicBezTo>
                    <a:pt x="70188" y="43614"/>
                    <a:pt x="70210" y="43618"/>
                    <a:pt x="70232" y="43623"/>
                  </a:cubicBezTo>
                  <a:cubicBezTo>
                    <a:pt x="71989" y="43988"/>
                    <a:pt x="73747" y="44969"/>
                    <a:pt x="74637" y="46590"/>
                  </a:cubicBezTo>
                  <a:cubicBezTo>
                    <a:pt x="75573" y="48348"/>
                    <a:pt x="75002" y="50836"/>
                    <a:pt x="73199" y="51840"/>
                  </a:cubicBezTo>
                  <a:cubicBezTo>
                    <a:pt x="72780" y="52068"/>
                    <a:pt x="72365" y="52169"/>
                    <a:pt x="71966" y="52169"/>
                  </a:cubicBezTo>
                  <a:cubicBezTo>
                    <a:pt x="70649" y="52169"/>
                    <a:pt x="69513" y="51065"/>
                    <a:pt x="69022" y="49786"/>
                  </a:cubicBezTo>
                  <a:cubicBezTo>
                    <a:pt x="68269" y="47891"/>
                    <a:pt x="68771" y="45974"/>
                    <a:pt x="69752" y="44285"/>
                  </a:cubicBezTo>
                  <a:cubicBezTo>
                    <a:pt x="69885" y="44057"/>
                    <a:pt x="70024" y="43832"/>
                    <a:pt x="70166" y="43609"/>
                  </a:cubicBezTo>
                  <a:close/>
                  <a:moveTo>
                    <a:pt x="21493" y="67423"/>
                  </a:moveTo>
                  <a:cubicBezTo>
                    <a:pt x="21820" y="67423"/>
                    <a:pt x="22161" y="67476"/>
                    <a:pt x="22504" y="67589"/>
                  </a:cubicBezTo>
                  <a:cubicBezTo>
                    <a:pt x="24471" y="68230"/>
                    <a:pt x="25373" y="69967"/>
                    <a:pt x="25786" y="71969"/>
                  </a:cubicBezTo>
                  <a:lnTo>
                    <a:pt x="25786" y="71969"/>
                  </a:lnTo>
                  <a:cubicBezTo>
                    <a:pt x="25247" y="72265"/>
                    <a:pt x="24673" y="72500"/>
                    <a:pt x="24056" y="72656"/>
                  </a:cubicBezTo>
                  <a:cubicBezTo>
                    <a:pt x="23630" y="72766"/>
                    <a:pt x="23189" y="72823"/>
                    <a:pt x="22753" y="72823"/>
                  </a:cubicBezTo>
                  <a:cubicBezTo>
                    <a:pt x="21272" y="72823"/>
                    <a:pt x="19850" y="72164"/>
                    <a:pt x="19286" y="70648"/>
                  </a:cubicBezTo>
                  <a:cubicBezTo>
                    <a:pt x="18581" y="68781"/>
                    <a:pt x="19848" y="67423"/>
                    <a:pt x="21493" y="67423"/>
                  </a:cubicBezTo>
                  <a:close/>
                  <a:moveTo>
                    <a:pt x="83791" y="1"/>
                  </a:moveTo>
                  <a:cubicBezTo>
                    <a:pt x="83234" y="1"/>
                    <a:pt x="82607" y="476"/>
                    <a:pt x="82717" y="1191"/>
                  </a:cubicBezTo>
                  <a:cubicBezTo>
                    <a:pt x="83836" y="8358"/>
                    <a:pt x="83197" y="15707"/>
                    <a:pt x="80960" y="22578"/>
                  </a:cubicBezTo>
                  <a:cubicBezTo>
                    <a:pt x="79818" y="26070"/>
                    <a:pt x="78266" y="29403"/>
                    <a:pt x="76349" y="32530"/>
                  </a:cubicBezTo>
                  <a:cubicBezTo>
                    <a:pt x="74454" y="35611"/>
                    <a:pt x="72081" y="38168"/>
                    <a:pt x="69821" y="40952"/>
                  </a:cubicBezTo>
                  <a:cubicBezTo>
                    <a:pt x="69655" y="41155"/>
                    <a:pt x="69490" y="41361"/>
                    <a:pt x="69329" y="41570"/>
                  </a:cubicBezTo>
                  <a:lnTo>
                    <a:pt x="69329" y="41570"/>
                  </a:lnTo>
                  <a:cubicBezTo>
                    <a:pt x="69155" y="41562"/>
                    <a:pt x="68980" y="41558"/>
                    <a:pt x="68805" y="41558"/>
                  </a:cubicBezTo>
                  <a:cubicBezTo>
                    <a:pt x="64922" y="41558"/>
                    <a:pt x="60736" y="43525"/>
                    <a:pt x="57495" y="45152"/>
                  </a:cubicBezTo>
                  <a:cubicBezTo>
                    <a:pt x="51104" y="48370"/>
                    <a:pt x="45170" y="52456"/>
                    <a:pt x="39874" y="57249"/>
                  </a:cubicBezTo>
                  <a:cubicBezTo>
                    <a:pt x="37135" y="59715"/>
                    <a:pt x="34556" y="62385"/>
                    <a:pt x="32182" y="65215"/>
                  </a:cubicBezTo>
                  <a:cubicBezTo>
                    <a:pt x="30694" y="67001"/>
                    <a:pt x="29264" y="69224"/>
                    <a:pt x="27424" y="70814"/>
                  </a:cubicBezTo>
                  <a:lnTo>
                    <a:pt x="27424" y="70814"/>
                  </a:lnTo>
                  <a:cubicBezTo>
                    <a:pt x="27154" y="69843"/>
                    <a:pt x="26759" y="68921"/>
                    <a:pt x="26179" y="68091"/>
                  </a:cubicBezTo>
                  <a:cubicBezTo>
                    <a:pt x="25123" y="66568"/>
                    <a:pt x="23240" y="65478"/>
                    <a:pt x="21367" y="65478"/>
                  </a:cubicBezTo>
                  <a:cubicBezTo>
                    <a:pt x="20770" y="65478"/>
                    <a:pt x="20173" y="65589"/>
                    <a:pt x="19605" y="65832"/>
                  </a:cubicBezTo>
                  <a:cubicBezTo>
                    <a:pt x="17323" y="66790"/>
                    <a:pt x="16661" y="69415"/>
                    <a:pt x="17619" y="71561"/>
                  </a:cubicBezTo>
                  <a:cubicBezTo>
                    <a:pt x="18560" y="73672"/>
                    <a:pt x="20581" y="74734"/>
                    <a:pt x="22761" y="74734"/>
                  </a:cubicBezTo>
                  <a:cubicBezTo>
                    <a:pt x="23174" y="74734"/>
                    <a:pt x="23592" y="74696"/>
                    <a:pt x="24011" y="74619"/>
                  </a:cubicBezTo>
                  <a:cubicBezTo>
                    <a:pt x="24740" y="74487"/>
                    <a:pt x="25417" y="74262"/>
                    <a:pt x="26052" y="73964"/>
                  </a:cubicBezTo>
                  <a:lnTo>
                    <a:pt x="26052" y="73964"/>
                  </a:lnTo>
                  <a:cubicBezTo>
                    <a:pt x="26168" y="75515"/>
                    <a:pt x="26117" y="77065"/>
                    <a:pt x="26133" y="78271"/>
                  </a:cubicBezTo>
                  <a:cubicBezTo>
                    <a:pt x="26270" y="86694"/>
                    <a:pt x="25494" y="95733"/>
                    <a:pt x="20861" y="103037"/>
                  </a:cubicBezTo>
                  <a:cubicBezTo>
                    <a:pt x="17042" y="109014"/>
                    <a:pt x="10525" y="113538"/>
                    <a:pt x="3368" y="113538"/>
                  </a:cubicBezTo>
                  <a:cubicBezTo>
                    <a:pt x="2654" y="113538"/>
                    <a:pt x="1933" y="113493"/>
                    <a:pt x="1208" y="113400"/>
                  </a:cubicBezTo>
                  <a:cubicBezTo>
                    <a:pt x="1159" y="113393"/>
                    <a:pt x="1112" y="113390"/>
                    <a:pt x="1067" y="113390"/>
                  </a:cubicBezTo>
                  <a:cubicBezTo>
                    <a:pt x="0" y="113390"/>
                    <a:pt x="47" y="115141"/>
                    <a:pt x="1208" y="115294"/>
                  </a:cubicBezTo>
                  <a:cubicBezTo>
                    <a:pt x="1972" y="115393"/>
                    <a:pt x="2733" y="115440"/>
                    <a:pt x="3489" y="115440"/>
                  </a:cubicBezTo>
                  <a:cubicBezTo>
                    <a:pt x="9220" y="115440"/>
                    <a:pt x="14665" y="112708"/>
                    <a:pt x="18738" y="108675"/>
                  </a:cubicBezTo>
                  <a:cubicBezTo>
                    <a:pt x="23919" y="103516"/>
                    <a:pt x="26476" y="96509"/>
                    <a:pt x="27457" y="89365"/>
                  </a:cubicBezTo>
                  <a:cubicBezTo>
                    <a:pt x="27982" y="85690"/>
                    <a:pt x="28096" y="81992"/>
                    <a:pt x="28028" y="78271"/>
                  </a:cubicBezTo>
                  <a:cubicBezTo>
                    <a:pt x="28004" y="76566"/>
                    <a:pt x="28047" y="74693"/>
                    <a:pt x="27824" y="72885"/>
                  </a:cubicBezTo>
                  <a:lnTo>
                    <a:pt x="27824" y="72885"/>
                  </a:lnTo>
                  <a:cubicBezTo>
                    <a:pt x="29402" y="71696"/>
                    <a:pt x="30709" y="70091"/>
                    <a:pt x="31954" y="68525"/>
                  </a:cubicBezTo>
                  <a:cubicBezTo>
                    <a:pt x="36747" y="62454"/>
                    <a:pt x="42339" y="57067"/>
                    <a:pt x="48685" y="52639"/>
                  </a:cubicBezTo>
                  <a:cubicBezTo>
                    <a:pt x="51789" y="50448"/>
                    <a:pt x="55076" y="48507"/>
                    <a:pt x="58454" y="46795"/>
                  </a:cubicBezTo>
                  <a:cubicBezTo>
                    <a:pt x="61325" y="45351"/>
                    <a:pt x="64704" y="43567"/>
                    <a:pt x="68060" y="43446"/>
                  </a:cubicBezTo>
                  <a:lnTo>
                    <a:pt x="68060" y="43446"/>
                  </a:lnTo>
                  <a:cubicBezTo>
                    <a:pt x="67156" y="45019"/>
                    <a:pt x="66589" y="46750"/>
                    <a:pt x="66808" y="48621"/>
                  </a:cubicBezTo>
                  <a:cubicBezTo>
                    <a:pt x="67059" y="50904"/>
                    <a:pt x="68429" y="53278"/>
                    <a:pt x="70757" y="53917"/>
                  </a:cubicBezTo>
                  <a:cubicBezTo>
                    <a:pt x="71144" y="54022"/>
                    <a:pt x="71527" y="54072"/>
                    <a:pt x="71901" y="54072"/>
                  </a:cubicBezTo>
                  <a:cubicBezTo>
                    <a:pt x="73799" y="54072"/>
                    <a:pt x="75472" y="52799"/>
                    <a:pt x="76349" y="51064"/>
                  </a:cubicBezTo>
                  <a:cubicBezTo>
                    <a:pt x="77536" y="48713"/>
                    <a:pt x="76988" y="46042"/>
                    <a:pt x="75185" y="44171"/>
                  </a:cubicBezTo>
                  <a:cubicBezTo>
                    <a:pt x="74044" y="42987"/>
                    <a:pt x="72757" y="42266"/>
                    <a:pt x="71390" y="41890"/>
                  </a:cubicBezTo>
                  <a:lnTo>
                    <a:pt x="71390" y="41890"/>
                  </a:lnTo>
                  <a:cubicBezTo>
                    <a:pt x="73251" y="39485"/>
                    <a:pt x="75493" y="37309"/>
                    <a:pt x="77171" y="34767"/>
                  </a:cubicBezTo>
                  <a:cubicBezTo>
                    <a:pt x="79339" y="31503"/>
                    <a:pt x="81097" y="27942"/>
                    <a:pt x="82398" y="24244"/>
                  </a:cubicBezTo>
                  <a:cubicBezTo>
                    <a:pt x="85068" y="16689"/>
                    <a:pt x="85776" y="8609"/>
                    <a:pt x="84566" y="688"/>
                  </a:cubicBezTo>
                  <a:cubicBezTo>
                    <a:pt x="84493" y="207"/>
                    <a:pt x="84158" y="1"/>
                    <a:pt x="8379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14"/>
            <p:cNvSpPr/>
            <p:nvPr/>
          </p:nvSpPr>
          <p:spPr>
            <a:xfrm>
              <a:off x="3828250" y="4498575"/>
              <a:ext cx="134125" cy="142700"/>
            </a:xfrm>
            <a:custGeom>
              <a:rect b="b" l="l" r="r" t="t"/>
              <a:pathLst>
                <a:path extrusionOk="0" h="5708" w="5365">
                  <a:moveTo>
                    <a:pt x="2648" y="1"/>
                  </a:moveTo>
                  <a:lnTo>
                    <a:pt x="0" y="1872"/>
                  </a:lnTo>
                  <a:lnTo>
                    <a:pt x="2694" y="5707"/>
                  </a:lnTo>
                  <a:lnTo>
                    <a:pt x="5364" y="3835"/>
                  </a:lnTo>
                  <a:lnTo>
                    <a:pt x="2648"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14"/>
            <p:cNvSpPr/>
            <p:nvPr/>
          </p:nvSpPr>
          <p:spPr>
            <a:xfrm>
              <a:off x="3877325" y="4594450"/>
              <a:ext cx="394325" cy="476850"/>
            </a:xfrm>
            <a:custGeom>
              <a:rect b="b" l="l" r="r" t="t"/>
              <a:pathLst>
                <a:path extrusionOk="0" h="19074" w="15773">
                  <a:moveTo>
                    <a:pt x="3401" y="0"/>
                  </a:moveTo>
                  <a:lnTo>
                    <a:pt x="731" y="1872"/>
                  </a:lnTo>
                  <a:cubicBezTo>
                    <a:pt x="731" y="1872"/>
                    <a:pt x="0" y="16800"/>
                    <a:pt x="14289" y="19060"/>
                  </a:cubicBezTo>
                  <a:cubicBezTo>
                    <a:pt x="14353" y="19069"/>
                    <a:pt x="14417" y="19074"/>
                    <a:pt x="14480" y="19074"/>
                  </a:cubicBezTo>
                  <a:cubicBezTo>
                    <a:pt x="15178" y="19074"/>
                    <a:pt x="15772" y="18514"/>
                    <a:pt x="15772" y="17781"/>
                  </a:cubicBezTo>
                  <a:cubicBezTo>
                    <a:pt x="15772" y="13901"/>
                    <a:pt x="14882" y="3264"/>
                    <a:pt x="340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14"/>
            <p:cNvSpPr/>
            <p:nvPr/>
          </p:nvSpPr>
          <p:spPr>
            <a:xfrm>
              <a:off x="3912225" y="4571125"/>
              <a:ext cx="388525" cy="525225"/>
            </a:xfrm>
            <a:custGeom>
              <a:rect b="b" l="l" r="r" t="t"/>
              <a:pathLst>
                <a:path extrusionOk="0" h="21009" w="15541">
                  <a:moveTo>
                    <a:pt x="1209" y="1"/>
                  </a:moveTo>
                  <a:cubicBezTo>
                    <a:pt x="298" y="1"/>
                    <a:pt x="1" y="1524"/>
                    <a:pt x="1024" y="1892"/>
                  </a:cubicBezTo>
                  <a:cubicBezTo>
                    <a:pt x="8693" y="4700"/>
                    <a:pt x="13623" y="11935"/>
                    <a:pt x="13578" y="20084"/>
                  </a:cubicBezTo>
                  <a:cubicBezTo>
                    <a:pt x="13566" y="20700"/>
                    <a:pt x="14040" y="21008"/>
                    <a:pt x="14516" y="21008"/>
                  </a:cubicBezTo>
                  <a:cubicBezTo>
                    <a:pt x="14993" y="21008"/>
                    <a:pt x="15472" y="20700"/>
                    <a:pt x="15472" y="20084"/>
                  </a:cubicBezTo>
                  <a:cubicBezTo>
                    <a:pt x="15541" y="11045"/>
                    <a:pt x="9994" y="3147"/>
                    <a:pt x="1549" y="66"/>
                  </a:cubicBezTo>
                  <a:cubicBezTo>
                    <a:pt x="1428" y="21"/>
                    <a:pt x="1314" y="1"/>
                    <a:pt x="120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14"/>
            <p:cNvSpPr/>
            <p:nvPr/>
          </p:nvSpPr>
          <p:spPr>
            <a:xfrm>
              <a:off x="3917275" y="4681975"/>
              <a:ext cx="130925" cy="244075"/>
            </a:xfrm>
            <a:custGeom>
              <a:rect b="b" l="l" r="r" t="t"/>
              <a:pathLst>
                <a:path extrusionOk="0" h="9763" w="5237">
                  <a:moveTo>
                    <a:pt x="744" y="0"/>
                  </a:moveTo>
                  <a:cubicBezTo>
                    <a:pt x="355" y="0"/>
                    <a:pt x="0" y="246"/>
                    <a:pt x="68" y="745"/>
                  </a:cubicBezTo>
                  <a:cubicBezTo>
                    <a:pt x="456" y="4009"/>
                    <a:pt x="1666" y="6908"/>
                    <a:pt x="3675" y="9487"/>
                  </a:cubicBezTo>
                  <a:cubicBezTo>
                    <a:pt x="3825" y="9681"/>
                    <a:pt x="4003" y="9762"/>
                    <a:pt x="4178" y="9762"/>
                  </a:cubicBezTo>
                  <a:cubicBezTo>
                    <a:pt x="4723" y="9762"/>
                    <a:pt x="5237" y="8979"/>
                    <a:pt x="4770" y="8391"/>
                  </a:cubicBezTo>
                  <a:cubicBezTo>
                    <a:pt x="3036" y="6155"/>
                    <a:pt x="1963" y="3552"/>
                    <a:pt x="1621" y="745"/>
                  </a:cubicBezTo>
                  <a:cubicBezTo>
                    <a:pt x="1563" y="251"/>
                    <a:pt x="1136" y="0"/>
                    <a:pt x="74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14"/>
            <p:cNvSpPr/>
            <p:nvPr/>
          </p:nvSpPr>
          <p:spPr>
            <a:xfrm>
              <a:off x="4031375" y="4920275"/>
              <a:ext cx="50250" cy="38825"/>
            </a:xfrm>
            <a:custGeom>
              <a:rect b="b" l="l" r="r" t="t"/>
              <a:pathLst>
                <a:path extrusionOk="0" h="1553" w="2010">
                  <a:moveTo>
                    <a:pt x="1005" y="1"/>
                  </a:moveTo>
                  <a:cubicBezTo>
                    <a:pt x="1" y="1"/>
                    <a:pt x="1" y="1553"/>
                    <a:pt x="1005" y="1553"/>
                  </a:cubicBezTo>
                  <a:cubicBezTo>
                    <a:pt x="2010" y="1553"/>
                    <a:pt x="2010" y="1"/>
                    <a:pt x="100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14"/>
            <p:cNvSpPr/>
            <p:nvPr/>
          </p:nvSpPr>
          <p:spPr>
            <a:xfrm>
              <a:off x="4191175" y="3900000"/>
              <a:ext cx="134125" cy="107300"/>
            </a:xfrm>
            <a:custGeom>
              <a:rect b="b" l="l" r="r" t="t"/>
              <a:pathLst>
                <a:path extrusionOk="0" h="4292" w="5365">
                  <a:moveTo>
                    <a:pt x="776" y="0"/>
                  </a:moveTo>
                  <a:lnTo>
                    <a:pt x="0" y="3150"/>
                  </a:lnTo>
                  <a:lnTo>
                    <a:pt x="4565" y="4291"/>
                  </a:lnTo>
                  <a:lnTo>
                    <a:pt x="5364" y="1141"/>
                  </a:lnTo>
                  <a:lnTo>
                    <a:pt x="776"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14"/>
            <p:cNvSpPr/>
            <p:nvPr/>
          </p:nvSpPr>
          <p:spPr>
            <a:xfrm>
              <a:off x="4305300" y="3885550"/>
              <a:ext cx="557525" cy="289075"/>
            </a:xfrm>
            <a:custGeom>
              <a:rect b="b" l="l" r="r" t="t"/>
              <a:pathLst>
                <a:path extrusionOk="0" h="11563" w="22301">
                  <a:moveTo>
                    <a:pt x="8059" y="0"/>
                  </a:moveTo>
                  <a:cubicBezTo>
                    <a:pt x="5842" y="0"/>
                    <a:pt x="3413" y="492"/>
                    <a:pt x="799" y="1719"/>
                  </a:cubicBezTo>
                  <a:lnTo>
                    <a:pt x="0" y="4869"/>
                  </a:lnTo>
                  <a:cubicBezTo>
                    <a:pt x="0" y="4869"/>
                    <a:pt x="5251" y="11562"/>
                    <a:pt x="13104" y="11562"/>
                  </a:cubicBezTo>
                  <a:cubicBezTo>
                    <a:pt x="15658" y="11562"/>
                    <a:pt x="18488" y="10854"/>
                    <a:pt x="21502" y="8978"/>
                  </a:cubicBezTo>
                  <a:cubicBezTo>
                    <a:pt x="22164" y="8544"/>
                    <a:pt x="22300" y="7631"/>
                    <a:pt x="21775" y="7038"/>
                  </a:cubicBezTo>
                  <a:cubicBezTo>
                    <a:pt x="19855" y="4823"/>
                    <a:pt x="14998" y="0"/>
                    <a:pt x="805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14"/>
            <p:cNvSpPr/>
            <p:nvPr/>
          </p:nvSpPr>
          <p:spPr>
            <a:xfrm>
              <a:off x="4269975" y="3890675"/>
              <a:ext cx="621225" cy="241375"/>
            </a:xfrm>
            <a:custGeom>
              <a:rect b="b" l="l" r="r" t="t"/>
              <a:pathLst>
                <a:path extrusionOk="0" h="9655" w="24849">
                  <a:moveTo>
                    <a:pt x="8675" y="0"/>
                  </a:moveTo>
                  <a:cubicBezTo>
                    <a:pt x="6110" y="0"/>
                    <a:pt x="3499" y="516"/>
                    <a:pt x="979" y="1583"/>
                  </a:cubicBezTo>
                  <a:cubicBezTo>
                    <a:pt x="1" y="2002"/>
                    <a:pt x="612" y="3313"/>
                    <a:pt x="1530" y="3313"/>
                  </a:cubicBezTo>
                  <a:cubicBezTo>
                    <a:pt x="1661" y="3313"/>
                    <a:pt x="1798" y="3286"/>
                    <a:pt x="1938" y="3226"/>
                  </a:cubicBezTo>
                  <a:cubicBezTo>
                    <a:pt x="4113" y="2305"/>
                    <a:pt x="6386" y="1863"/>
                    <a:pt x="8630" y="1863"/>
                  </a:cubicBezTo>
                  <a:cubicBezTo>
                    <a:pt x="14111" y="1863"/>
                    <a:pt x="19422" y="4500"/>
                    <a:pt x="22709" y="9229"/>
                  </a:cubicBezTo>
                  <a:cubicBezTo>
                    <a:pt x="22921" y="9530"/>
                    <a:pt x="23217" y="9655"/>
                    <a:pt x="23509" y="9655"/>
                  </a:cubicBezTo>
                  <a:cubicBezTo>
                    <a:pt x="24191" y="9655"/>
                    <a:pt x="24848" y="8974"/>
                    <a:pt x="24353" y="8271"/>
                  </a:cubicBezTo>
                  <a:cubicBezTo>
                    <a:pt x="20624" y="2919"/>
                    <a:pt x="14780" y="0"/>
                    <a:pt x="8675"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14"/>
            <p:cNvSpPr/>
            <p:nvPr/>
          </p:nvSpPr>
          <p:spPr>
            <a:xfrm>
              <a:off x="4348075" y="4005000"/>
              <a:ext cx="254850" cy="137925"/>
            </a:xfrm>
            <a:custGeom>
              <a:rect b="b" l="l" r="r" t="t"/>
              <a:pathLst>
                <a:path extrusionOk="0" h="5517" w="10194">
                  <a:moveTo>
                    <a:pt x="1172" y="1"/>
                  </a:moveTo>
                  <a:cubicBezTo>
                    <a:pt x="547" y="1"/>
                    <a:pt x="0" y="788"/>
                    <a:pt x="572" y="1324"/>
                  </a:cubicBezTo>
                  <a:cubicBezTo>
                    <a:pt x="2946" y="3447"/>
                    <a:pt x="5730" y="4885"/>
                    <a:pt x="8857" y="5501"/>
                  </a:cubicBezTo>
                  <a:cubicBezTo>
                    <a:pt x="8913" y="5511"/>
                    <a:pt x="8967" y="5516"/>
                    <a:pt x="9019" y="5516"/>
                  </a:cubicBezTo>
                  <a:cubicBezTo>
                    <a:pt x="9881" y="5516"/>
                    <a:pt x="10194" y="4167"/>
                    <a:pt x="9268" y="3994"/>
                  </a:cubicBezTo>
                  <a:cubicBezTo>
                    <a:pt x="6392" y="3424"/>
                    <a:pt x="3859" y="2168"/>
                    <a:pt x="1690" y="205"/>
                  </a:cubicBezTo>
                  <a:cubicBezTo>
                    <a:pt x="1526" y="61"/>
                    <a:pt x="1346" y="1"/>
                    <a:pt x="117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14"/>
            <p:cNvSpPr/>
            <p:nvPr/>
          </p:nvSpPr>
          <p:spPr>
            <a:xfrm>
              <a:off x="4596875" y="4107700"/>
              <a:ext cx="50825" cy="38825"/>
            </a:xfrm>
            <a:custGeom>
              <a:rect b="b" l="l" r="r" t="t"/>
              <a:pathLst>
                <a:path extrusionOk="0" h="1553" w="2033">
                  <a:moveTo>
                    <a:pt x="1028" y="0"/>
                  </a:moveTo>
                  <a:cubicBezTo>
                    <a:pt x="1" y="0"/>
                    <a:pt x="1" y="1553"/>
                    <a:pt x="1028" y="1553"/>
                  </a:cubicBezTo>
                  <a:cubicBezTo>
                    <a:pt x="2032" y="1553"/>
                    <a:pt x="2032" y="0"/>
                    <a:pt x="102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14"/>
            <p:cNvSpPr/>
            <p:nvPr/>
          </p:nvSpPr>
          <p:spPr>
            <a:xfrm>
              <a:off x="4757800" y="2957300"/>
              <a:ext cx="135275" cy="143250"/>
            </a:xfrm>
            <a:custGeom>
              <a:rect b="b" l="l" r="r" t="t"/>
              <a:pathLst>
                <a:path extrusionOk="0" h="5730" w="5411">
                  <a:moveTo>
                    <a:pt x="2603" y="1"/>
                  </a:moveTo>
                  <a:lnTo>
                    <a:pt x="1" y="1941"/>
                  </a:lnTo>
                  <a:lnTo>
                    <a:pt x="2785" y="5730"/>
                  </a:lnTo>
                  <a:lnTo>
                    <a:pt x="5410" y="3790"/>
                  </a:lnTo>
                  <a:lnTo>
                    <a:pt x="2603"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14"/>
            <p:cNvSpPr/>
            <p:nvPr/>
          </p:nvSpPr>
          <p:spPr>
            <a:xfrm>
              <a:off x="4817150" y="3052025"/>
              <a:ext cx="396000" cy="470000"/>
            </a:xfrm>
            <a:custGeom>
              <a:rect b="b" l="l" r="r" t="t"/>
              <a:pathLst>
                <a:path extrusionOk="0" h="18800" w="15840">
                  <a:moveTo>
                    <a:pt x="3036" y="1"/>
                  </a:moveTo>
                  <a:lnTo>
                    <a:pt x="411" y="1941"/>
                  </a:lnTo>
                  <a:cubicBezTo>
                    <a:pt x="411" y="1941"/>
                    <a:pt x="0" y="16869"/>
                    <a:pt x="14358" y="18786"/>
                  </a:cubicBezTo>
                  <a:cubicBezTo>
                    <a:pt x="14420" y="18795"/>
                    <a:pt x="14482" y="18800"/>
                    <a:pt x="14543" y="18800"/>
                  </a:cubicBezTo>
                  <a:cubicBezTo>
                    <a:pt x="15243" y="18800"/>
                    <a:pt x="15839" y="18219"/>
                    <a:pt x="15818" y="17485"/>
                  </a:cubicBezTo>
                  <a:cubicBezTo>
                    <a:pt x="15704" y="13605"/>
                    <a:pt x="14586" y="2991"/>
                    <a:pt x="303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14"/>
            <p:cNvSpPr/>
            <p:nvPr/>
          </p:nvSpPr>
          <p:spPr>
            <a:xfrm>
              <a:off x="4832650" y="3035700"/>
              <a:ext cx="407925" cy="514950"/>
            </a:xfrm>
            <a:custGeom>
              <a:rect b="b" l="l" r="r" t="t"/>
              <a:pathLst>
                <a:path extrusionOk="0" h="20598" w="16317">
                  <a:moveTo>
                    <a:pt x="1324" y="0"/>
                  </a:moveTo>
                  <a:cubicBezTo>
                    <a:pt x="338" y="0"/>
                    <a:pt x="0" y="1569"/>
                    <a:pt x="1092" y="1863"/>
                  </a:cubicBezTo>
                  <a:cubicBezTo>
                    <a:pt x="9150" y="4009"/>
                    <a:pt x="14354" y="11382"/>
                    <a:pt x="13783" y="19690"/>
                  </a:cubicBezTo>
                  <a:cubicBezTo>
                    <a:pt x="13738" y="20295"/>
                    <a:pt x="14188" y="20597"/>
                    <a:pt x="14662" y="20597"/>
                  </a:cubicBezTo>
                  <a:cubicBezTo>
                    <a:pt x="15136" y="20597"/>
                    <a:pt x="15632" y="20295"/>
                    <a:pt x="15678" y="19690"/>
                  </a:cubicBezTo>
                  <a:cubicBezTo>
                    <a:pt x="16317" y="10560"/>
                    <a:pt x="10428" y="2366"/>
                    <a:pt x="1594" y="37"/>
                  </a:cubicBezTo>
                  <a:cubicBezTo>
                    <a:pt x="1500" y="12"/>
                    <a:pt x="1409" y="0"/>
                    <a:pt x="132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14"/>
            <p:cNvSpPr/>
            <p:nvPr/>
          </p:nvSpPr>
          <p:spPr>
            <a:xfrm>
              <a:off x="4850475" y="3139025"/>
              <a:ext cx="135925" cy="243125"/>
            </a:xfrm>
            <a:custGeom>
              <a:rect b="b" l="l" r="r" t="t"/>
              <a:pathLst>
                <a:path extrusionOk="0" h="9725" w="5437">
                  <a:moveTo>
                    <a:pt x="965" y="0"/>
                  </a:moveTo>
                  <a:cubicBezTo>
                    <a:pt x="514" y="0"/>
                    <a:pt x="0" y="390"/>
                    <a:pt x="83" y="995"/>
                  </a:cubicBezTo>
                  <a:cubicBezTo>
                    <a:pt x="539" y="4144"/>
                    <a:pt x="1840" y="6975"/>
                    <a:pt x="3849" y="9463"/>
                  </a:cubicBezTo>
                  <a:cubicBezTo>
                    <a:pt x="4001" y="9648"/>
                    <a:pt x="4179" y="9725"/>
                    <a:pt x="4354" y="9725"/>
                  </a:cubicBezTo>
                  <a:cubicBezTo>
                    <a:pt x="4913" y="9725"/>
                    <a:pt x="5437" y="8935"/>
                    <a:pt x="4967" y="8344"/>
                  </a:cubicBezTo>
                  <a:cubicBezTo>
                    <a:pt x="3118" y="6085"/>
                    <a:pt x="2000" y="3460"/>
                    <a:pt x="1589" y="561"/>
                  </a:cubicBezTo>
                  <a:cubicBezTo>
                    <a:pt x="1535" y="170"/>
                    <a:pt x="1263" y="0"/>
                    <a:pt x="965" y="0"/>
                  </a:cubicBezTo>
                  <a:close/>
                </a:path>
              </a:pathLst>
            </a:custGeom>
            <a:solidFill>
              <a:srgbClr val="FFFD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14"/>
            <p:cNvSpPr/>
            <p:nvPr/>
          </p:nvSpPr>
          <p:spPr>
            <a:xfrm>
              <a:off x="4970075" y="3375000"/>
              <a:ext cx="50250" cy="39400"/>
            </a:xfrm>
            <a:custGeom>
              <a:rect b="b" l="l" r="r" t="t"/>
              <a:pathLst>
                <a:path extrusionOk="0" h="1576" w="2010">
                  <a:moveTo>
                    <a:pt x="1005" y="1"/>
                  </a:moveTo>
                  <a:cubicBezTo>
                    <a:pt x="1" y="1"/>
                    <a:pt x="1" y="1576"/>
                    <a:pt x="1005" y="1576"/>
                  </a:cubicBezTo>
                  <a:cubicBezTo>
                    <a:pt x="2009" y="1576"/>
                    <a:pt x="2009" y="1"/>
                    <a:pt x="1005" y="1"/>
                  </a:cubicBezTo>
                  <a:close/>
                </a:path>
              </a:pathLst>
            </a:custGeom>
            <a:solidFill>
              <a:srgbClr val="FFFD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15" name="Google Shape;415;p1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ullet point">
  <p:cSld name="CUSTOM_2">
    <p:spTree>
      <p:nvGrpSpPr>
        <p:cNvPr id="416" name="Shape 416"/>
        <p:cNvGrpSpPr/>
        <p:nvPr/>
      </p:nvGrpSpPr>
      <p:grpSpPr>
        <a:xfrm>
          <a:off x="0" y="0"/>
          <a:ext cx="0" cy="0"/>
          <a:chOff x="0" y="0"/>
          <a:chExt cx="0" cy="0"/>
        </a:xfrm>
      </p:grpSpPr>
      <p:sp>
        <p:nvSpPr>
          <p:cNvPr id="417" name="Google Shape;417;p15"/>
          <p:cNvSpPr/>
          <p:nvPr/>
        </p:nvSpPr>
        <p:spPr>
          <a:xfrm flipH="1">
            <a:off x="7965866" y="3660048"/>
            <a:ext cx="1504976" cy="1695353"/>
          </a:xfrm>
          <a:custGeom>
            <a:rect b="b" l="l" r="r" t="t"/>
            <a:pathLst>
              <a:path extrusionOk="0" h="18875" w="16755">
                <a:moveTo>
                  <a:pt x="1111" y="0"/>
                </a:moveTo>
                <a:cubicBezTo>
                  <a:pt x="860" y="0"/>
                  <a:pt x="587" y="254"/>
                  <a:pt x="708" y="558"/>
                </a:cubicBezTo>
                <a:cubicBezTo>
                  <a:pt x="1119" y="1562"/>
                  <a:pt x="1576" y="2521"/>
                  <a:pt x="2055" y="3480"/>
                </a:cubicBezTo>
                <a:cubicBezTo>
                  <a:pt x="1918" y="3640"/>
                  <a:pt x="1918" y="3868"/>
                  <a:pt x="2032" y="4028"/>
                </a:cubicBezTo>
                <a:cubicBezTo>
                  <a:pt x="1302" y="5260"/>
                  <a:pt x="777" y="6584"/>
                  <a:pt x="548" y="7999"/>
                </a:cubicBezTo>
                <a:cubicBezTo>
                  <a:pt x="412" y="8775"/>
                  <a:pt x="1" y="10624"/>
                  <a:pt x="959" y="11058"/>
                </a:cubicBezTo>
                <a:cubicBezTo>
                  <a:pt x="1107" y="11126"/>
                  <a:pt x="1239" y="11156"/>
                  <a:pt x="1358" y="11156"/>
                </a:cubicBezTo>
                <a:cubicBezTo>
                  <a:pt x="2152" y="11156"/>
                  <a:pt x="2321" y="9782"/>
                  <a:pt x="2420" y="9186"/>
                </a:cubicBezTo>
                <a:cubicBezTo>
                  <a:pt x="2648" y="7771"/>
                  <a:pt x="2808" y="6379"/>
                  <a:pt x="2900" y="4963"/>
                </a:cubicBezTo>
                <a:cubicBezTo>
                  <a:pt x="3356" y="5739"/>
                  <a:pt x="3835" y="6493"/>
                  <a:pt x="4360" y="7223"/>
                </a:cubicBezTo>
                <a:lnTo>
                  <a:pt x="4338" y="7269"/>
                </a:lnTo>
                <a:cubicBezTo>
                  <a:pt x="3813" y="8730"/>
                  <a:pt x="3470" y="10259"/>
                  <a:pt x="3402" y="11811"/>
                </a:cubicBezTo>
                <a:cubicBezTo>
                  <a:pt x="3356" y="12541"/>
                  <a:pt x="3105" y="14230"/>
                  <a:pt x="4086" y="14504"/>
                </a:cubicBezTo>
                <a:cubicBezTo>
                  <a:pt x="4198" y="14539"/>
                  <a:pt x="4298" y="14554"/>
                  <a:pt x="4388" y="14554"/>
                </a:cubicBezTo>
                <a:cubicBezTo>
                  <a:pt x="5265" y="14554"/>
                  <a:pt x="5228" y="13075"/>
                  <a:pt x="5228" y="12496"/>
                </a:cubicBezTo>
                <a:cubicBezTo>
                  <a:pt x="5228" y="11126"/>
                  <a:pt x="5228" y="9734"/>
                  <a:pt x="5228" y="8364"/>
                </a:cubicBezTo>
                <a:cubicBezTo>
                  <a:pt x="5616" y="8889"/>
                  <a:pt x="6049" y="9392"/>
                  <a:pt x="6483" y="9894"/>
                </a:cubicBezTo>
                <a:cubicBezTo>
                  <a:pt x="6346" y="11218"/>
                  <a:pt x="6323" y="12541"/>
                  <a:pt x="6415" y="13888"/>
                </a:cubicBezTo>
                <a:cubicBezTo>
                  <a:pt x="6460" y="14550"/>
                  <a:pt x="6392" y="15965"/>
                  <a:pt x="7305" y="16102"/>
                </a:cubicBezTo>
                <a:cubicBezTo>
                  <a:pt x="7343" y="16107"/>
                  <a:pt x="7379" y="16109"/>
                  <a:pt x="7414" y="16109"/>
                </a:cubicBezTo>
                <a:cubicBezTo>
                  <a:pt x="8688" y="16109"/>
                  <a:pt x="8116" y="12929"/>
                  <a:pt x="7738" y="11240"/>
                </a:cubicBezTo>
                <a:lnTo>
                  <a:pt x="7738" y="11240"/>
                </a:lnTo>
                <a:cubicBezTo>
                  <a:pt x="8012" y="11514"/>
                  <a:pt x="8263" y="11765"/>
                  <a:pt x="8537" y="12016"/>
                </a:cubicBezTo>
                <a:cubicBezTo>
                  <a:pt x="8537" y="12085"/>
                  <a:pt x="8560" y="12153"/>
                  <a:pt x="8606" y="12222"/>
                </a:cubicBezTo>
                <a:cubicBezTo>
                  <a:pt x="8674" y="12290"/>
                  <a:pt x="8720" y="12359"/>
                  <a:pt x="8766" y="12450"/>
                </a:cubicBezTo>
                <a:cubicBezTo>
                  <a:pt x="9154" y="14071"/>
                  <a:pt x="9519" y="15737"/>
                  <a:pt x="9930" y="17358"/>
                </a:cubicBezTo>
                <a:cubicBezTo>
                  <a:pt x="10093" y="17993"/>
                  <a:pt x="10604" y="18875"/>
                  <a:pt x="11300" y="18875"/>
                </a:cubicBezTo>
                <a:cubicBezTo>
                  <a:pt x="11478" y="18875"/>
                  <a:pt x="11669" y="18817"/>
                  <a:pt x="11870" y="18681"/>
                </a:cubicBezTo>
                <a:cubicBezTo>
                  <a:pt x="12851" y="17997"/>
                  <a:pt x="11893" y="16376"/>
                  <a:pt x="11527" y="15600"/>
                </a:cubicBezTo>
                <a:cubicBezTo>
                  <a:pt x="11254" y="14984"/>
                  <a:pt x="10911" y="14390"/>
                  <a:pt x="10569" y="13797"/>
                </a:cubicBezTo>
                <a:lnTo>
                  <a:pt x="10569" y="13797"/>
                </a:lnTo>
                <a:cubicBezTo>
                  <a:pt x="11505" y="14550"/>
                  <a:pt x="12486" y="15258"/>
                  <a:pt x="13513" y="15897"/>
                </a:cubicBezTo>
                <a:cubicBezTo>
                  <a:pt x="13587" y="15943"/>
                  <a:pt x="13661" y="15964"/>
                  <a:pt x="13731" y="15964"/>
                </a:cubicBezTo>
                <a:cubicBezTo>
                  <a:pt x="14070" y="15964"/>
                  <a:pt x="14311" y="15485"/>
                  <a:pt x="13970" y="15258"/>
                </a:cubicBezTo>
                <a:cubicBezTo>
                  <a:pt x="13011" y="14641"/>
                  <a:pt x="12075" y="14002"/>
                  <a:pt x="11185" y="13295"/>
                </a:cubicBezTo>
                <a:lnTo>
                  <a:pt x="11185" y="13295"/>
                </a:lnTo>
                <a:cubicBezTo>
                  <a:pt x="12212" y="13523"/>
                  <a:pt x="13239" y="13637"/>
                  <a:pt x="14289" y="13637"/>
                </a:cubicBezTo>
                <a:cubicBezTo>
                  <a:pt x="14395" y="13637"/>
                  <a:pt x="14518" y="13639"/>
                  <a:pt x="14652" y="13639"/>
                </a:cubicBezTo>
                <a:cubicBezTo>
                  <a:pt x="15472" y="13639"/>
                  <a:pt x="16689" y="13571"/>
                  <a:pt x="16709" y="12610"/>
                </a:cubicBezTo>
                <a:cubicBezTo>
                  <a:pt x="16754" y="11263"/>
                  <a:pt x="14563" y="11354"/>
                  <a:pt x="13719" y="11332"/>
                </a:cubicBezTo>
                <a:cubicBezTo>
                  <a:pt x="12326" y="11332"/>
                  <a:pt x="10934" y="11514"/>
                  <a:pt x="9587" y="11925"/>
                </a:cubicBezTo>
                <a:cubicBezTo>
                  <a:pt x="9154" y="11537"/>
                  <a:pt x="8743" y="11149"/>
                  <a:pt x="8355" y="10738"/>
                </a:cubicBezTo>
                <a:cubicBezTo>
                  <a:pt x="9268" y="10647"/>
                  <a:pt x="10226" y="10578"/>
                  <a:pt x="11094" y="10373"/>
                </a:cubicBezTo>
                <a:cubicBezTo>
                  <a:pt x="11756" y="10213"/>
                  <a:pt x="12418" y="9643"/>
                  <a:pt x="12144" y="8889"/>
                </a:cubicBezTo>
                <a:cubicBezTo>
                  <a:pt x="11981" y="8418"/>
                  <a:pt x="11518" y="8236"/>
                  <a:pt x="11059" y="8236"/>
                </a:cubicBezTo>
                <a:cubicBezTo>
                  <a:pt x="10873" y="8236"/>
                  <a:pt x="10688" y="8266"/>
                  <a:pt x="10523" y="8319"/>
                </a:cubicBezTo>
                <a:cubicBezTo>
                  <a:pt x="9428" y="8661"/>
                  <a:pt x="8378" y="9186"/>
                  <a:pt x="7328" y="9643"/>
                </a:cubicBezTo>
                <a:cubicBezTo>
                  <a:pt x="6780" y="9072"/>
                  <a:pt x="6278" y="8456"/>
                  <a:pt x="5798" y="7839"/>
                </a:cubicBezTo>
                <a:lnTo>
                  <a:pt x="5798" y="7839"/>
                </a:lnTo>
                <a:cubicBezTo>
                  <a:pt x="5930" y="7845"/>
                  <a:pt x="6061" y="7848"/>
                  <a:pt x="6192" y="7848"/>
                </a:cubicBezTo>
                <a:cubicBezTo>
                  <a:pt x="7110" y="7848"/>
                  <a:pt x="8024" y="7708"/>
                  <a:pt x="8903" y="7429"/>
                </a:cubicBezTo>
                <a:cubicBezTo>
                  <a:pt x="9473" y="7223"/>
                  <a:pt x="11185" y="6767"/>
                  <a:pt x="10706" y="5808"/>
                </a:cubicBezTo>
                <a:cubicBezTo>
                  <a:pt x="10537" y="5470"/>
                  <a:pt x="10156" y="5360"/>
                  <a:pt x="9721" y="5360"/>
                </a:cubicBezTo>
                <a:cubicBezTo>
                  <a:pt x="9099" y="5360"/>
                  <a:pt x="8366" y="5586"/>
                  <a:pt x="7990" y="5694"/>
                </a:cubicBezTo>
                <a:cubicBezTo>
                  <a:pt x="7008" y="5991"/>
                  <a:pt x="6095" y="6447"/>
                  <a:pt x="5273" y="7018"/>
                </a:cubicBezTo>
                <a:lnTo>
                  <a:pt x="5182" y="7018"/>
                </a:lnTo>
                <a:cubicBezTo>
                  <a:pt x="4634" y="6264"/>
                  <a:pt x="4132" y="5488"/>
                  <a:pt x="3653" y="4690"/>
                </a:cubicBezTo>
                <a:cubicBezTo>
                  <a:pt x="4566" y="4690"/>
                  <a:pt x="5479" y="4575"/>
                  <a:pt x="6369" y="4347"/>
                </a:cubicBezTo>
                <a:cubicBezTo>
                  <a:pt x="7099" y="4142"/>
                  <a:pt x="8218" y="3799"/>
                  <a:pt x="8058" y="2841"/>
                </a:cubicBezTo>
                <a:cubicBezTo>
                  <a:pt x="7967" y="2232"/>
                  <a:pt x="7490" y="2049"/>
                  <a:pt x="6979" y="2049"/>
                </a:cubicBezTo>
                <a:cubicBezTo>
                  <a:pt x="6724" y="2049"/>
                  <a:pt x="6460" y="2095"/>
                  <a:pt x="6232" y="2156"/>
                </a:cubicBezTo>
                <a:cubicBezTo>
                  <a:pt x="5091" y="2453"/>
                  <a:pt x="3949" y="2841"/>
                  <a:pt x="2808" y="3183"/>
                </a:cubicBezTo>
                <a:cubicBezTo>
                  <a:pt x="2283" y="2224"/>
                  <a:pt x="1827" y="1243"/>
                  <a:pt x="1416" y="216"/>
                </a:cubicBezTo>
                <a:cubicBezTo>
                  <a:pt x="1355" y="64"/>
                  <a:pt x="1236" y="0"/>
                  <a:pt x="1111"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15"/>
          <p:cNvSpPr/>
          <p:nvPr/>
        </p:nvSpPr>
        <p:spPr>
          <a:xfrm flipH="1" rot="-10243476">
            <a:off x="12490" y="-250571"/>
            <a:ext cx="1504966" cy="1695342"/>
          </a:xfrm>
          <a:custGeom>
            <a:rect b="b" l="l" r="r" t="t"/>
            <a:pathLst>
              <a:path extrusionOk="0" h="18875" w="16755">
                <a:moveTo>
                  <a:pt x="1111" y="0"/>
                </a:moveTo>
                <a:cubicBezTo>
                  <a:pt x="860" y="0"/>
                  <a:pt x="587" y="254"/>
                  <a:pt x="708" y="558"/>
                </a:cubicBezTo>
                <a:cubicBezTo>
                  <a:pt x="1119" y="1562"/>
                  <a:pt x="1576" y="2521"/>
                  <a:pt x="2055" y="3480"/>
                </a:cubicBezTo>
                <a:cubicBezTo>
                  <a:pt x="1918" y="3640"/>
                  <a:pt x="1918" y="3868"/>
                  <a:pt x="2032" y="4028"/>
                </a:cubicBezTo>
                <a:cubicBezTo>
                  <a:pt x="1302" y="5260"/>
                  <a:pt x="777" y="6584"/>
                  <a:pt x="548" y="7999"/>
                </a:cubicBezTo>
                <a:cubicBezTo>
                  <a:pt x="412" y="8775"/>
                  <a:pt x="1" y="10624"/>
                  <a:pt x="959" y="11058"/>
                </a:cubicBezTo>
                <a:cubicBezTo>
                  <a:pt x="1107" y="11126"/>
                  <a:pt x="1239" y="11156"/>
                  <a:pt x="1358" y="11156"/>
                </a:cubicBezTo>
                <a:cubicBezTo>
                  <a:pt x="2152" y="11156"/>
                  <a:pt x="2321" y="9782"/>
                  <a:pt x="2420" y="9186"/>
                </a:cubicBezTo>
                <a:cubicBezTo>
                  <a:pt x="2648" y="7771"/>
                  <a:pt x="2808" y="6379"/>
                  <a:pt x="2900" y="4963"/>
                </a:cubicBezTo>
                <a:cubicBezTo>
                  <a:pt x="3356" y="5739"/>
                  <a:pt x="3835" y="6493"/>
                  <a:pt x="4360" y="7223"/>
                </a:cubicBezTo>
                <a:lnTo>
                  <a:pt x="4338" y="7269"/>
                </a:lnTo>
                <a:cubicBezTo>
                  <a:pt x="3813" y="8730"/>
                  <a:pt x="3470" y="10259"/>
                  <a:pt x="3402" y="11811"/>
                </a:cubicBezTo>
                <a:cubicBezTo>
                  <a:pt x="3356" y="12541"/>
                  <a:pt x="3105" y="14230"/>
                  <a:pt x="4086" y="14504"/>
                </a:cubicBezTo>
                <a:cubicBezTo>
                  <a:pt x="4198" y="14539"/>
                  <a:pt x="4298" y="14554"/>
                  <a:pt x="4388" y="14554"/>
                </a:cubicBezTo>
                <a:cubicBezTo>
                  <a:pt x="5265" y="14554"/>
                  <a:pt x="5228" y="13075"/>
                  <a:pt x="5228" y="12496"/>
                </a:cubicBezTo>
                <a:cubicBezTo>
                  <a:pt x="5228" y="11126"/>
                  <a:pt x="5228" y="9734"/>
                  <a:pt x="5228" y="8364"/>
                </a:cubicBezTo>
                <a:cubicBezTo>
                  <a:pt x="5616" y="8889"/>
                  <a:pt x="6049" y="9392"/>
                  <a:pt x="6483" y="9894"/>
                </a:cubicBezTo>
                <a:cubicBezTo>
                  <a:pt x="6346" y="11218"/>
                  <a:pt x="6323" y="12541"/>
                  <a:pt x="6415" y="13888"/>
                </a:cubicBezTo>
                <a:cubicBezTo>
                  <a:pt x="6460" y="14550"/>
                  <a:pt x="6392" y="15965"/>
                  <a:pt x="7305" y="16102"/>
                </a:cubicBezTo>
                <a:cubicBezTo>
                  <a:pt x="7343" y="16107"/>
                  <a:pt x="7379" y="16109"/>
                  <a:pt x="7414" y="16109"/>
                </a:cubicBezTo>
                <a:cubicBezTo>
                  <a:pt x="8688" y="16109"/>
                  <a:pt x="8116" y="12929"/>
                  <a:pt x="7738" y="11240"/>
                </a:cubicBezTo>
                <a:lnTo>
                  <a:pt x="7738" y="11240"/>
                </a:lnTo>
                <a:cubicBezTo>
                  <a:pt x="8012" y="11514"/>
                  <a:pt x="8263" y="11765"/>
                  <a:pt x="8537" y="12016"/>
                </a:cubicBezTo>
                <a:cubicBezTo>
                  <a:pt x="8537" y="12085"/>
                  <a:pt x="8560" y="12153"/>
                  <a:pt x="8606" y="12222"/>
                </a:cubicBezTo>
                <a:cubicBezTo>
                  <a:pt x="8674" y="12290"/>
                  <a:pt x="8720" y="12359"/>
                  <a:pt x="8766" y="12450"/>
                </a:cubicBezTo>
                <a:cubicBezTo>
                  <a:pt x="9154" y="14071"/>
                  <a:pt x="9519" y="15737"/>
                  <a:pt x="9930" y="17358"/>
                </a:cubicBezTo>
                <a:cubicBezTo>
                  <a:pt x="10093" y="17993"/>
                  <a:pt x="10604" y="18875"/>
                  <a:pt x="11300" y="18875"/>
                </a:cubicBezTo>
                <a:cubicBezTo>
                  <a:pt x="11478" y="18875"/>
                  <a:pt x="11669" y="18817"/>
                  <a:pt x="11870" y="18681"/>
                </a:cubicBezTo>
                <a:cubicBezTo>
                  <a:pt x="12851" y="17997"/>
                  <a:pt x="11893" y="16376"/>
                  <a:pt x="11527" y="15600"/>
                </a:cubicBezTo>
                <a:cubicBezTo>
                  <a:pt x="11254" y="14984"/>
                  <a:pt x="10911" y="14390"/>
                  <a:pt x="10569" y="13797"/>
                </a:cubicBezTo>
                <a:lnTo>
                  <a:pt x="10569" y="13797"/>
                </a:lnTo>
                <a:cubicBezTo>
                  <a:pt x="11505" y="14550"/>
                  <a:pt x="12486" y="15258"/>
                  <a:pt x="13513" y="15897"/>
                </a:cubicBezTo>
                <a:cubicBezTo>
                  <a:pt x="13587" y="15943"/>
                  <a:pt x="13661" y="15964"/>
                  <a:pt x="13731" y="15964"/>
                </a:cubicBezTo>
                <a:cubicBezTo>
                  <a:pt x="14070" y="15964"/>
                  <a:pt x="14311" y="15485"/>
                  <a:pt x="13970" y="15258"/>
                </a:cubicBezTo>
                <a:cubicBezTo>
                  <a:pt x="13011" y="14641"/>
                  <a:pt x="12075" y="14002"/>
                  <a:pt x="11185" y="13295"/>
                </a:cubicBezTo>
                <a:lnTo>
                  <a:pt x="11185" y="13295"/>
                </a:lnTo>
                <a:cubicBezTo>
                  <a:pt x="12212" y="13523"/>
                  <a:pt x="13239" y="13637"/>
                  <a:pt x="14289" y="13637"/>
                </a:cubicBezTo>
                <a:cubicBezTo>
                  <a:pt x="14395" y="13637"/>
                  <a:pt x="14518" y="13639"/>
                  <a:pt x="14652" y="13639"/>
                </a:cubicBezTo>
                <a:cubicBezTo>
                  <a:pt x="15472" y="13639"/>
                  <a:pt x="16689" y="13571"/>
                  <a:pt x="16709" y="12610"/>
                </a:cubicBezTo>
                <a:cubicBezTo>
                  <a:pt x="16754" y="11263"/>
                  <a:pt x="14563" y="11354"/>
                  <a:pt x="13719" y="11332"/>
                </a:cubicBezTo>
                <a:cubicBezTo>
                  <a:pt x="12326" y="11332"/>
                  <a:pt x="10934" y="11514"/>
                  <a:pt x="9587" y="11925"/>
                </a:cubicBezTo>
                <a:cubicBezTo>
                  <a:pt x="9154" y="11537"/>
                  <a:pt x="8743" y="11149"/>
                  <a:pt x="8355" y="10738"/>
                </a:cubicBezTo>
                <a:cubicBezTo>
                  <a:pt x="9268" y="10647"/>
                  <a:pt x="10226" y="10578"/>
                  <a:pt x="11094" y="10373"/>
                </a:cubicBezTo>
                <a:cubicBezTo>
                  <a:pt x="11756" y="10213"/>
                  <a:pt x="12418" y="9643"/>
                  <a:pt x="12144" y="8889"/>
                </a:cubicBezTo>
                <a:cubicBezTo>
                  <a:pt x="11981" y="8418"/>
                  <a:pt x="11518" y="8236"/>
                  <a:pt x="11059" y="8236"/>
                </a:cubicBezTo>
                <a:cubicBezTo>
                  <a:pt x="10873" y="8236"/>
                  <a:pt x="10688" y="8266"/>
                  <a:pt x="10523" y="8319"/>
                </a:cubicBezTo>
                <a:cubicBezTo>
                  <a:pt x="9428" y="8661"/>
                  <a:pt x="8378" y="9186"/>
                  <a:pt x="7328" y="9643"/>
                </a:cubicBezTo>
                <a:cubicBezTo>
                  <a:pt x="6780" y="9072"/>
                  <a:pt x="6278" y="8456"/>
                  <a:pt x="5798" y="7839"/>
                </a:cubicBezTo>
                <a:lnTo>
                  <a:pt x="5798" y="7839"/>
                </a:lnTo>
                <a:cubicBezTo>
                  <a:pt x="5930" y="7845"/>
                  <a:pt x="6061" y="7848"/>
                  <a:pt x="6192" y="7848"/>
                </a:cubicBezTo>
                <a:cubicBezTo>
                  <a:pt x="7110" y="7848"/>
                  <a:pt x="8024" y="7708"/>
                  <a:pt x="8903" y="7429"/>
                </a:cubicBezTo>
                <a:cubicBezTo>
                  <a:pt x="9473" y="7223"/>
                  <a:pt x="11185" y="6767"/>
                  <a:pt x="10706" y="5808"/>
                </a:cubicBezTo>
                <a:cubicBezTo>
                  <a:pt x="10537" y="5470"/>
                  <a:pt x="10156" y="5360"/>
                  <a:pt x="9721" y="5360"/>
                </a:cubicBezTo>
                <a:cubicBezTo>
                  <a:pt x="9099" y="5360"/>
                  <a:pt x="8366" y="5586"/>
                  <a:pt x="7990" y="5694"/>
                </a:cubicBezTo>
                <a:cubicBezTo>
                  <a:pt x="7008" y="5991"/>
                  <a:pt x="6095" y="6447"/>
                  <a:pt x="5273" y="7018"/>
                </a:cubicBezTo>
                <a:lnTo>
                  <a:pt x="5182" y="7018"/>
                </a:lnTo>
                <a:cubicBezTo>
                  <a:pt x="4634" y="6264"/>
                  <a:pt x="4132" y="5488"/>
                  <a:pt x="3653" y="4690"/>
                </a:cubicBezTo>
                <a:cubicBezTo>
                  <a:pt x="4566" y="4690"/>
                  <a:pt x="5479" y="4575"/>
                  <a:pt x="6369" y="4347"/>
                </a:cubicBezTo>
                <a:cubicBezTo>
                  <a:pt x="7099" y="4142"/>
                  <a:pt x="8218" y="3799"/>
                  <a:pt x="8058" y="2841"/>
                </a:cubicBezTo>
                <a:cubicBezTo>
                  <a:pt x="7967" y="2232"/>
                  <a:pt x="7490" y="2049"/>
                  <a:pt x="6979" y="2049"/>
                </a:cubicBezTo>
                <a:cubicBezTo>
                  <a:pt x="6724" y="2049"/>
                  <a:pt x="6460" y="2095"/>
                  <a:pt x="6232" y="2156"/>
                </a:cubicBezTo>
                <a:cubicBezTo>
                  <a:pt x="5091" y="2453"/>
                  <a:pt x="3949" y="2841"/>
                  <a:pt x="2808" y="3183"/>
                </a:cubicBezTo>
                <a:cubicBezTo>
                  <a:pt x="2283" y="2224"/>
                  <a:pt x="1827" y="1243"/>
                  <a:pt x="1416" y="216"/>
                </a:cubicBezTo>
                <a:cubicBezTo>
                  <a:pt x="1355" y="64"/>
                  <a:pt x="1236" y="0"/>
                  <a:pt x="1111"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15"/>
          <p:cNvSpPr txBox="1"/>
          <p:nvPr>
            <p:ph idx="1" type="subTitle"/>
          </p:nvPr>
        </p:nvSpPr>
        <p:spPr>
          <a:xfrm>
            <a:off x="1501025" y="2746598"/>
            <a:ext cx="6141900" cy="17811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dk1"/>
              </a:buClr>
              <a:buSzPts val="1400"/>
              <a:buChar char="●"/>
              <a:defRPr sz="1500"/>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1600"/>
              </a:spcBef>
              <a:spcAft>
                <a:spcPts val="0"/>
              </a:spcAft>
              <a:buSzPts val="1400"/>
              <a:buChar char="●"/>
              <a:defRPr/>
            </a:lvl4pPr>
            <a:lvl5pPr lvl="4">
              <a:spcBef>
                <a:spcPts val="1600"/>
              </a:spcBef>
              <a:spcAft>
                <a:spcPts val="0"/>
              </a:spcAft>
              <a:buSzPts val="1400"/>
              <a:buChar char="○"/>
              <a:defRPr/>
            </a:lvl5pPr>
            <a:lvl6pPr lvl="5">
              <a:spcBef>
                <a:spcPts val="0"/>
              </a:spcBef>
              <a:spcAft>
                <a:spcPts val="0"/>
              </a:spcAft>
              <a:buSzPts val="1400"/>
              <a:buChar char="■"/>
              <a:defRPr/>
            </a:lvl6pPr>
            <a:lvl7pPr lvl="6">
              <a:spcBef>
                <a:spcPts val="1600"/>
              </a:spcBef>
              <a:spcAft>
                <a:spcPts val="0"/>
              </a:spcAft>
              <a:buSzPts val="1400"/>
              <a:buChar char="●"/>
              <a:defRPr/>
            </a:lvl7pPr>
            <a:lvl8pPr lvl="7">
              <a:spcBef>
                <a:spcPts val="1600"/>
              </a:spcBef>
              <a:spcAft>
                <a:spcPts val="0"/>
              </a:spcAft>
              <a:buSzPts val="1400"/>
              <a:buChar char="○"/>
              <a:defRPr/>
            </a:lvl8pPr>
            <a:lvl9pPr lvl="8">
              <a:spcBef>
                <a:spcPts val="1600"/>
              </a:spcBef>
              <a:spcAft>
                <a:spcPts val="1600"/>
              </a:spcAft>
              <a:buSzPts val="1400"/>
              <a:buChar char="■"/>
              <a:defRPr/>
            </a:lvl9pPr>
          </a:lstStyle>
          <a:p/>
        </p:txBody>
      </p:sp>
      <p:sp>
        <p:nvSpPr>
          <p:cNvPr id="420" name="Google Shape;420;p15"/>
          <p:cNvSpPr txBox="1"/>
          <p:nvPr>
            <p:ph type="title"/>
          </p:nvPr>
        </p:nvSpPr>
        <p:spPr>
          <a:xfrm>
            <a:off x="719988" y="2138775"/>
            <a:ext cx="7704000" cy="6078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sz="3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21" name="Google Shape;421;p1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ullet point 2">
  <p:cSld name="CUSTOM_2_1">
    <p:spTree>
      <p:nvGrpSpPr>
        <p:cNvPr id="422" name="Shape 422"/>
        <p:cNvGrpSpPr/>
        <p:nvPr/>
      </p:nvGrpSpPr>
      <p:grpSpPr>
        <a:xfrm>
          <a:off x="0" y="0"/>
          <a:ext cx="0" cy="0"/>
          <a:chOff x="0" y="0"/>
          <a:chExt cx="0" cy="0"/>
        </a:xfrm>
      </p:grpSpPr>
      <p:grpSp>
        <p:nvGrpSpPr>
          <p:cNvPr id="423" name="Google Shape;423;p16"/>
          <p:cNvGrpSpPr/>
          <p:nvPr/>
        </p:nvGrpSpPr>
        <p:grpSpPr>
          <a:xfrm rot="2199938">
            <a:off x="6911763" y="-445232"/>
            <a:ext cx="1641243" cy="1466815"/>
            <a:chOff x="3536075" y="659925"/>
            <a:chExt cx="2759951" cy="2466630"/>
          </a:xfrm>
        </p:grpSpPr>
        <p:sp>
          <p:nvSpPr>
            <p:cNvPr id="424" name="Google Shape;424;p16"/>
            <p:cNvSpPr/>
            <p:nvPr/>
          </p:nvSpPr>
          <p:spPr>
            <a:xfrm>
              <a:off x="3536075" y="659925"/>
              <a:ext cx="2269649" cy="1912733"/>
            </a:xfrm>
            <a:custGeom>
              <a:rect b="b" l="l" r="r" t="t"/>
              <a:pathLst>
                <a:path extrusionOk="0" h="42015" w="49855">
                  <a:moveTo>
                    <a:pt x="21089" y="25971"/>
                  </a:moveTo>
                  <a:lnTo>
                    <a:pt x="21089" y="25971"/>
                  </a:lnTo>
                  <a:cubicBezTo>
                    <a:pt x="23205" y="26490"/>
                    <a:pt x="25348" y="27512"/>
                    <a:pt x="26341" y="29335"/>
                  </a:cubicBezTo>
                  <a:cubicBezTo>
                    <a:pt x="27049" y="30613"/>
                    <a:pt x="27049" y="32690"/>
                    <a:pt x="25611" y="33512"/>
                  </a:cubicBezTo>
                  <a:cubicBezTo>
                    <a:pt x="25225" y="33735"/>
                    <a:pt x="24834" y="33832"/>
                    <a:pt x="24452" y="33832"/>
                  </a:cubicBezTo>
                  <a:cubicBezTo>
                    <a:pt x="23068" y="33832"/>
                    <a:pt x="21792" y="32560"/>
                    <a:pt x="21274" y="31344"/>
                  </a:cubicBezTo>
                  <a:cubicBezTo>
                    <a:pt x="20545" y="29638"/>
                    <a:pt x="20595" y="27751"/>
                    <a:pt x="21089" y="25971"/>
                  </a:cubicBezTo>
                  <a:close/>
                  <a:moveTo>
                    <a:pt x="48569" y="0"/>
                  </a:moveTo>
                  <a:cubicBezTo>
                    <a:pt x="48290" y="0"/>
                    <a:pt x="48022" y="142"/>
                    <a:pt x="47865" y="484"/>
                  </a:cubicBezTo>
                  <a:cubicBezTo>
                    <a:pt x="44487" y="7994"/>
                    <a:pt x="36087" y="10367"/>
                    <a:pt x="29445" y="14088"/>
                  </a:cubicBezTo>
                  <a:cubicBezTo>
                    <a:pt x="25584" y="16259"/>
                    <a:pt x="21564" y="19621"/>
                    <a:pt x="19778" y="23808"/>
                  </a:cubicBezTo>
                  <a:lnTo>
                    <a:pt x="19778" y="23808"/>
                  </a:lnTo>
                  <a:cubicBezTo>
                    <a:pt x="18930" y="23705"/>
                    <a:pt x="18078" y="23657"/>
                    <a:pt x="17250" y="23657"/>
                  </a:cubicBezTo>
                  <a:cubicBezTo>
                    <a:pt x="15666" y="23657"/>
                    <a:pt x="14172" y="23832"/>
                    <a:pt x="12965" y="24131"/>
                  </a:cubicBezTo>
                  <a:cubicBezTo>
                    <a:pt x="5228" y="26025"/>
                    <a:pt x="1" y="33238"/>
                    <a:pt x="46" y="41090"/>
                  </a:cubicBezTo>
                  <a:cubicBezTo>
                    <a:pt x="58" y="41706"/>
                    <a:pt x="537" y="42015"/>
                    <a:pt x="1011" y="42015"/>
                  </a:cubicBezTo>
                  <a:cubicBezTo>
                    <a:pt x="1484" y="42015"/>
                    <a:pt x="1952" y="41706"/>
                    <a:pt x="1941" y="41090"/>
                  </a:cubicBezTo>
                  <a:cubicBezTo>
                    <a:pt x="1918" y="35407"/>
                    <a:pt x="4931" y="29929"/>
                    <a:pt x="10021" y="27258"/>
                  </a:cubicBezTo>
                  <a:cubicBezTo>
                    <a:pt x="12235" y="26084"/>
                    <a:pt x="14742" y="25510"/>
                    <a:pt x="17239" y="25510"/>
                  </a:cubicBezTo>
                  <a:cubicBezTo>
                    <a:pt x="17703" y="25510"/>
                    <a:pt x="18165" y="25530"/>
                    <a:pt x="18626" y="25569"/>
                  </a:cubicBezTo>
                  <a:cubicBezTo>
                    <a:pt x="18801" y="25584"/>
                    <a:pt x="18980" y="25602"/>
                    <a:pt x="19163" y="25624"/>
                  </a:cubicBezTo>
                  <a:lnTo>
                    <a:pt x="19163" y="25624"/>
                  </a:lnTo>
                  <a:cubicBezTo>
                    <a:pt x="18795" y="27085"/>
                    <a:pt x="18709" y="28631"/>
                    <a:pt x="18991" y="30248"/>
                  </a:cubicBezTo>
                  <a:cubicBezTo>
                    <a:pt x="19465" y="33021"/>
                    <a:pt x="21452" y="35705"/>
                    <a:pt x="24492" y="35705"/>
                  </a:cubicBezTo>
                  <a:cubicBezTo>
                    <a:pt x="24530" y="35705"/>
                    <a:pt x="24568" y="35704"/>
                    <a:pt x="24606" y="35703"/>
                  </a:cubicBezTo>
                  <a:cubicBezTo>
                    <a:pt x="27391" y="35635"/>
                    <a:pt x="28989" y="32964"/>
                    <a:pt x="28669" y="30385"/>
                  </a:cubicBezTo>
                  <a:cubicBezTo>
                    <a:pt x="28220" y="26867"/>
                    <a:pt x="25218" y="24973"/>
                    <a:pt x="21756" y="24157"/>
                  </a:cubicBezTo>
                  <a:lnTo>
                    <a:pt x="21756" y="24157"/>
                  </a:lnTo>
                  <a:cubicBezTo>
                    <a:pt x="21993" y="23638"/>
                    <a:pt x="22262" y="23140"/>
                    <a:pt x="22552" y="22670"/>
                  </a:cubicBezTo>
                  <a:cubicBezTo>
                    <a:pt x="25679" y="17603"/>
                    <a:pt x="31340" y="15183"/>
                    <a:pt x="36475" y="12673"/>
                  </a:cubicBezTo>
                  <a:cubicBezTo>
                    <a:pt x="41680" y="10116"/>
                    <a:pt x="47021" y="6966"/>
                    <a:pt x="49509" y="1443"/>
                  </a:cubicBezTo>
                  <a:cubicBezTo>
                    <a:pt x="49854" y="689"/>
                    <a:pt x="49184" y="0"/>
                    <a:pt x="4856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16"/>
            <p:cNvSpPr/>
            <p:nvPr/>
          </p:nvSpPr>
          <p:spPr>
            <a:xfrm>
              <a:off x="5364949" y="1024852"/>
              <a:ext cx="253574" cy="257763"/>
            </a:xfrm>
            <a:custGeom>
              <a:rect b="b" l="l" r="r" t="t"/>
              <a:pathLst>
                <a:path extrusionOk="0" h="5662" w="5570">
                  <a:moveTo>
                    <a:pt x="2420" y="0"/>
                  </a:moveTo>
                  <a:lnTo>
                    <a:pt x="0" y="2169"/>
                  </a:lnTo>
                  <a:lnTo>
                    <a:pt x="3150" y="5661"/>
                  </a:lnTo>
                  <a:lnTo>
                    <a:pt x="5570" y="3493"/>
                  </a:lnTo>
                  <a:lnTo>
                    <a:pt x="2420"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16"/>
            <p:cNvSpPr/>
            <p:nvPr/>
          </p:nvSpPr>
          <p:spPr>
            <a:xfrm>
              <a:off x="5508352" y="1183824"/>
              <a:ext cx="768917" cy="803334"/>
            </a:xfrm>
            <a:custGeom>
              <a:rect b="b" l="l" r="r" t="t"/>
              <a:pathLst>
                <a:path extrusionOk="0" h="17646" w="16890">
                  <a:moveTo>
                    <a:pt x="2420" y="1"/>
                  </a:moveTo>
                  <a:lnTo>
                    <a:pt x="0" y="2169"/>
                  </a:lnTo>
                  <a:cubicBezTo>
                    <a:pt x="0" y="2169"/>
                    <a:pt x="1004" y="17074"/>
                    <a:pt x="15476" y="17645"/>
                  </a:cubicBezTo>
                  <a:cubicBezTo>
                    <a:pt x="15488" y="17645"/>
                    <a:pt x="15501" y="17645"/>
                    <a:pt x="15513" y="17645"/>
                  </a:cubicBezTo>
                  <a:cubicBezTo>
                    <a:pt x="16272" y="17645"/>
                    <a:pt x="16889" y="16970"/>
                    <a:pt x="16799" y="16184"/>
                  </a:cubicBezTo>
                  <a:cubicBezTo>
                    <a:pt x="16320" y="12349"/>
                    <a:pt x="14220" y="1872"/>
                    <a:pt x="242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16"/>
            <p:cNvSpPr/>
            <p:nvPr/>
          </p:nvSpPr>
          <p:spPr>
            <a:xfrm>
              <a:off x="5543270" y="1138937"/>
              <a:ext cx="752756" cy="908952"/>
            </a:xfrm>
            <a:custGeom>
              <a:rect b="b" l="l" r="r" t="t"/>
              <a:pathLst>
                <a:path extrusionOk="0" h="19966" w="16535">
                  <a:moveTo>
                    <a:pt x="1388" y="0"/>
                  </a:moveTo>
                  <a:cubicBezTo>
                    <a:pt x="358" y="0"/>
                    <a:pt x="0" y="1599"/>
                    <a:pt x="1105" y="1854"/>
                  </a:cubicBezTo>
                  <a:cubicBezTo>
                    <a:pt x="9162" y="3703"/>
                    <a:pt x="14594" y="10801"/>
                    <a:pt x="14298" y="19041"/>
                  </a:cubicBezTo>
                  <a:cubicBezTo>
                    <a:pt x="14275" y="19658"/>
                    <a:pt x="14737" y="19966"/>
                    <a:pt x="15211" y="19966"/>
                  </a:cubicBezTo>
                  <a:cubicBezTo>
                    <a:pt x="15684" y="19966"/>
                    <a:pt x="16169" y="19658"/>
                    <a:pt x="16192" y="19041"/>
                  </a:cubicBezTo>
                  <a:cubicBezTo>
                    <a:pt x="16535" y="10003"/>
                    <a:pt x="10440" y="2037"/>
                    <a:pt x="1630" y="28"/>
                  </a:cubicBezTo>
                  <a:cubicBezTo>
                    <a:pt x="1546" y="9"/>
                    <a:pt x="1465" y="0"/>
                    <a:pt x="138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16"/>
            <p:cNvSpPr/>
            <p:nvPr/>
          </p:nvSpPr>
          <p:spPr>
            <a:xfrm>
              <a:off x="5557155" y="1345301"/>
              <a:ext cx="287855" cy="423610"/>
            </a:xfrm>
            <a:custGeom>
              <a:rect b="b" l="l" r="r" t="t"/>
              <a:pathLst>
                <a:path extrusionOk="0" h="9305" w="6323">
                  <a:moveTo>
                    <a:pt x="951" y="0"/>
                  </a:moveTo>
                  <a:cubicBezTo>
                    <a:pt x="489" y="0"/>
                    <a:pt x="1" y="384"/>
                    <a:pt x="138" y="973"/>
                  </a:cubicBezTo>
                  <a:cubicBezTo>
                    <a:pt x="891" y="4077"/>
                    <a:pt x="2420" y="6816"/>
                    <a:pt x="4657" y="9076"/>
                  </a:cubicBezTo>
                  <a:cubicBezTo>
                    <a:pt x="4818" y="9237"/>
                    <a:pt x="5000" y="9304"/>
                    <a:pt x="5177" y="9304"/>
                  </a:cubicBezTo>
                  <a:cubicBezTo>
                    <a:pt x="5779" y="9304"/>
                    <a:pt x="6322" y="8522"/>
                    <a:pt x="5776" y="7958"/>
                  </a:cubicBezTo>
                  <a:cubicBezTo>
                    <a:pt x="3721" y="5880"/>
                    <a:pt x="2329" y="3393"/>
                    <a:pt x="1644" y="562"/>
                  </a:cubicBezTo>
                  <a:cubicBezTo>
                    <a:pt x="1553" y="170"/>
                    <a:pt x="1258" y="0"/>
                    <a:pt x="951" y="0"/>
                  </a:cubicBezTo>
                  <a:close/>
                </a:path>
              </a:pathLst>
            </a:custGeom>
            <a:solidFill>
              <a:srgbClr val="FFFD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16"/>
            <p:cNvSpPr/>
            <p:nvPr/>
          </p:nvSpPr>
          <p:spPr>
            <a:xfrm>
              <a:off x="5816966" y="1752247"/>
              <a:ext cx="91460" cy="70700"/>
            </a:xfrm>
            <a:custGeom>
              <a:rect b="b" l="l" r="r" t="t"/>
              <a:pathLst>
                <a:path extrusionOk="0" h="1553" w="2009">
                  <a:moveTo>
                    <a:pt x="1004" y="0"/>
                  </a:moveTo>
                  <a:cubicBezTo>
                    <a:pt x="0" y="0"/>
                    <a:pt x="0" y="1552"/>
                    <a:pt x="1004" y="1552"/>
                  </a:cubicBezTo>
                  <a:cubicBezTo>
                    <a:pt x="2009" y="1552"/>
                    <a:pt x="2009" y="0"/>
                    <a:pt x="1004" y="0"/>
                  </a:cubicBezTo>
                  <a:close/>
                </a:path>
              </a:pathLst>
            </a:custGeom>
            <a:solidFill>
              <a:srgbClr val="FFFD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16"/>
            <p:cNvSpPr/>
            <p:nvPr/>
          </p:nvSpPr>
          <p:spPr>
            <a:xfrm>
              <a:off x="3789649" y="1929754"/>
              <a:ext cx="200583" cy="245243"/>
            </a:xfrm>
            <a:custGeom>
              <a:rect b="b" l="l" r="r" t="t"/>
              <a:pathLst>
                <a:path extrusionOk="0" h="5387" w="4406">
                  <a:moveTo>
                    <a:pt x="3127" y="0"/>
                  </a:moveTo>
                  <a:lnTo>
                    <a:pt x="0" y="868"/>
                  </a:lnTo>
                  <a:lnTo>
                    <a:pt x="1278" y="5387"/>
                  </a:lnTo>
                  <a:lnTo>
                    <a:pt x="4405" y="4520"/>
                  </a:lnTo>
                  <a:lnTo>
                    <a:pt x="312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16"/>
            <p:cNvSpPr/>
            <p:nvPr/>
          </p:nvSpPr>
          <p:spPr>
            <a:xfrm>
              <a:off x="3587017" y="2087856"/>
              <a:ext cx="845854" cy="990988"/>
            </a:xfrm>
            <a:custGeom>
              <a:rect b="b" l="l" r="r" t="t"/>
              <a:pathLst>
                <a:path extrusionOk="0" h="21768" w="18580">
                  <a:moveTo>
                    <a:pt x="8856" y="1"/>
                  </a:moveTo>
                  <a:lnTo>
                    <a:pt x="5729" y="868"/>
                  </a:lnTo>
                  <a:cubicBezTo>
                    <a:pt x="5729" y="868"/>
                    <a:pt x="0" y="14677"/>
                    <a:pt x="12714" y="21616"/>
                  </a:cubicBezTo>
                  <a:cubicBezTo>
                    <a:pt x="12906" y="21719"/>
                    <a:pt x="13115" y="21767"/>
                    <a:pt x="13321" y="21767"/>
                  </a:cubicBezTo>
                  <a:cubicBezTo>
                    <a:pt x="13849" y="21767"/>
                    <a:pt x="14359" y="21450"/>
                    <a:pt x="14540" y="20909"/>
                  </a:cubicBezTo>
                  <a:cubicBezTo>
                    <a:pt x="15841" y="17257"/>
                    <a:pt x="18580" y="6939"/>
                    <a:pt x="885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16"/>
            <p:cNvSpPr/>
            <p:nvPr/>
          </p:nvSpPr>
          <p:spPr>
            <a:xfrm>
              <a:off x="3900593" y="2025168"/>
              <a:ext cx="513613" cy="1101386"/>
            </a:xfrm>
            <a:custGeom>
              <a:rect b="b" l="l" r="r" t="t"/>
              <a:pathLst>
                <a:path extrusionOk="0" h="24193" w="11282">
                  <a:moveTo>
                    <a:pt x="1512" y="1"/>
                  </a:moveTo>
                  <a:cubicBezTo>
                    <a:pt x="708" y="1"/>
                    <a:pt x="1" y="961"/>
                    <a:pt x="781" y="1560"/>
                  </a:cubicBezTo>
                  <a:cubicBezTo>
                    <a:pt x="7309" y="6627"/>
                    <a:pt x="9250" y="15461"/>
                    <a:pt x="5255" y="22765"/>
                  </a:cubicBezTo>
                  <a:cubicBezTo>
                    <a:pt x="4845" y="23506"/>
                    <a:pt x="5503" y="24193"/>
                    <a:pt x="6144" y="24193"/>
                  </a:cubicBezTo>
                  <a:cubicBezTo>
                    <a:pt x="6431" y="24193"/>
                    <a:pt x="6715" y="24055"/>
                    <a:pt x="6899" y="23724"/>
                  </a:cubicBezTo>
                  <a:cubicBezTo>
                    <a:pt x="11281" y="15735"/>
                    <a:pt x="9341" y="5829"/>
                    <a:pt x="2128" y="214"/>
                  </a:cubicBezTo>
                  <a:cubicBezTo>
                    <a:pt x="1932" y="64"/>
                    <a:pt x="1719" y="1"/>
                    <a:pt x="1512"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16"/>
            <p:cNvSpPr/>
            <p:nvPr/>
          </p:nvSpPr>
          <p:spPr>
            <a:xfrm>
              <a:off x="3818739" y="2220197"/>
              <a:ext cx="128289" cy="472367"/>
            </a:xfrm>
            <a:custGeom>
              <a:rect b="b" l="l" r="r" t="t"/>
              <a:pathLst>
                <a:path extrusionOk="0" h="10376" w="2818">
                  <a:moveTo>
                    <a:pt x="1378" y="1"/>
                  </a:moveTo>
                  <a:cubicBezTo>
                    <a:pt x="1071" y="1"/>
                    <a:pt x="776" y="171"/>
                    <a:pt x="685" y="563"/>
                  </a:cubicBezTo>
                  <a:cubicBezTo>
                    <a:pt x="0" y="3690"/>
                    <a:pt x="137" y="6794"/>
                    <a:pt x="1119" y="9830"/>
                  </a:cubicBezTo>
                  <a:cubicBezTo>
                    <a:pt x="1246" y="10211"/>
                    <a:pt x="1560" y="10376"/>
                    <a:pt x="1873" y="10376"/>
                  </a:cubicBezTo>
                  <a:cubicBezTo>
                    <a:pt x="2347" y="10376"/>
                    <a:pt x="2818" y="9997"/>
                    <a:pt x="2625" y="9419"/>
                  </a:cubicBezTo>
                  <a:cubicBezTo>
                    <a:pt x="1712" y="6635"/>
                    <a:pt x="1552" y="3827"/>
                    <a:pt x="2191" y="974"/>
                  </a:cubicBezTo>
                  <a:cubicBezTo>
                    <a:pt x="2328" y="385"/>
                    <a:pt x="1840" y="1"/>
                    <a:pt x="1378" y="1"/>
                  </a:cubicBezTo>
                  <a:close/>
                </a:path>
              </a:pathLst>
            </a:custGeom>
            <a:solidFill>
              <a:srgbClr val="FFFD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16"/>
            <p:cNvSpPr/>
            <p:nvPr/>
          </p:nvSpPr>
          <p:spPr>
            <a:xfrm>
              <a:off x="3894584" y="2701986"/>
              <a:ext cx="92507" cy="71747"/>
            </a:xfrm>
            <a:custGeom>
              <a:rect b="b" l="l" r="r" t="t"/>
              <a:pathLst>
                <a:path extrusionOk="0" h="1576" w="2032">
                  <a:moveTo>
                    <a:pt x="1005" y="0"/>
                  </a:moveTo>
                  <a:cubicBezTo>
                    <a:pt x="0" y="0"/>
                    <a:pt x="0" y="1575"/>
                    <a:pt x="1005" y="1575"/>
                  </a:cubicBezTo>
                  <a:cubicBezTo>
                    <a:pt x="2032" y="1575"/>
                    <a:pt x="2032" y="0"/>
                    <a:pt x="1005" y="0"/>
                  </a:cubicBezTo>
                  <a:close/>
                </a:path>
              </a:pathLst>
            </a:custGeom>
            <a:solidFill>
              <a:srgbClr val="FFFD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5" name="Google Shape;435;p16"/>
          <p:cNvGrpSpPr/>
          <p:nvPr/>
        </p:nvGrpSpPr>
        <p:grpSpPr>
          <a:xfrm flipH="1" rot="-2199938">
            <a:off x="672888" y="-445232"/>
            <a:ext cx="1641243" cy="1466815"/>
            <a:chOff x="3536075" y="659925"/>
            <a:chExt cx="2759951" cy="2466630"/>
          </a:xfrm>
        </p:grpSpPr>
        <p:sp>
          <p:nvSpPr>
            <p:cNvPr id="436" name="Google Shape;436;p16"/>
            <p:cNvSpPr/>
            <p:nvPr/>
          </p:nvSpPr>
          <p:spPr>
            <a:xfrm>
              <a:off x="3536075" y="659925"/>
              <a:ext cx="2269649" cy="1912733"/>
            </a:xfrm>
            <a:custGeom>
              <a:rect b="b" l="l" r="r" t="t"/>
              <a:pathLst>
                <a:path extrusionOk="0" h="42015" w="49855">
                  <a:moveTo>
                    <a:pt x="21089" y="25971"/>
                  </a:moveTo>
                  <a:lnTo>
                    <a:pt x="21089" y="25971"/>
                  </a:lnTo>
                  <a:cubicBezTo>
                    <a:pt x="23205" y="26490"/>
                    <a:pt x="25348" y="27512"/>
                    <a:pt x="26341" y="29335"/>
                  </a:cubicBezTo>
                  <a:cubicBezTo>
                    <a:pt x="27049" y="30613"/>
                    <a:pt x="27049" y="32690"/>
                    <a:pt x="25611" y="33512"/>
                  </a:cubicBezTo>
                  <a:cubicBezTo>
                    <a:pt x="25225" y="33735"/>
                    <a:pt x="24834" y="33832"/>
                    <a:pt x="24452" y="33832"/>
                  </a:cubicBezTo>
                  <a:cubicBezTo>
                    <a:pt x="23068" y="33832"/>
                    <a:pt x="21792" y="32560"/>
                    <a:pt x="21274" y="31344"/>
                  </a:cubicBezTo>
                  <a:cubicBezTo>
                    <a:pt x="20545" y="29638"/>
                    <a:pt x="20595" y="27751"/>
                    <a:pt x="21089" y="25971"/>
                  </a:cubicBezTo>
                  <a:close/>
                  <a:moveTo>
                    <a:pt x="48569" y="0"/>
                  </a:moveTo>
                  <a:cubicBezTo>
                    <a:pt x="48290" y="0"/>
                    <a:pt x="48022" y="142"/>
                    <a:pt x="47865" y="484"/>
                  </a:cubicBezTo>
                  <a:cubicBezTo>
                    <a:pt x="44487" y="7994"/>
                    <a:pt x="36087" y="10367"/>
                    <a:pt x="29445" y="14088"/>
                  </a:cubicBezTo>
                  <a:cubicBezTo>
                    <a:pt x="25584" y="16259"/>
                    <a:pt x="21564" y="19621"/>
                    <a:pt x="19778" y="23808"/>
                  </a:cubicBezTo>
                  <a:lnTo>
                    <a:pt x="19778" y="23808"/>
                  </a:lnTo>
                  <a:cubicBezTo>
                    <a:pt x="18930" y="23705"/>
                    <a:pt x="18078" y="23657"/>
                    <a:pt x="17250" y="23657"/>
                  </a:cubicBezTo>
                  <a:cubicBezTo>
                    <a:pt x="15666" y="23657"/>
                    <a:pt x="14172" y="23832"/>
                    <a:pt x="12965" y="24131"/>
                  </a:cubicBezTo>
                  <a:cubicBezTo>
                    <a:pt x="5228" y="26025"/>
                    <a:pt x="1" y="33238"/>
                    <a:pt x="46" y="41090"/>
                  </a:cubicBezTo>
                  <a:cubicBezTo>
                    <a:pt x="58" y="41706"/>
                    <a:pt x="537" y="42015"/>
                    <a:pt x="1011" y="42015"/>
                  </a:cubicBezTo>
                  <a:cubicBezTo>
                    <a:pt x="1484" y="42015"/>
                    <a:pt x="1952" y="41706"/>
                    <a:pt x="1941" y="41090"/>
                  </a:cubicBezTo>
                  <a:cubicBezTo>
                    <a:pt x="1918" y="35407"/>
                    <a:pt x="4931" y="29929"/>
                    <a:pt x="10021" y="27258"/>
                  </a:cubicBezTo>
                  <a:cubicBezTo>
                    <a:pt x="12235" y="26084"/>
                    <a:pt x="14742" y="25510"/>
                    <a:pt x="17239" y="25510"/>
                  </a:cubicBezTo>
                  <a:cubicBezTo>
                    <a:pt x="17703" y="25510"/>
                    <a:pt x="18165" y="25530"/>
                    <a:pt x="18626" y="25569"/>
                  </a:cubicBezTo>
                  <a:cubicBezTo>
                    <a:pt x="18801" y="25584"/>
                    <a:pt x="18980" y="25602"/>
                    <a:pt x="19163" y="25624"/>
                  </a:cubicBezTo>
                  <a:lnTo>
                    <a:pt x="19163" y="25624"/>
                  </a:lnTo>
                  <a:cubicBezTo>
                    <a:pt x="18795" y="27085"/>
                    <a:pt x="18709" y="28631"/>
                    <a:pt x="18991" y="30248"/>
                  </a:cubicBezTo>
                  <a:cubicBezTo>
                    <a:pt x="19465" y="33021"/>
                    <a:pt x="21452" y="35705"/>
                    <a:pt x="24492" y="35705"/>
                  </a:cubicBezTo>
                  <a:cubicBezTo>
                    <a:pt x="24530" y="35705"/>
                    <a:pt x="24568" y="35704"/>
                    <a:pt x="24606" y="35703"/>
                  </a:cubicBezTo>
                  <a:cubicBezTo>
                    <a:pt x="27391" y="35635"/>
                    <a:pt x="28989" y="32964"/>
                    <a:pt x="28669" y="30385"/>
                  </a:cubicBezTo>
                  <a:cubicBezTo>
                    <a:pt x="28220" y="26867"/>
                    <a:pt x="25218" y="24973"/>
                    <a:pt x="21756" y="24157"/>
                  </a:cubicBezTo>
                  <a:lnTo>
                    <a:pt x="21756" y="24157"/>
                  </a:lnTo>
                  <a:cubicBezTo>
                    <a:pt x="21993" y="23638"/>
                    <a:pt x="22262" y="23140"/>
                    <a:pt x="22552" y="22670"/>
                  </a:cubicBezTo>
                  <a:cubicBezTo>
                    <a:pt x="25679" y="17603"/>
                    <a:pt x="31340" y="15183"/>
                    <a:pt x="36475" y="12673"/>
                  </a:cubicBezTo>
                  <a:cubicBezTo>
                    <a:pt x="41680" y="10116"/>
                    <a:pt x="47021" y="6966"/>
                    <a:pt x="49509" y="1443"/>
                  </a:cubicBezTo>
                  <a:cubicBezTo>
                    <a:pt x="49854" y="689"/>
                    <a:pt x="49184" y="0"/>
                    <a:pt x="4856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16"/>
            <p:cNvSpPr/>
            <p:nvPr/>
          </p:nvSpPr>
          <p:spPr>
            <a:xfrm>
              <a:off x="5364949" y="1024852"/>
              <a:ext cx="253574" cy="257763"/>
            </a:xfrm>
            <a:custGeom>
              <a:rect b="b" l="l" r="r" t="t"/>
              <a:pathLst>
                <a:path extrusionOk="0" h="5662" w="5570">
                  <a:moveTo>
                    <a:pt x="2420" y="0"/>
                  </a:moveTo>
                  <a:lnTo>
                    <a:pt x="0" y="2169"/>
                  </a:lnTo>
                  <a:lnTo>
                    <a:pt x="3150" y="5661"/>
                  </a:lnTo>
                  <a:lnTo>
                    <a:pt x="5570" y="3493"/>
                  </a:lnTo>
                  <a:lnTo>
                    <a:pt x="2420"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16"/>
            <p:cNvSpPr/>
            <p:nvPr/>
          </p:nvSpPr>
          <p:spPr>
            <a:xfrm>
              <a:off x="5508352" y="1183824"/>
              <a:ext cx="768917" cy="803334"/>
            </a:xfrm>
            <a:custGeom>
              <a:rect b="b" l="l" r="r" t="t"/>
              <a:pathLst>
                <a:path extrusionOk="0" h="17646" w="16890">
                  <a:moveTo>
                    <a:pt x="2420" y="1"/>
                  </a:moveTo>
                  <a:lnTo>
                    <a:pt x="0" y="2169"/>
                  </a:lnTo>
                  <a:cubicBezTo>
                    <a:pt x="0" y="2169"/>
                    <a:pt x="1004" y="17074"/>
                    <a:pt x="15476" y="17645"/>
                  </a:cubicBezTo>
                  <a:cubicBezTo>
                    <a:pt x="15488" y="17645"/>
                    <a:pt x="15501" y="17645"/>
                    <a:pt x="15513" y="17645"/>
                  </a:cubicBezTo>
                  <a:cubicBezTo>
                    <a:pt x="16272" y="17645"/>
                    <a:pt x="16889" y="16970"/>
                    <a:pt x="16799" y="16184"/>
                  </a:cubicBezTo>
                  <a:cubicBezTo>
                    <a:pt x="16320" y="12349"/>
                    <a:pt x="14220" y="1872"/>
                    <a:pt x="242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16"/>
            <p:cNvSpPr/>
            <p:nvPr/>
          </p:nvSpPr>
          <p:spPr>
            <a:xfrm>
              <a:off x="5543270" y="1138937"/>
              <a:ext cx="752756" cy="908952"/>
            </a:xfrm>
            <a:custGeom>
              <a:rect b="b" l="l" r="r" t="t"/>
              <a:pathLst>
                <a:path extrusionOk="0" h="19966" w="16535">
                  <a:moveTo>
                    <a:pt x="1388" y="0"/>
                  </a:moveTo>
                  <a:cubicBezTo>
                    <a:pt x="358" y="0"/>
                    <a:pt x="0" y="1599"/>
                    <a:pt x="1105" y="1854"/>
                  </a:cubicBezTo>
                  <a:cubicBezTo>
                    <a:pt x="9162" y="3703"/>
                    <a:pt x="14594" y="10801"/>
                    <a:pt x="14298" y="19041"/>
                  </a:cubicBezTo>
                  <a:cubicBezTo>
                    <a:pt x="14275" y="19658"/>
                    <a:pt x="14737" y="19966"/>
                    <a:pt x="15211" y="19966"/>
                  </a:cubicBezTo>
                  <a:cubicBezTo>
                    <a:pt x="15684" y="19966"/>
                    <a:pt x="16169" y="19658"/>
                    <a:pt x="16192" y="19041"/>
                  </a:cubicBezTo>
                  <a:cubicBezTo>
                    <a:pt x="16535" y="10003"/>
                    <a:pt x="10440" y="2037"/>
                    <a:pt x="1630" y="28"/>
                  </a:cubicBezTo>
                  <a:cubicBezTo>
                    <a:pt x="1546" y="9"/>
                    <a:pt x="1465" y="0"/>
                    <a:pt x="138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16"/>
            <p:cNvSpPr/>
            <p:nvPr/>
          </p:nvSpPr>
          <p:spPr>
            <a:xfrm>
              <a:off x="5557155" y="1345301"/>
              <a:ext cx="287855" cy="423610"/>
            </a:xfrm>
            <a:custGeom>
              <a:rect b="b" l="l" r="r" t="t"/>
              <a:pathLst>
                <a:path extrusionOk="0" h="9305" w="6323">
                  <a:moveTo>
                    <a:pt x="951" y="0"/>
                  </a:moveTo>
                  <a:cubicBezTo>
                    <a:pt x="489" y="0"/>
                    <a:pt x="1" y="384"/>
                    <a:pt x="138" y="973"/>
                  </a:cubicBezTo>
                  <a:cubicBezTo>
                    <a:pt x="891" y="4077"/>
                    <a:pt x="2420" y="6816"/>
                    <a:pt x="4657" y="9076"/>
                  </a:cubicBezTo>
                  <a:cubicBezTo>
                    <a:pt x="4818" y="9237"/>
                    <a:pt x="5000" y="9304"/>
                    <a:pt x="5177" y="9304"/>
                  </a:cubicBezTo>
                  <a:cubicBezTo>
                    <a:pt x="5779" y="9304"/>
                    <a:pt x="6322" y="8522"/>
                    <a:pt x="5776" y="7958"/>
                  </a:cubicBezTo>
                  <a:cubicBezTo>
                    <a:pt x="3721" y="5880"/>
                    <a:pt x="2329" y="3393"/>
                    <a:pt x="1644" y="562"/>
                  </a:cubicBezTo>
                  <a:cubicBezTo>
                    <a:pt x="1553" y="170"/>
                    <a:pt x="1258" y="0"/>
                    <a:pt x="951" y="0"/>
                  </a:cubicBezTo>
                  <a:close/>
                </a:path>
              </a:pathLst>
            </a:custGeom>
            <a:solidFill>
              <a:srgbClr val="FFFD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16"/>
            <p:cNvSpPr/>
            <p:nvPr/>
          </p:nvSpPr>
          <p:spPr>
            <a:xfrm>
              <a:off x="5816966" y="1752247"/>
              <a:ext cx="91460" cy="70700"/>
            </a:xfrm>
            <a:custGeom>
              <a:rect b="b" l="l" r="r" t="t"/>
              <a:pathLst>
                <a:path extrusionOk="0" h="1553" w="2009">
                  <a:moveTo>
                    <a:pt x="1004" y="0"/>
                  </a:moveTo>
                  <a:cubicBezTo>
                    <a:pt x="0" y="0"/>
                    <a:pt x="0" y="1552"/>
                    <a:pt x="1004" y="1552"/>
                  </a:cubicBezTo>
                  <a:cubicBezTo>
                    <a:pt x="2009" y="1552"/>
                    <a:pt x="2009" y="0"/>
                    <a:pt x="1004" y="0"/>
                  </a:cubicBezTo>
                  <a:close/>
                </a:path>
              </a:pathLst>
            </a:custGeom>
            <a:solidFill>
              <a:srgbClr val="FFFD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16"/>
            <p:cNvSpPr/>
            <p:nvPr/>
          </p:nvSpPr>
          <p:spPr>
            <a:xfrm>
              <a:off x="3789649" y="1929754"/>
              <a:ext cx="200583" cy="245243"/>
            </a:xfrm>
            <a:custGeom>
              <a:rect b="b" l="l" r="r" t="t"/>
              <a:pathLst>
                <a:path extrusionOk="0" h="5387" w="4406">
                  <a:moveTo>
                    <a:pt x="3127" y="0"/>
                  </a:moveTo>
                  <a:lnTo>
                    <a:pt x="0" y="868"/>
                  </a:lnTo>
                  <a:lnTo>
                    <a:pt x="1278" y="5387"/>
                  </a:lnTo>
                  <a:lnTo>
                    <a:pt x="4405" y="4520"/>
                  </a:lnTo>
                  <a:lnTo>
                    <a:pt x="312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16"/>
            <p:cNvSpPr/>
            <p:nvPr/>
          </p:nvSpPr>
          <p:spPr>
            <a:xfrm>
              <a:off x="3587017" y="2087856"/>
              <a:ext cx="845854" cy="990988"/>
            </a:xfrm>
            <a:custGeom>
              <a:rect b="b" l="l" r="r" t="t"/>
              <a:pathLst>
                <a:path extrusionOk="0" h="21768" w="18580">
                  <a:moveTo>
                    <a:pt x="8856" y="1"/>
                  </a:moveTo>
                  <a:lnTo>
                    <a:pt x="5729" y="868"/>
                  </a:lnTo>
                  <a:cubicBezTo>
                    <a:pt x="5729" y="868"/>
                    <a:pt x="0" y="14677"/>
                    <a:pt x="12714" y="21616"/>
                  </a:cubicBezTo>
                  <a:cubicBezTo>
                    <a:pt x="12906" y="21719"/>
                    <a:pt x="13115" y="21767"/>
                    <a:pt x="13321" y="21767"/>
                  </a:cubicBezTo>
                  <a:cubicBezTo>
                    <a:pt x="13849" y="21767"/>
                    <a:pt x="14359" y="21450"/>
                    <a:pt x="14540" y="20909"/>
                  </a:cubicBezTo>
                  <a:cubicBezTo>
                    <a:pt x="15841" y="17257"/>
                    <a:pt x="18580" y="6939"/>
                    <a:pt x="885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16"/>
            <p:cNvSpPr/>
            <p:nvPr/>
          </p:nvSpPr>
          <p:spPr>
            <a:xfrm>
              <a:off x="3900593" y="2025168"/>
              <a:ext cx="513613" cy="1101386"/>
            </a:xfrm>
            <a:custGeom>
              <a:rect b="b" l="l" r="r" t="t"/>
              <a:pathLst>
                <a:path extrusionOk="0" h="24193" w="11282">
                  <a:moveTo>
                    <a:pt x="1512" y="1"/>
                  </a:moveTo>
                  <a:cubicBezTo>
                    <a:pt x="708" y="1"/>
                    <a:pt x="1" y="961"/>
                    <a:pt x="781" y="1560"/>
                  </a:cubicBezTo>
                  <a:cubicBezTo>
                    <a:pt x="7309" y="6627"/>
                    <a:pt x="9250" y="15461"/>
                    <a:pt x="5255" y="22765"/>
                  </a:cubicBezTo>
                  <a:cubicBezTo>
                    <a:pt x="4845" y="23506"/>
                    <a:pt x="5503" y="24193"/>
                    <a:pt x="6144" y="24193"/>
                  </a:cubicBezTo>
                  <a:cubicBezTo>
                    <a:pt x="6431" y="24193"/>
                    <a:pt x="6715" y="24055"/>
                    <a:pt x="6899" y="23724"/>
                  </a:cubicBezTo>
                  <a:cubicBezTo>
                    <a:pt x="11281" y="15735"/>
                    <a:pt x="9341" y="5829"/>
                    <a:pt x="2128" y="214"/>
                  </a:cubicBezTo>
                  <a:cubicBezTo>
                    <a:pt x="1932" y="64"/>
                    <a:pt x="1719" y="1"/>
                    <a:pt x="1512"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16"/>
            <p:cNvSpPr/>
            <p:nvPr/>
          </p:nvSpPr>
          <p:spPr>
            <a:xfrm>
              <a:off x="3818739" y="2220197"/>
              <a:ext cx="128289" cy="472367"/>
            </a:xfrm>
            <a:custGeom>
              <a:rect b="b" l="l" r="r" t="t"/>
              <a:pathLst>
                <a:path extrusionOk="0" h="10376" w="2818">
                  <a:moveTo>
                    <a:pt x="1378" y="1"/>
                  </a:moveTo>
                  <a:cubicBezTo>
                    <a:pt x="1071" y="1"/>
                    <a:pt x="776" y="171"/>
                    <a:pt x="685" y="563"/>
                  </a:cubicBezTo>
                  <a:cubicBezTo>
                    <a:pt x="0" y="3690"/>
                    <a:pt x="137" y="6794"/>
                    <a:pt x="1119" y="9830"/>
                  </a:cubicBezTo>
                  <a:cubicBezTo>
                    <a:pt x="1246" y="10211"/>
                    <a:pt x="1560" y="10376"/>
                    <a:pt x="1873" y="10376"/>
                  </a:cubicBezTo>
                  <a:cubicBezTo>
                    <a:pt x="2347" y="10376"/>
                    <a:pt x="2818" y="9997"/>
                    <a:pt x="2625" y="9419"/>
                  </a:cubicBezTo>
                  <a:cubicBezTo>
                    <a:pt x="1712" y="6635"/>
                    <a:pt x="1552" y="3827"/>
                    <a:pt x="2191" y="974"/>
                  </a:cubicBezTo>
                  <a:cubicBezTo>
                    <a:pt x="2328" y="385"/>
                    <a:pt x="1840" y="1"/>
                    <a:pt x="1378" y="1"/>
                  </a:cubicBezTo>
                  <a:close/>
                </a:path>
              </a:pathLst>
            </a:custGeom>
            <a:solidFill>
              <a:srgbClr val="FFFD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16"/>
            <p:cNvSpPr/>
            <p:nvPr/>
          </p:nvSpPr>
          <p:spPr>
            <a:xfrm>
              <a:off x="3894584" y="2701986"/>
              <a:ext cx="92507" cy="71747"/>
            </a:xfrm>
            <a:custGeom>
              <a:rect b="b" l="l" r="r" t="t"/>
              <a:pathLst>
                <a:path extrusionOk="0" h="1576" w="2032">
                  <a:moveTo>
                    <a:pt x="1005" y="0"/>
                  </a:moveTo>
                  <a:cubicBezTo>
                    <a:pt x="0" y="0"/>
                    <a:pt x="0" y="1575"/>
                    <a:pt x="1005" y="1575"/>
                  </a:cubicBezTo>
                  <a:cubicBezTo>
                    <a:pt x="2032" y="1575"/>
                    <a:pt x="2032" y="0"/>
                    <a:pt x="1005" y="0"/>
                  </a:cubicBezTo>
                  <a:close/>
                </a:path>
              </a:pathLst>
            </a:custGeom>
            <a:solidFill>
              <a:srgbClr val="FFFD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47" name="Google Shape;447;p16"/>
          <p:cNvSpPr/>
          <p:nvPr/>
        </p:nvSpPr>
        <p:spPr>
          <a:xfrm flipH="1">
            <a:off x="7848598" y="3415023"/>
            <a:ext cx="1504976" cy="1695353"/>
          </a:xfrm>
          <a:custGeom>
            <a:rect b="b" l="l" r="r" t="t"/>
            <a:pathLst>
              <a:path extrusionOk="0" h="18875" w="16755">
                <a:moveTo>
                  <a:pt x="1111" y="0"/>
                </a:moveTo>
                <a:cubicBezTo>
                  <a:pt x="860" y="0"/>
                  <a:pt x="587" y="254"/>
                  <a:pt x="708" y="558"/>
                </a:cubicBezTo>
                <a:cubicBezTo>
                  <a:pt x="1119" y="1562"/>
                  <a:pt x="1576" y="2521"/>
                  <a:pt x="2055" y="3480"/>
                </a:cubicBezTo>
                <a:cubicBezTo>
                  <a:pt x="1918" y="3640"/>
                  <a:pt x="1918" y="3868"/>
                  <a:pt x="2032" y="4028"/>
                </a:cubicBezTo>
                <a:cubicBezTo>
                  <a:pt x="1302" y="5260"/>
                  <a:pt x="777" y="6584"/>
                  <a:pt x="548" y="7999"/>
                </a:cubicBezTo>
                <a:cubicBezTo>
                  <a:pt x="412" y="8775"/>
                  <a:pt x="1" y="10624"/>
                  <a:pt x="959" y="11058"/>
                </a:cubicBezTo>
                <a:cubicBezTo>
                  <a:pt x="1107" y="11126"/>
                  <a:pt x="1239" y="11156"/>
                  <a:pt x="1358" y="11156"/>
                </a:cubicBezTo>
                <a:cubicBezTo>
                  <a:pt x="2152" y="11156"/>
                  <a:pt x="2321" y="9782"/>
                  <a:pt x="2420" y="9186"/>
                </a:cubicBezTo>
                <a:cubicBezTo>
                  <a:pt x="2648" y="7771"/>
                  <a:pt x="2808" y="6379"/>
                  <a:pt x="2900" y="4963"/>
                </a:cubicBezTo>
                <a:cubicBezTo>
                  <a:pt x="3356" y="5739"/>
                  <a:pt x="3835" y="6493"/>
                  <a:pt x="4360" y="7223"/>
                </a:cubicBezTo>
                <a:lnTo>
                  <a:pt x="4338" y="7269"/>
                </a:lnTo>
                <a:cubicBezTo>
                  <a:pt x="3813" y="8730"/>
                  <a:pt x="3470" y="10259"/>
                  <a:pt x="3402" y="11811"/>
                </a:cubicBezTo>
                <a:cubicBezTo>
                  <a:pt x="3356" y="12541"/>
                  <a:pt x="3105" y="14230"/>
                  <a:pt x="4086" y="14504"/>
                </a:cubicBezTo>
                <a:cubicBezTo>
                  <a:pt x="4198" y="14539"/>
                  <a:pt x="4298" y="14554"/>
                  <a:pt x="4388" y="14554"/>
                </a:cubicBezTo>
                <a:cubicBezTo>
                  <a:pt x="5265" y="14554"/>
                  <a:pt x="5228" y="13075"/>
                  <a:pt x="5228" y="12496"/>
                </a:cubicBezTo>
                <a:cubicBezTo>
                  <a:pt x="5228" y="11126"/>
                  <a:pt x="5228" y="9734"/>
                  <a:pt x="5228" y="8364"/>
                </a:cubicBezTo>
                <a:cubicBezTo>
                  <a:pt x="5616" y="8889"/>
                  <a:pt x="6049" y="9392"/>
                  <a:pt x="6483" y="9894"/>
                </a:cubicBezTo>
                <a:cubicBezTo>
                  <a:pt x="6346" y="11218"/>
                  <a:pt x="6323" y="12541"/>
                  <a:pt x="6415" y="13888"/>
                </a:cubicBezTo>
                <a:cubicBezTo>
                  <a:pt x="6460" y="14550"/>
                  <a:pt x="6392" y="15965"/>
                  <a:pt x="7305" y="16102"/>
                </a:cubicBezTo>
                <a:cubicBezTo>
                  <a:pt x="7343" y="16107"/>
                  <a:pt x="7379" y="16109"/>
                  <a:pt x="7414" y="16109"/>
                </a:cubicBezTo>
                <a:cubicBezTo>
                  <a:pt x="8688" y="16109"/>
                  <a:pt x="8116" y="12929"/>
                  <a:pt x="7738" y="11240"/>
                </a:cubicBezTo>
                <a:lnTo>
                  <a:pt x="7738" y="11240"/>
                </a:lnTo>
                <a:cubicBezTo>
                  <a:pt x="8012" y="11514"/>
                  <a:pt x="8263" y="11765"/>
                  <a:pt x="8537" y="12016"/>
                </a:cubicBezTo>
                <a:cubicBezTo>
                  <a:pt x="8537" y="12085"/>
                  <a:pt x="8560" y="12153"/>
                  <a:pt x="8606" y="12222"/>
                </a:cubicBezTo>
                <a:cubicBezTo>
                  <a:pt x="8674" y="12290"/>
                  <a:pt x="8720" y="12359"/>
                  <a:pt x="8766" y="12450"/>
                </a:cubicBezTo>
                <a:cubicBezTo>
                  <a:pt x="9154" y="14071"/>
                  <a:pt x="9519" y="15737"/>
                  <a:pt x="9930" y="17358"/>
                </a:cubicBezTo>
                <a:cubicBezTo>
                  <a:pt x="10093" y="17993"/>
                  <a:pt x="10604" y="18875"/>
                  <a:pt x="11300" y="18875"/>
                </a:cubicBezTo>
                <a:cubicBezTo>
                  <a:pt x="11478" y="18875"/>
                  <a:pt x="11669" y="18817"/>
                  <a:pt x="11870" y="18681"/>
                </a:cubicBezTo>
                <a:cubicBezTo>
                  <a:pt x="12851" y="17997"/>
                  <a:pt x="11893" y="16376"/>
                  <a:pt x="11527" y="15600"/>
                </a:cubicBezTo>
                <a:cubicBezTo>
                  <a:pt x="11254" y="14984"/>
                  <a:pt x="10911" y="14390"/>
                  <a:pt x="10569" y="13797"/>
                </a:cubicBezTo>
                <a:lnTo>
                  <a:pt x="10569" y="13797"/>
                </a:lnTo>
                <a:cubicBezTo>
                  <a:pt x="11505" y="14550"/>
                  <a:pt x="12486" y="15258"/>
                  <a:pt x="13513" y="15897"/>
                </a:cubicBezTo>
                <a:cubicBezTo>
                  <a:pt x="13587" y="15943"/>
                  <a:pt x="13661" y="15964"/>
                  <a:pt x="13731" y="15964"/>
                </a:cubicBezTo>
                <a:cubicBezTo>
                  <a:pt x="14070" y="15964"/>
                  <a:pt x="14311" y="15485"/>
                  <a:pt x="13970" y="15258"/>
                </a:cubicBezTo>
                <a:cubicBezTo>
                  <a:pt x="13011" y="14641"/>
                  <a:pt x="12075" y="14002"/>
                  <a:pt x="11185" y="13295"/>
                </a:cubicBezTo>
                <a:lnTo>
                  <a:pt x="11185" y="13295"/>
                </a:lnTo>
                <a:cubicBezTo>
                  <a:pt x="12212" y="13523"/>
                  <a:pt x="13239" y="13637"/>
                  <a:pt x="14289" y="13637"/>
                </a:cubicBezTo>
                <a:cubicBezTo>
                  <a:pt x="14395" y="13637"/>
                  <a:pt x="14518" y="13639"/>
                  <a:pt x="14652" y="13639"/>
                </a:cubicBezTo>
                <a:cubicBezTo>
                  <a:pt x="15472" y="13639"/>
                  <a:pt x="16689" y="13571"/>
                  <a:pt x="16709" y="12610"/>
                </a:cubicBezTo>
                <a:cubicBezTo>
                  <a:pt x="16754" y="11263"/>
                  <a:pt x="14563" y="11354"/>
                  <a:pt x="13719" y="11332"/>
                </a:cubicBezTo>
                <a:cubicBezTo>
                  <a:pt x="12326" y="11332"/>
                  <a:pt x="10934" y="11514"/>
                  <a:pt x="9587" y="11925"/>
                </a:cubicBezTo>
                <a:cubicBezTo>
                  <a:pt x="9154" y="11537"/>
                  <a:pt x="8743" y="11149"/>
                  <a:pt x="8355" y="10738"/>
                </a:cubicBezTo>
                <a:cubicBezTo>
                  <a:pt x="9268" y="10647"/>
                  <a:pt x="10226" y="10578"/>
                  <a:pt x="11094" y="10373"/>
                </a:cubicBezTo>
                <a:cubicBezTo>
                  <a:pt x="11756" y="10213"/>
                  <a:pt x="12418" y="9643"/>
                  <a:pt x="12144" y="8889"/>
                </a:cubicBezTo>
                <a:cubicBezTo>
                  <a:pt x="11981" y="8418"/>
                  <a:pt x="11518" y="8236"/>
                  <a:pt x="11059" y="8236"/>
                </a:cubicBezTo>
                <a:cubicBezTo>
                  <a:pt x="10873" y="8236"/>
                  <a:pt x="10688" y="8266"/>
                  <a:pt x="10523" y="8319"/>
                </a:cubicBezTo>
                <a:cubicBezTo>
                  <a:pt x="9428" y="8661"/>
                  <a:pt x="8378" y="9186"/>
                  <a:pt x="7328" y="9643"/>
                </a:cubicBezTo>
                <a:cubicBezTo>
                  <a:pt x="6780" y="9072"/>
                  <a:pt x="6278" y="8456"/>
                  <a:pt x="5798" y="7839"/>
                </a:cubicBezTo>
                <a:lnTo>
                  <a:pt x="5798" y="7839"/>
                </a:lnTo>
                <a:cubicBezTo>
                  <a:pt x="5930" y="7845"/>
                  <a:pt x="6061" y="7848"/>
                  <a:pt x="6192" y="7848"/>
                </a:cubicBezTo>
                <a:cubicBezTo>
                  <a:pt x="7110" y="7848"/>
                  <a:pt x="8024" y="7708"/>
                  <a:pt x="8903" y="7429"/>
                </a:cubicBezTo>
                <a:cubicBezTo>
                  <a:pt x="9473" y="7223"/>
                  <a:pt x="11185" y="6767"/>
                  <a:pt x="10706" y="5808"/>
                </a:cubicBezTo>
                <a:cubicBezTo>
                  <a:pt x="10537" y="5470"/>
                  <a:pt x="10156" y="5360"/>
                  <a:pt x="9721" y="5360"/>
                </a:cubicBezTo>
                <a:cubicBezTo>
                  <a:pt x="9099" y="5360"/>
                  <a:pt x="8366" y="5586"/>
                  <a:pt x="7990" y="5694"/>
                </a:cubicBezTo>
                <a:cubicBezTo>
                  <a:pt x="7008" y="5991"/>
                  <a:pt x="6095" y="6447"/>
                  <a:pt x="5273" y="7018"/>
                </a:cubicBezTo>
                <a:lnTo>
                  <a:pt x="5182" y="7018"/>
                </a:lnTo>
                <a:cubicBezTo>
                  <a:pt x="4634" y="6264"/>
                  <a:pt x="4132" y="5488"/>
                  <a:pt x="3653" y="4690"/>
                </a:cubicBezTo>
                <a:cubicBezTo>
                  <a:pt x="4566" y="4690"/>
                  <a:pt x="5479" y="4575"/>
                  <a:pt x="6369" y="4347"/>
                </a:cubicBezTo>
                <a:cubicBezTo>
                  <a:pt x="7099" y="4142"/>
                  <a:pt x="8218" y="3799"/>
                  <a:pt x="8058" y="2841"/>
                </a:cubicBezTo>
                <a:cubicBezTo>
                  <a:pt x="7967" y="2232"/>
                  <a:pt x="7490" y="2049"/>
                  <a:pt x="6979" y="2049"/>
                </a:cubicBezTo>
                <a:cubicBezTo>
                  <a:pt x="6724" y="2049"/>
                  <a:pt x="6460" y="2095"/>
                  <a:pt x="6232" y="2156"/>
                </a:cubicBezTo>
                <a:cubicBezTo>
                  <a:pt x="5091" y="2453"/>
                  <a:pt x="3949" y="2841"/>
                  <a:pt x="2808" y="3183"/>
                </a:cubicBezTo>
                <a:cubicBezTo>
                  <a:pt x="2283" y="2224"/>
                  <a:pt x="1827" y="1243"/>
                  <a:pt x="1416" y="216"/>
                </a:cubicBezTo>
                <a:cubicBezTo>
                  <a:pt x="1355" y="64"/>
                  <a:pt x="1236" y="0"/>
                  <a:pt x="1111"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16"/>
          <p:cNvSpPr txBox="1"/>
          <p:nvPr>
            <p:ph idx="1" type="subTitle"/>
          </p:nvPr>
        </p:nvSpPr>
        <p:spPr>
          <a:xfrm>
            <a:off x="720000" y="1200150"/>
            <a:ext cx="7785900" cy="3260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1200"/>
              <a:buAutoNum type="arabicPeriod"/>
              <a:defRPr sz="1200"/>
            </a:lvl1pPr>
            <a:lvl2pPr lvl="1" rtl="0">
              <a:spcBef>
                <a:spcPts val="0"/>
              </a:spcBef>
              <a:spcAft>
                <a:spcPts val="0"/>
              </a:spcAft>
              <a:buSzPts val="1200"/>
              <a:buAutoNum type="alphaLcPeriod"/>
              <a:defRPr sz="1200"/>
            </a:lvl2pPr>
            <a:lvl3pPr lvl="2" rtl="0">
              <a:spcBef>
                <a:spcPts val="0"/>
              </a:spcBef>
              <a:spcAft>
                <a:spcPts val="0"/>
              </a:spcAft>
              <a:buSzPts val="1200"/>
              <a:buAutoNum type="romanLcPeriod"/>
              <a:defRPr sz="1200"/>
            </a:lvl3pPr>
            <a:lvl4pPr lvl="3" rtl="0">
              <a:spcBef>
                <a:spcPts val="1600"/>
              </a:spcBef>
              <a:spcAft>
                <a:spcPts val="0"/>
              </a:spcAft>
              <a:buSzPts val="1200"/>
              <a:buAutoNum type="arabicPeriod"/>
              <a:defRPr sz="1200"/>
            </a:lvl4pPr>
            <a:lvl5pPr lvl="4" rtl="0">
              <a:spcBef>
                <a:spcPts val="1600"/>
              </a:spcBef>
              <a:spcAft>
                <a:spcPts val="0"/>
              </a:spcAft>
              <a:buSzPts val="1200"/>
              <a:buAutoNum type="alphaLcPeriod"/>
              <a:defRPr sz="1200"/>
            </a:lvl5pPr>
            <a:lvl6pPr lvl="5" rtl="0">
              <a:spcBef>
                <a:spcPts val="0"/>
              </a:spcBef>
              <a:spcAft>
                <a:spcPts val="0"/>
              </a:spcAft>
              <a:buSzPts val="1200"/>
              <a:buAutoNum type="romanLcPeriod"/>
              <a:defRPr sz="1200"/>
            </a:lvl6pPr>
            <a:lvl7pPr lvl="6" rtl="0">
              <a:spcBef>
                <a:spcPts val="1600"/>
              </a:spcBef>
              <a:spcAft>
                <a:spcPts val="0"/>
              </a:spcAft>
              <a:buSzPts val="1200"/>
              <a:buAutoNum type="arabicPeriod"/>
              <a:defRPr sz="1200"/>
            </a:lvl7pPr>
            <a:lvl8pPr lvl="7" rtl="0">
              <a:spcBef>
                <a:spcPts val="1600"/>
              </a:spcBef>
              <a:spcAft>
                <a:spcPts val="0"/>
              </a:spcAft>
              <a:buSzPts val="1200"/>
              <a:buAutoNum type="alphaLcPeriod"/>
              <a:defRPr sz="1200"/>
            </a:lvl8pPr>
            <a:lvl9pPr lvl="8" rtl="0">
              <a:spcBef>
                <a:spcPts val="1600"/>
              </a:spcBef>
              <a:spcAft>
                <a:spcPts val="1600"/>
              </a:spcAft>
              <a:buSzPts val="1200"/>
              <a:buAutoNum type="romanLcPeriod"/>
              <a:defRPr sz="1200"/>
            </a:lvl9pPr>
          </a:lstStyle>
          <a:p/>
        </p:txBody>
      </p:sp>
      <p:sp>
        <p:nvSpPr>
          <p:cNvPr id="449" name="Google Shape;449;p16"/>
          <p:cNvSpPr txBox="1"/>
          <p:nvPr>
            <p:ph type="title"/>
          </p:nvPr>
        </p:nvSpPr>
        <p:spPr>
          <a:xfrm>
            <a:off x="720000" y="540000"/>
            <a:ext cx="7785900" cy="4776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sz="3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50" name="Google Shape;450;p1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3">
    <p:spTree>
      <p:nvGrpSpPr>
        <p:cNvPr id="451" name="Shape 451"/>
        <p:cNvGrpSpPr/>
        <p:nvPr/>
      </p:nvGrpSpPr>
      <p:grpSpPr>
        <a:xfrm>
          <a:off x="0" y="0"/>
          <a:ext cx="0" cy="0"/>
          <a:chOff x="0" y="0"/>
          <a:chExt cx="0" cy="0"/>
        </a:xfrm>
      </p:grpSpPr>
      <p:sp>
        <p:nvSpPr>
          <p:cNvPr id="452" name="Google Shape;452;p17"/>
          <p:cNvSpPr txBox="1"/>
          <p:nvPr>
            <p:ph idx="1" type="body"/>
          </p:nvPr>
        </p:nvSpPr>
        <p:spPr>
          <a:xfrm>
            <a:off x="3573600" y="2385520"/>
            <a:ext cx="1996800" cy="535500"/>
          </a:xfrm>
          <a:prstGeom prst="rect">
            <a:avLst/>
          </a:prstGeom>
        </p:spPr>
        <p:txBody>
          <a:bodyPr anchorCtr="0" anchor="t" bIns="91425" lIns="91425" spcFirstLastPara="1" rIns="91425" wrap="square" tIns="91425">
            <a:noAutofit/>
          </a:bodyPr>
          <a:lstStyle>
            <a:lvl1pPr indent="-317500" lvl="0" marL="457200" rtl="0" algn="ctr">
              <a:lnSpc>
                <a:spcPct val="100000"/>
              </a:lnSpc>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453" name="Google Shape;453;p17"/>
          <p:cNvSpPr txBox="1"/>
          <p:nvPr>
            <p:ph idx="2" type="body"/>
          </p:nvPr>
        </p:nvSpPr>
        <p:spPr>
          <a:xfrm>
            <a:off x="5953250" y="2385419"/>
            <a:ext cx="1996800" cy="535500"/>
          </a:xfrm>
          <a:prstGeom prst="rect">
            <a:avLst/>
          </a:prstGeom>
        </p:spPr>
        <p:txBody>
          <a:bodyPr anchorCtr="0" anchor="t" bIns="91425" lIns="91425" spcFirstLastPara="1" rIns="91425" wrap="square" tIns="91425">
            <a:noAutofit/>
          </a:bodyPr>
          <a:lstStyle>
            <a:lvl1pPr indent="-317500" lvl="0" marL="457200" rtl="0" algn="ctr">
              <a:lnSpc>
                <a:spcPct val="100000"/>
              </a:lnSpc>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454" name="Google Shape;454;p17"/>
          <p:cNvSpPr txBox="1"/>
          <p:nvPr>
            <p:ph idx="3" type="subTitle"/>
          </p:nvPr>
        </p:nvSpPr>
        <p:spPr>
          <a:xfrm>
            <a:off x="3573595" y="2041763"/>
            <a:ext cx="1996800" cy="4569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accent3"/>
              </a:buClr>
              <a:buSzPts val="2000"/>
              <a:buFont typeface="Fredoka One"/>
              <a:buNone/>
              <a:defRPr b="1" sz="2000">
                <a:solidFill>
                  <a:schemeClr val="dk1"/>
                </a:solidFill>
                <a:latin typeface="Jua"/>
                <a:ea typeface="Jua"/>
                <a:cs typeface="Jua"/>
                <a:sym typeface="Jua"/>
              </a:defRPr>
            </a:lvl1pPr>
            <a:lvl2pPr lvl="1" rtl="0">
              <a:spcBef>
                <a:spcPts val="0"/>
              </a:spcBef>
              <a:spcAft>
                <a:spcPts val="0"/>
              </a:spcAft>
              <a:buClr>
                <a:schemeClr val="accent3"/>
              </a:buClr>
              <a:buSzPts val="2000"/>
              <a:buNone/>
              <a:defRPr sz="2000">
                <a:solidFill>
                  <a:schemeClr val="accent3"/>
                </a:solidFill>
              </a:defRPr>
            </a:lvl2pPr>
            <a:lvl3pPr lvl="2" rtl="0">
              <a:spcBef>
                <a:spcPts val="0"/>
              </a:spcBef>
              <a:spcAft>
                <a:spcPts val="0"/>
              </a:spcAft>
              <a:buClr>
                <a:schemeClr val="accent3"/>
              </a:buClr>
              <a:buSzPts val="2000"/>
              <a:buNone/>
              <a:defRPr sz="2000">
                <a:solidFill>
                  <a:schemeClr val="accent3"/>
                </a:solidFill>
              </a:defRPr>
            </a:lvl3pPr>
            <a:lvl4pPr lvl="3" rtl="0">
              <a:spcBef>
                <a:spcPts val="1600"/>
              </a:spcBef>
              <a:spcAft>
                <a:spcPts val="0"/>
              </a:spcAft>
              <a:buClr>
                <a:schemeClr val="accent3"/>
              </a:buClr>
              <a:buSzPts val="2000"/>
              <a:buNone/>
              <a:defRPr sz="2000">
                <a:solidFill>
                  <a:schemeClr val="accent3"/>
                </a:solidFill>
              </a:defRPr>
            </a:lvl4pPr>
            <a:lvl5pPr lvl="4" rtl="0">
              <a:spcBef>
                <a:spcPts val="1600"/>
              </a:spcBef>
              <a:spcAft>
                <a:spcPts val="0"/>
              </a:spcAft>
              <a:buClr>
                <a:schemeClr val="accent3"/>
              </a:buClr>
              <a:buSzPts val="2000"/>
              <a:buNone/>
              <a:defRPr sz="2000">
                <a:solidFill>
                  <a:schemeClr val="accent3"/>
                </a:solidFill>
              </a:defRPr>
            </a:lvl5pPr>
            <a:lvl6pPr lvl="5" rtl="0">
              <a:spcBef>
                <a:spcPts val="0"/>
              </a:spcBef>
              <a:spcAft>
                <a:spcPts val="0"/>
              </a:spcAft>
              <a:buClr>
                <a:schemeClr val="accent3"/>
              </a:buClr>
              <a:buSzPts val="2000"/>
              <a:buNone/>
              <a:defRPr sz="2000">
                <a:solidFill>
                  <a:schemeClr val="accent3"/>
                </a:solidFill>
              </a:defRPr>
            </a:lvl6pPr>
            <a:lvl7pPr lvl="6" rtl="0">
              <a:spcBef>
                <a:spcPts val="1600"/>
              </a:spcBef>
              <a:spcAft>
                <a:spcPts val="0"/>
              </a:spcAft>
              <a:buClr>
                <a:schemeClr val="accent3"/>
              </a:buClr>
              <a:buSzPts val="2000"/>
              <a:buNone/>
              <a:defRPr sz="2000">
                <a:solidFill>
                  <a:schemeClr val="accent3"/>
                </a:solidFill>
              </a:defRPr>
            </a:lvl7pPr>
            <a:lvl8pPr lvl="7" rtl="0">
              <a:spcBef>
                <a:spcPts val="1600"/>
              </a:spcBef>
              <a:spcAft>
                <a:spcPts val="0"/>
              </a:spcAft>
              <a:buClr>
                <a:schemeClr val="accent3"/>
              </a:buClr>
              <a:buSzPts val="2000"/>
              <a:buNone/>
              <a:defRPr sz="2000">
                <a:solidFill>
                  <a:schemeClr val="accent3"/>
                </a:solidFill>
              </a:defRPr>
            </a:lvl8pPr>
            <a:lvl9pPr lvl="8" rtl="0">
              <a:spcBef>
                <a:spcPts val="1600"/>
              </a:spcBef>
              <a:spcAft>
                <a:spcPts val="1600"/>
              </a:spcAft>
              <a:buClr>
                <a:schemeClr val="accent3"/>
              </a:buClr>
              <a:buSzPts val="2000"/>
              <a:buNone/>
              <a:defRPr sz="2000">
                <a:solidFill>
                  <a:schemeClr val="accent3"/>
                </a:solidFill>
              </a:defRPr>
            </a:lvl9pPr>
          </a:lstStyle>
          <a:p/>
        </p:txBody>
      </p:sp>
      <p:sp>
        <p:nvSpPr>
          <p:cNvPr id="455" name="Google Shape;455;p17"/>
          <p:cNvSpPr txBox="1"/>
          <p:nvPr>
            <p:ph idx="4" type="subTitle"/>
          </p:nvPr>
        </p:nvSpPr>
        <p:spPr>
          <a:xfrm>
            <a:off x="5953250" y="2041775"/>
            <a:ext cx="1996800" cy="4569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accent3"/>
              </a:buClr>
              <a:buSzPts val="2000"/>
              <a:buFont typeface="Fredoka One"/>
              <a:buNone/>
              <a:defRPr b="1" sz="2000">
                <a:solidFill>
                  <a:schemeClr val="dk1"/>
                </a:solidFill>
                <a:latin typeface="Jua"/>
                <a:ea typeface="Jua"/>
                <a:cs typeface="Jua"/>
                <a:sym typeface="Jua"/>
              </a:defRPr>
            </a:lvl1pPr>
            <a:lvl2pPr lvl="1" rtl="0">
              <a:spcBef>
                <a:spcPts val="0"/>
              </a:spcBef>
              <a:spcAft>
                <a:spcPts val="0"/>
              </a:spcAft>
              <a:buClr>
                <a:schemeClr val="accent3"/>
              </a:buClr>
              <a:buSzPts val="2000"/>
              <a:buNone/>
              <a:defRPr sz="2000">
                <a:solidFill>
                  <a:schemeClr val="accent3"/>
                </a:solidFill>
              </a:defRPr>
            </a:lvl2pPr>
            <a:lvl3pPr lvl="2" rtl="0">
              <a:spcBef>
                <a:spcPts val="0"/>
              </a:spcBef>
              <a:spcAft>
                <a:spcPts val="0"/>
              </a:spcAft>
              <a:buClr>
                <a:schemeClr val="accent3"/>
              </a:buClr>
              <a:buSzPts val="2000"/>
              <a:buNone/>
              <a:defRPr sz="2000">
                <a:solidFill>
                  <a:schemeClr val="accent3"/>
                </a:solidFill>
              </a:defRPr>
            </a:lvl3pPr>
            <a:lvl4pPr lvl="3" rtl="0">
              <a:spcBef>
                <a:spcPts val="1600"/>
              </a:spcBef>
              <a:spcAft>
                <a:spcPts val="0"/>
              </a:spcAft>
              <a:buClr>
                <a:schemeClr val="accent3"/>
              </a:buClr>
              <a:buSzPts val="2000"/>
              <a:buNone/>
              <a:defRPr sz="2000">
                <a:solidFill>
                  <a:schemeClr val="accent3"/>
                </a:solidFill>
              </a:defRPr>
            </a:lvl4pPr>
            <a:lvl5pPr lvl="4" rtl="0">
              <a:spcBef>
                <a:spcPts val="1600"/>
              </a:spcBef>
              <a:spcAft>
                <a:spcPts val="0"/>
              </a:spcAft>
              <a:buClr>
                <a:schemeClr val="accent3"/>
              </a:buClr>
              <a:buSzPts val="2000"/>
              <a:buNone/>
              <a:defRPr sz="2000">
                <a:solidFill>
                  <a:schemeClr val="accent3"/>
                </a:solidFill>
              </a:defRPr>
            </a:lvl5pPr>
            <a:lvl6pPr lvl="5" rtl="0">
              <a:spcBef>
                <a:spcPts val="0"/>
              </a:spcBef>
              <a:spcAft>
                <a:spcPts val="0"/>
              </a:spcAft>
              <a:buClr>
                <a:schemeClr val="accent3"/>
              </a:buClr>
              <a:buSzPts val="2000"/>
              <a:buNone/>
              <a:defRPr sz="2000">
                <a:solidFill>
                  <a:schemeClr val="accent3"/>
                </a:solidFill>
              </a:defRPr>
            </a:lvl6pPr>
            <a:lvl7pPr lvl="6" rtl="0">
              <a:spcBef>
                <a:spcPts val="1600"/>
              </a:spcBef>
              <a:spcAft>
                <a:spcPts val="0"/>
              </a:spcAft>
              <a:buClr>
                <a:schemeClr val="accent3"/>
              </a:buClr>
              <a:buSzPts val="2000"/>
              <a:buNone/>
              <a:defRPr sz="2000">
                <a:solidFill>
                  <a:schemeClr val="accent3"/>
                </a:solidFill>
              </a:defRPr>
            </a:lvl7pPr>
            <a:lvl8pPr lvl="7" rtl="0">
              <a:spcBef>
                <a:spcPts val="1600"/>
              </a:spcBef>
              <a:spcAft>
                <a:spcPts val="0"/>
              </a:spcAft>
              <a:buClr>
                <a:schemeClr val="accent3"/>
              </a:buClr>
              <a:buSzPts val="2000"/>
              <a:buNone/>
              <a:defRPr sz="2000">
                <a:solidFill>
                  <a:schemeClr val="accent3"/>
                </a:solidFill>
              </a:defRPr>
            </a:lvl8pPr>
            <a:lvl9pPr lvl="8" rtl="0">
              <a:spcBef>
                <a:spcPts val="1600"/>
              </a:spcBef>
              <a:spcAft>
                <a:spcPts val="1600"/>
              </a:spcAft>
              <a:buClr>
                <a:schemeClr val="accent3"/>
              </a:buClr>
              <a:buSzPts val="2000"/>
              <a:buNone/>
              <a:defRPr sz="2000">
                <a:solidFill>
                  <a:schemeClr val="accent3"/>
                </a:solidFill>
              </a:defRPr>
            </a:lvl9pPr>
          </a:lstStyle>
          <a:p/>
        </p:txBody>
      </p:sp>
      <p:sp>
        <p:nvSpPr>
          <p:cNvPr id="456" name="Google Shape;456;p17"/>
          <p:cNvSpPr txBox="1"/>
          <p:nvPr>
            <p:ph idx="5" type="body"/>
          </p:nvPr>
        </p:nvSpPr>
        <p:spPr>
          <a:xfrm>
            <a:off x="1193950" y="2385519"/>
            <a:ext cx="1996800" cy="535500"/>
          </a:xfrm>
          <a:prstGeom prst="rect">
            <a:avLst/>
          </a:prstGeom>
        </p:spPr>
        <p:txBody>
          <a:bodyPr anchorCtr="0" anchor="t" bIns="91425" lIns="91425" spcFirstLastPara="1" rIns="91425" wrap="square" tIns="91425">
            <a:noAutofit/>
          </a:bodyPr>
          <a:lstStyle>
            <a:lvl1pPr indent="-317500" lvl="0" marL="457200" rtl="0" algn="ctr">
              <a:lnSpc>
                <a:spcPct val="100000"/>
              </a:lnSpc>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457" name="Google Shape;457;p17"/>
          <p:cNvSpPr txBox="1"/>
          <p:nvPr>
            <p:ph idx="6" type="subTitle"/>
          </p:nvPr>
        </p:nvSpPr>
        <p:spPr>
          <a:xfrm>
            <a:off x="1193950" y="2041763"/>
            <a:ext cx="1996800" cy="4569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accent3"/>
              </a:buClr>
              <a:buSzPts val="2000"/>
              <a:buFont typeface="Fredoka One"/>
              <a:buNone/>
              <a:defRPr b="1" sz="2000">
                <a:solidFill>
                  <a:schemeClr val="dk1"/>
                </a:solidFill>
                <a:latin typeface="Jua"/>
                <a:ea typeface="Jua"/>
                <a:cs typeface="Jua"/>
                <a:sym typeface="Jua"/>
              </a:defRPr>
            </a:lvl1pPr>
            <a:lvl2pPr lvl="1" rtl="0">
              <a:spcBef>
                <a:spcPts val="0"/>
              </a:spcBef>
              <a:spcAft>
                <a:spcPts val="0"/>
              </a:spcAft>
              <a:buClr>
                <a:schemeClr val="accent3"/>
              </a:buClr>
              <a:buSzPts val="2000"/>
              <a:buNone/>
              <a:defRPr sz="2000">
                <a:solidFill>
                  <a:schemeClr val="accent3"/>
                </a:solidFill>
              </a:defRPr>
            </a:lvl2pPr>
            <a:lvl3pPr lvl="2" rtl="0">
              <a:spcBef>
                <a:spcPts val="0"/>
              </a:spcBef>
              <a:spcAft>
                <a:spcPts val="0"/>
              </a:spcAft>
              <a:buClr>
                <a:schemeClr val="accent3"/>
              </a:buClr>
              <a:buSzPts val="2000"/>
              <a:buNone/>
              <a:defRPr sz="2000">
                <a:solidFill>
                  <a:schemeClr val="accent3"/>
                </a:solidFill>
              </a:defRPr>
            </a:lvl3pPr>
            <a:lvl4pPr lvl="3" rtl="0">
              <a:spcBef>
                <a:spcPts val="1600"/>
              </a:spcBef>
              <a:spcAft>
                <a:spcPts val="0"/>
              </a:spcAft>
              <a:buClr>
                <a:schemeClr val="accent3"/>
              </a:buClr>
              <a:buSzPts val="2000"/>
              <a:buNone/>
              <a:defRPr sz="2000">
                <a:solidFill>
                  <a:schemeClr val="accent3"/>
                </a:solidFill>
              </a:defRPr>
            </a:lvl4pPr>
            <a:lvl5pPr lvl="4" rtl="0">
              <a:spcBef>
                <a:spcPts val="1600"/>
              </a:spcBef>
              <a:spcAft>
                <a:spcPts val="0"/>
              </a:spcAft>
              <a:buClr>
                <a:schemeClr val="accent3"/>
              </a:buClr>
              <a:buSzPts val="2000"/>
              <a:buNone/>
              <a:defRPr sz="2000">
                <a:solidFill>
                  <a:schemeClr val="accent3"/>
                </a:solidFill>
              </a:defRPr>
            </a:lvl5pPr>
            <a:lvl6pPr lvl="5" rtl="0">
              <a:spcBef>
                <a:spcPts val="0"/>
              </a:spcBef>
              <a:spcAft>
                <a:spcPts val="0"/>
              </a:spcAft>
              <a:buClr>
                <a:schemeClr val="accent3"/>
              </a:buClr>
              <a:buSzPts val="2000"/>
              <a:buNone/>
              <a:defRPr sz="2000">
                <a:solidFill>
                  <a:schemeClr val="accent3"/>
                </a:solidFill>
              </a:defRPr>
            </a:lvl6pPr>
            <a:lvl7pPr lvl="6" rtl="0">
              <a:spcBef>
                <a:spcPts val="1600"/>
              </a:spcBef>
              <a:spcAft>
                <a:spcPts val="0"/>
              </a:spcAft>
              <a:buClr>
                <a:schemeClr val="accent3"/>
              </a:buClr>
              <a:buSzPts val="2000"/>
              <a:buNone/>
              <a:defRPr sz="2000">
                <a:solidFill>
                  <a:schemeClr val="accent3"/>
                </a:solidFill>
              </a:defRPr>
            </a:lvl7pPr>
            <a:lvl8pPr lvl="7" rtl="0">
              <a:spcBef>
                <a:spcPts val="1600"/>
              </a:spcBef>
              <a:spcAft>
                <a:spcPts val="0"/>
              </a:spcAft>
              <a:buClr>
                <a:schemeClr val="accent3"/>
              </a:buClr>
              <a:buSzPts val="2000"/>
              <a:buNone/>
              <a:defRPr sz="2000">
                <a:solidFill>
                  <a:schemeClr val="accent3"/>
                </a:solidFill>
              </a:defRPr>
            </a:lvl8pPr>
            <a:lvl9pPr lvl="8" rtl="0">
              <a:spcBef>
                <a:spcPts val="1600"/>
              </a:spcBef>
              <a:spcAft>
                <a:spcPts val="1600"/>
              </a:spcAft>
              <a:buClr>
                <a:schemeClr val="accent3"/>
              </a:buClr>
              <a:buSzPts val="2000"/>
              <a:buNone/>
              <a:defRPr sz="2000">
                <a:solidFill>
                  <a:schemeClr val="accent3"/>
                </a:solidFill>
              </a:defRPr>
            </a:lvl9pPr>
          </a:lstStyle>
          <a:p/>
        </p:txBody>
      </p:sp>
      <p:sp>
        <p:nvSpPr>
          <p:cNvPr id="458" name="Google Shape;458;p17"/>
          <p:cNvSpPr txBox="1"/>
          <p:nvPr>
            <p:ph idx="7" type="body"/>
          </p:nvPr>
        </p:nvSpPr>
        <p:spPr>
          <a:xfrm>
            <a:off x="3573598" y="4092520"/>
            <a:ext cx="1996800" cy="535500"/>
          </a:xfrm>
          <a:prstGeom prst="rect">
            <a:avLst/>
          </a:prstGeom>
        </p:spPr>
        <p:txBody>
          <a:bodyPr anchorCtr="0" anchor="t" bIns="91425" lIns="91425" spcFirstLastPara="1" rIns="91425" wrap="square" tIns="91425">
            <a:noAutofit/>
          </a:bodyPr>
          <a:lstStyle>
            <a:lvl1pPr indent="-317500" lvl="0" marL="457200" rtl="0" algn="ctr">
              <a:lnSpc>
                <a:spcPct val="100000"/>
              </a:lnSpc>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459" name="Google Shape;459;p17"/>
          <p:cNvSpPr txBox="1"/>
          <p:nvPr>
            <p:ph idx="8" type="body"/>
          </p:nvPr>
        </p:nvSpPr>
        <p:spPr>
          <a:xfrm>
            <a:off x="5953250" y="4092419"/>
            <a:ext cx="1996800" cy="535500"/>
          </a:xfrm>
          <a:prstGeom prst="rect">
            <a:avLst/>
          </a:prstGeom>
        </p:spPr>
        <p:txBody>
          <a:bodyPr anchorCtr="0" anchor="t" bIns="91425" lIns="91425" spcFirstLastPara="1" rIns="91425" wrap="square" tIns="91425">
            <a:noAutofit/>
          </a:bodyPr>
          <a:lstStyle>
            <a:lvl1pPr indent="-317500" lvl="0" marL="457200" rtl="0" algn="ctr">
              <a:lnSpc>
                <a:spcPct val="100000"/>
              </a:lnSpc>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460" name="Google Shape;460;p17"/>
          <p:cNvSpPr txBox="1"/>
          <p:nvPr>
            <p:ph idx="9" type="subTitle"/>
          </p:nvPr>
        </p:nvSpPr>
        <p:spPr>
          <a:xfrm>
            <a:off x="3573598" y="3758288"/>
            <a:ext cx="1996800" cy="4569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accent3"/>
              </a:buClr>
              <a:buSzPts val="2000"/>
              <a:buFont typeface="Fredoka One"/>
              <a:buNone/>
              <a:defRPr b="1" sz="2000">
                <a:solidFill>
                  <a:schemeClr val="dk1"/>
                </a:solidFill>
                <a:latin typeface="Jua"/>
                <a:ea typeface="Jua"/>
                <a:cs typeface="Jua"/>
                <a:sym typeface="Jua"/>
              </a:defRPr>
            </a:lvl1pPr>
            <a:lvl2pPr lvl="1" rtl="0">
              <a:spcBef>
                <a:spcPts val="0"/>
              </a:spcBef>
              <a:spcAft>
                <a:spcPts val="0"/>
              </a:spcAft>
              <a:buClr>
                <a:schemeClr val="accent3"/>
              </a:buClr>
              <a:buSzPts val="2000"/>
              <a:buNone/>
              <a:defRPr sz="2000">
                <a:solidFill>
                  <a:schemeClr val="accent3"/>
                </a:solidFill>
              </a:defRPr>
            </a:lvl2pPr>
            <a:lvl3pPr lvl="2" rtl="0">
              <a:spcBef>
                <a:spcPts val="0"/>
              </a:spcBef>
              <a:spcAft>
                <a:spcPts val="0"/>
              </a:spcAft>
              <a:buClr>
                <a:schemeClr val="accent3"/>
              </a:buClr>
              <a:buSzPts val="2000"/>
              <a:buNone/>
              <a:defRPr sz="2000">
                <a:solidFill>
                  <a:schemeClr val="accent3"/>
                </a:solidFill>
              </a:defRPr>
            </a:lvl3pPr>
            <a:lvl4pPr lvl="3" rtl="0">
              <a:spcBef>
                <a:spcPts val="1600"/>
              </a:spcBef>
              <a:spcAft>
                <a:spcPts val="0"/>
              </a:spcAft>
              <a:buClr>
                <a:schemeClr val="accent3"/>
              </a:buClr>
              <a:buSzPts val="2000"/>
              <a:buNone/>
              <a:defRPr sz="2000">
                <a:solidFill>
                  <a:schemeClr val="accent3"/>
                </a:solidFill>
              </a:defRPr>
            </a:lvl4pPr>
            <a:lvl5pPr lvl="4" rtl="0">
              <a:spcBef>
                <a:spcPts val="1600"/>
              </a:spcBef>
              <a:spcAft>
                <a:spcPts val="0"/>
              </a:spcAft>
              <a:buClr>
                <a:schemeClr val="accent3"/>
              </a:buClr>
              <a:buSzPts val="2000"/>
              <a:buNone/>
              <a:defRPr sz="2000">
                <a:solidFill>
                  <a:schemeClr val="accent3"/>
                </a:solidFill>
              </a:defRPr>
            </a:lvl5pPr>
            <a:lvl6pPr lvl="5" rtl="0">
              <a:spcBef>
                <a:spcPts val="0"/>
              </a:spcBef>
              <a:spcAft>
                <a:spcPts val="0"/>
              </a:spcAft>
              <a:buClr>
                <a:schemeClr val="accent3"/>
              </a:buClr>
              <a:buSzPts val="2000"/>
              <a:buNone/>
              <a:defRPr sz="2000">
                <a:solidFill>
                  <a:schemeClr val="accent3"/>
                </a:solidFill>
              </a:defRPr>
            </a:lvl6pPr>
            <a:lvl7pPr lvl="6" rtl="0">
              <a:spcBef>
                <a:spcPts val="1600"/>
              </a:spcBef>
              <a:spcAft>
                <a:spcPts val="0"/>
              </a:spcAft>
              <a:buClr>
                <a:schemeClr val="accent3"/>
              </a:buClr>
              <a:buSzPts val="2000"/>
              <a:buNone/>
              <a:defRPr sz="2000">
                <a:solidFill>
                  <a:schemeClr val="accent3"/>
                </a:solidFill>
              </a:defRPr>
            </a:lvl7pPr>
            <a:lvl8pPr lvl="7" rtl="0">
              <a:spcBef>
                <a:spcPts val="1600"/>
              </a:spcBef>
              <a:spcAft>
                <a:spcPts val="0"/>
              </a:spcAft>
              <a:buClr>
                <a:schemeClr val="accent3"/>
              </a:buClr>
              <a:buSzPts val="2000"/>
              <a:buNone/>
              <a:defRPr sz="2000">
                <a:solidFill>
                  <a:schemeClr val="accent3"/>
                </a:solidFill>
              </a:defRPr>
            </a:lvl8pPr>
            <a:lvl9pPr lvl="8" rtl="0">
              <a:spcBef>
                <a:spcPts val="1600"/>
              </a:spcBef>
              <a:spcAft>
                <a:spcPts val="1600"/>
              </a:spcAft>
              <a:buClr>
                <a:schemeClr val="accent3"/>
              </a:buClr>
              <a:buSzPts val="2000"/>
              <a:buNone/>
              <a:defRPr sz="2000">
                <a:solidFill>
                  <a:schemeClr val="accent3"/>
                </a:solidFill>
              </a:defRPr>
            </a:lvl9pPr>
          </a:lstStyle>
          <a:p/>
        </p:txBody>
      </p:sp>
      <p:sp>
        <p:nvSpPr>
          <p:cNvPr id="461" name="Google Shape;461;p17"/>
          <p:cNvSpPr txBox="1"/>
          <p:nvPr>
            <p:ph idx="13" type="subTitle"/>
          </p:nvPr>
        </p:nvSpPr>
        <p:spPr>
          <a:xfrm>
            <a:off x="5953250" y="3758300"/>
            <a:ext cx="1996800" cy="4569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accent3"/>
              </a:buClr>
              <a:buSzPts val="2000"/>
              <a:buFont typeface="Fredoka One"/>
              <a:buNone/>
              <a:defRPr b="1" sz="2000">
                <a:solidFill>
                  <a:schemeClr val="dk1"/>
                </a:solidFill>
                <a:latin typeface="Jua"/>
                <a:ea typeface="Jua"/>
                <a:cs typeface="Jua"/>
                <a:sym typeface="Jua"/>
              </a:defRPr>
            </a:lvl1pPr>
            <a:lvl2pPr lvl="1" rtl="0">
              <a:spcBef>
                <a:spcPts val="0"/>
              </a:spcBef>
              <a:spcAft>
                <a:spcPts val="0"/>
              </a:spcAft>
              <a:buClr>
                <a:schemeClr val="accent3"/>
              </a:buClr>
              <a:buSzPts val="2000"/>
              <a:buNone/>
              <a:defRPr sz="2000">
                <a:solidFill>
                  <a:schemeClr val="accent3"/>
                </a:solidFill>
              </a:defRPr>
            </a:lvl2pPr>
            <a:lvl3pPr lvl="2" rtl="0">
              <a:spcBef>
                <a:spcPts val="0"/>
              </a:spcBef>
              <a:spcAft>
                <a:spcPts val="0"/>
              </a:spcAft>
              <a:buClr>
                <a:schemeClr val="accent3"/>
              </a:buClr>
              <a:buSzPts val="2000"/>
              <a:buNone/>
              <a:defRPr sz="2000">
                <a:solidFill>
                  <a:schemeClr val="accent3"/>
                </a:solidFill>
              </a:defRPr>
            </a:lvl3pPr>
            <a:lvl4pPr lvl="3" rtl="0">
              <a:spcBef>
                <a:spcPts val="1600"/>
              </a:spcBef>
              <a:spcAft>
                <a:spcPts val="0"/>
              </a:spcAft>
              <a:buClr>
                <a:schemeClr val="accent3"/>
              </a:buClr>
              <a:buSzPts val="2000"/>
              <a:buNone/>
              <a:defRPr sz="2000">
                <a:solidFill>
                  <a:schemeClr val="accent3"/>
                </a:solidFill>
              </a:defRPr>
            </a:lvl4pPr>
            <a:lvl5pPr lvl="4" rtl="0">
              <a:spcBef>
                <a:spcPts val="1600"/>
              </a:spcBef>
              <a:spcAft>
                <a:spcPts val="0"/>
              </a:spcAft>
              <a:buClr>
                <a:schemeClr val="accent3"/>
              </a:buClr>
              <a:buSzPts val="2000"/>
              <a:buNone/>
              <a:defRPr sz="2000">
                <a:solidFill>
                  <a:schemeClr val="accent3"/>
                </a:solidFill>
              </a:defRPr>
            </a:lvl5pPr>
            <a:lvl6pPr lvl="5" rtl="0">
              <a:spcBef>
                <a:spcPts val="0"/>
              </a:spcBef>
              <a:spcAft>
                <a:spcPts val="0"/>
              </a:spcAft>
              <a:buClr>
                <a:schemeClr val="accent3"/>
              </a:buClr>
              <a:buSzPts val="2000"/>
              <a:buNone/>
              <a:defRPr sz="2000">
                <a:solidFill>
                  <a:schemeClr val="accent3"/>
                </a:solidFill>
              </a:defRPr>
            </a:lvl6pPr>
            <a:lvl7pPr lvl="6" rtl="0">
              <a:spcBef>
                <a:spcPts val="1600"/>
              </a:spcBef>
              <a:spcAft>
                <a:spcPts val="0"/>
              </a:spcAft>
              <a:buClr>
                <a:schemeClr val="accent3"/>
              </a:buClr>
              <a:buSzPts val="2000"/>
              <a:buNone/>
              <a:defRPr sz="2000">
                <a:solidFill>
                  <a:schemeClr val="accent3"/>
                </a:solidFill>
              </a:defRPr>
            </a:lvl7pPr>
            <a:lvl8pPr lvl="7" rtl="0">
              <a:spcBef>
                <a:spcPts val="1600"/>
              </a:spcBef>
              <a:spcAft>
                <a:spcPts val="0"/>
              </a:spcAft>
              <a:buClr>
                <a:schemeClr val="accent3"/>
              </a:buClr>
              <a:buSzPts val="2000"/>
              <a:buNone/>
              <a:defRPr sz="2000">
                <a:solidFill>
                  <a:schemeClr val="accent3"/>
                </a:solidFill>
              </a:defRPr>
            </a:lvl8pPr>
            <a:lvl9pPr lvl="8" rtl="0">
              <a:spcBef>
                <a:spcPts val="1600"/>
              </a:spcBef>
              <a:spcAft>
                <a:spcPts val="1600"/>
              </a:spcAft>
              <a:buClr>
                <a:schemeClr val="accent3"/>
              </a:buClr>
              <a:buSzPts val="2000"/>
              <a:buNone/>
              <a:defRPr sz="2000">
                <a:solidFill>
                  <a:schemeClr val="accent3"/>
                </a:solidFill>
              </a:defRPr>
            </a:lvl9pPr>
          </a:lstStyle>
          <a:p/>
        </p:txBody>
      </p:sp>
      <p:sp>
        <p:nvSpPr>
          <p:cNvPr id="462" name="Google Shape;462;p17"/>
          <p:cNvSpPr txBox="1"/>
          <p:nvPr>
            <p:ph idx="14" type="body"/>
          </p:nvPr>
        </p:nvSpPr>
        <p:spPr>
          <a:xfrm>
            <a:off x="1193950" y="4092520"/>
            <a:ext cx="1996800" cy="535500"/>
          </a:xfrm>
          <a:prstGeom prst="rect">
            <a:avLst/>
          </a:prstGeom>
        </p:spPr>
        <p:txBody>
          <a:bodyPr anchorCtr="0" anchor="t" bIns="91425" lIns="91425" spcFirstLastPara="1" rIns="91425" wrap="square" tIns="91425">
            <a:noAutofit/>
          </a:bodyPr>
          <a:lstStyle>
            <a:lvl1pPr indent="-317500" lvl="0" marL="457200" rtl="0" algn="ctr">
              <a:lnSpc>
                <a:spcPct val="100000"/>
              </a:lnSpc>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463" name="Google Shape;463;p17"/>
          <p:cNvSpPr txBox="1"/>
          <p:nvPr>
            <p:ph idx="15" type="subTitle"/>
          </p:nvPr>
        </p:nvSpPr>
        <p:spPr>
          <a:xfrm>
            <a:off x="1193950" y="3758288"/>
            <a:ext cx="1996800" cy="4569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accent3"/>
              </a:buClr>
              <a:buSzPts val="2000"/>
              <a:buFont typeface="Fredoka One"/>
              <a:buNone/>
              <a:defRPr b="1" sz="2000">
                <a:solidFill>
                  <a:schemeClr val="dk1"/>
                </a:solidFill>
                <a:latin typeface="Jua"/>
                <a:ea typeface="Jua"/>
                <a:cs typeface="Jua"/>
                <a:sym typeface="Jua"/>
              </a:defRPr>
            </a:lvl1pPr>
            <a:lvl2pPr lvl="1" rtl="0">
              <a:spcBef>
                <a:spcPts val="0"/>
              </a:spcBef>
              <a:spcAft>
                <a:spcPts val="0"/>
              </a:spcAft>
              <a:buClr>
                <a:schemeClr val="accent3"/>
              </a:buClr>
              <a:buSzPts val="2000"/>
              <a:buNone/>
              <a:defRPr sz="2000">
                <a:solidFill>
                  <a:schemeClr val="accent3"/>
                </a:solidFill>
              </a:defRPr>
            </a:lvl2pPr>
            <a:lvl3pPr lvl="2" rtl="0">
              <a:spcBef>
                <a:spcPts val="0"/>
              </a:spcBef>
              <a:spcAft>
                <a:spcPts val="0"/>
              </a:spcAft>
              <a:buClr>
                <a:schemeClr val="accent3"/>
              </a:buClr>
              <a:buSzPts val="2000"/>
              <a:buNone/>
              <a:defRPr sz="2000">
                <a:solidFill>
                  <a:schemeClr val="accent3"/>
                </a:solidFill>
              </a:defRPr>
            </a:lvl3pPr>
            <a:lvl4pPr lvl="3" rtl="0">
              <a:spcBef>
                <a:spcPts val="1600"/>
              </a:spcBef>
              <a:spcAft>
                <a:spcPts val="0"/>
              </a:spcAft>
              <a:buClr>
                <a:schemeClr val="accent3"/>
              </a:buClr>
              <a:buSzPts val="2000"/>
              <a:buNone/>
              <a:defRPr sz="2000">
                <a:solidFill>
                  <a:schemeClr val="accent3"/>
                </a:solidFill>
              </a:defRPr>
            </a:lvl4pPr>
            <a:lvl5pPr lvl="4" rtl="0">
              <a:spcBef>
                <a:spcPts val="1600"/>
              </a:spcBef>
              <a:spcAft>
                <a:spcPts val="0"/>
              </a:spcAft>
              <a:buClr>
                <a:schemeClr val="accent3"/>
              </a:buClr>
              <a:buSzPts val="2000"/>
              <a:buNone/>
              <a:defRPr sz="2000">
                <a:solidFill>
                  <a:schemeClr val="accent3"/>
                </a:solidFill>
              </a:defRPr>
            </a:lvl5pPr>
            <a:lvl6pPr lvl="5" rtl="0">
              <a:spcBef>
                <a:spcPts val="0"/>
              </a:spcBef>
              <a:spcAft>
                <a:spcPts val="0"/>
              </a:spcAft>
              <a:buClr>
                <a:schemeClr val="accent3"/>
              </a:buClr>
              <a:buSzPts val="2000"/>
              <a:buNone/>
              <a:defRPr sz="2000">
                <a:solidFill>
                  <a:schemeClr val="accent3"/>
                </a:solidFill>
              </a:defRPr>
            </a:lvl6pPr>
            <a:lvl7pPr lvl="6" rtl="0">
              <a:spcBef>
                <a:spcPts val="1600"/>
              </a:spcBef>
              <a:spcAft>
                <a:spcPts val="0"/>
              </a:spcAft>
              <a:buClr>
                <a:schemeClr val="accent3"/>
              </a:buClr>
              <a:buSzPts val="2000"/>
              <a:buNone/>
              <a:defRPr sz="2000">
                <a:solidFill>
                  <a:schemeClr val="accent3"/>
                </a:solidFill>
              </a:defRPr>
            </a:lvl7pPr>
            <a:lvl8pPr lvl="7" rtl="0">
              <a:spcBef>
                <a:spcPts val="1600"/>
              </a:spcBef>
              <a:spcAft>
                <a:spcPts val="0"/>
              </a:spcAft>
              <a:buClr>
                <a:schemeClr val="accent3"/>
              </a:buClr>
              <a:buSzPts val="2000"/>
              <a:buNone/>
              <a:defRPr sz="2000">
                <a:solidFill>
                  <a:schemeClr val="accent3"/>
                </a:solidFill>
              </a:defRPr>
            </a:lvl8pPr>
            <a:lvl9pPr lvl="8" rtl="0">
              <a:spcBef>
                <a:spcPts val="1600"/>
              </a:spcBef>
              <a:spcAft>
                <a:spcPts val="1600"/>
              </a:spcAft>
              <a:buClr>
                <a:schemeClr val="accent3"/>
              </a:buClr>
              <a:buSzPts val="2000"/>
              <a:buNone/>
              <a:defRPr sz="2000">
                <a:solidFill>
                  <a:schemeClr val="accent3"/>
                </a:solidFill>
              </a:defRPr>
            </a:lvl9pPr>
          </a:lstStyle>
          <a:p/>
        </p:txBody>
      </p:sp>
      <p:grpSp>
        <p:nvGrpSpPr>
          <p:cNvPr id="464" name="Google Shape;464;p17"/>
          <p:cNvGrpSpPr/>
          <p:nvPr/>
        </p:nvGrpSpPr>
        <p:grpSpPr>
          <a:xfrm flipH="1">
            <a:off x="311083" y="3936264"/>
            <a:ext cx="597036" cy="926528"/>
            <a:chOff x="7686063" y="677323"/>
            <a:chExt cx="781665" cy="1213051"/>
          </a:xfrm>
        </p:grpSpPr>
        <p:sp>
          <p:nvSpPr>
            <p:cNvPr id="465" name="Google Shape;465;p17"/>
            <p:cNvSpPr/>
            <p:nvPr/>
          </p:nvSpPr>
          <p:spPr>
            <a:xfrm>
              <a:off x="7867565" y="740675"/>
              <a:ext cx="380187" cy="575627"/>
            </a:xfrm>
            <a:custGeom>
              <a:rect b="b" l="l" r="r" t="t"/>
              <a:pathLst>
                <a:path extrusionOk="0" h="13510" w="8923">
                  <a:moveTo>
                    <a:pt x="4662" y="1"/>
                  </a:moveTo>
                  <a:cubicBezTo>
                    <a:pt x="4161" y="2758"/>
                    <a:pt x="3309" y="6016"/>
                    <a:pt x="0" y="6592"/>
                  </a:cubicBezTo>
                  <a:cubicBezTo>
                    <a:pt x="2757" y="7820"/>
                    <a:pt x="3910" y="10702"/>
                    <a:pt x="4161" y="13509"/>
                  </a:cubicBezTo>
                  <a:cubicBezTo>
                    <a:pt x="4662" y="10753"/>
                    <a:pt x="5815" y="7920"/>
                    <a:pt x="8923" y="7068"/>
                  </a:cubicBezTo>
                  <a:cubicBezTo>
                    <a:pt x="5589" y="5915"/>
                    <a:pt x="5439" y="3760"/>
                    <a:pt x="466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17"/>
            <p:cNvSpPr/>
            <p:nvPr/>
          </p:nvSpPr>
          <p:spPr>
            <a:xfrm>
              <a:off x="8268709" y="1375767"/>
              <a:ext cx="199020" cy="133788"/>
            </a:xfrm>
            <a:custGeom>
              <a:rect b="b" l="l" r="r" t="t"/>
              <a:pathLst>
                <a:path extrusionOk="0" h="3140" w="4671">
                  <a:moveTo>
                    <a:pt x="2205" y="0"/>
                  </a:moveTo>
                  <a:cubicBezTo>
                    <a:pt x="245" y="0"/>
                    <a:pt x="0" y="3140"/>
                    <a:pt x="2515" y="3140"/>
                  </a:cubicBezTo>
                  <a:cubicBezTo>
                    <a:pt x="4420" y="3140"/>
                    <a:pt x="4671" y="57"/>
                    <a:pt x="2365" y="7"/>
                  </a:cubicBezTo>
                  <a:cubicBezTo>
                    <a:pt x="2310" y="2"/>
                    <a:pt x="2257" y="0"/>
                    <a:pt x="220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17"/>
            <p:cNvSpPr/>
            <p:nvPr/>
          </p:nvSpPr>
          <p:spPr>
            <a:xfrm>
              <a:off x="7781470" y="677323"/>
              <a:ext cx="94227" cy="63352"/>
            </a:xfrm>
            <a:custGeom>
              <a:rect b="b" l="l" r="r" t="t"/>
              <a:pathLst>
                <a:path extrusionOk="0" h="2361" w="3512">
                  <a:moveTo>
                    <a:pt x="1668" y="0"/>
                  </a:moveTo>
                  <a:cubicBezTo>
                    <a:pt x="192" y="0"/>
                    <a:pt x="1" y="2361"/>
                    <a:pt x="1908" y="2361"/>
                  </a:cubicBezTo>
                  <a:cubicBezTo>
                    <a:pt x="3336" y="2361"/>
                    <a:pt x="3512" y="55"/>
                    <a:pt x="1782" y="5"/>
                  </a:cubicBezTo>
                  <a:cubicBezTo>
                    <a:pt x="1743" y="2"/>
                    <a:pt x="1705" y="0"/>
                    <a:pt x="166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17"/>
            <p:cNvSpPr/>
            <p:nvPr/>
          </p:nvSpPr>
          <p:spPr>
            <a:xfrm>
              <a:off x="7686063" y="1316307"/>
              <a:ext cx="114785" cy="77120"/>
            </a:xfrm>
            <a:custGeom>
              <a:rect b="b" l="l" r="r" t="t"/>
              <a:pathLst>
                <a:path extrusionOk="0" h="1810" w="2694">
                  <a:moveTo>
                    <a:pt x="1275" y="1"/>
                  </a:moveTo>
                  <a:cubicBezTo>
                    <a:pt x="153" y="1"/>
                    <a:pt x="1" y="1809"/>
                    <a:pt x="1466" y="1809"/>
                  </a:cubicBezTo>
                  <a:cubicBezTo>
                    <a:pt x="2569" y="1809"/>
                    <a:pt x="2694" y="30"/>
                    <a:pt x="1366" y="5"/>
                  </a:cubicBezTo>
                  <a:cubicBezTo>
                    <a:pt x="1335" y="2"/>
                    <a:pt x="1305" y="1"/>
                    <a:pt x="127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17"/>
            <p:cNvSpPr/>
            <p:nvPr/>
          </p:nvSpPr>
          <p:spPr>
            <a:xfrm rot="-885390">
              <a:off x="7818742" y="1548804"/>
              <a:ext cx="211329" cy="319934"/>
            </a:xfrm>
            <a:custGeom>
              <a:rect b="b" l="l" r="r" t="t"/>
              <a:pathLst>
                <a:path extrusionOk="0" h="13510" w="8923">
                  <a:moveTo>
                    <a:pt x="4662" y="1"/>
                  </a:moveTo>
                  <a:cubicBezTo>
                    <a:pt x="4161" y="2758"/>
                    <a:pt x="3309" y="6016"/>
                    <a:pt x="0" y="6592"/>
                  </a:cubicBezTo>
                  <a:cubicBezTo>
                    <a:pt x="2757" y="7820"/>
                    <a:pt x="3910" y="10702"/>
                    <a:pt x="4161" y="13509"/>
                  </a:cubicBezTo>
                  <a:cubicBezTo>
                    <a:pt x="4662" y="10753"/>
                    <a:pt x="5815" y="7920"/>
                    <a:pt x="8923" y="7068"/>
                  </a:cubicBezTo>
                  <a:cubicBezTo>
                    <a:pt x="5589" y="5915"/>
                    <a:pt x="5439" y="3760"/>
                    <a:pt x="466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0" name="Google Shape;470;p17"/>
          <p:cNvSpPr txBox="1"/>
          <p:nvPr>
            <p:ph type="title"/>
          </p:nvPr>
        </p:nvSpPr>
        <p:spPr>
          <a:xfrm>
            <a:off x="720000" y="540000"/>
            <a:ext cx="7785900" cy="4776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sz="3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71" name="Google Shape;471;p1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4">
    <p:spTree>
      <p:nvGrpSpPr>
        <p:cNvPr id="472" name="Shape 472"/>
        <p:cNvGrpSpPr/>
        <p:nvPr/>
      </p:nvGrpSpPr>
      <p:grpSpPr>
        <a:xfrm>
          <a:off x="0" y="0"/>
          <a:ext cx="0" cy="0"/>
          <a:chOff x="0" y="0"/>
          <a:chExt cx="0" cy="0"/>
        </a:xfrm>
      </p:grpSpPr>
      <p:sp>
        <p:nvSpPr>
          <p:cNvPr id="473" name="Google Shape;473;p18"/>
          <p:cNvSpPr txBox="1"/>
          <p:nvPr>
            <p:ph idx="1" type="body"/>
          </p:nvPr>
        </p:nvSpPr>
        <p:spPr>
          <a:xfrm>
            <a:off x="2928445" y="2186093"/>
            <a:ext cx="1980000" cy="665100"/>
          </a:xfrm>
          <a:prstGeom prst="rect">
            <a:avLst/>
          </a:prstGeom>
        </p:spPr>
        <p:txBody>
          <a:bodyPr anchorCtr="0" anchor="t" bIns="91425" lIns="91425" spcFirstLastPara="1" rIns="91425" wrap="square" tIns="91425">
            <a:noAutofit/>
          </a:bodyPr>
          <a:lstStyle>
            <a:lvl1pPr indent="-317500" lvl="0" marL="457200" rtl="0" algn="ctr">
              <a:lnSpc>
                <a:spcPct val="100000"/>
              </a:lnSpc>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474" name="Google Shape;474;p18"/>
          <p:cNvSpPr txBox="1"/>
          <p:nvPr>
            <p:ph idx="2" type="subTitle"/>
          </p:nvPr>
        </p:nvSpPr>
        <p:spPr>
          <a:xfrm>
            <a:off x="2928435" y="1798225"/>
            <a:ext cx="1980000" cy="4569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accent3"/>
              </a:buClr>
              <a:buSzPts val="2000"/>
              <a:buFont typeface="Fredoka One"/>
              <a:buNone/>
              <a:defRPr b="1" sz="2000">
                <a:solidFill>
                  <a:schemeClr val="dk1"/>
                </a:solidFill>
                <a:latin typeface="Sansita"/>
                <a:ea typeface="Sansita"/>
                <a:cs typeface="Sansita"/>
                <a:sym typeface="Sansita"/>
              </a:defRPr>
            </a:lvl1pPr>
            <a:lvl2pPr lvl="1" rtl="0">
              <a:spcBef>
                <a:spcPts val="0"/>
              </a:spcBef>
              <a:spcAft>
                <a:spcPts val="0"/>
              </a:spcAft>
              <a:buClr>
                <a:schemeClr val="accent3"/>
              </a:buClr>
              <a:buSzPts val="2000"/>
              <a:buNone/>
              <a:defRPr sz="2000">
                <a:solidFill>
                  <a:schemeClr val="accent3"/>
                </a:solidFill>
              </a:defRPr>
            </a:lvl2pPr>
            <a:lvl3pPr lvl="2" rtl="0">
              <a:spcBef>
                <a:spcPts val="0"/>
              </a:spcBef>
              <a:spcAft>
                <a:spcPts val="0"/>
              </a:spcAft>
              <a:buClr>
                <a:schemeClr val="accent3"/>
              </a:buClr>
              <a:buSzPts val="2000"/>
              <a:buNone/>
              <a:defRPr sz="2000">
                <a:solidFill>
                  <a:schemeClr val="accent3"/>
                </a:solidFill>
              </a:defRPr>
            </a:lvl3pPr>
            <a:lvl4pPr lvl="3" rtl="0">
              <a:spcBef>
                <a:spcPts val="1600"/>
              </a:spcBef>
              <a:spcAft>
                <a:spcPts val="0"/>
              </a:spcAft>
              <a:buClr>
                <a:schemeClr val="accent3"/>
              </a:buClr>
              <a:buSzPts val="2000"/>
              <a:buNone/>
              <a:defRPr sz="2000">
                <a:solidFill>
                  <a:schemeClr val="accent3"/>
                </a:solidFill>
              </a:defRPr>
            </a:lvl4pPr>
            <a:lvl5pPr lvl="4" rtl="0">
              <a:spcBef>
                <a:spcPts val="1600"/>
              </a:spcBef>
              <a:spcAft>
                <a:spcPts val="0"/>
              </a:spcAft>
              <a:buClr>
                <a:schemeClr val="accent3"/>
              </a:buClr>
              <a:buSzPts val="2000"/>
              <a:buNone/>
              <a:defRPr sz="2000">
                <a:solidFill>
                  <a:schemeClr val="accent3"/>
                </a:solidFill>
              </a:defRPr>
            </a:lvl5pPr>
            <a:lvl6pPr lvl="5" rtl="0">
              <a:spcBef>
                <a:spcPts val="0"/>
              </a:spcBef>
              <a:spcAft>
                <a:spcPts val="0"/>
              </a:spcAft>
              <a:buClr>
                <a:schemeClr val="accent3"/>
              </a:buClr>
              <a:buSzPts val="2000"/>
              <a:buNone/>
              <a:defRPr sz="2000">
                <a:solidFill>
                  <a:schemeClr val="accent3"/>
                </a:solidFill>
              </a:defRPr>
            </a:lvl6pPr>
            <a:lvl7pPr lvl="6" rtl="0">
              <a:spcBef>
                <a:spcPts val="1600"/>
              </a:spcBef>
              <a:spcAft>
                <a:spcPts val="0"/>
              </a:spcAft>
              <a:buClr>
                <a:schemeClr val="accent3"/>
              </a:buClr>
              <a:buSzPts val="2000"/>
              <a:buNone/>
              <a:defRPr sz="2000">
                <a:solidFill>
                  <a:schemeClr val="accent3"/>
                </a:solidFill>
              </a:defRPr>
            </a:lvl7pPr>
            <a:lvl8pPr lvl="7" rtl="0">
              <a:spcBef>
                <a:spcPts val="1600"/>
              </a:spcBef>
              <a:spcAft>
                <a:spcPts val="0"/>
              </a:spcAft>
              <a:buClr>
                <a:schemeClr val="accent3"/>
              </a:buClr>
              <a:buSzPts val="2000"/>
              <a:buNone/>
              <a:defRPr sz="2000">
                <a:solidFill>
                  <a:schemeClr val="accent3"/>
                </a:solidFill>
              </a:defRPr>
            </a:lvl8pPr>
            <a:lvl9pPr lvl="8" rtl="0">
              <a:spcBef>
                <a:spcPts val="1600"/>
              </a:spcBef>
              <a:spcAft>
                <a:spcPts val="1600"/>
              </a:spcAft>
              <a:buClr>
                <a:schemeClr val="accent3"/>
              </a:buClr>
              <a:buSzPts val="2000"/>
              <a:buNone/>
              <a:defRPr sz="2000">
                <a:solidFill>
                  <a:schemeClr val="accent3"/>
                </a:solidFill>
              </a:defRPr>
            </a:lvl9pPr>
          </a:lstStyle>
          <a:p/>
        </p:txBody>
      </p:sp>
      <p:sp>
        <p:nvSpPr>
          <p:cNvPr id="475" name="Google Shape;475;p18"/>
          <p:cNvSpPr txBox="1"/>
          <p:nvPr>
            <p:ph idx="3" type="body"/>
          </p:nvPr>
        </p:nvSpPr>
        <p:spPr>
          <a:xfrm>
            <a:off x="720000" y="2186093"/>
            <a:ext cx="1980000" cy="665100"/>
          </a:xfrm>
          <a:prstGeom prst="rect">
            <a:avLst/>
          </a:prstGeom>
        </p:spPr>
        <p:txBody>
          <a:bodyPr anchorCtr="0" anchor="t" bIns="91425" lIns="91425" spcFirstLastPara="1" rIns="91425" wrap="square" tIns="91425">
            <a:noAutofit/>
          </a:bodyPr>
          <a:lstStyle>
            <a:lvl1pPr indent="-317500" lvl="0" marL="457200" rtl="0" algn="ctr">
              <a:lnSpc>
                <a:spcPct val="100000"/>
              </a:lnSpc>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476" name="Google Shape;476;p18"/>
          <p:cNvSpPr txBox="1"/>
          <p:nvPr>
            <p:ph idx="4" type="subTitle"/>
          </p:nvPr>
        </p:nvSpPr>
        <p:spPr>
          <a:xfrm>
            <a:off x="720000" y="1798225"/>
            <a:ext cx="1980000" cy="4569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accent3"/>
              </a:buClr>
              <a:buSzPts val="2000"/>
              <a:buFont typeface="Fredoka One"/>
              <a:buNone/>
              <a:defRPr b="1" sz="2000">
                <a:solidFill>
                  <a:schemeClr val="dk1"/>
                </a:solidFill>
                <a:latin typeface="Sansita"/>
                <a:ea typeface="Sansita"/>
                <a:cs typeface="Sansita"/>
                <a:sym typeface="Sansita"/>
              </a:defRPr>
            </a:lvl1pPr>
            <a:lvl2pPr lvl="1" rtl="0">
              <a:spcBef>
                <a:spcPts val="0"/>
              </a:spcBef>
              <a:spcAft>
                <a:spcPts val="0"/>
              </a:spcAft>
              <a:buClr>
                <a:schemeClr val="accent3"/>
              </a:buClr>
              <a:buSzPts val="2000"/>
              <a:buNone/>
              <a:defRPr sz="2000">
                <a:solidFill>
                  <a:schemeClr val="accent3"/>
                </a:solidFill>
              </a:defRPr>
            </a:lvl2pPr>
            <a:lvl3pPr lvl="2" rtl="0">
              <a:spcBef>
                <a:spcPts val="0"/>
              </a:spcBef>
              <a:spcAft>
                <a:spcPts val="0"/>
              </a:spcAft>
              <a:buClr>
                <a:schemeClr val="accent3"/>
              </a:buClr>
              <a:buSzPts val="2000"/>
              <a:buNone/>
              <a:defRPr sz="2000">
                <a:solidFill>
                  <a:schemeClr val="accent3"/>
                </a:solidFill>
              </a:defRPr>
            </a:lvl3pPr>
            <a:lvl4pPr lvl="3" rtl="0">
              <a:spcBef>
                <a:spcPts val="1600"/>
              </a:spcBef>
              <a:spcAft>
                <a:spcPts val="0"/>
              </a:spcAft>
              <a:buClr>
                <a:schemeClr val="accent3"/>
              </a:buClr>
              <a:buSzPts val="2000"/>
              <a:buNone/>
              <a:defRPr sz="2000">
                <a:solidFill>
                  <a:schemeClr val="accent3"/>
                </a:solidFill>
              </a:defRPr>
            </a:lvl4pPr>
            <a:lvl5pPr lvl="4" rtl="0">
              <a:spcBef>
                <a:spcPts val="1600"/>
              </a:spcBef>
              <a:spcAft>
                <a:spcPts val="0"/>
              </a:spcAft>
              <a:buClr>
                <a:schemeClr val="accent3"/>
              </a:buClr>
              <a:buSzPts val="2000"/>
              <a:buNone/>
              <a:defRPr sz="2000">
                <a:solidFill>
                  <a:schemeClr val="accent3"/>
                </a:solidFill>
              </a:defRPr>
            </a:lvl5pPr>
            <a:lvl6pPr lvl="5" rtl="0">
              <a:spcBef>
                <a:spcPts val="0"/>
              </a:spcBef>
              <a:spcAft>
                <a:spcPts val="0"/>
              </a:spcAft>
              <a:buClr>
                <a:schemeClr val="accent3"/>
              </a:buClr>
              <a:buSzPts val="2000"/>
              <a:buNone/>
              <a:defRPr sz="2000">
                <a:solidFill>
                  <a:schemeClr val="accent3"/>
                </a:solidFill>
              </a:defRPr>
            </a:lvl6pPr>
            <a:lvl7pPr lvl="6" rtl="0">
              <a:spcBef>
                <a:spcPts val="1600"/>
              </a:spcBef>
              <a:spcAft>
                <a:spcPts val="0"/>
              </a:spcAft>
              <a:buClr>
                <a:schemeClr val="accent3"/>
              </a:buClr>
              <a:buSzPts val="2000"/>
              <a:buNone/>
              <a:defRPr sz="2000">
                <a:solidFill>
                  <a:schemeClr val="accent3"/>
                </a:solidFill>
              </a:defRPr>
            </a:lvl7pPr>
            <a:lvl8pPr lvl="7" rtl="0">
              <a:spcBef>
                <a:spcPts val="1600"/>
              </a:spcBef>
              <a:spcAft>
                <a:spcPts val="0"/>
              </a:spcAft>
              <a:buClr>
                <a:schemeClr val="accent3"/>
              </a:buClr>
              <a:buSzPts val="2000"/>
              <a:buNone/>
              <a:defRPr sz="2000">
                <a:solidFill>
                  <a:schemeClr val="accent3"/>
                </a:solidFill>
              </a:defRPr>
            </a:lvl8pPr>
            <a:lvl9pPr lvl="8" rtl="0">
              <a:spcBef>
                <a:spcPts val="1600"/>
              </a:spcBef>
              <a:spcAft>
                <a:spcPts val="1600"/>
              </a:spcAft>
              <a:buClr>
                <a:schemeClr val="accent3"/>
              </a:buClr>
              <a:buSzPts val="2000"/>
              <a:buNone/>
              <a:defRPr sz="2000">
                <a:solidFill>
                  <a:schemeClr val="accent3"/>
                </a:solidFill>
              </a:defRPr>
            </a:lvl9pPr>
          </a:lstStyle>
          <a:p/>
        </p:txBody>
      </p:sp>
      <p:sp>
        <p:nvSpPr>
          <p:cNvPr id="477" name="Google Shape;477;p18"/>
          <p:cNvSpPr txBox="1"/>
          <p:nvPr>
            <p:ph idx="5" type="body"/>
          </p:nvPr>
        </p:nvSpPr>
        <p:spPr>
          <a:xfrm>
            <a:off x="2928438" y="3594850"/>
            <a:ext cx="1980000" cy="665100"/>
          </a:xfrm>
          <a:prstGeom prst="rect">
            <a:avLst/>
          </a:prstGeom>
        </p:spPr>
        <p:txBody>
          <a:bodyPr anchorCtr="0" anchor="t" bIns="91425" lIns="91425" spcFirstLastPara="1" rIns="91425" wrap="square" tIns="91425">
            <a:noAutofit/>
          </a:bodyPr>
          <a:lstStyle>
            <a:lvl1pPr indent="-317500" lvl="0" marL="457200" rtl="0" algn="ctr">
              <a:lnSpc>
                <a:spcPct val="100000"/>
              </a:lnSpc>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478" name="Google Shape;478;p18"/>
          <p:cNvSpPr txBox="1"/>
          <p:nvPr>
            <p:ph idx="6" type="subTitle"/>
          </p:nvPr>
        </p:nvSpPr>
        <p:spPr>
          <a:xfrm>
            <a:off x="2928435" y="3201247"/>
            <a:ext cx="1980000" cy="4569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accent3"/>
              </a:buClr>
              <a:buSzPts val="2000"/>
              <a:buFont typeface="Fredoka One"/>
              <a:buNone/>
              <a:defRPr b="1" sz="2000">
                <a:solidFill>
                  <a:schemeClr val="dk1"/>
                </a:solidFill>
                <a:latin typeface="Sansita"/>
                <a:ea typeface="Sansita"/>
                <a:cs typeface="Sansita"/>
                <a:sym typeface="Sansita"/>
              </a:defRPr>
            </a:lvl1pPr>
            <a:lvl2pPr lvl="1" rtl="0">
              <a:spcBef>
                <a:spcPts val="0"/>
              </a:spcBef>
              <a:spcAft>
                <a:spcPts val="0"/>
              </a:spcAft>
              <a:buClr>
                <a:schemeClr val="accent3"/>
              </a:buClr>
              <a:buSzPts val="2000"/>
              <a:buNone/>
              <a:defRPr sz="2000">
                <a:solidFill>
                  <a:schemeClr val="accent3"/>
                </a:solidFill>
              </a:defRPr>
            </a:lvl2pPr>
            <a:lvl3pPr lvl="2" rtl="0">
              <a:spcBef>
                <a:spcPts val="0"/>
              </a:spcBef>
              <a:spcAft>
                <a:spcPts val="0"/>
              </a:spcAft>
              <a:buClr>
                <a:schemeClr val="accent3"/>
              </a:buClr>
              <a:buSzPts val="2000"/>
              <a:buNone/>
              <a:defRPr sz="2000">
                <a:solidFill>
                  <a:schemeClr val="accent3"/>
                </a:solidFill>
              </a:defRPr>
            </a:lvl3pPr>
            <a:lvl4pPr lvl="3" rtl="0">
              <a:spcBef>
                <a:spcPts val="1600"/>
              </a:spcBef>
              <a:spcAft>
                <a:spcPts val="0"/>
              </a:spcAft>
              <a:buClr>
                <a:schemeClr val="accent3"/>
              </a:buClr>
              <a:buSzPts val="2000"/>
              <a:buNone/>
              <a:defRPr sz="2000">
                <a:solidFill>
                  <a:schemeClr val="accent3"/>
                </a:solidFill>
              </a:defRPr>
            </a:lvl4pPr>
            <a:lvl5pPr lvl="4" rtl="0">
              <a:spcBef>
                <a:spcPts val="1600"/>
              </a:spcBef>
              <a:spcAft>
                <a:spcPts val="0"/>
              </a:spcAft>
              <a:buClr>
                <a:schemeClr val="accent3"/>
              </a:buClr>
              <a:buSzPts val="2000"/>
              <a:buNone/>
              <a:defRPr sz="2000">
                <a:solidFill>
                  <a:schemeClr val="accent3"/>
                </a:solidFill>
              </a:defRPr>
            </a:lvl5pPr>
            <a:lvl6pPr lvl="5" rtl="0">
              <a:spcBef>
                <a:spcPts val="0"/>
              </a:spcBef>
              <a:spcAft>
                <a:spcPts val="0"/>
              </a:spcAft>
              <a:buClr>
                <a:schemeClr val="accent3"/>
              </a:buClr>
              <a:buSzPts val="2000"/>
              <a:buNone/>
              <a:defRPr sz="2000">
                <a:solidFill>
                  <a:schemeClr val="accent3"/>
                </a:solidFill>
              </a:defRPr>
            </a:lvl6pPr>
            <a:lvl7pPr lvl="6" rtl="0">
              <a:spcBef>
                <a:spcPts val="1600"/>
              </a:spcBef>
              <a:spcAft>
                <a:spcPts val="0"/>
              </a:spcAft>
              <a:buClr>
                <a:schemeClr val="accent3"/>
              </a:buClr>
              <a:buSzPts val="2000"/>
              <a:buNone/>
              <a:defRPr sz="2000">
                <a:solidFill>
                  <a:schemeClr val="accent3"/>
                </a:solidFill>
              </a:defRPr>
            </a:lvl7pPr>
            <a:lvl8pPr lvl="7" rtl="0">
              <a:spcBef>
                <a:spcPts val="1600"/>
              </a:spcBef>
              <a:spcAft>
                <a:spcPts val="0"/>
              </a:spcAft>
              <a:buClr>
                <a:schemeClr val="accent3"/>
              </a:buClr>
              <a:buSzPts val="2000"/>
              <a:buNone/>
              <a:defRPr sz="2000">
                <a:solidFill>
                  <a:schemeClr val="accent3"/>
                </a:solidFill>
              </a:defRPr>
            </a:lvl8pPr>
            <a:lvl9pPr lvl="8" rtl="0">
              <a:spcBef>
                <a:spcPts val="1600"/>
              </a:spcBef>
              <a:spcAft>
                <a:spcPts val="1600"/>
              </a:spcAft>
              <a:buClr>
                <a:schemeClr val="accent3"/>
              </a:buClr>
              <a:buSzPts val="2000"/>
              <a:buNone/>
              <a:defRPr sz="2000">
                <a:solidFill>
                  <a:schemeClr val="accent3"/>
                </a:solidFill>
              </a:defRPr>
            </a:lvl9pPr>
          </a:lstStyle>
          <a:p/>
        </p:txBody>
      </p:sp>
      <p:sp>
        <p:nvSpPr>
          <p:cNvPr id="479" name="Google Shape;479;p18"/>
          <p:cNvSpPr txBox="1"/>
          <p:nvPr>
            <p:ph idx="7" type="body"/>
          </p:nvPr>
        </p:nvSpPr>
        <p:spPr>
          <a:xfrm>
            <a:off x="720000" y="3594846"/>
            <a:ext cx="1980000" cy="665100"/>
          </a:xfrm>
          <a:prstGeom prst="rect">
            <a:avLst/>
          </a:prstGeom>
        </p:spPr>
        <p:txBody>
          <a:bodyPr anchorCtr="0" anchor="t" bIns="91425" lIns="91425" spcFirstLastPara="1" rIns="91425" wrap="square" tIns="91425">
            <a:noAutofit/>
          </a:bodyPr>
          <a:lstStyle>
            <a:lvl1pPr indent="-317500" lvl="0" marL="457200" rtl="0" algn="ctr">
              <a:lnSpc>
                <a:spcPct val="100000"/>
              </a:lnSpc>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480" name="Google Shape;480;p18"/>
          <p:cNvSpPr txBox="1"/>
          <p:nvPr>
            <p:ph idx="8" type="subTitle"/>
          </p:nvPr>
        </p:nvSpPr>
        <p:spPr>
          <a:xfrm>
            <a:off x="720000" y="3201247"/>
            <a:ext cx="1980000" cy="4569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accent3"/>
              </a:buClr>
              <a:buSzPts val="2000"/>
              <a:buFont typeface="Fredoka One"/>
              <a:buNone/>
              <a:defRPr b="1" sz="2000">
                <a:solidFill>
                  <a:schemeClr val="dk1"/>
                </a:solidFill>
                <a:latin typeface="Sansita"/>
                <a:ea typeface="Sansita"/>
                <a:cs typeface="Sansita"/>
                <a:sym typeface="Sansita"/>
              </a:defRPr>
            </a:lvl1pPr>
            <a:lvl2pPr lvl="1" rtl="0">
              <a:spcBef>
                <a:spcPts val="0"/>
              </a:spcBef>
              <a:spcAft>
                <a:spcPts val="0"/>
              </a:spcAft>
              <a:buClr>
                <a:schemeClr val="accent3"/>
              </a:buClr>
              <a:buSzPts val="2000"/>
              <a:buNone/>
              <a:defRPr sz="2000">
                <a:solidFill>
                  <a:schemeClr val="accent3"/>
                </a:solidFill>
              </a:defRPr>
            </a:lvl2pPr>
            <a:lvl3pPr lvl="2" rtl="0">
              <a:spcBef>
                <a:spcPts val="0"/>
              </a:spcBef>
              <a:spcAft>
                <a:spcPts val="0"/>
              </a:spcAft>
              <a:buClr>
                <a:schemeClr val="accent3"/>
              </a:buClr>
              <a:buSzPts val="2000"/>
              <a:buNone/>
              <a:defRPr sz="2000">
                <a:solidFill>
                  <a:schemeClr val="accent3"/>
                </a:solidFill>
              </a:defRPr>
            </a:lvl3pPr>
            <a:lvl4pPr lvl="3" rtl="0">
              <a:spcBef>
                <a:spcPts val="1600"/>
              </a:spcBef>
              <a:spcAft>
                <a:spcPts val="0"/>
              </a:spcAft>
              <a:buClr>
                <a:schemeClr val="accent3"/>
              </a:buClr>
              <a:buSzPts val="2000"/>
              <a:buNone/>
              <a:defRPr sz="2000">
                <a:solidFill>
                  <a:schemeClr val="accent3"/>
                </a:solidFill>
              </a:defRPr>
            </a:lvl4pPr>
            <a:lvl5pPr lvl="4" rtl="0">
              <a:spcBef>
                <a:spcPts val="1600"/>
              </a:spcBef>
              <a:spcAft>
                <a:spcPts val="0"/>
              </a:spcAft>
              <a:buClr>
                <a:schemeClr val="accent3"/>
              </a:buClr>
              <a:buSzPts val="2000"/>
              <a:buNone/>
              <a:defRPr sz="2000">
                <a:solidFill>
                  <a:schemeClr val="accent3"/>
                </a:solidFill>
              </a:defRPr>
            </a:lvl5pPr>
            <a:lvl6pPr lvl="5" rtl="0">
              <a:spcBef>
                <a:spcPts val="0"/>
              </a:spcBef>
              <a:spcAft>
                <a:spcPts val="0"/>
              </a:spcAft>
              <a:buClr>
                <a:schemeClr val="accent3"/>
              </a:buClr>
              <a:buSzPts val="2000"/>
              <a:buNone/>
              <a:defRPr sz="2000">
                <a:solidFill>
                  <a:schemeClr val="accent3"/>
                </a:solidFill>
              </a:defRPr>
            </a:lvl6pPr>
            <a:lvl7pPr lvl="6" rtl="0">
              <a:spcBef>
                <a:spcPts val="1600"/>
              </a:spcBef>
              <a:spcAft>
                <a:spcPts val="0"/>
              </a:spcAft>
              <a:buClr>
                <a:schemeClr val="accent3"/>
              </a:buClr>
              <a:buSzPts val="2000"/>
              <a:buNone/>
              <a:defRPr sz="2000">
                <a:solidFill>
                  <a:schemeClr val="accent3"/>
                </a:solidFill>
              </a:defRPr>
            </a:lvl7pPr>
            <a:lvl8pPr lvl="7" rtl="0">
              <a:spcBef>
                <a:spcPts val="1600"/>
              </a:spcBef>
              <a:spcAft>
                <a:spcPts val="0"/>
              </a:spcAft>
              <a:buClr>
                <a:schemeClr val="accent3"/>
              </a:buClr>
              <a:buSzPts val="2000"/>
              <a:buNone/>
              <a:defRPr sz="2000">
                <a:solidFill>
                  <a:schemeClr val="accent3"/>
                </a:solidFill>
              </a:defRPr>
            </a:lvl8pPr>
            <a:lvl9pPr lvl="8" rtl="0">
              <a:spcBef>
                <a:spcPts val="1600"/>
              </a:spcBef>
              <a:spcAft>
                <a:spcPts val="1600"/>
              </a:spcAft>
              <a:buClr>
                <a:schemeClr val="accent3"/>
              </a:buClr>
              <a:buSzPts val="2000"/>
              <a:buNone/>
              <a:defRPr sz="2000">
                <a:solidFill>
                  <a:schemeClr val="accent3"/>
                </a:solidFill>
              </a:defRPr>
            </a:lvl9pPr>
          </a:lstStyle>
          <a:p/>
        </p:txBody>
      </p:sp>
      <p:sp>
        <p:nvSpPr>
          <p:cNvPr id="481" name="Google Shape;481;p18"/>
          <p:cNvSpPr txBox="1"/>
          <p:nvPr>
            <p:ph type="title"/>
          </p:nvPr>
        </p:nvSpPr>
        <p:spPr>
          <a:xfrm>
            <a:off x="720000" y="540000"/>
            <a:ext cx="7785900" cy="4776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sz="3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82" name="Google Shape;482;p1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5">
    <p:spTree>
      <p:nvGrpSpPr>
        <p:cNvPr id="483" name="Shape 483"/>
        <p:cNvGrpSpPr/>
        <p:nvPr/>
      </p:nvGrpSpPr>
      <p:grpSpPr>
        <a:xfrm>
          <a:off x="0" y="0"/>
          <a:ext cx="0" cy="0"/>
          <a:chOff x="0" y="0"/>
          <a:chExt cx="0" cy="0"/>
        </a:xfrm>
      </p:grpSpPr>
      <p:grpSp>
        <p:nvGrpSpPr>
          <p:cNvPr id="484" name="Google Shape;484;p19"/>
          <p:cNvGrpSpPr/>
          <p:nvPr/>
        </p:nvGrpSpPr>
        <p:grpSpPr>
          <a:xfrm rot="3789647">
            <a:off x="7100226" y="-1337674"/>
            <a:ext cx="2144455" cy="3370062"/>
            <a:chOff x="3524150" y="1726375"/>
            <a:chExt cx="2144400" cy="3369975"/>
          </a:xfrm>
        </p:grpSpPr>
        <p:sp>
          <p:nvSpPr>
            <p:cNvPr id="485" name="Google Shape;485;p19"/>
            <p:cNvSpPr/>
            <p:nvPr/>
          </p:nvSpPr>
          <p:spPr>
            <a:xfrm>
              <a:off x="3524150" y="1726375"/>
              <a:ext cx="2144400" cy="2886025"/>
            </a:xfrm>
            <a:custGeom>
              <a:rect b="b" l="l" r="r" t="t"/>
              <a:pathLst>
                <a:path extrusionOk="0" h="115441" w="85776">
                  <a:moveTo>
                    <a:pt x="70166" y="43609"/>
                  </a:moveTo>
                  <a:cubicBezTo>
                    <a:pt x="70188" y="43614"/>
                    <a:pt x="70210" y="43618"/>
                    <a:pt x="70232" y="43623"/>
                  </a:cubicBezTo>
                  <a:cubicBezTo>
                    <a:pt x="71989" y="43988"/>
                    <a:pt x="73747" y="44969"/>
                    <a:pt x="74637" y="46590"/>
                  </a:cubicBezTo>
                  <a:cubicBezTo>
                    <a:pt x="75573" y="48348"/>
                    <a:pt x="75002" y="50836"/>
                    <a:pt x="73199" y="51840"/>
                  </a:cubicBezTo>
                  <a:cubicBezTo>
                    <a:pt x="72780" y="52068"/>
                    <a:pt x="72365" y="52169"/>
                    <a:pt x="71966" y="52169"/>
                  </a:cubicBezTo>
                  <a:cubicBezTo>
                    <a:pt x="70649" y="52169"/>
                    <a:pt x="69513" y="51065"/>
                    <a:pt x="69022" y="49786"/>
                  </a:cubicBezTo>
                  <a:cubicBezTo>
                    <a:pt x="68269" y="47891"/>
                    <a:pt x="68771" y="45974"/>
                    <a:pt x="69752" y="44285"/>
                  </a:cubicBezTo>
                  <a:cubicBezTo>
                    <a:pt x="69885" y="44057"/>
                    <a:pt x="70024" y="43832"/>
                    <a:pt x="70166" y="43609"/>
                  </a:cubicBezTo>
                  <a:close/>
                  <a:moveTo>
                    <a:pt x="21493" y="67423"/>
                  </a:moveTo>
                  <a:cubicBezTo>
                    <a:pt x="21820" y="67423"/>
                    <a:pt x="22161" y="67476"/>
                    <a:pt x="22504" y="67589"/>
                  </a:cubicBezTo>
                  <a:cubicBezTo>
                    <a:pt x="24471" y="68230"/>
                    <a:pt x="25373" y="69967"/>
                    <a:pt x="25786" y="71969"/>
                  </a:cubicBezTo>
                  <a:lnTo>
                    <a:pt x="25786" y="71969"/>
                  </a:lnTo>
                  <a:cubicBezTo>
                    <a:pt x="25247" y="72265"/>
                    <a:pt x="24673" y="72500"/>
                    <a:pt x="24056" y="72656"/>
                  </a:cubicBezTo>
                  <a:cubicBezTo>
                    <a:pt x="23630" y="72766"/>
                    <a:pt x="23189" y="72823"/>
                    <a:pt x="22753" y="72823"/>
                  </a:cubicBezTo>
                  <a:cubicBezTo>
                    <a:pt x="21272" y="72823"/>
                    <a:pt x="19850" y="72164"/>
                    <a:pt x="19286" y="70648"/>
                  </a:cubicBezTo>
                  <a:cubicBezTo>
                    <a:pt x="18581" y="68781"/>
                    <a:pt x="19848" y="67423"/>
                    <a:pt x="21493" y="67423"/>
                  </a:cubicBezTo>
                  <a:close/>
                  <a:moveTo>
                    <a:pt x="83791" y="1"/>
                  </a:moveTo>
                  <a:cubicBezTo>
                    <a:pt x="83234" y="1"/>
                    <a:pt x="82607" y="476"/>
                    <a:pt x="82717" y="1191"/>
                  </a:cubicBezTo>
                  <a:cubicBezTo>
                    <a:pt x="83836" y="8358"/>
                    <a:pt x="83197" y="15707"/>
                    <a:pt x="80960" y="22578"/>
                  </a:cubicBezTo>
                  <a:cubicBezTo>
                    <a:pt x="79818" y="26070"/>
                    <a:pt x="78266" y="29403"/>
                    <a:pt x="76349" y="32530"/>
                  </a:cubicBezTo>
                  <a:cubicBezTo>
                    <a:pt x="74454" y="35611"/>
                    <a:pt x="72081" y="38168"/>
                    <a:pt x="69821" y="40952"/>
                  </a:cubicBezTo>
                  <a:cubicBezTo>
                    <a:pt x="69655" y="41155"/>
                    <a:pt x="69490" y="41361"/>
                    <a:pt x="69329" y="41570"/>
                  </a:cubicBezTo>
                  <a:lnTo>
                    <a:pt x="69329" y="41570"/>
                  </a:lnTo>
                  <a:cubicBezTo>
                    <a:pt x="69155" y="41562"/>
                    <a:pt x="68980" y="41558"/>
                    <a:pt x="68805" y="41558"/>
                  </a:cubicBezTo>
                  <a:cubicBezTo>
                    <a:pt x="64922" y="41558"/>
                    <a:pt x="60736" y="43525"/>
                    <a:pt x="57495" y="45152"/>
                  </a:cubicBezTo>
                  <a:cubicBezTo>
                    <a:pt x="51104" y="48370"/>
                    <a:pt x="45170" y="52456"/>
                    <a:pt x="39874" y="57249"/>
                  </a:cubicBezTo>
                  <a:cubicBezTo>
                    <a:pt x="37135" y="59715"/>
                    <a:pt x="34556" y="62385"/>
                    <a:pt x="32182" y="65215"/>
                  </a:cubicBezTo>
                  <a:cubicBezTo>
                    <a:pt x="30694" y="67001"/>
                    <a:pt x="29264" y="69224"/>
                    <a:pt x="27424" y="70814"/>
                  </a:cubicBezTo>
                  <a:lnTo>
                    <a:pt x="27424" y="70814"/>
                  </a:lnTo>
                  <a:cubicBezTo>
                    <a:pt x="27154" y="69843"/>
                    <a:pt x="26759" y="68921"/>
                    <a:pt x="26179" y="68091"/>
                  </a:cubicBezTo>
                  <a:cubicBezTo>
                    <a:pt x="25123" y="66568"/>
                    <a:pt x="23240" y="65478"/>
                    <a:pt x="21367" y="65478"/>
                  </a:cubicBezTo>
                  <a:cubicBezTo>
                    <a:pt x="20770" y="65478"/>
                    <a:pt x="20173" y="65589"/>
                    <a:pt x="19605" y="65832"/>
                  </a:cubicBezTo>
                  <a:cubicBezTo>
                    <a:pt x="17323" y="66790"/>
                    <a:pt x="16661" y="69415"/>
                    <a:pt x="17619" y="71561"/>
                  </a:cubicBezTo>
                  <a:cubicBezTo>
                    <a:pt x="18560" y="73672"/>
                    <a:pt x="20581" y="74734"/>
                    <a:pt x="22761" y="74734"/>
                  </a:cubicBezTo>
                  <a:cubicBezTo>
                    <a:pt x="23174" y="74734"/>
                    <a:pt x="23592" y="74696"/>
                    <a:pt x="24011" y="74619"/>
                  </a:cubicBezTo>
                  <a:cubicBezTo>
                    <a:pt x="24740" y="74487"/>
                    <a:pt x="25417" y="74262"/>
                    <a:pt x="26052" y="73964"/>
                  </a:cubicBezTo>
                  <a:lnTo>
                    <a:pt x="26052" y="73964"/>
                  </a:lnTo>
                  <a:cubicBezTo>
                    <a:pt x="26168" y="75515"/>
                    <a:pt x="26117" y="77065"/>
                    <a:pt x="26133" y="78271"/>
                  </a:cubicBezTo>
                  <a:cubicBezTo>
                    <a:pt x="26270" y="86694"/>
                    <a:pt x="25494" y="95733"/>
                    <a:pt x="20861" y="103037"/>
                  </a:cubicBezTo>
                  <a:cubicBezTo>
                    <a:pt x="17042" y="109014"/>
                    <a:pt x="10525" y="113538"/>
                    <a:pt x="3368" y="113538"/>
                  </a:cubicBezTo>
                  <a:cubicBezTo>
                    <a:pt x="2654" y="113538"/>
                    <a:pt x="1933" y="113493"/>
                    <a:pt x="1208" y="113400"/>
                  </a:cubicBezTo>
                  <a:cubicBezTo>
                    <a:pt x="1159" y="113393"/>
                    <a:pt x="1112" y="113390"/>
                    <a:pt x="1067" y="113390"/>
                  </a:cubicBezTo>
                  <a:cubicBezTo>
                    <a:pt x="0" y="113390"/>
                    <a:pt x="47" y="115141"/>
                    <a:pt x="1208" y="115294"/>
                  </a:cubicBezTo>
                  <a:cubicBezTo>
                    <a:pt x="1972" y="115393"/>
                    <a:pt x="2733" y="115440"/>
                    <a:pt x="3489" y="115440"/>
                  </a:cubicBezTo>
                  <a:cubicBezTo>
                    <a:pt x="9220" y="115440"/>
                    <a:pt x="14665" y="112708"/>
                    <a:pt x="18738" y="108675"/>
                  </a:cubicBezTo>
                  <a:cubicBezTo>
                    <a:pt x="23919" y="103516"/>
                    <a:pt x="26476" y="96509"/>
                    <a:pt x="27457" y="89365"/>
                  </a:cubicBezTo>
                  <a:cubicBezTo>
                    <a:pt x="27982" y="85690"/>
                    <a:pt x="28096" y="81992"/>
                    <a:pt x="28028" y="78271"/>
                  </a:cubicBezTo>
                  <a:cubicBezTo>
                    <a:pt x="28004" y="76566"/>
                    <a:pt x="28047" y="74693"/>
                    <a:pt x="27824" y="72885"/>
                  </a:cubicBezTo>
                  <a:lnTo>
                    <a:pt x="27824" y="72885"/>
                  </a:lnTo>
                  <a:cubicBezTo>
                    <a:pt x="29402" y="71696"/>
                    <a:pt x="30709" y="70091"/>
                    <a:pt x="31954" y="68525"/>
                  </a:cubicBezTo>
                  <a:cubicBezTo>
                    <a:pt x="36747" y="62454"/>
                    <a:pt x="42339" y="57067"/>
                    <a:pt x="48685" y="52639"/>
                  </a:cubicBezTo>
                  <a:cubicBezTo>
                    <a:pt x="51789" y="50448"/>
                    <a:pt x="55076" y="48507"/>
                    <a:pt x="58454" y="46795"/>
                  </a:cubicBezTo>
                  <a:cubicBezTo>
                    <a:pt x="61325" y="45351"/>
                    <a:pt x="64704" y="43567"/>
                    <a:pt x="68060" y="43446"/>
                  </a:cubicBezTo>
                  <a:lnTo>
                    <a:pt x="68060" y="43446"/>
                  </a:lnTo>
                  <a:cubicBezTo>
                    <a:pt x="67156" y="45019"/>
                    <a:pt x="66589" y="46750"/>
                    <a:pt x="66808" y="48621"/>
                  </a:cubicBezTo>
                  <a:cubicBezTo>
                    <a:pt x="67059" y="50904"/>
                    <a:pt x="68429" y="53278"/>
                    <a:pt x="70757" y="53917"/>
                  </a:cubicBezTo>
                  <a:cubicBezTo>
                    <a:pt x="71144" y="54022"/>
                    <a:pt x="71527" y="54072"/>
                    <a:pt x="71901" y="54072"/>
                  </a:cubicBezTo>
                  <a:cubicBezTo>
                    <a:pt x="73799" y="54072"/>
                    <a:pt x="75472" y="52799"/>
                    <a:pt x="76349" y="51064"/>
                  </a:cubicBezTo>
                  <a:cubicBezTo>
                    <a:pt x="77536" y="48713"/>
                    <a:pt x="76988" y="46042"/>
                    <a:pt x="75185" y="44171"/>
                  </a:cubicBezTo>
                  <a:cubicBezTo>
                    <a:pt x="74044" y="42987"/>
                    <a:pt x="72757" y="42266"/>
                    <a:pt x="71390" y="41890"/>
                  </a:cubicBezTo>
                  <a:lnTo>
                    <a:pt x="71390" y="41890"/>
                  </a:lnTo>
                  <a:cubicBezTo>
                    <a:pt x="73251" y="39485"/>
                    <a:pt x="75493" y="37309"/>
                    <a:pt x="77171" y="34767"/>
                  </a:cubicBezTo>
                  <a:cubicBezTo>
                    <a:pt x="79339" y="31503"/>
                    <a:pt x="81097" y="27942"/>
                    <a:pt x="82398" y="24244"/>
                  </a:cubicBezTo>
                  <a:cubicBezTo>
                    <a:pt x="85068" y="16689"/>
                    <a:pt x="85776" y="8609"/>
                    <a:pt x="84566" y="688"/>
                  </a:cubicBezTo>
                  <a:cubicBezTo>
                    <a:pt x="84493" y="207"/>
                    <a:pt x="84158" y="1"/>
                    <a:pt x="8379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19"/>
            <p:cNvSpPr/>
            <p:nvPr/>
          </p:nvSpPr>
          <p:spPr>
            <a:xfrm>
              <a:off x="3828250" y="4498575"/>
              <a:ext cx="134125" cy="142700"/>
            </a:xfrm>
            <a:custGeom>
              <a:rect b="b" l="l" r="r" t="t"/>
              <a:pathLst>
                <a:path extrusionOk="0" h="5708" w="5365">
                  <a:moveTo>
                    <a:pt x="2648" y="1"/>
                  </a:moveTo>
                  <a:lnTo>
                    <a:pt x="0" y="1872"/>
                  </a:lnTo>
                  <a:lnTo>
                    <a:pt x="2694" y="5707"/>
                  </a:lnTo>
                  <a:lnTo>
                    <a:pt x="5364" y="3835"/>
                  </a:lnTo>
                  <a:lnTo>
                    <a:pt x="2648"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19"/>
            <p:cNvSpPr/>
            <p:nvPr/>
          </p:nvSpPr>
          <p:spPr>
            <a:xfrm>
              <a:off x="3877325" y="4594450"/>
              <a:ext cx="394325" cy="476850"/>
            </a:xfrm>
            <a:custGeom>
              <a:rect b="b" l="l" r="r" t="t"/>
              <a:pathLst>
                <a:path extrusionOk="0" h="19074" w="15773">
                  <a:moveTo>
                    <a:pt x="3401" y="0"/>
                  </a:moveTo>
                  <a:lnTo>
                    <a:pt x="731" y="1872"/>
                  </a:lnTo>
                  <a:cubicBezTo>
                    <a:pt x="731" y="1872"/>
                    <a:pt x="0" y="16800"/>
                    <a:pt x="14289" y="19060"/>
                  </a:cubicBezTo>
                  <a:cubicBezTo>
                    <a:pt x="14353" y="19069"/>
                    <a:pt x="14417" y="19074"/>
                    <a:pt x="14480" y="19074"/>
                  </a:cubicBezTo>
                  <a:cubicBezTo>
                    <a:pt x="15178" y="19074"/>
                    <a:pt x="15772" y="18514"/>
                    <a:pt x="15772" y="17781"/>
                  </a:cubicBezTo>
                  <a:cubicBezTo>
                    <a:pt x="15772" y="13901"/>
                    <a:pt x="14882" y="3264"/>
                    <a:pt x="340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19"/>
            <p:cNvSpPr/>
            <p:nvPr/>
          </p:nvSpPr>
          <p:spPr>
            <a:xfrm>
              <a:off x="3912225" y="4571125"/>
              <a:ext cx="388525" cy="525225"/>
            </a:xfrm>
            <a:custGeom>
              <a:rect b="b" l="l" r="r" t="t"/>
              <a:pathLst>
                <a:path extrusionOk="0" h="21009" w="15541">
                  <a:moveTo>
                    <a:pt x="1209" y="1"/>
                  </a:moveTo>
                  <a:cubicBezTo>
                    <a:pt x="298" y="1"/>
                    <a:pt x="1" y="1524"/>
                    <a:pt x="1024" y="1892"/>
                  </a:cubicBezTo>
                  <a:cubicBezTo>
                    <a:pt x="8693" y="4700"/>
                    <a:pt x="13623" y="11935"/>
                    <a:pt x="13578" y="20084"/>
                  </a:cubicBezTo>
                  <a:cubicBezTo>
                    <a:pt x="13566" y="20700"/>
                    <a:pt x="14040" y="21008"/>
                    <a:pt x="14516" y="21008"/>
                  </a:cubicBezTo>
                  <a:cubicBezTo>
                    <a:pt x="14993" y="21008"/>
                    <a:pt x="15472" y="20700"/>
                    <a:pt x="15472" y="20084"/>
                  </a:cubicBezTo>
                  <a:cubicBezTo>
                    <a:pt x="15541" y="11045"/>
                    <a:pt x="9994" y="3147"/>
                    <a:pt x="1549" y="66"/>
                  </a:cubicBezTo>
                  <a:cubicBezTo>
                    <a:pt x="1428" y="21"/>
                    <a:pt x="1314" y="1"/>
                    <a:pt x="120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19"/>
            <p:cNvSpPr/>
            <p:nvPr/>
          </p:nvSpPr>
          <p:spPr>
            <a:xfrm>
              <a:off x="3917275" y="4681975"/>
              <a:ext cx="130925" cy="244075"/>
            </a:xfrm>
            <a:custGeom>
              <a:rect b="b" l="l" r="r" t="t"/>
              <a:pathLst>
                <a:path extrusionOk="0" h="9763" w="5237">
                  <a:moveTo>
                    <a:pt x="744" y="0"/>
                  </a:moveTo>
                  <a:cubicBezTo>
                    <a:pt x="355" y="0"/>
                    <a:pt x="0" y="246"/>
                    <a:pt x="68" y="745"/>
                  </a:cubicBezTo>
                  <a:cubicBezTo>
                    <a:pt x="456" y="4009"/>
                    <a:pt x="1666" y="6908"/>
                    <a:pt x="3675" y="9487"/>
                  </a:cubicBezTo>
                  <a:cubicBezTo>
                    <a:pt x="3825" y="9681"/>
                    <a:pt x="4003" y="9762"/>
                    <a:pt x="4178" y="9762"/>
                  </a:cubicBezTo>
                  <a:cubicBezTo>
                    <a:pt x="4723" y="9762"/>
                    <a:pt x="5237" y="8979"/>
                    <a:pt x="4770" y="8391"/>
                  </a:cubicBezTo>
                  <a:cubicBezTo>
                    <a:pt x="3036" y="6155"/>
                    <a:pt x="1963" y="3552"/>
                    <a:pt x="1621" y="745"/>
                  </a:cubicBezTo>
                  <a:cubicBezTo>
                    <a:pt x="1563" y="251"/>
                    <a:pt x="1136" y="0"/>
                    <a:pt x="74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19"/>
            <p:cNvSpPr/>
            <p:nvPr/>
          </p:nvSpPr>
          <p:spPr>
            <a:xfrm>
              <a:off x="4031375" y="4920275"/>
              <a:ext cx="50250" cy="38825"/>
            </a:xfrm>
            <a:custGeom>
              <a:rect b="b" l="l" r="r" t="t"/>
              <a:pathLst>
                <a:path extrusionOk="0" h="1553" w="2010">
                  <a:moveTo>
                    <a:pt x="1005" y="1"/>
                  </a:moveTo>
                  <a:cubicBezTo>
                    <a:pt x="1" y="1"/>
                    <a:pt x="1" y="1553"/>
                    <a:pt x="1005" y="1553"/>
                  </a:cubicBezTo>
                  <a:cubicBezTo>
                    <a:pt x="2010" y="1553"/>
                    <a:pt x="2010" y="1"/>
                    <a:pt x="100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19"/>
            <p:cNvSpPr/>
            <p:nvPr/>
          </p:nvSpPr>
          <p:spPr>
            <a:xfrm>
              <a:off x="4191175" y="3900000"/>
              <a:ext cx="134125" cy="107300"/>
            </a:xfrm>
            <a:custGeom>
              <a:rect b="b" l="l" r="r" t="t"/>
              <a:pathLst>
                <a:path extrusionOk="0" h="4292" w="5365">
                  <a:moveTo>
                    <a:pt x="776" y="0"/>
                  </a:moveTo>
                  <a:lnTo>
                    <a:pt x="0" y="3150"/>
                  </a:lnTo>
                  <a:lnTo>
                    <a:pt x="4565" y="4291"/>
                  </a:lnTo>
                  <a:lnTo>
                    <a:pt x="5364" y="1141"/>
                  </a:lnTo>
                  <a:lnTo>
                    <a:pt x="776"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19"/>
            <p:cNvSpPr/>
            <p:nvPr/>
          </p:nvSpPr>
          <p:spPr>
            <a:xfrm>
              <a:off x="4305300" y="3885550"/>
              <a:ext cx="557525" cy="289075"/>
            </a:xfrm>
            <a:custGeom>
              <a:rect b="b" l="l" r="r" t="t"/>
              <a:pathLst>
                <a:path extrusionOk="0" h="11563" w="22301">
                  <a:moveTo>
                    <a:pt x="8059" y="0"/>
                  </a:moveTo>
                  <a:cubicBezTo>
                    <a:pt x="5842" y="0"/>
                    <a:pt x="3413" y="492"/>
                    <a:pt x="799" y="1719"/>
                  </a:cubicBezTo>
                  <a:lnTo>
                    <a:pt x="0" y="4869"/>
                  </a:lnTo>
                  <a:cubicBezTo>
                    <a:pt x="0" y="4869"/>
                    <a:pt x="5251" y="11562"/>
                    <a:pt x="13104" y="11562"/>
                  </a:cubicBezTo>
                  <a:cubicBezTo>
                    <a:pt x="15658" y="11562"/>
                    <a:pt x="18488" y="10854"/>
                    <a:pt x="21502" y="8978"/>
                  </a:cubicBezTo>
                  <a:cubicBezTo>
                    <a:pt x="22164" y="8544"/>
                    <a:pt x="22300" y="7631"/>
                    <a:pt x="21775" y="7038"/>
                  </a:cubicBezTo>
                  <a:cubicBezTo>
                    <a:pt x="19855" y="4823"/>
                    <a:pt x="14998" y="0"/>
                    <a:pt x="805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19"/>
            <p:cNvSpPr/>
            <p:nvPr/>
          </p:nvSpPr>
          <p:spPr>
            <a:xfrm>
              <a:off x="4269975" y="3890675"/>
              <a:ext cx="621225" cy="241375"/>
            </a:xfrm>
            <a:custGeom>
              <a:rect b="b" l="l" r="r" t="t"/>
              <a:pathLst>
                <a:path extrusionOk="0" h="9655" w="24849">
                  <a:moveTo>
                    <a:pt x="8675" y="0"/>
                  </a:moveTo>
                  <a:cubicBezTo>
                    <a:pt x="6110" y="0"/>
                    <a:pt x="3499" y="516"/>
                    <a:pt x="979" y="1583"/>
                  </a:cubicBezTo>
                  <a:cubicBezTo>
                    <a:pt x="1" y="2002"/>
                    <a:pt x="612" y="3313"/>
                    <a:pt x="1530" y="3313"/>
                  </a:cubicBezTo>
                  <a:cubicBezTo>
                    <a:pt x="1661" y="3313"/>
                    <a:pt x="1798" y="3286"/>
                    <a:pt x="1938" y="3226"/>
                  </a:cubicBezTo>
                  <a:cubicBezTo>
                    <a:pt x="4113" y="2305"/>
                    <a:pt x="6386" y="1863"/>
                    <a:pt x="8630" y="1863"/>
                  </a:cubicBezTo>
                  <a:cubicBezTo>
                    <a:pt x="14111" y="1863"/>
                    <a:pt x="19422" y="4500"/>
                    <a:pt x="22709" y="9229"/>
                  </a:cubicBezTo>
                  <a:cubicBezTo>
                    <a:pt x="22921" y="9530"/>
                    <a:pt x="23217" y="9655"/>
                    <a:pt x="23509" y="9655"/>
                  </a:cubicBezTo>
                  <a:cubicBezTo>
                    <a:pt x="24191" y="9655"/>
                    <a:pt x="24848" y="8974"/>
                    <a:pt x="24353" y="8271"/>
                  </a:cubicBezTo>
                  <a:cubicBezTo>
                    <a:pt x="20624" y="2919"/>
                    <a:pt x="14780" y="0"/>
                    <a:pt x="8675"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19"/>
            <p:cNvSpPr/>
            <p:nvPr/>
          </p:nvSpPr>
          <p:spPr>
            <a:xfrm>
              <a:off x="4348075" y="4005000"/>
              <a:ext cx="254850" cy="137925"/>
            </a:xfrm>
            <a:custGeom>
              <a:rect b="b" l="l" r="r" t="t"/>
              <a:pathLst>
                <a:path extrusionOk="0" h="5517" w="10194">
                  <a:moveTo>
                    <a:pt x="1172" y="1"/>
                  </a:moveTo>
                  <a:cubicBezTo>
                    <a:pt x="547" y="1"/>
                    <a:pt x="0" y="788"/>
                    <a:pt x="572" y="1324"/>
                  </a:cubicBezTo>
                  <a:cubicBezTo>
                    <a:pt x="2946" y="3447"/>
                    <a:pt x="5730" y="4885"/>
                    <a:pt x="8857" y="5501"/>
                  </a:cubicBezTo>
                  <a:cubicBezTo>
                    <a:pt x="8913" y="5511"/>
                    <a:pt x="8967" y="5516"/>
                    <a:pt x="9019" y="5516"/>
                  </a:cubicBezTo>
                  <a:cubicBezTo>
                    <a:pt x="9881" y="5516"/>
                    <a:pt x="10194" y="4167"/>
                    <a:pt x="9268" y="3994"/>
                  </a:cubicBezTo>
                  <a:cubicBezTo>
                    <a:pt x="6392" y="3424"/>
                    <a:pt x="3859" y="2168"/>
                    <a:pt x="1690" y="205"/>
                  </a:cubicBezTo>
                  <a:cubicBezTo>
                    <a:pt x="1526" y="61"/>
                    <a:pt x="1346" y="1"/>
                    <a:pt x="117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19"/>
            <p:cNvSpPr/>
            <p:nvPr/>
          </p:nvSpPr>
          <p:spPr>
            <a:xfrm>
              <a:off x="4596875" y="4107700"/>
              <a:ext cx="50825" cy="38825"/>
            </a:xfrm>
            <a:custGeom>
              <a:rect b="b" l="l" r="r" t="t"/>
              <a:pathLst>
                <a:path extrusionOk="0" h="1553" w="2033">
                  <a:moveTo>
                    <a:pt x="1028" y="0"/>
                  </a:moveTo>
                  <a:cubicBezTo>
                    <a:pt x="1" y="0"/>
                    <a:pt x="1" y="1553"/>
                    <a:pt x="1028" y="1553"/>
                  </a:cubicBezTo>
                  <a:cubicBezTo>
                    <a:pt x="2032" y="1553"/>
                    <a:pt x="2032" y="0"/>
                    <a:pt x="102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19"/>
            <p:cNvSpPr/>
            <p:nvPr/>
          </p:nvSpPr>
          <p:spPr>
            <a:xfrm>
              <a:off x="4757800" y="2957300"/>
              <a:ext cx="135275" cy="143250"/>
            </a:xfrm>
            <a:custGeom>
              <a:rect b="b" l="l" r="r" t="t"/>
              <a:pathLst>
                <a:path extrusionOk="0" h="5730" w="5411">
                  <a:moveTo>
                    <a:pt x="2603" y="1"/>
                  </a:moveTo>
                  <a:lnTo>
                    <a:pt x="1" y="1941"/>
                  </a:lnTo>
                  <a:lnTo>
                    <a:pt x="2785" y="5730"/>
                  </a:lnTo>
                  <a:lnTo>
                    <a:pt x="5410" y="3790"/>
                  </a:lnTo>
                  <a:lnTo>
                    <a:pt x="2603"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19"/>
            <p:cNvSpPr/>
            <p:nvPr/>
          </p:nvSpPr>
          <p:spPr>
            <a:xfrm>
              <a:off x="4817150" y="3052025"/>
              <a:ext cx="396000" cy="470000"/>
            </a:xfrm>
            <a:custGeom>
              <a:rect b="b" l="l" r="r" t="t"/>
              <a:pathLst>
                <a:path extrusionOk="0" h="18800" w="15840">
                  <a:moveTo>
                    <a:pt x="3036" y="1"/>
                  </a:moveTo>
                  <a:lnTo>
                    <a:pt x="411" y="1941"/>
                  </a:lnTo>
                  <a:cubicBezTo>
                    <a:pt x="411" y="1941"/>
                    <a:pt x="0" y="16869"/>
                    <a:pt x="14358" y="18786"/>
                  </a:cubicBezTo>
                  <a:cubicBezTo>
                    <a:pt x="14420" y="18795"/>
                    <a:pt x="14482" y="18800"/>
                    <a:pt x="14543" y="18800"/>
                  </a:cubicBezTo>
                  <a:cubicBezTo>
                    <a:pt x="15243" y="18800"/>
                    <a:pt x="15839" y="18219"/>
                    <a:pt x="15818" y="17485"/>
                  </a:cubicBezTo>
                  <a:cubicBezTo>
                    <a:pt x="15704" y="13605"/>
                    <a:pt x="14586" y="2991"/>
                    <a:pt x="303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19"/>
            <p:cNvSpPr/>
            <p:nvPr/>
          </p:nvSpPr>
          <p:spPr>
            <a:xfrm>
              <a:off x="4832650" y="3035700"/>
              <a:ext cx="407925" cy="514950"/>
            </a:xfrm>
            <a:custGeom>
              <a:rect b="b" l="l" r="r" t="t"/>
              <a:pathLst>
                <a:path extrusionOk="0" h="20598" w="16317">
                  <a:moveTo>
                    <a:pt x="1324" y="0"/>
                  </a:moveTo>
                  <a:cubicBezTo>
                    <a:pt x="338" y="0"/>
                    <a:pt x="0" y="1569"/>
                    <a:pt x="1092" y="1863"/>
                  </a:cubicBezTo>
                  <a:cubicBezTo>
                    <a:pt x="9150" y="4009"/>
                    <a:pt x="14354" y="11382"/>
                    <a:pt x="13783" y="19690"/>
                  </a:cubicBezTo>
                  <a:cubicBezTo>
                    <a:pt x="13738" y="20295"/>
                    <a:pt x="14188" y="20597"/>
                    <a:pt x="14662" y="20597"/>
                  </a:cubicBezTo>
                  <a:cubicBezTo>
                    <a:pt x="15136" y="20597"/>
                    <a:pt x="15632" y="20295"/>
                    <a:pt x="15678" y="19690"/>
                  </a:cubicBezTo>
                  <a:cubicBezTo>
                    <a:pt x="16317" y="10560"/>
                    <a:pt x="10428" y="2366"/>
                    <a:pt x="1594" y="37"/>
                  </a:cubicBezTo>
                  <a:cubicBezTo>
                    <a:pt x="1500" y="12"/>
                    <a:pt x="1409" y="0"/>
                    <a:pt x="132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19"/>
            <p:cNvSpPr/>
            <p:nvPr/>
          </p:nvSpPr>
          <p:spPr>
            <a:xfrm>
              <a:off x="4850475" y="3139025"/>
              <a:ext cx="135925" cy="243125"/>
            </a:xfrm>
            <a:custGeom>
              <a:rect b="b" l="l" r="r" t="t"/>
              <a:pathLst>
                <a:path extrusionOk="0" h="9725" w="5437">
                  <a:moveTo>
                    <a:pt x="965" y="0"/>
                  </a:moveTo>
                  <a:cubicBezTo>
                    <a:pt x="514" y="0"/>
                    <a:pt x="0" y="390"/>
                    <a:pt x="83" y="995"/>
                  </a:cubicBezTo>
                  <a:cubicBezTo>
                    <a:pt x="539" y="4144"/>
                    <a:pt x="1840" y="6975"/>
                    <a:pt x="3849" y="9463"/>
                  </a:cubicBezTo>
                  <a:cubicBezTo>
                    <a:pt x="4001" y="9648"/>
                    <a:pt x="4179" y="9725"/>
                    <a:pt x="4354" y="9725"/>
                  </a:cubicBezTo>
                  <a:cubicBezTo>
                    <a:pt x="4913" y="9725"/>
                    <a:pt x="5437" y="8935"/>
                    <a:pt x="4967" y="8344"/>
                  </a:cubicBezTo>
                  <a:cubicBezTo>
                    <a:pt x="3118" y="6085"/>
                    <a:pt x="2000" y="3460"/>
                    <a:pt x="1589" y="561"/>
                  </a:cubicBezTo>
                  <a:cubicBezTo>
                    <a:pt x="1535" y="170"/>
                    <a:pt x="1263" y="0"/>
                    <a:pt x="965" y="0"/>
                  </a:cubicBezTo>
                  <a:close/>
                </a:path>
              </a:pathLst>
            </a:custGeom>
            <a:solidFill>
              <a:srgbClr val="FFFD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19"/>
            <p:cNvSpPr/>
            <p:nvPr/>
          </p:nvSpPr>
          <p:spPr>
            <a:xfrm>
              <a:off x="4970075" y="3375000"/>
              <a:ext cx="50250" cy="39400"/>
            </a:xfrm>
            <a:custGeom>
              <a:rect b="b" l="l" r="r" t="t"/>
              <a:pathLst>
                <a:path extrusionOk="0" h="1576" w="2010">
                  <a:moveTo>
                    <a:pt x="1005" y="1"/>
                  </a:moveTo>
                  <a:cubicBezTo>
                    <a:pt x="1" y="1"/>
                    <a:pt x="1" y="1576"/>
                    <a:pt x="1005" y="1576"/>
                  </a:cubicBezTo>
                  <a:cubicBezTo>
                    <a:pt x="2009" y="1576"/>
                    <a:pt x="2009" y="1"/>
                    <a:pt x="1005" y="1"/>
                  </a:cubicBezTo>
                  <a:close/>
                </a:path>
              </a:pathLst>
            </a:custGeom>
            <a:solidFill>
              <a:srgbClr val="FFFD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1" name="Google Shape;501;p19"/>
          <p:cNvGrpSpPr/>
          <p:nvPr/>
        </p:nvGrpSpPr>
        <p:grpSpPr>
          <a:xfrm flipH="1" rot="-1461756">
            <a:off x="7794194" y="4567731"/>
            <a:ext cx="345866" cy="315803"/>
            <a:chOff x="7898886" y="4124026"/>
            <a:chExt cx="525113" cy="479469"/>
          </a:xfrm>
        </p:grpSpPr>
        <p:sp>
          <p:nvSpPr>
            <p:cNvPr id="502" name="Google Shape;502;p19"/>
            <p:cNvSpPr/>
            <p:nvPr/>
          </p:nvSpPr>
          <p:spPr>
            <a:xfrm rot="-686089">
              <a:off x="8099038" y="4147996"/>
              <a:ext cx="285014" cy="431530"/>
            </a:xfrm>
            <a:custGeom>
              <a:rect b="b" l="l" r="r" t="t"/>
              <a:pathLst>
                <a:path extrusionOk="0" h="13510" w="8923">
                  <a:moveTo>
                    <a:pt x="4662" y="1"/>
                  </a:moveTo>
                  <a:cubicBezTo>
                    <a:pt x="4161" y="2758"/>
                    <a:pt x="3309" y="6016"/>
                    <a:pt x="0" y="6592"/>
                  </a:cubicBezTo>
                  <a:cubicBezTo>
                    <a:pt x="2757" y="7820"/>
                    <a:pt x="3910" y="10702"/>
                    <a:pt x="4161" y="13509"/>
                  </a:cubicBezTo>
                  <a:cubicBezTo>
                    <a:pt x="4662" y="10753"/>
                    <a:pt x="5815" y="7920"/>
                    <a:pt x="8923" y="7068"/>
                  </a:cubicBezTo>
                  <a:cubicBezTo>
                    <a:pt x="5589" y="5915"/>
                    <a:pt x="5439" y="3760"/>
                    <a:pt x="466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19"/>
            <p:cNvSpPr/>
            <p:nvPr/>
          </p:nvSpPr>
          <p:spPr>
            <a:xfrm rot="-686089">
              <a:off x="7903763" y="4537723"/>
              <a:ext cx="86050" cy="57814"/>
            </a:xfrm>
            <a:custGeom>
              <a:rect b="b" l="l" r="r" t="t"/>
              <a:pathLst>
                <a:path extrusionOk="0" h="1810" w="2694">
                  <a:moveTo>
                    <a:pt x="1275" y="1"/>
                  </a:moveTo>
                  <a:cubicBezTo>
                    <a:pt x="153" y="1"/>
                    <a:pt x="1" y="1809"/>
                    <a:pt x="1466" y="1809"/>
                  </a:cubicBezTo>
                  <a:cubicBezTo>
                    <a:pt x="2569" y="1809"/>
                    <a:pt x="2694" y="30"/>
                    <a:pt x="1366" y="5"/>
                  </a:cubicBezTo>
                  <a:cubicBezTo>
                    <a:pt x="1335" y="2"/>
                    <a:pt x="1305" y="1"/>
                    <a:pt x="127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4" name="Google Shape;504;p19"/>
          <p:cNvGrpSpPr/>
          <p:nvPr/>
        </p:nvGrpSpPr>
        <p:grpSpPr>
          <a:xfrm flipH="1">
            <a:off x="186539" y="463595"/>
            <a:ext cx="493642" cy="528561"/>
            <a:chOff x="7696154" y="463595"/>
            <a:chExt cx="493642" cy="528561"/>
          </a:xfrm>
        </p:grpSpPr>
        <p:sp>
          <p:nvSpPr>
            <p:cNvPr id="505" name="Google Shape;505;p19"/>
            <p:cNvSpPr/>
            <p:nvPr/>
          </p:nvSpPr>
          <p:spPr>
            <a:xfrm rot="-686089">
              <a:off x="8032136" y="537952"/>
              <a:ext cx="149199" cy="100296"/>
            </a:xfrm>
            <a:custGeom>
              <a:rect b="b" l="l" r="r" t="t"/>
              <a:pathLst>
                <a:path extrusionOk="0" h="3140" w="4671">
                  <a:moveTo>
                    <a:pt x="2205" y="0"/>
                  </a:moveTo>
                  <a:cubicBezTo>
                    <a:pt x="245" y="0"/>
                    <a:pt x="0" y="3140"/>
                    <a:pt x="2515" y="3140"/>
                  </a:cubicBezTo>
                  <a:cubicBezTo>
                    <a:pt x="4420" y="3140"/>
                    <a:pt x="4671" y="57"/>
                    <a:pt x="2365" y="7"/>
                  </a:cubicBezTo>
                  <a:cubicBezTo>
                    <a:pt x="2310" y="2"/>
                    <a:pt x="2257" y="0"/>
                    <a:pt x="220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19"/>
            <p:cNvSpPr/>
            <p:nvPr/>
          </p:nvSpPr>
          <p:spPr>
            <a:xfrm rot="-686054">
              <a:off x="7824220" y="470126"/>
              <a:ext cx="70641" cy="47495"/>
            </a:xfrm>
            <a:custGeom>
              <a:rect b="b" l="l" r="r" t="t"/>
              <a:pathLst>
                <a:path extrusionOk="0" h="2361" w="3512">
                  <a:moveTo>
                    <a:pt x="1668" y="0"/>
                  </a:moveTo>
                  <a:cubicBezTo>
                    <a:pt x="192" y="0"/>
                    <a:pt x="1" y="2361"/>
                    <a:pt x="1908" y="2361"/>
                  </a:cubicBezTo>
                  <a:cubicBezTo>
                    <a:pt x="3336" y="2361"/>
                    <a:pt x="3512" y="55"/>
                    <a:pt x="1782" y="5"/>
                  </a:cubicBezTo>
                  <a:cubicBezTo>
                    <a:pt x="1743" y="2"/>
                    <a:pt x="1705" y="0"/>
                    <a:pt x="166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19"/>
            <p:cNvSpPr/>
            <p:nvPr/>
          </p:nvSpPr>
          <p:spPr>
            <a:xfrm rot="-1571173">
              <a:off x="7740950" y="729674"/>
              <a:ext cx="158426" cy="239837"/>
            </a:xfrm>
            <a:custGeom>
              <a:rect b="b" l="l" r="r" t="t"/>
              <a:pathLst>
                <a:path extrusionOk="0" h="13510" w="8923">
                  <a:moveTo>
                    <a:pt x="4662" y="1"/>
                  </a:moveTo>
                  <a:cubicBezTo>
                    <a:pt x="4161" y="2758"/>
                    <a:pt x="3309" y="6016"/>
                    <a:pt x="0" y="6592"/>
                  </a:cubicBezTo>
                  <a:cubicBezTo>
                    <a:pt x="2757" y="7820"/>
                    <a:pt x="3910" y="10702"/>
                    <a:pt x="4161" y="13509"/>
                  </a:cubicBezTo>
                  <a:cubicBezTo>
                    <a:pt x="4662" y="10753"/>
                    <a:pt x="5815" y="7920"/>
                    <a:pt x="8923" y="7068"/>
                  </a:cubicBezTo>
                  <a:cubicBezTo>
                    <a:pt x="5589" y="5915"/>
                    <a:pt x="5439" y="3760"/>
                    <a:pt x="466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08" name="Google Shape;508;p19"/>
          <p:cNvSpPr txBox="1"/>
          <p:nvPr>
            <p:ph type="title"/>
          </p:nvPr>
        </p:nvSpPr>
        <p:spPr>
          <a:xfrm>
            <a:off x="720000" y="540000"/>
            <a:ext cx="7785900" cy="4776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sz="3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09" name="Google Shape;509;p1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CUSTOM_5_1">
    <p:spTree>
      <p:nvGrpSpPr>
        <p:cNvPr id="510" name="Shape 510"/>
        <p:cNvGrpSpPr/>
        <p:nvPr/>
      </p:nvGrpSpPr>
      <p:grpSpPr>
        <a:xfrm>
          <a:off x="0" y="0"/>
          <a:ext cx="0" cy="0"/>
          <a:chOff x="0" y="0"/>
          <a:chExt cx="0" cy="0"/>
        </a:xfrm>
      </p:grpSpPr>
      <p:sp>
        <p:nvSpPr>
          <p:cNvPr id="511" name="Google Shape;511;p20"/>
          <p:cNvSpPr txBox="1"/>
          <p:nvPr>
            <p:ph type="title"/>
          </p:nvPr>
        </p:nvSpPr>
        <p:spPr>
          <a:xfrm>
            <a:off x="720000" y="540000"/>
            <a:ext cx="7716600" cy="4776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sz="3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512" name="Google Shape;512;p20"/>
          <p:cNvGrpSpPr/>
          <p:nvPr/>
        </p:nvGrpSpPr>
        <p:grpSpPr>
          <a:xfrm flipH="1" rot="-3789647">
            <a:off x="-53049" y="-1287224"/>
            <a:ext cx="2144455" cy="3370062"/>
            <a:chOff x="3524150" y="1726375"/>
            <a:chExt cx="2144400" cy="3369975"/>
          </a:xfrm>
        </p:grpSpPr>
        <p:sp>
          <p:nvSpPr>
            <p:cNvPr id="513" name="Google Shape;513;p20"/>
            <p:cNvSpPr/>
            <p:nvPr/>
          </p:nvSpPr>
          <p:spPr>
            <a:xfrm>
              <a:off x="3524150" y="1726375"/>
              <a:ext cx="2144400" cy="2886025"/>
            </a:xfrm>
            <a:custGeom>
              <a:rect b="b" l="l" r="r" t="t"/>
              <a:pathLst>
                <a:path extrusionOk="0" h="115441" w="85776">
                  <a:moveTo>
                    <a:pt x="70166" y="43609"/>
                  </a:moveTo>
                  <a:cubicBezTo>
                    <a:pt x="70188" y="43614"/>
                    <a:pt x="70210" y="43618"/>
                    <a:pt x="70232" y="43623"/>
                  </a:cubicBezTo>
                  <a:cubicBezTo>
                    <a:pt x="71989" y="43988"/>
                    <a:pt x="73747" y="44969"/>
                    <a:pt x="74637" y="46590"/>
                  </a:cubicBezTo>
                  <a:cubicBezTo>
                    <a:pt x="75573" y="48348"/>
                    <a:pt x="75002" y="50836"/>
                    <a:pt x="73199" y="51840"/>
                  </a:cubicBezTo>
                  <a:cubicBezTo>
                    <a:pt x="72780" y="52068"/>
                    <a:pt x="72365" y="52169"/>
                    <a:pt x="71966" y="52169"/>
                  </a:cubicBezTo>
                  <a:cubicBezTo>
                    <a:pt x="70649" y="52169"/>
                    <a:pt x="69513" y="51065"/>
                    <a:pt x="69022" y="49786"/>
                  </a:cubicBezTo>
                  <a:cubicBezTo>
                    <a:pt x="68269" y="47891"/>
                    <a:pt x="68771" y="45974"/>
                    <a:pt x="69752" y="44285"/>
                  </a:cubicBezTo>
                  <a:cubicBezTo>
                    <a:pt x="69885" y="44057"/>
                    <a:pt x="70024" y="43832"/>
                    <a:pt x="70166" y="43609"/>
                  </a:cubicBezTo>
                  <a:close/>
                  <a:moveTo>
                    <a:pt x="21493" y="67423"/>
                  </a:moveTo>
                  <a:cubicBezTo>
                    <a:pt x="21820" y="67423"/>
                    <a:pt x="22161" y="67476"/>
                    <a:pt x="22504" y="67589"/>
                  </a:cubicBezTo>
                  <a:cubicBezTo>
                    <a:pt x="24471" y="68230"/>
                    <a:pt x="25373" y="69967"/>
                    <a:pt x="25786" y="71969"/>
                  </a:cubicBezTo>
                  <a:lnTo>
                    <a:pt x="25786" y="71969"/>
                  </a:lnTo>
                  <a:cubicBezTo>
                    <a:pt x="25247" y="72265"/>
                    <a:pt x="24673" y="72500"/>
                    <a:pt x="24056" y="72656"/>
                  </a:cubicBezTo>
                  <a:cubicBezTo>
                    <a:pt x="23630" y="72766"/>
                    <a:pt x="23189" y="72823"/>
                    <a:pt x="22753" y="72823"/>
                  </a:cubicBezTo>
                  <a:cubicBezTo>
                    <a:pt x="21272" y="72823"/>
                    <a:pt x="19850" y="72164"/>
                    <a:pt x="19286" y="70648"/>
                  </a:cubicBezTo>
                  <a:cubicBezTo>
                    <a:pt x="18581" y="68781"/>
                    <a:pt x="19848" y="67423"/>
                    <a:pt x="21493" y="67423"/>
                  </a:cubicBezTo>
                  <a:close/>
                  <a:moveTo>
                    <a:pt x="83791" y="1"/>
                  </a:moveTo>
                  <a:cubicBezTo>
                    <a:pt x="83234" y="1"/>
                    <a:pt x="82607" y="476"/>
                    <a:pt x="82717" y="1191"/>
                  </a:cubicBezTo>
                  <a:cubicBezTo>
                    <a:pt x="83836" y="8358"/>
                    <a:pt x="83197" y="15707"/>
                    <a:pt x="80960" y="22578"/>
                  </a:cubicBezTo>
                  <a:cubicBezTo>
                    <a:pt x="79818" y="26070"/>
                    <a:pt x="78266" y="29403"/>
                    <a:pt x="76349" y="32530"/>
                  </a:cubicBezTo>
                  <a:cubicBezTo>
                    <a:pt x="74454" y="35611"/>
                    <a:pt x="72081" y="38168"/>
                    <a:pt x="69821" y="40952"/>
                  </a:cubicBezTo>
                  <a:cubicBezTo>
                    <a:pt x="69655" y="41155"/>
                    <a:pt x="69490" y="41361"/>
                    <a:pt x="69329" y="41570"/>
                  </a:cubicBezTo>
                  <a:lnTo>
                    <a:pt x="69329" y="41570"/>
                  </a:lnTo>
                  <a:cubicBezTo>
                    <a:pt x="69155" y="41562"/>
                    <a:pt x="68980" y="41558"/>
                    <a:pt x="68805" y="41558"/>
                  </a:cubicBezTo>
                  <a:cubicBezTo>
                    <a:pt x="64922" y="41558"/>
                    <a:pt x="60736" y="43525"/>
                    <a:pt x="57495" y="45152"/>
                  </a:cubicBezTo>
                  <a:cubicBezTo>
                    <a:pt x="51104" y="48370"/>
                    <a:pt x="45170" y="52456"/>
                    <a:pt x="39874" y="57249"/>
                  </a:cubicBezTo>
                  <a:cubicBezTo>
                    <a:pt x="37135" y="59715"/>
                    <a:pt x="34556" y="62385"/>
                    <a:pt x="32182" y="65215"/>
                  </a:cubicBezTo>
                  <a:cubicBezTo>
                    <a:pt x="30694" y="67001"/>
                    <a:pt x="29264" y="69224"/>
                    <a:pt x="27424" y="70814"/>
                  </a:cubicBezTo>
                  <a:lnTo>
                    <a:pt x="27424" y="70814"/>
                  </a:lnTo>
                  <a:cubicBezTo>
                    <a:pt x="27154" y="69843"/>
                    <a:pt x="26759" y="68921"/>
                    <a:pt x="26179" y="68091"/>
                  </a:cubicBezTo>
                  <a:cubicBezTo>
                    <a:pt x="25123" y="66568"/>
                    <a:pt x="23240" y="65478"/>
                    <a:pt x="21367" y="65478"/>
                  </a:cubicBezTo>
                  <a:cubicBezTo>
                    <a:pt x="20770" y="65478"/>
                    <a:pt x="20173" y="65589"/>
                    <a:pt x="19605" y="65832"/>
                  </a:cubicBezTo>
                  <a:cubicBezTo>
                    <a:pt x="17323" y="66790"/>
                    <a:pt x="16661" y="69415"/>
                    <a:pt x="17619" y="71561"/>
                  </a:cubicBezTo>
                  <a:cubicBezTo>
                    <a:pt x="18560" y="73672"/>
                    <a:pt x="20581" y="74734"/>
                    <a:pt x="22761" y="74734"/>
                  </a:cubicBezTo>
                  <a:cubicBezTo>
                    <a:pt x="23174" y="74734"/>
                    <a:pt x="23592" y="74696"/>
                    <a:pt x="24011" y="74619"/>
                  </a:cubicBezTo>
                  <a:cubicBezTo>
                    <a:pt x="24740" y="74487"/>
                    <a:pt x="25417" y="74262"/>
                    <a:pt x="26052" y="73964"/>
                  </a:cubicBezTo>
                  <a:lnTo>
                    <a:pt x="26052" y="73964"/>
                  </a:lnTo>
                  <a:cubicBezTo>
                    <a:pt x="26168" y="75515"/>
                    <a:pt x="26117" y="77065"/>
                    <a:pt x="26133" y="78271"/>
                  </a:cubicBezTo>
                  <a:cubicBezTo>
                    <a:pt x="26270" y="86694"/>
                    <a:pt x="25494" y="95733"/>
                    <a:pt x="20861" y="103037"/>
                  </a:cubicBezTo>
                  <a:cubicBezTo>
                    <a:pt x="17042" y="109014"/>
                    <a:pt x="10525" y="113538"/>
                    <a:pt x="3368" y="113538"/>
                  </a:cubicBezTo>
                  <a:cubicBezTo>
                    <a:pt x="2654" y="113538"/>
                    <a:pt x="1933" y="113493"/>
                    <a:pt x="1208" y="113400"/>
                  </a:cubicBezTo>
                  <a:cubicBezTo>
                    <a:pt x="1159" y="113393"/>
                    <a:pt x="1112" y="113390"/>
                    <a:pt x="1067" y="113390"/>
                  </a:cubicBezTo>
                  <a:cubicBezTo>
                    <a:pt x="0" y="113390"/>
                    <a:pt x="47" y="115141"/>
                    <a:pt x="1208" y="115294"/>
                  </a:cubicBezTo>
                  <a:cubicBezTo>
                    <a:pt x="1972" y="115393"/>
                    <a:pt x="2733" y="115440"/>
                    <a:pt x="3489" y="115440"/>
                  </a:cubicBezTo>
                  <a:cubicBezTo>
                    <a:pt x="9220" y="115440"/>
                    <a:pt x="14665" y="112708"/>
                    <a:pt x="18738" y="108675"/>
                  </a:cubicBezTo>
                  <a:cubicBezTo>
                    <a:pt x="23919" y="103516"/>
                    <a:pt x="26476" y="96509"/>
                    <a:pt x="27457" y="89365"/>
                  </a:cubicBezTo>
                  <a:cubicBezTo>
                    <a:pt x="27982" y="85690"/>
                    <a:pt x="28096" y="81992"/>
                    <a:pt x="28028" y="78271"/>
                  </a:cubicBezTo>
                  <a:cubicBezTo>
                    <a:pt x="28004" y="76566"/>
                    <a:pt x="28047" y="74693"/>
                    <a:pt x="27824" y="72885"/>
                  </a:cubicBezTo>
                  <a:lnTo>
                    <a:pt x="27824" y="72885"/>
                  </a:lnTo>
                  <a:cubicBezTo>
                    <a:pt x="29402" y="71696"/>
                    <a:pt x="30709" y="70091"/>
                    <a:pt x="31954" y="68525"/>
                  </a:cubicBezTo>
                  <a:cubicBezTo>
                    <a:pt x="36747" y="62454"/>
                    <a:pt x="42339" y="57067"/>
                    <a:pt x="48685" y="52639"/>
                  </a:cubicBezTo>
                  <a:cubicBezTo>
                    <a:pt x="51789" y="50448"/>
                    <a:pt x="55076" y="48507"/>
                    <a:pt x="58454" y="46795"/>
                  </a:cubicBezTo>
                  <a:cubicBezTo>
                    <a:pt x="61325" y="45351"/>
                    <a:pt x="64704" y="43567"/>
                    <a:pt x="68060" y="43446"/>
                  </a:cubicBezTo>
                  <a:lnTo>
                    <a:pt x="68060" y="43446"/>
                  </a:lnTo>
                  <a:cubicBezTo>
                    <a:pt x="67156" y="45019"/>
                    <a:pt x="66589" y="46750"/>
                    <a:pt x="66808" y="48621"/>
                  </a:cubicBezTo>
                  <a:cubicBezTo>
                    <a:pt x="67059" y="50904"/>
                    <a:pt x="68429" y="53278"/>
                    <a:pt x="70757" y="53917"/>
                  </a:cubicBezTo>
                  <a:cubicBezTo>
                    <a:pt x="71144" y="54022"/>
                    <a:pt x="71527" y="54072"/>
                    <a:pt x="71901" y="54072"/>
                  </a:cubicBezTo>
                  <a:cubicBezTo>
                    <a:pt x="73799" y="54072"/>
                    <a:pt x="75472" y="52799"/>
                    <a:pt x="76349" y="51064"/>
                  </a:cubicBezTo>
                  <a:cubicBezTo>
                    <a:pt x="77536" y="48713"/>
                    <a:pt x="76988" y="46042"/>
                    <a:pt x="75185" y="44171"/>
                  </a:cubicBezTo>
                  <a:cubicBezTo>
                    <a:pt x="74044" y="42987"/>
                    <a:pt x="72757" y="42266"/>
                    <a:pt x="71390" y="41890"/>
                  </a:cubicBezTo>
                  <a:lnTo>
                    <a:pt x="71390" y="41890"/>
                  </a:lnTo>
                  <a:cubicBezTo>
                    <a:pt x="73251" y="39485"/>
                    <a:pt x="75493" y="37309"/>
                    <a:pt x="77171" y="34767"/>
                  </a:cubicBezTo>
                  <a:cubicBezTo>
                    <a:pt x="79339" y="31503"/>
                    <a:pt x="81097" y="27942"/>
                    <a:pt x="82398" y="24244"/>
                  </a:cubicBezTo>
                  <a:cubicBezTo>
                    <a:pt x="85068" y="16689"/>
                    <a:pt x="85776" y="8609"/>
                    <a:pt x="84566" y="688"/>
                  </a:cubicBezTo>
                  <a:cubicBezTo>
                    <a:pt x="84493" y="207"/>
                    <a:pt x="84158" y="1"/>
                    <a:pt x="8379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20"/>
            <p:cNvSpPr/>
            <p:nvPr/>
          </p:nvSpPr>
          <p:spPr>
            <a:xfrm>
              <a:off x="3828250" y="4498575"/>
              <a:ext cx="134125" cy="142700"/>
            </a:xfrm>
            <a:custGeom>
              <a:rect b="b" l="l" r="r" t="t"/>
              <a:pathLst>
                <a:path extrusionOk="0" h="5708" w="5365">
                  <a:moveTo>
                    <a:pt x="2648" y="1"/>
                  </a:moveTo>
                  <a:lnTo>
                    <a:pt x="0" y="1872"/>
                  </a:lnTo>
                  <a:lnTo>
                    <a:pt x="2694" y="5707"/>
                  </a:lnTo>
                  <a:lnTo>
                    <a:pt x="5364" y="3835"/>
                  </a:lnTo>
                  <a:lnTo>
                    <a:pt x="2648"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20"/>
            <p:cNvSpPr/>
            <p:nvPr/>
          </p:nvSpPr>
          <p:spPr>
            <a:xfrm>
              <a:off x="3877325" y="4594450"/>
              <a:ext cx="394325" cy="476850"/>
            </a:xfrm>
            <a:custGeom>
              <a:rect b="b" l="l" r="r" t="t"/>
              <a:pathLst>
                <a:path extrusionOk="0" h="19074" w="15773">
                  <a:moveTo>
                    <a:pt x="3401" y="0"/>
                  </a:moveTo>
                  <a:lnTo>
                    <a:pt x="731" y="1872"/>
                  </a:lnTo>
                  <a:cubicBezTo>
                    <a:pt x="731" y="1872"/>
                    <a:pt x="0" y="16800"/>
                    <a:pt x="14289" y="19060"/>
                  </a:cubicBezTo>
                  <a:cubicBezTo>
                    <a:pt x="14353" y="19069"/>
                    <a:pt x="14417" y="19074"/>
                    <a:pt x="14480" y="19074"/>
                  </a:cubicBezTo>
                  <a:cubicBezTo>
                    <a:pt x="15178" y="19074"/>
                    <a:pt x="15772" y="18514"/>
                    <a:pt x="15772" y="17781"/>
                  </a:cubicBezTo>
                  <a:cubicBezTo>
                    <a:pt x="15772" y="13901"/>
                    <a:pt x="14882" y="3264"/>
                    <a:pt x="340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20"/>
            <p:cNvSpPr/>
            <p:nvPr/>
          </p:nvSpPr>
          <p:spPr>
            <a:xfrm>
              <a:off x="3912225" y="4571125"/>
              <a:ext cx="388525" cy="525225"/>
            </a:xfrm>
            <a:custGeom>
              <a:rect b="b" l="l" r="r" t="t"/>
              <a:pathLst>
                <a:path extrusionOk="0" h="21009" w="15541">
                  <a:moveTo>
                    <a:pt x="1209" y="1"/>
                  </a:moveTo>
                  <a:cubicBezTo>
                    <a:pt x="298" y="1"/>
                    <a:pt x="1" y="1524"/>
                    <a:pt x="1024" y="1892"/>
                  </a:cubicBezTo>
                  <a:cubicBezTo>
                    <a:pt x="8693" y="4700"/>
                    <a:pt x="13623" y="11935"/>
                    <a:pt x="13578" y="20084"/>
                  </a:cubicBezTo>
                  <a:cubicBezTo>
                    <a:pt x="13566" y="20700"/>
                    <a:pt x="14040" y="21008"/>
                    <a:pt x="14516" y="21008"/>
                  </a:cubicBezTo>
                  <a:cubicBezTo>
                    <a:pt x="14993" y="21008"/>
                    <a:pt x="15472" y="20700"/>
                    <a:pt x="15472" y="20084"/>
                  </a:cubicBezTo>
                  <a:cubicBezTo>
                    <a:pt x="15541" y="11045"/>
                    <a:pt x="9994" y="3147"/>
                    <a:pt x="1549" y="66"/>
                  </a:cubicBezTo>
                  <a:cubicBezTo>
                    <a:pt x="1428" y="21"/>
                    <a:pt x="1314" y="1"/>
                    <a:pt x="120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20"/>
            <p:cNvSpPr/>
            <p:nvPr/>
          </p:nvSpPr>
          <p:spPr>
            <a:xfrm>
              <a:off x="3917275" y="4681975"/>
              <a:ext cx="130925" cy="244075"/>
            </a:xfrm>
            <a:custGeom>
              <a:rect b="b" l="l" r="r" t="t"/>
              <a:pathLst>
                <a:path extrusionOk="0" h="9763" w="5237">
                  <a:moveTo>
                    <a:pt x="744" y="0"/>
                  </a:moveTo>
                  <a:cubicBezTo>
                    <a:pt x="355" y="0"/>
                    <a:pt x="0" y="246"/>
                    <a:pt x="68" y="745"/>
                  </a:cubicBezTo>
                  <a:cubicBezTo>
                    <a:pt x="456" y="4009"/>
                    <a:pt x="1666" y="6908"/>
                    <a:pt x="3675" y="9487"/>
                  </a:cubicBezTo>
                  <a:cubicBezTo>
                    <a:pt x="3825" y="9681"/>
                    <a:pt x="4003" y="9762"/>
                    <a:pt x="4178" y="9762"/>
                  </a:cubicBezTo>
                  <a:cubicBezTo>
                    <a:pt x="4723" y="9762"/>
                    <a:pt x="5237" y="8979"/>
                    <a:pt x="4770" y="8391"/>
                  </a:cubicBezTo>
                  <a:cubicBezTo>
                    <a:pt x="3036" y="6155"/>
                    <a:pt x="1963" y="3552"/>
                    <a:pt x="1621" y="745"/>
                  </a:cubicBezTo>
                  <a:cubicBezTo>
                    <a:pt x="1563" y="251"/>
                    <a:pt x="1136" y="0"/>
                    <a:pt x="74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20"/>
            <p:cNvSpPr/>
            <p:nvPr/>
          </p:nvSpPr>
          <p:spPr>
            <a:xfrm>
              <a:off x="4031375" y="4920275"/>
              <a:ext cx="50250" cy="38825"/>
            </a:xfrm>
            <a:custGeom>
              <a:rect b="b" l="l" r="r" t="t"/>
              <a:pathLst>
                <a:path extrusionOk="0" h="1553" w="2010">
                  <a:moveTo>
                    <a:pt x="1005" y="1"/>
                  </a:moveTo>
                  <a:cubicBezTo>
                    <a:pt x="1" y="1"/>
                    <a:pt x="1" y="1553"/>
                    <a:pt x="1005" y="1553"/>
                  </a:cubicBezTo>
                  <a:cubicBezTo>
                    <a:pt x="2010" y="1553"/>
                    <a:pt x="2010" y="1"/>
                    <a:pt x="100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20"/>
            <p:cNvSpPr/>
            <p:nvPr/>
          </p:nvSpPr>
          <p:spPr>
            <a:xfrm>
              <a:off x="4191175" y="3900000"/>
              <a:ext cx="134125" cy="107300"/>
            </a:xfrm>
            <a:custGeom>
              <a:rect b="b" l="l" r="r" t="t"/>
              <a:pathLst>
                <a:path extrusionOk="0" h="4292" w="5365">
                  <a:moveTo>
                    <a:pt x="776" y="0"/>
                  </a:moveTo>
                  <a:lnTo>
                    <a:pt x="0" y="3150"/>
                  </a:lnTo>
                  <a:lnTo>
                    <a:pt x="4565" y="4291"/>
                  </a:lnTo>
                  <a:lnTo>
                    <a:pt x="5364" y="1141"/>
                  </a:lnTo>
                  <a:lnTo>
                    <a:pt x="776"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20"/>
            <p:cNvSpPr/>
            <p:nvPr/>
          </p:nvSpPr>
          <p:spPr>
            <a:xfrm>
              <a:off x="4305300" y="3885550"/>
              <a:ext cx="557525" cy="289075"/>
            </a:xfrm>
            <a:custGeom>
              <a:rect b="b" l="l" r="r" t="t"/>
              <a:pathLst>
                <a:path extrusionOk="0" h="11563" w="22301">
                  <a:moveTo>
                    <a:pt x="8059" y="0"/>
                  </a:moveTo>
                  <a:cubicBezTo>
                    <a:pt x="5842" y="0"/>
                    <a:pt x="3413" y="492"/>
                    <a:pt x="799" y="1719"/>
                  </a:cubicBezTo>
                  <a:lnTo>
                    <a:pt x="0" y="4869"/>
                  </a:lnTo>
                  <a:cubicBezTo>
                    <a:pt x="0" y="4869"/>
                    <a:pt x="5251" y="11562"/>
                    <a:pt x="13104" y="11562"/>
                  </a:cubicBezTo>
                  <a:cubicBezTo>
                    <a:pt x="15658" y="11562"/>
                    <a:pt x="18488" y="10854"/>
                    <a:pt x="21502" y="8978"/>
                  </a:cubicBezTo>
                  <a:cubicBezTo>
                    <a:pt x="22164" y="8544"/>
                    <a:pt x="22300" y="7631"/>
                    <a:pt x="21775" y="7038"/>
                  </a:cubicBezTo>
                  <a:cubicBezTo>
                    <a:pt x="19855" y="4823"/>
                    <a:pt x="14998" y="0"/>
                    <a:pt x="805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20"/>
            <p:cNvSpPr/>
            <p:nvPr/>
          </p:nvSpPr>
          <p:spPr>
            <a:xfrm>
              <a:off x="4269975" y="3890675"/>
              <a:ext cx="621225" cy="241375"/>
            </a:xfrm>
            <a:custGeom>
              <a:rect b="b" l="l" r="r" t="t"/>
              <a:pathLst>
                <a:path extrusionOk="0" h="9655" w="24849">
                  <a:moveTo>
                    <a:pt x="8675" y="0"/>
                  </a:moveTo>
                  <a:cubicBezTo>
                    <a:pt x="6110" y="0"/>
                    <a:pt x="3499" y="516"/>
                    <a:pt x="979" y="1583"/>
                  </a:cubicBezTo>
                  <a:cubicBezTo>
                    <a:pt x="1" y="2002"/>
                    <a:pt x="612" y="3313"/>
                    <a:pt x="1530" y="3313"/>
                  </a:cubicBezTo>
                  <a:cubicBezTo>
                    <a:pt x="1661" y="3313"/>
                    <a:pt x="1798" y="3286"/>
                    <a:pt x="1938" y="3226"/>
                  </a:cubicBezTo>
                  <a:cubicBezTo>
                    <a:pt x="4113" y="2305"/>
                    <a:pt x="6386" y="1863"/>
                    <a:pt x="8630" y="1863"/>
                  </a:cubicBezTo>
                  <a:cubicBezTo>
                    <a:pt x="14111" y="1863"/>
                    <a:pt x="19422" y="4500"/>
                    <a:pt x="22709" y="9229"/>
                  </a:cubicBezTo>
                  <a:cubicBezTo>
                    <a:pt x="22921" y="9530"/>
                    <a:pt x="23217" y="9655"/>
                    <a:pt x="23509" y="9655"/>
                  </a:cubicBezTo>
                  <a:cubicBezTo>
                    <a:pt x="24191" y="9655"/>
                    <a:pt x="24848" y="8974"/>
                    <a:pt x="24353" y="8271"/>
                  </a:cubicBezTo>
                  <a:cubicBezTo>
                    <a:pt x="20624" y="2919"/>
                    <a:pt x="14780" y="0"/>
                    <a:pt x="8675"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20"/>
            <p:cNvSpPr/>
            <p:nvPr/>
          </p:nvSpPr>
          <p:spPr>
            <a:xfrm>
              <a:off x="4348075" y="4005000"/>
              <a:ext cx="254850" cy="137925"/>
            </a:xfrm>
            <a:custGeom>
              <a:rect b="b" l="l" r="r" t="t"/>
              <a:pathLst>
                <a:path extrusionOk="0" h="5517" w="10194">
                  <a:moveTo>
                    <a:pt x="1172" y="1"/>
                  </a:moveTo>
                  <a:cubicBezTo>
                    <a:pt x="547" y="1"/>
                    <a:pt x="0" y="788"/>
                    <a:pt x="572" y="1324"/>
                  </a:cubicBezTo>
                  <a:cubicBezTo>
                    <a:pt x="2946" y="3447"/>
                    <a:pt x="5730" y="4885"/>
                    <a:pt x="8857" y="5501"/>
                  </a:cubicBezTo>
                  <a:cubicBezTo>
                    <a:pt x="8913" y="5511"/>
                    <a:pt x="8967" y="5516"/>
                    <a:pt x="9019" y="5516"/>
                  </a:cubicBezTo>
                  <a:cubicBezTo>
                    <a:pt x="9881" y="5516"/>
                    <a:pt x="10194" y="4167"/>
                    <a:pt x="9268" y="3994"/>
                  </a:cubicBezTo>
                  <a:cubicBezTo>
                    <a:pt x="6392" y="3424"/>
                    <a:pt x="3859" y="2168"/>
                    <a:pt x="1690" y="205"/>
                  </a:cubicBezTo>
                  <a:cubicBezTo>
                    <a:pt x="1526" y="61"/>
                    <a:pt x="1346" y="1"/>
                    <a:pt x="117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20"/>
            <p:cNvSpPr/>
            <p:nvPr/>
          </p:nvSpPr>
          <p:spPr>
            <a:xfrm>
              <a:off x="4596875" y="4107700"/>
              <a:ext cx="50825" cy="38825"/>
            </a:xfrm>
            <a:custGeom>
              <a:rect b="b" l="l" r="r" t="t"/>
              <a:pathLst>
                <a:path extrusionOk="0" h="1553" w="2033">
                  <a:moveTo>
                    <a:pt x="1028" y="0"/>
                  </a:moveTo>
                  <a:cubicBezTo>
                    <a:pt x="1" y="0"/>
                    <a:pt x="1" y="1553"/>
                    <a:pt x="1028" y="1553"/>
                  </a:cubicBezTo>
                  <a:cubicBezTo>
                    <a:pt x="2032" y="1553"/>
                    <a:pt x="2032" y="0"/>
                    <a:pt x="102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20"/>
            <p:cNvSpPr/>
            <p:nvPr/>
          </p:nvSpPr>
          <p:spPr>
            <a:xfrm>
              <a:off x="4757800" y="2957300"/>
              <a:ext cx="135275" cy="143250"/>
            </a:xfrm>
            <a:custGeom>
              <a:rect b="b" l="l" r="r" t="t"/>
              <a:pathLst>
                <a:path extrusionOk="0" h="5730" w="5411">
                  <a:moveTo>
                    <a:pt x="2603" y="1"/>
                  </a:moveTo>
                  <a:lnTo>
                    <a:pt x="1" y="1941"/>
                  </a:lnTo>
                  <a:lnTo>
                    <a:pt x="2785" y="5730"/>
                  </a:lnTo>
                  <a:lnTo>
                    <a:pt x="5410" y="3790"/>
                  </a:lnTo>
                  <a:lnTo>
                    <a:pt x="2603"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20"/>
            <p:cNvSpPr/>
            <p:nvPr/>
          </p:nvSpPr>
          <p:spPr>
            <a:xfrm>
              <a:off x="4817150" y="3052025"/>
              <a:ext cx="396000" cy="470000"/>
            </a:xfrm>
            <a:custGeom>
              <a:rect b="b" l="l" r="r" t="t"/>
              <a:pathLst>
                <a:path extrusionOk="0" h="18800" w="15840">
                  <a:moveTo>
                    <a:pt x="3036" y="1"/>
                  </a:moveTo>
                  <a:lnTo>
                    <a:pt x="411" y="1941"/>
                  </a:lnTo>
                  <a:cubicBezTo>
                    <a:pt x="411" y="1941"/>
                    <a:pt x="0" y="16869"/>
                    <a:pt x="14358" y="18786"/>
                  </a:cubicBezTo>
                  <a:cubicBezTo>
                    <a:pt x="14420" y="18795"/>
                    <a:pt x="14482" y="18800"/>
                    <a:pt x="14543" y="18800"/>
                  </a:cubicBezTo>
                  <a:cubicBezTo>
                    <a:pt x="15243" y="18800"/>
                    <a:pt x="15839" y="18219"/>
                    <a:pt x="15818" y="17485"/>
                  </a:cubicBezTo>
                  <a:cubicBezTo>
                    <a:pt x="15704" y="13605"/>
                    <a:pt x="14586" y="2991"/>
                    <a:pt x="303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20"/>
            <p:cNvSpPr/>
            <p:nvPr/>
          </p:nvSpPr>
          <p:spPr>
            <a:xfrm>
              <a:off x="4832650" y="3035700"/>
              <a:ext cx="407925" cy="514950"/>
            </a:xfrm>
            <a:custGeom>
              <a:rect b="b" l="l" r="r" t="t"/>
              <a:pathLst>
                <a:path extrusionOk="0" h="20598" w="16317">
                  <a:moveTo>
                    <a:pt x="1324" y="0"/>
                  </a:moveTo>
                  <a:cubicBezTo>
                    <a:pt x="338" y="0"/>
                    <a:pt x="0" y="1569"/>
                    <a:pt x="1092" y="1863"/>
                  </a:cubicBezTo>
                  <a:cubicBezTo>
                    <a:pt x="9150" y="4009"/>
                    <a:pt x="14354" y="11382"/>
                    <a:pt x="13783" y="19690"/>
                  </a:cubicBezTo>
                  <a:cubicBezTo>
                    <a:pt x="13738" y="20295"/>
                    <a:pt x="14188" y="20597"/>
                    <a:pt x="14662" y="20597"/>
                  </a:cubicBezTo>
                  <a:cubicBezTo>
                    <a:pt x="15136" y="20597"/>
                    <a:pt x="15632" y="20295"/>
                    <a:pt x="15678" y="19690"/>
                  </a:cubicBezTo>
                  <a:cubicBezTo>
                    <a:pt x="16317" y="10560"/>
                    <a:pt x="10428" y="2366"/>
                    <a:pt x="1594" y="37"/>
                  </a:cubicBezTo>
                  <a:cubicBezTo>
                    <a:pt x="1500" y="12"/>
                    <a:pt x="1409" y="0"/>
                    <a:pt x="132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20"/>
            <p:cNvSpPr/>
            <p:nvPr/>
          </p:nvSpPr>
          <p:spPr>
            <a:xfrm>
              <a:off x="4850475" y="3139025"/>
              <a:ext cx="135925" cy="243125"/>
            </a:xfrm>
            <a:custGeom>
              <a:rect b="b" l="l" r="r" t="t"/>
              <a:pathLst>
                <a:path extrusionOk="0" h="9725" w="5437">
                  <a:moveTo>
                    <a:pt x="965" y="0"/>
                  </a:moveTo>
                  <a:cubicBezTo>
                    <a:pt x="514" y="0"/>
                    <a:pt x="0" y="390"/>
                    <a:pt x="83" y="995"/>
                  </a:cubicBezTo>
                  <a:cubicBezTo>
                    <a:pt x="539" y="4144"/>
                    <a:pt x="1840" y="6975"/>
                    <a:pt x="3849" y="9463"/>
                  </a:cubicBezTo>
                  <a:cubicBezTo>
                    <a:pt x="4001" y="9648"/>
                    <a:pt x="4179" y="9725"/>
                    <a:pt x="4354" y="9725"/>
                  </a:cubicBezTo>
                  <a:cubicBezTo>
                    <a:pt x="4913" y="9725"/>
                    <a:pt x="5437" y="8935"/>
                    <a:pt x="4967" y="8344"/>
                  </a:cubicBezTo>
                  <a:cubicBezTo>
                    <a:pt x="3118" y="6085"/>
                    <a:pt x="2000" y="3460"/>
                    <a:pt x="1589" y="561"/>
                  </a:cubicBezTo>
                  <a:cubicBezTo>
                    <a:pt x="1535" y="170"/>
                    <a:pt x="1263" y="0"/>
                    <a:pt x="965" y="0"/>
                  </a:cubicBezTo>
                  <a:close/>
                </a:path>
              </a:pathLst>
            </a:custGeom>
            <a:solidFill>
              <a:srgbClr val="FFFD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20"/>
            <p:cNvSpPr/>
            <p:nvPr/>
          </p:nvSpPr>
          <p:spPr>
            <a:xfrm>
              <a:off x="4970075" y="3375000"/>
              <a:ext cx="50250" cy="39400"/>
            </a:xfrm>
            <a:custGeom>
              <a:rect b="b" l="l" r="r" t="t"/>
              <a:pathLst>
                <a:path extrusionOk="0" h="1576" w="2010">
                  <a:moveTo>
                    <a:pt x="1005" y="1"/>
                  </a:moveTo>
                  <a:cubicBezTo>
                    <a:pt x="1" y="1"/>
                    <a:pt x="1" y="1576"/>
                    <a:pt x="1005" y="1576"/>
                  </a:cubicBezTo>
                  <a:cubicBezTo>
                    <a:pt x="2009" y="1576"/>
                    <a:pt x="2009" y="1"/>
                    <a:pt x="1005" y="1"/>
                  </a:cubicBezTo>
                  <a:close/>
                </a:path>
              </a:pathLst>
            </a:custGeom>
            <a:solidFill>
              <a:srgbClr val="FFFD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9" name="Google Shape;529;p20"/>
          <p:cNvGrpSpPr/>
          <p:nvPr/>
        </p:nvGrpSpPr>
        <p:grpSpPr>
          <a:xfrm rot="1461756">
            <a:off x="236275" y="4567731"/>
            <a:ext cx="345866" cy="315803"/>
            <a:chOff x="7898886" y="4124026"/>
            <a:chExt cx="525113" cy="479469"/>
          </a:xfrm>
        </p:grpSpPr>
        <p:sp>
          <p:nvSpPr>
            <p:cNvPr id="530" name="Google Shape;530;p20"/>
            <p:cNvSpPr/>
            <p:nvPr/>
          </p:nvSpPr>
          <p:spPr>
            <a:xfrm rot="-686089">
              <a:off x="8099038" y="4147996"/>
              <a:ext cx="285014" cy="431530"/>
            </a:xfrm>
            <a:custGeom>
              <a:rect b="b" l="l" r="r" t="t"/>
              <a:pathLst>
                <a:path extrusionOk="0" h="13510" w="8923">
                  <a:moveTo>
                    <a:pt x="4662" y="1"/>
                  </a:moveTo>
                  <a:cubicBezTo>
                    <a:pt x="4161" y="2758"/>
                    <a:pt x="3309" y="6016"/>
                    <a:pt x="0" y="6592"/>
                  </a:cubicBezTo>
                  <a:cubicBezTo>
                    <a:pt x="2757" y="7820"/>
                    <a:pt x="3910" y="10702"/>
                    <a:pt x="4161" y="13509"/>
                  </a:cubicBezTo>
                  <a:cubicBezTo>
                    <a:pt x="4662" y="10753"/>
                    <a:pt x="5815" y="7920"/>
                    <a:pt x="8923" y="7068"/>
                  </a:cubicBezTo>
                  <a:cubicBezTo>
                    <a:pt x="5589" y="5915"/>
                    <a:pt x="5439" y="3760"/>
                    <a:pt x="466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20"/>
            <p:cNvSpPr/>
            <p:nvPr/>
          </p:nvSpPr>
          <p:spPr>
            <a:xfrm rot="-686089">
              <a:off x="7903763" y="4537723"/>
              <a:ext cx="86050" cy="57814"/>
            </a:xfrm>
            <a:custGeom>
              <a:rect b="b" l="l" r="r" t="t"/>
              <a:pathLst>
                <a:path extrusionOk="0" h="1810" w="2694">
                  <a:moveTo>
                    <a:pt x="1275" y="1"/>
                  </a:moveTo>
                  <a:cubicBezTo>
                    <a:pt x="153" y="1"/>
                    <a:pt x="1" y="1809"/>
                    <a:pt x="1466" y="1809"/>
                  </a:cubicBezTo>
                  <a:cubicBezTo>
                    <a:pt x="2569" y="1809"/>
                    <a:pt x="2694" y="30"/>
                    <a:pt x="1366" y="5"/>
                  </a:cubicBezTo>
                  <a:cubicBezTo>
                    <a:pt x="1335" y="2"/>
                    <a:pt x="1305" y="1"/>
                    <a:pt x="127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2" name="Google Shape;532;p20"/>
          <p:cNvGrpSpPr/>
          <p:nvPr/>
        </p:nvGrpSpPr>
        <p:grpSpPr>
          <a:xfrm>
            <a:off x="7696154" y="463595"/>
            <a:ext cx="493642" cy="528561"/>
            <a:chOff x="7696154" y="463595"/>
            <a:chExt cx="493642" cy="528561"/>
          </a:xfrm>
        </p:grpSpPr>
        <p:sp>
          <p:nvSpPr>
            <p:cNvPr id="533" name="Google Shape;533;p20"/>
            <p:cNvSpPr/>
            <p:nvPr/>
          </p:nvSpPr>
          <p:spPr>
            <a:xfrm rot="-686089">
              <a:off x="8032136" y="537952"/>
              <a:ext cx="149199" cy="100296"/>
            </a:xfrm>
            <a:custGeom>
              <a:rect b="b" l="l" r="r" t="t"/>
              <a:pathLst>
                <a:path extrusionOk="0" h="3140" w="4671">
                  <a:moveTo>
                    <a:pt x="2205" y="0"/>
                  </a:moveTo>
                  <a:cubicBezTo>
                    <a:pt x="245" y="0"/>
                    <a:pt x="0" y="3140"/>
                    <a:pt x="2515" y="3140"/>
                  </a:cubicBezTo>
                  <a:cubicBezTo>
                    <a:pt x="4420" y="3140"/>
                    <a:pt x="4671" y="57"/>
                    <a:pt x="2365" y="7"/>
                  </a:cubicBezTo>
                  <a:cubicBezTo>
                    <a:pt x="2310" y="2"/>
                    <a:pt x="2257" y="0"/>
                    <a:pt x="220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20"/>
            <p:cNvSpPr/>
            <p:nvPr/>
          </p:nvSpPr>
          <p:spPr>
            <a:xfrm rot="-686054">
              <a:off x="7824220" y="470126"/>
              <a:ext cx="70641" cy="47495"/>
            </a:xfrm>
            <a:custGeom>
              <a:rect b="b" l="l" r="r" t="t"/>
              <a:pathLst>
                <a:path extrusionOk="0" h="2361" w="3512">
                  <a:moveTo>
                    <a:pt x="1668" y="0"/>
                  </a:moveTo>
                  <a:cubicBezTo>
                    <a:pt x="192" y="0"/>
                    <a:pt x="1" y="2361"/>
                    <a:pt x="1908" y="2361"/>
                  </a:cubicBezTo>
                  <a:cubicBezTo>
                    <a:pt x="3336" y="2361"/>
                    <a:pt x="3512" y="55"/>
                    <a:pt x="1782" y="5"/>
                  </a:cubicBezTo>
                  <a:cubicBezTo>
                    <a:pt x="1743" y="2"/>
                    <a:pt x="1705" y="0"/>
                    <a:pt x="166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20"/>
            <p:cNvSpPr/>
            <p:nvPr/>
          </p:nvSpPr>
          <p:spPr>
            <a:xfrm rot="-1571173">
              <a:off x="7740950" y="729674"/>
              <a:ext cx="158426" cy="239837"/>
            </a:xfrm>
            <a:custGeom>
              <a:rect b="b" l="l" r="r" t="t"/>
              <a:pathLst>
                <a:path extrusionOk="0" h="13510" w="8923">
                  <a:moveTo>
                    <a:pt x="4662" y="1"/>
                  </a:moveTo>
                  <a:cubicBezTo>
                    <a:pt x="4161" y="2758"/>
                    <a:pt x="3309" y="6016"/>
                    <a:pt x="0" y="6592"/>
                  </a:cubicBezTo>
                  <a:cubicBezTo>
                    <a:pt x="2757" y="7820"/>
                    <a:pt x="3910" y="10702"/>
                    <a:pt x="4161" y="13509"/>
                  </a:cubicBezTo>
                  <a:cubicBezTo>
                    <a:pt x="4662" y="10753"/>
                    <a:pt x="5815" y="7920"/>
                    <a:pt x="8923" y="7068"/>
                  </a:cubicBezTo>
                  <a:cubicBezTo>
                    <a:pt x="5589" y="5915"/>
                    <a:pt x="5439" y="3760"/>
                    <a:pt x="466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36" name="Google Shape;536;p2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mall numbers">
  <p:cSld name="CUSTOM_6">
    <p:spTree>
      <p:nvGrpSpPr>
        <p:cNvPr id="537" name="Shape 537"/>
        <p:cNvGrpSpPr/>
        <p:nvPr/>
      </p:nvGrpSpPr>
      <p:grpSpPr>
        <a:xfrm>
          <a:off x="0" y="0"/>
          <a:ext cx="0" cy="0"/>
          <a:chOff x="0" y="0"/>
          <a:chExt cx="0" cy="0"/>
        </a:xfrm>
      </p:grpSpPr>
      <p:sp>
        <p:nvSpPr>
          <p:cNvPr id="538" name="Google Shape;538;p21"/>
          <p:cNvSpPr txBox="1"/>
          <p:nvPr>
            <p:ph hasCustomPrompt="1" type="title"/>
          </p:nvPr>
        </p:nvSpPr>
        <p:spPr>
          <a:xfrm>
            <a:off x="720000" y="1803119"/>
            <a:ext cx="3852000" cy="7251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5000"/>
              <a:buNone/>
              <a:defRPr sz="4500"/>
            </a:lvl1pPr>
            <a:lvl2pPr lvl="1" rtl="0" algn="ctr">
              <a:spcBef>
                <a:spcPts val="0"/>
              </a:spcBef>
              <a:spcAft>
                <a:spcPts val="0"/>
              </a:spcAft>
              <a:buSzPts val="5000"/>
              <a:buNone/>
              <a:defRPr sz="5000"/>
            </a:lvl2pPr>
            <a:lvl3pPr lvl="2" rtl="0" algn="ctr">
              <a:spcBef>
                <a:spcPts val="0"/>
              </a:spcBef>
              <a:spcAft>
                <a:spcPts val="0"/>
              </a:spcAft>
              <a:buSzPts val="5000"/>
              <a:buNone/>
              <a:defRPr sz="5000"/>
            </a:lvl3pPr>
            <a:lvl4pPr lvl="3" rtl="0" algn="ctr">
              <a:spcBef>
                <a:spcPts val="0"/>
              </a:spcBef>
              <a:spcAft>
                <a:spcPts val="0"/>
              </a:spcAft>
              <a:buSzPts val="5000"/>
              <a:buNone/>
              <a:defRPr sz="5000"/>
            </a:lvl4pPr>
            <a:lvl5pPr lvl="4" rtl="0" algn="ctr">
              <a:spcBef>
                <a:spcPts val="0"/>
              </a:spcBef>
              <a:spcAft>
                <a:spcPts val="0"/>
              </a:spcAft>
              <a:buSzPts val="5000"/>
              <a:buNone/>
              <a:defRPr sz="5000"/>
            </a:lvl5pPr>
            <a:lvl6pPr lvl="5" rtl="0" algn="ctr">
              <a:spcBef>
                <a:spcPts val="0"/>
              </a:spcBef>
              <a:spcAft>
                <a:spcPts val="0"/>
              </a:spcAft>
              <a:buSzPts val="5000"/>
              <a:buNone/>
              <a:defRPr sz="5000"/>
            </a:lvl6pPr>
            <a:lvl7pPr lvl="6" rtl="0" algn="ctr">
              <a:spcBef>
                <a:spcPts val="0"/>
              </a:spcBef>
              <a:spcAft>
                <a:spcPts val="0"/>
              </a:spcAft>
              <a:buSzPts val="5000"/>
              <a:buNone/>
              <a:defRPr sz="5000"/>
            </a:lvl7pPr>
            <a:lvl8pPr lvl="7" rtl="0" algn="ctr">
              <a:spcBef>
                <a:spcPts val="0"/>
              </a:spcBef>
              <a:spcAft>
                <a:spcPts val="0"/>
              </a:spcAft>
              <a:buSzPts val="5000"/>
              <a:buNone/>
              <a:defRPr sz="5000"/>
            </a:lvl8pPr>
            <a:lvl9pPr lvl="8" rtl="0" algn="ctr">
              <a:spcBef>
                <a:spcPts val="0"/>
              </a:spcBef>
              <a:spcAft>
                <a:spcPts val="0"/>
              </a:spcAft>
              <a:buSzPts val="5000"/>
              <a:buNone/>
              <a:defRPr sz="5000"/>
            </a:lvl9pPr>
          </a:lstStyle>
          <a:p>
            <a:r>
              <a:t>xx%</a:t>
            </a:r>
          </a:p>
        </p:txBody>
      </p:sp>
      <p:sp>
        <p:nvSpPr>
          <p:cNvPr id="539" name="Google Shape;539;p21"/>
          <p:cNvSpPr txBox="1"/>
          <p:nvPr>
            <p:ph idx="1" type="subTitle"/>
          </p:nvPr>
        </p:nvSpPr>
        <p:spPr>
          <a:xfrm>
            <a:off x="720000" y="2390144"/>
            <a:ext cx="3852000" cy="4125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1600"/>
              </a:spcBef>
              <a:spcAft>
                <a:spcPts val="0"/>
              </a:spcAft>
              <a:buSzPts val="1400"/>
              <a:buNone/>
              <a:defRPr/>
            </a:lvl4pPr>
            <a:lvl5pPr lvl="4" algn="ctr">
              <a:spcBef>
                <a:spcPts val="1600"/>
              </a:spcBef>
              <a:spcAft>
                <a:spcPts val="0"/>
              </a:spcAft>
              <a:buSzPts val="1400"/>
              <a:buNone/>
              <a:defRPr/>
            </a:lvl5pPr>
            <a:lvl6pPr lvl="5" algn="ctr">
              <a:spcBef>
                <a:spcPts val="0"/>
              </a:spcBef>
              <a:spcAft>
                <a:spcPts val="0"/>
              </a:spcAft>
              <a:buSzPts val="1400"/>
              <a:buNone/>
              <a:defRPr/>
            </a:lvl6pPr>
            <a:lvl7pPr lvl="6" algn="ctr">
              <a:spcBef>
                <a:spcPts val="1600"/>
              </a:spcBef>
              <a:spcAft>
                <a:spcPts val="0"/>
              </a:spcAft>
              <a:buSzPts val="1400"/>
              <a:buNone/>
              <a:defRPr/>
            </a:lvl7pPr>
            <a:lvl8pPr lvl="7" algn="ctr">
              <a:spcBef>
                <a:spcPts val="1600"/>
              </a:spcBef>
              <a:spcAft>
                <a:spcPts val="0"/>
              </a:spcAft>
              <a:buSzPts val="1400"/>
              <a:buNone/>
              <a:defRPr/>
            </a:lvl8pPr>
            <a:lvl9pPr lvl="8" algn="ctr">
              <a:spcBef>
                <a:spcPts val="1600"/>
              </a:spcBef>
              <a:spcAft>
                <a:spcPts val="1600"/>
              </a:spcAft>
              <a:buSzPts val="1400"/>
              <a:buNone/>
              <a:defRPr/>
            </a:lvl9pPr>
          </a:lstStyle>
          <a:p/>
        </p:txBody>
      </p:sp>
      <p:sp>
        <p:nvSpPr>
          <p:cNvPr id="540" name="Google Shape;540;p21"/>
          <p:cNvSpPr txBox="1"/>
          <p:nvPr>
            <p:ph hasCustomPrompt="1" idx="2" type="title"/>
          </p:nvPr>
        </p:nvSpPr>
        <p:spPr>
          <a:xfrm>
            <a:off x="4572000" y="1803119"/>
            <a:ext cx="3852000" cy="7251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5000"/>
              <a:buNone/>
              <a:defRPr sz="4500"/>
            </a:lvl1pPr>
            <a:lvl2pPr lvl="1" rtl="0" algn="ctr">
              <a:spcBef>
                <a:spcPts val="0"/>
              </a:spcBef>
              <a:spcAft>
                <a:spcPts val="0"/>
              </a:spcAft>
              <a:buSzPts val="5000"/>
              <a:buNone/>
              <a:defRPr sz="5000"/>
            </a:lvl2pPr>
            <a:lvl3pPr lvl="2" rtl="0" algn="ctr">
              <a:spcBef>
                <a:spcPts val="0"/>
              </a:spcBef>
              <a:spcAft>
                <a:spcPts val="0"/>
              </a:spcAft>
              <a:buSzPts val="5000"/>
              <a:buNone/>
              <a:defRPr sz="5000"/>
            </a:lvl3pPr>
            <a:lvl4pPr lvl="3" rtl="0" algn="ctr">
              <a:spcBef>
                <a:spcPts val="0"/>
              </a:spcBef>
              <a:spcAft>
                <a:spcPts val="0"/>
              </a:spcAft>
              <a:buSzPts val="5000"/>
              <a:buNone/>
              <a:defRPr sz="5000"/>
            </a:lvl4pPr>
            <a:lvl5pPr lvl="4" rtl="0" algn="ctr">
              <a:spcBef>
                <a:spcPts val="0"/>
              </a:spcBef>
              <a:spcAft>
                <a:spcPts val="0"/>
              </a:spcAft>
              <a:buSzPts val="5000"/>
              <a:buNone/>
              <a:defRPr sz="5000"/>
            </a:lvl5pPr>
            <a:lvl6pPr lvl="5" rtl="0" algn="ctr">
              <a:spcBef>
                <a:spcPts val="0"/>
              </a:spcBef>
              <a:spcAft>
                <a:spcPts val="0"/>
              </a:spcAft>
              <a:buSzPts val="5000"/>
              <a:buNone/>
              <a:defRPr sz="5000"/>
            </a:lvl6pPr>
            <a:lvl7pPr lvl="6" rtl="0" algn="ctr">
              <a:spcBef>
                <a:spcPts val="0"/>
              </a:spcBef>
              <a:spcAft>
                <a:spcPts val="0"/>
              </a:spcAft>
              <a:buSzPts val="5000"/>
              <a:buNone/>
              <a:defRPr sz="5000"/>
            </a:lvl7pPr>
            <a:lvl8pPr lvl="7" rtl="0" algn="ctr">
              <a:spcBef>
                <a:spcPts val="0"/>
              </a:spcBef>
              <a:spcAft>
                <a:spcPts val="0"/>
              </a:spcAft>
              <a:buSzPts val="5000"/>
              <a:buNone/>
              <a:defRPr sz="5000"/>
            </a:lvl8pPr>
            <a:lvl9pPr lvl="8" rtl="0" algn="ctr">
              <a:spcBef>
                <a:spcPts val="0"/>
              </a:spcBef>
              <a:spcAft>
                <a:spcPts val="0"/>
              </a:spcAft>
              <a:buSzPts val="5000"/>
              <a:buNone/>
              <a:defRPr sz="5000"/>
            </a:lvl9pPr>
          </a:lstStyle>
          <a:p>
            <a:r>
              <a:t>xx%</a:t>
            </a:r>
          </a:p>
        </p:txBody>
      </p:sp>
      <p:sp>
        <p:nvSpPr>
          <p:cNvPr id="541" name="Google Shape;541;p21"/>
          <p:cNvSpPr txBox="1"/>
          <p:nvPr>
            <p:ph idx="3" type="subTitle"/>
          </p:nvPr>
        </p:nvSpPr>
        <p:spPr>
          <a:xfrm>
            <a:off x="4572000" y="2390144"/>
            <a:ext cx="3852000" cy="4125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1600"/>
              </a:spcBef>
              <a:spcAft>
                <a:spcPts val="0"/>
              </a:spcAft>
              <a:buSzPts val="1400"/>
              <a:buNone/>
              <a:defRPr/>
            </a:lvl4pPr>
            <a:lvl5pPr lvl="4" rtl="0" algn="ctr">
              <a:spcBef>
                <a:spcPts val="1600"/>
              </a:spcBef>
              <a:spcAft>
                <a:spcPts val="0"/>
              </a:spcAft>
              <a:buSzPts val="1400"/>
              <a:buNone/>
              <a:defRPr/>
            </a:lvl5pPr>
            <a:lvl6pPr lvl="5" rtl="0" algn="ctr">
              <a:spcBef>
                <a:spcPts val="0"/>
              </a:spcBef>
              <a:spcAft>
                <a:spcPts val="0"/>
              </a:spcAft>
              <a:buSzPts val="1400"/>
              <a:buNone/>
              <a:defRPr/>
            </a:lvl6pPr>
            <a:lvl7pPr lvl="6" rtl="0" algn="ctr">
              <a:spcBef>
                <a:spcPts val="1600"/>
              </a:spcBef>
              <a:spcAft>
                <a:spcPts val="0"/>
              </a:spcAft>
              <a:buSzPts val="1400"/>
              <a:buNone/>
              <a:defRPr/>
            </a:lvl7pPr>
            <a:lvl8pPr lvl="7" rtl="0" algn="ctr">
              <a:spcBef>
                <a:spcPts val="1600"/>
              </a:spcBef>
              <a:spcAft>
                <a:spcPts val="0"/>
              </a:spcAft>
              <a:buSzPts val="1400"/>
              <a:buNone/>
              <a:defRPr/>
            </a:lvl8pPr>
            <a:lvl9pPr lvl="8" rtl="0" algn="ctr">
              <a:spcBef>
                <a:spcPts val="1600"/>
              </a:spcBef>
              <a:spcAft>
                <a:spcPts val="1600"/>
              </a:spcAft>
              <a:buSzPts val="1400"/>
              <a:buNone/>
              <a:defRPr/>
            </a:lvl9pPr>
          </a:lstStyle>
          <a:p/>
        </p:txBody>
      </p:sp>
      <p:sp>
        <p:nvSpPr>
          <p:cNvPr id="542" name="Google Shape;542;p21"/>
          <p:cNvSpPr txBox="1"/>
          <p:nvPr>
            <p:ph hasCustomPrompt="1" idx="4" type="title"/>
          </p:nvPr>
        </p:nvSpPr>
        <p:spPr>
          <a:xfrm>
            <a:off x="2646000" y="3084088"/>
            <a:ext cx="3852000" cy="7251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5000"/>
              <a:buNone/>
              <a:defRPr sz="4500"/>
            </a:lvl1pPr>
            <a:lvl2pPr lvl="1" rtl="0" algn="ctr">
              <a:spcBef>
                <a:spcPts val="0"/>
              </a:spcBef>
              <a:spcAft>
                <a:spcPts val="0"/>
              </a:spcAft>
              <a:buSzPts val="5000"/>
              <a:buNone/>
              <a:defRPr sz="5000"/>
            </a:lvl2pPr>
            <a:lvl3pPr lvl="2" rtl="0" algn="ctr">
              <a:spcBef>
                <a:spcPts val="0"/>
              </a:spcBef>
              <a:spcAft>
                <a:spcPts val="0"/>
              </a:spcAft>
              <a:buSzPts val="5000"/>
              <a:buNone/>
              <a:defRPr sz="5000"/>
            </a:lvl3pPr>
            <a:lvl4pPr lvl="3" rtl="0" algn="ctr">
              <a:spcBef>
                <a:spcPts val="0"/>
              </a:spcBef>
              <a:spcAft>
                <a:spcPts val="0"/>
              </a:spcAft>
              <a:buSzPts val="5000"/>
              <a:buNone/>
              <a:defRPr sz="5000"/>
            </a:lvl4pPr>
            <a:lvl5pPr lvl="4" rtl="0" algn="ctr">
              <a:spcBef>
                <a:spcPts val="0"/>
              </a:spcBef>
              <a:spcAft>
                <a:spcPts val="0"/>
              </a:spcAft>
              <a:buSzPts val="5000"/>
              <a:buNone/>
              <a:defRPr sz="5000"/>
            </a:lvl5pPr>
            <a:lvl6pPr lvl="5" rtl="0" algn="ctr">
              <a:spcBef>
                <a:spcPts val="0"/>
              </a:spcBef>
              <a:spcAft>
                <a:spcPts val="0"/>
              </a:spcAft>
              <a:buSzPts val="5000"/>
              <a:buNone/>
              <a:defRPr sz="5000"/>
            </a:lvl6pPr>
            <a:lvl7pPr lvl="6" rtl="0" algn="ctr">
              <a:spcBef>
                <a:spcPts val="0"/>
              </a:spcBef>
              <a:spcAft>
                <a:spcPts val="0"/>
              </a:spcAft>
              <a:buSzPts val="5000"/>
              <a:buNone/>
              <a:defRPr sz="5000"/>
            </a:lvl7pPr>
            <a:lvl8pPr lvl="7" rtl="0" algn="ctr">
              <a:spcBef>
                <a:spcPts val="0"/>
              </a:spcBef>
              <a:spcAft>
                <a:spcPts val="0"/>
              </a:spcAft>
              <a:buSzPts val="5000"/>
              <a:buNone/>
              <a:defRPr sz="5000"/>
            </a:lvl8pPr>
            <a:lvl9pPr lvl="8" rtl="0" algn="ctr">
              <a:spcBef>
                <a:spcPts val="0"/>
              </a:spcBef>
              <a:spcAft>
                <a:spcPts val="0"/>
              </a:spcAft>
              <a:buSzPts val="5000"/>
              <a:buNone/>
              <a:defRPr sz="5000"/>
            </a:lvl9pPr>
          </a:lstStyle>
          <a:p>
            <a:r>
              <a:t>xx%</a:t>
            </a:r>
          </a:p>
        </p:txBody>
      </p:sp>
      <p:sp>
        <p:nvSpPr>
          <p:cNvPr id="543" name="Google Shape;543;p21"/>
          <p:cNvSpPr txBox="1"/>
          <p:nvPr>
            <p:ph idx="5" type="subTitle"/>
          </p:nvPr>
        </p:nvSpPr>
        <p:spPr>
          <a:xfrm>
            <a:off x="2646000" y="3670838"/>
            <a:ext cx="3852000" cy="4125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1600"/>
              </a:spcBef>
              <a:spcAft>
                <a:spcPts val="0"/>
              </a:spcAft>
              <a:buSzPts val="1400"/>
              <a:buNone/>
              <a:defRPr/>
            </a:lvl4pPr>
            <a:lvl5pPr lvl="4" rtl="0" algn="ctr">
              <a:spcBef>
                <a:spcPts val="1600"/>
              </a:spcBef>
              <a:spcAft>
                <a:spcPts val="0"/>
              </a:spcAft>
              <a:buSzPts val="1400"/>
              <a:buNone/>
              <a:defRPr/>
            </a:lvl5pPr>
            <a:lvl6pPr lvl="5" rtl="0" algn="ctr">
              <a:spcBef>
                <a:spcPts val="0"/>
              </a:spcBef>
              <a:spcAft>
                <a:spcPts val="0"/>
              </a:spcAft>
              <a:buSzPts val="1400"/>
              <a:buNone/>
              <a:defRPr/>
            </a:lvl6pPr>
            <a:lvl7pPr lvl="6" rtl="0" algn="ctr">
              <a:spcBef>
                <a:spcPts val="1600"/>
              </a:spcBef>
              <a:spcAft>
                <a:spcPts val="0"/>
              </a:spcAft>
              <a:buSzPts val="1400"/>
              <a:buNone/>
              <a:defRPr/>
            </a:lvl7pPr>
            <a:lvl8pPr lvl="7" rtl="0" algn="ctr">
              <a:spcBef>
                <a:spcPts val="1600"/>
              </a:spcBef>
              <a:spcAft>
                <a:spcPts val="0"/>
              </a:spcAft>
              <a:buSzPts val="1400"/>
              <a:buNone/>
              <a:defRPr/>
            </a:lvl8pPr>
            <a:lvl9pPr lvl="8" rtl="0" algn="ctr">
              <a:spcBef>
                <a:spcPts val="1600"/>
              </a:spcBef>
              <a:spcAft>
                <a:spcPts val="1600"/>
              </a:spcAft>
              <a:buSzPts val="1400"/>
              <a:buNone/>
              <a:defRPr/>
            </a:lvl9pPr>
          </a:lstStyle>
          <a:p/>
        </p:txBody>
      </p:sp>
      <p:grpSp>
        <p:nvGrpSpPr>
          <p:cNvPr id="544" name="Google Shape;544;p21"/>
          <p:cNvGrpSpPr/>
          <p:nvPr/>
        </p:nvGrpSpPr>
        <p:grpSpPr>
          <a:xfrm>
            <a:off x="3757235" y="260215"/>
            <a:ext cx="1629538" cy="990036"/>
            <a:chOff x="4422200" y="1605489"/>
            <a:chExt cx="3671784" cy="2230815"/>
          </a:xfrm>
        </p:grpSpPr>
        <p:sp>
          <p:nvSpPr>
            <p:cNvPr id="545" name="Google Shape;545;p21"/>
            <p:cNvSpPr/>
            <p:nvPr/>
          </p:nvSpPr>
          <p:spPr>
            <a:xfrm>
              <a:off x="4422200" y="1605489"/>
              <a:ext cx="1800986" cy="1664339"/>
            </a:xfrm>
            <a:custGeom>
              <a:rect b="b" l="l" r="r" t="t"/>
              <a:pathLst>
                <a:path extrusionOk="0" h="31083" w="33635">
                  <a:moveTo>
                    <a:pt x="4965" y="0"/>
                  </a:moveTo>
                  <a:cubicBezTo>
                    <a:pt x="3984" y="0"/>
                    <a:pt x="3162" y="351"/>
                    <a:pt x="2632" y="1160"/>
                  </a:cubicBezTo>
                  <a:cubicBezTo>
                    <a:pt x="0" y="5095"/>
                    <a:pt x="6592" y="9832"/>
                    <a:pt x="11003" y="12238"/>
                  </a:cubicBezTo>
                  <a:cubicBezTo>
                    <a:pt x="10357" y="12170"/>
                    <a:pt x="9768" y="12138"/>
                    <a:pt x="9233" y="12138"/>
                  </a:cubicBezTo>
                  <a:cubicBezTo>
                    <a:pt x="38" y="12138"/>
                    <a:pt x="6883" y="21641"/>
                    <a:pt x="15060" y="21641"/>
                  </a:cubicBezTo>
                  <a:cubicBezTo>
                    <a:pt x="15170" y="21641"/>
                    <a:pt x="15279" y="21640"/>
                    <a:pt x="15389" y="21636"/>
                  </a:cubicBezTo>
                  <a:lnTo>
                    <a:pt x="15389" y="21636"/>
                  </a:lnTo>
                  <a:cubicBezTo>
                    <a:pt x="3991" y="26299"/>
                    <a:pt x="14561" y="31082"/>
                    <a:pt x="25308" y="31082"/>
                  </a:cubicBezTo>
                  <a:cubicBezTo>
                    <a:pt x="27558" y="31082"/>
                    <a:pt x="29815" y="30872"/>
                    <a:pt x="31880" y="30408"/>
                  </a:cubicBezTo>
                  <a:lnTo>
                    <a:pt x="33108" y="29105"/>
                  </a:lnTo>
                  <a:cubicBezTo>
                    <a:pt x="33108" y="22213"/>
                    <a:pt x="33635" y="8228"/>
                    <a:pt x="28948" y="7626"/>
                  </a:cubicBezTo>
                  <a:cubicBezTo>
                    <a:pt x="28713" y="7570"/>
                    <a:pt x="28493" y="7544"/>
                    <a:pt x="28286" y="7544"/>
                  </a:cubicBezTo>
                  <a:cubicBezTo>
                    <a:pt x="26075" y="7544"/>
                    <a:pt x="25306" y="10519"/>
                    <a:pt x="24161" y="12238"/>
                  </a:cubicBezTo>
                  <a:cubicBezTo>
                    <a:pt x="24620" y="7630"/>
                    <a:pt x="21345" y="2528"/>
                    <a:pt x="18500" y="2528"/>
                  </a:cubicBezTo>
                  <a:cubicBezTo>
                    <a:pt x="16996" y="2528"/>
                    <a:pt x="15613" y="3952"/>
                    <a:pt x="14963" y="7626"/>
                  </a:cubicBezTo>
                  <a:cubicBezTo>
                    <a:pt x="13173" y="3835"/>
                    <a:pt x="8207" y="0"/>
                    <a:pt x="496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21"/>
            <p:cNvSpPr/>
            <p:nvPr/>
          </p:nvSpPr>
          <p:spPr>
            <a:xfrm>
              <a:off x="4899939" y="1950753"/>
              <a:ext cx="1248134" cy="1278976"/>
            </a:xfrm>
            <a:custGeom>
              <a:rect b="b" l="l" r="r" t="t"/>
              <a:pathLst>
                <a:path extrusionOk="0" h="23886" w="23310">
                  <a:moveTo>
                    <a:pt x="1" y="0"/>
                  </a:moveTo>
                  <a:cubicBezTo>
                    <a:pt x="1" y="0"/>
                    <a:pt x="352" y="376"/>
                    <a:pt x="928" y="1028"/>
                  </a:cubicBezTo>
                  <a:cubicBezTo>
                    <a:pt x="1229" y="1354"/>
                    <a:pt x="1580" y="1730"/>
                    <a:pt x="2006" y="2181"/>
                  </a:cubicBezTo>
                  <a:cubicBezTo>
                    <a:pt x="2206" y="2431"/>
                    <a:pt x="2432" y="2657"/>
                    <a:pt x="2657" y="2907"/>
                  </a:cubicBezTo>
                  <a:cubicBezTo>
                    <a:pt x="2883" y="3158"/>
                    <a:pt x="3159" y="3409"/>
                    <a:pt x="3409" y="3684"/>
                  </a:cubicBezTo>
                  <a:cubicBezTo>
                    <a:pt x="4462" y="4762"/>
                    <a:pt x="5715" y="5990"/>
                    <a:pt x="7043" y="7319"/>
                  </a:cubicBezTo>
                  <a:cubicBezTo>
                    <a:pt x="7695" y="7970"/>
                    <a:pt x="8397" y="8647"/>
                    <a:pt x="9073" y="9374"/>
                  </a:cubicBezTo>
                  <a:cubicBezTo>
                    <a:pt x="9399" y="9725"/>
                    <a:pt x="9750" y="10075"/>
                    <a:pt x="10101" y="10451"/>
                  </a:cubicBezTo>
                  <a:lnTo>
                    <a:pt x="10602" y="11003"/>
                  </a:lnTo>
                  <a:lnTo>
                    <a:pt x="10878" y="11253"/>
                  </a:lnTo>
                  <a:lnTo>
                    <a:pt x="10928" y="11329"/>
                  </a:lnTo>
                  <a:lnTo>
                    <a:pt x="10953" y="11379"/>
                  </a:lnTo>
                  <a:lnTo>
                    <a:pt x="11078" y="11504"/>
                  </a:lnTo>
                  <a:cubicBezTo>
                    <a:pt x="12407" y="13058"/>
                    <a:pt x="13760" y="14537"/>
                    <a:pt x="14988" y="15940"/>
                  </a:cubicBezTo>
                  <a:cubicBezTo>
                    <a:pt x="15590" y="16642"/>
                    <a:pt x="16166" y="17319"/>
                    <a:pt x="16692" y="17970"/>
                  </a:cubicBezTo>
                  <a:cubicBezTo>
                    <a:pt x="17219" y="18622"/>
                    <a:pt x="17695" y="19248"/>
                    <a:pt x="18096" y="19850"/>
                  </a:cubicBezTo>
                  <a:cubicBezTo>
                    <a:pt x="18522" y="20426"/>
                    <a:pt x="18873" y="20978"/>
                    <a:pt x="19149" y="21454"/>
                  </a:cubicBezTo>
                  <a:cubicBezTo>
                    <a:pt x="19299" y="21705"/>
                    <a:pt x="19399" y="21930"/>
                    <a:pt x="19525" y="22156"/>
                  </a:cubicBezTo>
                  <a:cubicBezTo>
                    <a:pt x="19625" y="22356"/>
                    <a:pt x="19700" y="22532"/>
                    <a:pt x="19775" y="22707"/>
                  </a:cubicBezTo>
                  <a:cubicBezTo>
                    <a:pt x="19850" y="22857"/>
                    <a:pt x="19901" y="22983"/>
                    <a:pt x="19951" y="23133"/>
                  </a:cubicBezTo>
                  <a:cubicBezTo>
                    <a:pt x="20026" y="23284"/>
                    <a:pt x="20051" y="23434"/>
                    <a:pt x="20101" y="23534"/>
                  </a:cubicBezTo>
                  <a:cubicBezTo>
                    <a:pt x="20176" y="23760"/>
                    <a:pt x="20226" y="23885"/>
                    <a:pt x="20226" y="23885"/>
                  </a:cubicBezTo>
                  <a:lnTo>
                    <a:pt x="23309" y="22632"/>
                  </a:lnTo>
                  <a:cubicBezTo>
                    <a:pt x="23309" y="22632"/>
                    <a:pt x="23259" y="22507"/>
                    <a:pt x="23159" y="22306"/>
                  </a:cubicBezTo>
                  <a:cubicBezTo>
                    <a:pt x="23109" y="22206"/>
                    <a:pt x="23058" y="22055"/>
                    <a:pt x="22983" y="21905"/>
                  </a:cubicBezTo>
                  <a:cubicBezTo>
                    <a:pt x="22908" y="21755"/>
                    <a:pt x="22783" y="21529"/>
                    <a:pt x="22657" y="21304"/>
                  </a:cubicBezTo>
                  <a:cubicBezTo>
                    <a:pt x="22582" y="21178"/>
                    <a:pt x="22507" y="21053"/>
                    <a:pt x="22432" y="20928"/>
                  </a:cubicBezTo>
                  <a:cubicBezTo>
                    <a:pt x="22382" y="20802"/>
                    <a:pt x="22281" y="20702"/>
                    <a:pt x="22206" y="20577"/>
                  </a:cubicBezTo>
                  <a:cubicBezTo>
                    <a:pt x="22056" y="20351"/>
                    <a:pt x="21880" y="20075"/>
                    <a:pt x="21680" y="19800"/>
                  </a:cubicBezTo>
                  <a:cubicBezTo>
                    <a:pt x="21304" y="19273"/>
                    <a:pt x="20853" y="18697"/>
                    <a:pt x="20327" y="18096"/>
                  </a:cubicBezTo>
                  <a:cubicBezTo>
                    <a:pt x="19800" y="17519"/>
                    <a:pt x="19224" y="16892"/>
                    <a:pt x="18622" y="16266"/>
                  </a:cubicBezTo>
                  <a:cubicBezTo>
                    <a:pt x="17996" y="15639"/>
                    <a:pt x="17319" y="15013"/>
                    <a:pt x="16617" y="14361"/>
                  </a:cubicBezTo>
                  <a:cubicBezTo>
                    <a:pt x="15239" y="13058"/>
                    <a:pt x="13735" y="11730"/>
                    <a:pt x="12306" y="10376"/>
                  </a:cubicBezTo>
                  <a:lnTo>
                    <a:pt x="12156" y="10251"/>
                  </a:lnTo>
                  <a:lnTo>
                    <a:pt x="12056" y="10151"/>
                  </a:lnTo>
                  <a:lnTo>
                    <a:pt x="12006" y="10075"/>
                  </a:lnTo>
                  <a:lnTo>
                    <a:pt x="11705" y="9850"/>
                  </a:lnTo>
                  <a:lnTo>
                    <a:pt x="11129" y="9349"/>
                  </a:lnTo>
                  <a:cubicBezTo>
                    <a:pt x="10753" y="9023"/>
                    <a:pt x="10377" y="8697"/>
                    <a:pt x="10001" y="8396"/>
                  </a:cubicBezTo>
                  <a:cubicBezTo>
                    <a:pt x="9249" y="7745"/>
                    <a:pt x="8497" y="7118"/>
                    <a:pt x="7770" y="6542"/>
                  </a:cubicBezTo>
                  <a:cubicBezTo>
                    <a:pt x="6291" y="5364"/>
                    <a:pt x="4938" y="4236"/>
                    <a:pt x="3760" y="3308"/>
                  </a:cubicBezTo>
                  <a:cubicBezTo>
                    <a:pt x="3484" y="3058"/>
                    <a:pt x="3184" y="2832"/>
                    <a:pt x="2933" y="2607"/>
                  </a:cubicBezTo>
                  <a:cubicBezTo>
                    <a:pt x="2682" y="2381"/>
                    <a:pt x="2432" y="2181"/>
                    <a:pt x="2206" y="1980"/>
                  </a:cubicBezTo>
                  <a:cubicBezTo>
                    <a:pt x="1755" y="1554"/>
                    <a:pt x="1354" y="1203"/>
                    <a:pt x="1028" y="928"/>
                  </a:cubicBezTo>
                  <a:cubicBezTo>
                    <a:pt x="377" y="326"/>
                    <a:pt x="1" y="0"/>
                    <a:pt x="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21"/>
            <p:cNvSpPr/>
            <p:nvPr/>
          </p:nvSpPr>
          <p:spPr>
            <a:xfrm>
              <a:off x="5458212" y="2008421"/>
              <a:ext cx="77908" cy="495291"/>
            </a:xfrm>
            <a:custGeom>
              <a:rect b="b" l="l" r="r" t="t"/>
              <a:pathLst>
                <a:path extrusionOk="0" h="9250" w="1455">
                  <a:moveTo>
                    <a:pt x="176" y="1"/>
                  </a:moveTo>
                  <a:cubicBezTo>
                    <a:pt x="176" y="1"/>
                    <a:pt x="151" y="577"/>
                    <a:pt x="101" y="1429"/>
                  </a:cubicBezTo>
                  <a:cubicBezTo>
                    <a:pt x="76" y="1881"/>
                    <a:pt x="51" y="2382"/>
                    <a:pt x="26" y="2933"/>
                  </a:cubicBezTo>
                  <a:cubicBezTo>
                    <a:pt x="26" y="3460"/>
                    <a:pt x="26" y="4036"/>
                    <a:pt x="1" y="4612"/>
                  </a:cubicBezTo>
                  <a:cubicBezTo>
                    <a:pt x="26" y="5214"/>
                    <a:pt x="26" y="5790"/>
                    <a:pt x="51" y="6342"/>
                  </a:cubicBezTo>
                  <a:cubicBezTo>
                    <a:pt x="51" y="6617"/>
                    <a:pt x="51" y="6868"/>
                    <a:pt x="76" y="7119"/>
                  </a:cubicBezTo>
                  <a:cubicBezTo>
                    <a:pt x="76" y="7369"/>
                    <a:pt x="101" y="7595"/>
                    <a:pt x="126" y="7820"/>
                  </a:cubicBezTo>
                  <a:cubicBezTo>
                    <a:pt x="176" y="8673"/>
                    <a:pt x="226" y="9249"/>
                    <a:pt x="226" y="9249"/>
                  </a:cubicBezTo>
                  <a:lnTo>
                    <a:pt x="1454" y="9099"/>
                  </a:lnTo>
                  <a:cubicBezTo>
                    <a:pt x="1454" y="9099"/>
                    <a:pt x="1329" y="8522"/>
                    <a:pt x="1154" y="7670"/>
                  </a:cubicBezTo>
                  <a:cubicBezTo>
                    <a:pt x="1129" y="7470"/>
                    <a:pt x="1078" y="7244"/>
                    <a:pt x="1028" y="6993"/>
                  </a:cubicBezTo>
                  <a:cubicBezTo>
                    <a:pt x="953" y="6743"/>
                    <a:pt x="928" y="6492"/>
                    <a:pt x="903" y="6242"/>
                  </a:cubicBezTo>
                  <a:cubicBezTo>
                    <a:pt x="803" y="5715"/>
                    <a:pt x="728" y="5139"/>
                    <a:pt x="627" y="4587"/>
                  </a:cubicBezTo>
                  <a:cubicBezTo>
                    <a:pt x="552" y="4011"/>
                    <a:pt x="502" y="3434"/>
                    <a:pt x="427" y="2908"/>
                  </a:cubicBezTo>
                  <a:cubicBezTo>
                    <a:pt x="352" y="2382"/>
                    <a:pt x="327" y="1881"/>
                    <a:pt x="302" y="1429"/>
                  </a:cubicBezTo>
                  <a:cubicBezTo>
                    <a:pt x="226" y="577"/>
                    <a:pt x="176" y="1"/>
                    <a:pt x="17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21"/>
            <p:cNvSpPr/>
            <p:nvPr/>
          </p:nvSpPr>
          <p:spPr>
            <a:xfrm>
              <a:off x="5834000" y="2378851"/>
              <a:ext cx="100718" cy="463004"/>
            </a:xfrm>
            <a:custGeom>
              <a:rect b="b" l="l" r="r" t="t"/>
              <a:pathLst>
                <a:path extrusionOk="0" h="8647" w="1881">
                  <a:moveTo>
                    <a:pt x="1830" y="0"/>
                  </a:moveTo>
                  <a:cubicBezTo>
                    <a:pt x="1830" y="0"/>
                    <a:pt x="1730" y="527"/>
                    <a:pt x="1579" y="1329"/>
                  </a:cubicBezTo>
                  <a:cubicBezTo>
                    <a:pt x="1504" y="1730"/>
                    <a:pt x="1429" y="2181"/>
                    <a:pt x="1329" y="2682"/>
                  </a:cubicBezTo>
                  <a:cubicBezTo>
                    <a:pt x="1253" y="3183"/>
                    <a:pt x="1153" y="3710"/>
                    <a:pt x="1028" y="4211"/>
                  </a:cubicBezTo>
                  <a:cubicBezTo>
                    <a:pt x="903" y="4737"/>
                    <a:pt x="802" y="5263"/>
                    <a:pt x="677" y="5740"/>
                  </a:cubicBezTo>
                  <a:cubicBezTo>
                    <a:pt x="552" y="6241"/>
                    <a:pt x="426" y="6692"/>
                    <a:pt x="326" y="7068"/>
                  </a:cubicBezTo>
                  <a:cubicBezTo>
                    <a:pt x="126" y="7845"/>
                    <a:pt x="0" y="8371"/>
                    <a:pt x="0" y="8371"/>
                  </a:cubicBezTo>
                  <a:lnTo>
                    <a:pt x="1654" y="8647"/>
                  </a:lnTo>
                  <a:cubicBezTo>
                    <a:pt x="1654" y="8647"/>
                    <a:pt x="1680" y="8095"/>
                    <a:pt x="1730" y="7293"/>
                  </a:cubicBezTo>
                  <a:cubicBezTo>
                    <a:pt x="1755" y="6892"/>
                    <a:pt x="1780" y="6416"/>
                    <a:pt x="1805" y="5915"/>
                  </a:cubicBezTo>
                  <a:cubicBezTo>
                    <a:pt x="1830" y="5414"/>
                    <a:pt x="1830" y="4862"/>
                    <a:pt x="1855" y="4311"/>
                  </a:cubicBezTo>
                  <a:cubicBezTo>
                    <a:pt x="1880" y="3785"/>
                    <a:pt x="1880" y="3233"/>
                    <a:pt x="1855" y="2732"/>
                  </a:cubicBezTo>
                  <a:cubicBezTo>
                    <a:pt x="1855" y="2231"/>
                    <a:pt x="1855" y="1755"/>
                    <a:pt x="1855" y="1354"/>
                  </a:cubicBezTo>
                  <a:cubicBezTo>
                    <a:pt x="1830" y="552"/>
                    <a:pt x="1830" y="0"/>
                    <a:pt x="183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21"/>
            <p:cNvSpPr/>
            <p:nvPr/>
          </p:nvSpPr>
          <p:spPr>
            <a:xfrm>
              <a:off x="4917395" y="2432504"/>
              <a:ext cx="586478" cy="127544"/>
            </a:xfrm>
            <a:custGeom>
              <a:rect b="b" l="l" r="r" t="t"/>
              <a:pathLst>
                <a:path extrusionOk="0" h="2382" w="10953">
                  <a:moveTo>
                    <a:pt x="0" y="1"/>
                  </a:moveTo>
                  <a:cubicBezTo>
                    <a:pt x="1" y="1"/>
                    <a:pt x="677" y="151"/>
                    <a:pt x="1680" y="402"/>
                  </a:cubicBezTo>
                  <a:cubicBezTo>
                    <a:pt x="2181" y="502"/>
                    <a:pt x="2782" y="652"/>
                    <a:pt x="3409" y="803"/>
                  </a:cubicBezTo>
                  <a:cubicBezTo>
                    <a:pt x="4036" y="928"/>
                    <a:pt x="4712" y="1103"/>
                    <a:pt x="5389" y="1254"/>
                  </a:cubicBezTo>
                  <a:cubicBezTo>
                    <a:pt x="8071" y="1805"/>
                    <a:pt x="10752" y="2382"/>
                    <a:pt x="10752" y="2382"/>
                  </a:cubicBezTo>
                  <a:lnTo>
                    <a:pt x="10953" y="1129"/>
                  </a:lnTo>
                  <a:cubicBezTo>
                    <a:pt x="10953" y="1129"/>
                    <a:pt x="8196" y="878"/>
                    <a:pt x="5464" y="627"/>
                  </a:cubicBezTo>
                  <a:cubicBezTo>
                    <a:pt x="4787" y="552"/>
                    <a:pt x="4111" y="477"/>
                    <a:pt x="3459" y="402"/>
                  </a:cubicBezTo>
                  <a:cubicBezTo>
                    <a:pt x="2833" y="327"/>
                    <a:pt x="2231" y="251"/>
                    <a:pt x="1730" y="201"/>
                  </a:cubicBezTo>
                  <a:cubicBezTo>
                    <a:pt x="702" y="76"/>
                    <a:pt x="1" y="1"/>
                    <a:pt x="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21"/>
            <p:cNvSpPr/>
            <p:nvPr/>
          </p:nvSpPr>
          <p:spPr>
            <a:xfrm>
              <a:off x="5252916" y="2829760"/>
              <a:ext cx="603934" cy="107411"/>
            </a:xfrm>
            <a:custGeom>
              <a:rect b="b" l="l" r="r" t="t"/>
              <a:pathLst>
                <a:path extrusionOk="0" h="2006" w="11279">
                  <a:moveTo>
                    <a:pt x="11053" y="0"/>
                  </a:moveTo>
                  <a:cubicBezTo>
                    <a:pt x="11053" y="0"/>
                    <a:pt x="10376" y="151"/>
                    <a:pt x="9324" y="376"/>
                  </a:cubicBezTo>
                  <a:cubicBezTo>
                    <a:pt x="8822" y="502"/>
                    <a:pt x="8221" y="627"/>
                    <a:pt x="7569" y="752"/>
                  </a:cubicBezTo>
                  <a:cubicBezTo>
                    <a:pt x="6943" y="878"/>
                    <a:pt x="6241" y="1003"/>
                    <a:pt x="5564" y="1128"/>
                  </a:cubicBezTo>
                  <a:cubicBezTo>
                    <a:pt x="4862" y="1253"/>
                    <a:pt x="4186" y="1379"/>
                    <a:pt x="3534" y="1479"/>
                  </a:cubicBezTo>
                  <a:cubicBezTo>
                    <a:pt x="3208" y="1529"/>
                    <a:pt x="2882" y="1579"/>
                    <a:pt x="2582" y="1629"/>
                  </a:cubicBezTo>
                  <a:cubicBezTo>
                    <a:pt x="2281" y="1654"/>
                    <a:pt x="2005" y="1705"/>
                    <a:pt x="1755" y="1730"/>
                  </a:cubicBezTo>
                  <a:cubicBezTo>
                    <a:pt x="702" y="1855"/>
                    <a:pt x="0" y="1930"/>
                    <a:pt x="0" y="1930"/>
                  </a:cubicBezTo>
                  <a:cubicBezTo>
                    <a:pt x="0" y="1930"/>
                    <a:pt x="702" y="1955"/>
                    <a:pt x="1755" y="1980"/>
                  </a:cubicBezTo>
                  <a:cubicBezTo>
                    <a:pt x="2030" y="2005"/>
                    <a:pt x="2306" y="2005"/>
                    <a:pt x="2607" y="2005"/>
                  </a:cubicBezTo>
                  <a:lnTo>
                    <a:pt x="3559" y="2005"/>
                  </a:lnTo>
                  <a:cubicBezTo>
                    <a:pt x="4236" y="1980"/>
                    <a:pt x="4938" y="1980"/>
                    <a:pt x="5639" y="1980"/>
                  </a:cubicBezTo>
                  <a:cubicBezTo>
                    <a:pt x="6341" y="1930"/>
                    <a:pt x="7068" y="1905"/>
                    <a:pt x="7720" y="1880"/>
                  </a:cubicBezTo>
                  <a:cubicBezTo>
                    <a:pt x="8396" y="1855"/>
                    <a:pt x="8998" y="1830"/>
                    <a:pt x="9524" y="1780"/>
                  </a:cubicBezTo>
                  <a:cubicBezTo>
                    <a:pt x="10577" y="1705"/>
                    <a:pt x="11278" y="1654"/>
                    <a:pt x="11278" y="1654"/>
                  </a:cubicBezTo>
                  <a:lnTo>
                    <a:pt x="11053"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21"/>
            <p:cNvSpPr/>
            <p:nvPr/>
          </p:nvSpPr>
          <p:spPr>
            <a:xfrm>
              <a:off x="6292944" y="1605489"/>
              <a:ext cx="1801040" cy="1664339"/>
            </a:xfrm>
            <a:custGeom>
              <a:rect b="b" l="l" r="r" t="t"/>
              <a:pathLst>
                <a:path extrusionOk="0" h="31083" w="33636">
                  <a:moveTo>
                    <a:pt x="28670" y="0"/>
                  </a:moveTo>
                  <a:cubicBezTo>
                    <a:pt x="25428" y="0"/>
                    <a:pt x="20462" y="3835"/>
                    <a:pt x="18673" y="7626"/>
                  </a:cubicBezTo>
                  <a:cubicBezTo>
                    <a:pt x="18023" y="3952"/>
                    <a:pt x="16642" y="2528"/>
                    <a:pt x="15143" y="2528"/>
                  </a:cubicBezTo>
                  <a:cubicBezTo>
                    <a:pt x="12304" y="2528"/>
                    <a:pt x="9040" y="7630"/>
                    <a:pt x="9500" y="12238"/>
                  </a:cubicBezTo>
                  <a:cubicBezTo>
                    <a:pt x="8354" y="10519"/>
                    <a:pt x="7564" y="7544"/>
                    <a:pt x="5350" y="7544"/>
                  </a:cubicBezTo>
                  <a:cubicBezTo>
                    <a:pt x="5142" y="7544"/>
                    <a:pt x="4922" y="7570"/>
                    <a:pt x="4688" y="7626"/>
                  </a:cubicBezTo>
                  <a:cubicBezTo>
                    <a:pt x="1" y="8228"/>
                    <a:pt x="527" y="22213"/>
                    <a:pt x="527" y="29105"/>
                  </a:cubicBezTo>
                  <a:lnTo>
                    <a:pt x="1755" y="30408"/>
                  </a:lnTo>
                  <a:cubicBezTo>
                    <a:pt x="3820" y="30872"/>
                    <a:pt x="6079" y="31082"/>
                    <a:pt x="8330" y="31082"/>
                  </a:cubicBezTo>
                  <a:cubicBezTo>
                    <a:pt x="19082" y="31082"/>
                    <a:pt x="29670" y="26299"/>
                    <a:pt x="18272" y="21636"/>
                  </a:cubicBezTo>
                  <a:lnTo>
                    <a:pt x="18272" y="21636"/>
                  </a:lnTo>
                  <a:cubicBezTo>
                    <a:pt x="18376" y="21639"/>
                    <a:pt x="18480" y="21641"/>
                    <a:pt x="18584" y="21641"/>
                  </a:cubicBezTo>
                  <a:cubicBezTo>
                    <a:pt x="22675" y="21641"/>
                    <a:pt x="26432" y="19270"/>
                    <a:pt x="28021" y="16874"/>
                  </a:cubicBezTo>
                  <a:cubicBezTo>
                    <a:pt x="29593" y="14516"/>
                    <a:pt x="29012" y="12138"/>
                    <a:pt x="24420" y="12138"/>
                  </a:cubicBezTo>
                  <a:cubicBezTo>
                    <a:pt x="23887" y="12138"/>
                    <a:pt x="23301" y="12170"/>
                    <a:pt x="22658" y="12238"/>
                  </a:cubicBezTo>
                  <a:cubicBezTo>
                    <a:pt x="27044" y="9832"/>
                    <a:pt x="33635" y="5095"/>
                    <a:pt x="31003" y="1160"/>
                  </a:cubicBezTo>
                  <a:cubicBezTo>
                    <a:pt x="30474" y="351"/>
                    <a:pt x="29651" y="0"/>
                    <a:pt x="2867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21"/>
            <p:cNvSpPr/>
            <p:nvPr/>
          </p:nvSpPr>
          <p:spPr>
            <a:xfrm>
              <a:off x="6360038" y="1950753"/>
              <a:ext cx="1248134" cy="1278976"/>
            </a:xfrm>
            <a:custGeom>
              <a:rect b="b" l="l" r="r" t="t"/>
              <a:pathLst>
                <a:path extrusionOk="0" h="23886" w="23310">
                  <a:moveTo>
                    <a:pt x="23309" y="0"/>
                  </a:moveTo>
                  <a:cubicBezTo>
                    <a:pt x="23309" y="0"/>
                    <a:pt x="22958" y="326"/>
                    <a:pt x="22282" y="928"/>
                  </a:cubicBezTo>
                  <a:cubicBezTo>
                    <a:pt x="21956" y="1203"/>
                    <a:pt x="21580" y="1554"/>
                    <a:pt x="21129" y="1980"/>
                  </a:cubicBezTo>
                  <a:cubicBezTo>
                    <a:pt x="20903" y="2181"/>
                    <a:pt x="20653" y="2381"/>
                    <a:pt x="20402" y="2607"/>
                  </a:cubicBezTo>
                  <a:cubicBezTo>
                    <a:pt x="20126" y="2832"/>
                    <a:pt x="19851" y="3058"/>
                    <a:pt x="19550" y="3308"/>
                  </a:cubicBezTo>
                  <a:cubicBezTo>
                    <a:pt x="18397" y="4236"/>
                    <a:pt x="17044" y="5364"/>
                    <a:pt x="15565" y="6542"/>
                  </a:cubicBezTo>
                  <a:cubicBezTo>
                    <a:pt x="14838" y="7118"/>
                    <a:pt x="14061" y="7745"/>
                    <a:pt x="13334" y="8396"/>
                  </a:cubicBezTo>
                  <a:cubicBezTo>
                    <a:pt x="12958" y="8697"/>
                    <a:pt x="12582" y="9023"/>
                    <a:pt x="12181" y="9349"/>
                  </a:cubicBezTo>
                  <a:lnTo>
                    <a:pt x="11630" y="9850"/>
                  </a:lnTo>
                  <a:lnTo>
                    <a:pt x="11329" y="10075"/>
                  </a:lnTo>
                  <a:lnTo>
                    <a:pt x="11254" y="10151"/>
                  </a:lnTo>
                  <a:lnTo>
                    <a:pt x="11154" y="10251"/>
                  </a:lnTo>
                  <a:lnTo>
                    <a:pt x="11029" y="10376"/>
                  </a:lnTo>
                  <a:cubicBezTo>
                    <a:pt x="9600" y="11730"/>
                    <a:pt x="8096" y="13058"/>
                    <a:pt x="6693" y="14361"/>
                  </a:cubicBezTo>
                  <a:cubicBezTo>
                    <a:pt x="6016" y="15013"/>
                    <a:pt x="5339" y="15639"/>
                    <a:pt x="4713" y="16266"/>
                  </a:cubicBezTo>
                  <a:cubicBezTo>
                    <a:pt x="4086" y="16892"/>
                    <a:pt x="3510" y="17519"/>
                    <a:pt x="3008" y="18096"/>
                  </a:cubicBezTo>
                  <a:cubicBezTo>
                    <a:pt x="2482" y="18697"/>
                    <a:pt x="2031" y="19273"/>
                    <a:pt x="1630" y="19800"/>
                  </a:cubicBezTo>
                  <a:cubicBezTo>
                    <a:pt x="1430" y="20075"/>
                    <a:pt x="1279" y="20351"/>
                    <a:pt x="1104" y="20577"/>
                  </a:cubicBezTo>
                  <a:cubicBezTo>
                    <a:pt x="1029" y="20702"/>
                    <a:pt x="953" y="20802"/>
                    <a:pt x="878" y="20928"/>
                  </a:cubicBezTo>
                  <a:cubicBezTo>
                    <a:pt x="803" y="21053"/>
                    <a:pt x="753" y="21178"/>
                    <a:pt x="678" y="21304"/>
                  </a:cubicBezTo>
                  <a:cubicBezTo>
                    <a:pt x="552" y="21529"/>
                    <a:pt x="427" y="21755"/>
                    <a:pt x="352" y="21905"/>
                  </a:cubicBezTo>
                  <a:cubicBezTo>
                    <a:pt x="277" y="22055"/>
                    <a:pt x="201" y="22206"/>
                    <a:pt x="176" y="22306"/>
                  </a:cubicBezTo>
                  <a:cubicBezTo>
                    <a:pt x="76" y="22507"/>
                    <a:pt x="1" y="22632"/>
                    <a:pt x="1" y="22632"/>
                  </a:cubicBezTo>
                  <a:lnTo>
                    <a:pt x="3109" y="23885"/>
                  </a:lnTo>
                  <a:cubicBezTo>
                    <a:pt x="3109" y="23885"/>
                    <a:pt x="3159" y="23760"/>
                    <a:pt x="3234" y="23534"/>
                  </a:cubicBezTo>
                  <a:cubicBezTo>
                    <a:pt x="3259" y="23434"/>
                    <a:pt x="3309" y="23284"/>
                    <a:pt x="3359" y="23133"/>
                  </a:cubicBezTo>
                  <a:cubicBezTo>
                    <a:pt x="3435" y="22983"/>
                    <a:pt x="3485" y="22857"/>
                    <a:pt x="3560" y="22707"/>
                  </a:cubicBezTo>
                  <a:cubicBezTo>
                    <a:pt x="3610" y="22532"/>
                    <a:pt x="3685" y="22356"/>
                    <a:pt x="3811" y="22156"/>
                  </a:cubicBezTo>
                  <a:cubicBezTo>
                    <a:pt x="3936" y="21930"/>
                    <a:pt x="4036" y="21705"/>
                    <a:pt x="4186" y="21454"/>
                  </a:cubicBezTo>
                  <a:cubicBezTo>
                    <a:pt x="4462" y="20978"/>
                    <a:pt x="4813" y="20426"/>
                    <a:pt x="5214" y="19850"/>
                  </a:cubicBezTo>
                  <a:cubicBezTo>
                    <a:pt x="5640" y="19248"/>
                    <a:pt x="6091" y="18622"/>
                    <a:pt x="6643" y="17970"/>
                  </a:cubicBezTo>
                  <a:cubicBezTo>
                    <a:pt x="7144" y="17319"/>
                    <a:pt x="7745" y="16642"/>
                    <a:pt x="8347" y="15940"/>
                  </a:cubicBezTo>
                  <a:cubicBezTo>
                    <a:pt x="9550" y="14537"/>
                    <a:pt x="10928" y="13058"/>
                    <a:pt x="12232" y="11504"/>
                  </a:cubicBezTo>
                  <a:lnTo>
                    <a:pt x="12357" y="11379"/>
                  </a:lnTo>
                  <a:lnTo>
                    <a:pt x="12407" y="11329"/>
                  </a:lnTo>
                  <a:lnTo>
                    <a:pt x="12457" y="11253"/>
                  </a:lnTo>
                  <a:lnTo>
                    <a:pt x="12708" y="11003"/>
                  </a:lnTo>
                  <a:lnTo>
                    <a:pt x="13234" y="10451"/>
                  </a:lnTo>
                  <a:cubicBezTo>
                    <a:pt x="13585" y="10075"/>
                    <a:pt x="13911" y="9725"/>
                    <a:pt x="14262" y="9374"/>
                  </a:cubicBezTo>
                  <a:cubicBezTo>
                    <a:pt x="14938" y="8647"/>
                    <a:pt x="15615" y="7970"/>
                    <a:pt x="16292" y="7319"/>
                  </a:cubicBezTo>
                  <a:cubicBezTo>
                    <a:pt x="17620" y="5990"/>
                    <a:pt x="18848" y="4762"/>
                    <a:pt x="19926" y="3684"/>
                  </a:cubicBezTo>
                  <a:cubicBezTo>
                    <a:pt x="20177" y="3409"/>
                    <a:pt x="20427" y="3158"/>
                    <a:pt x="20678" y="2907"/>
                  </a:cubicBezTo>
                  <a:cubicBezTo>
                    <a:pt x="20903" y="2657"/>
                    <a:pt x="21129" y="2431"/>
                    <a:pt x="21329" y="2181"/>
                  </a:cubicBezTo>
                  <a:cubicBezTo>
                    <a:pt x="21755" y="1730"/>
                    <a:pt x="22106" y="1354"/>
                    <a:pt x="22407" y="1028"/>
                  </a:cubicBezTo>
                  <a:cubicBezTo>
                    <a:pt x="22983" y="376"/>
                    <a:pt x="23309" y="0"/>
                    <a:pt x="2330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21"/>
            <p:cNvSpPr/>
            <p:nvPr/>
          </p:nvSpPr>
          <p:spPr>
            <a:xfrm>
              <a:off x="6973356" y="2008421"/>
              <a:ext cx="94025" cy="496630"/>
            </a:xfrm>
            <a:custGeom>
              <a:rect b="b" l="l" r="r" t="t"/>
              <a:pathLst>
                <a:path extrusionOk="0" h="9275" w="1756">
                  <a:moveTo>
                    <a:pt x="1705" y="1"/>
                  </a:moveTo>
                  <a:cubicBezTo>
                    <a:pt x="1705" y="1"/>
                    <a:pt x="1630" y="577"/>
                    <a:pt x="1529" y="1429"/>
                  </a:cubicBezTo>
                  <a:cubicBezTo>
                    <a:pt x="1504" y="1655"/>
                    <a:pt x="1479" y="1881"/>
                    <a:pt x="1454" y="2131"/>
                  </a:cubicBezTo>
                  <a:cubicBezTo>
                    <a:pt x="1429" y="2382"/>
                    <a:pt x="1379" y="2632"/>
                    <a:pt x="1329" y="2908"/>
                  </a:cubicBezTo>
                  <a:cubicBezTo>
                    <a:pt x="1229" y="3434"/>
                    <a:pt x="1128" y="4011"/>
                    <a:pt x="1028" y="4562"/>
                  </a:cubicBezTo>
                  <a:cubicBezTo>
                    <a:pt x="778" y="5690"/>
                    <a:pt x="527" y="6818"/>
                    <a:pt x="326" y="7670"/>
                  </a:cubicBezTo>
                  <a:cubicBezTo>
                    <a:pt x="126" y="8497"/>
                    <a:pt x="1" y="9074"/>
                    <a:pt x="1" y="9074"/>
                  </a:cubicBezTo>
                  <a:lnTo>
                    <a:pt x="1229" y="9274"/>
                  </a:lnTo>
                  <a:cubicBezTo>
                    <a:pt x="1229" y="9274"/>
                    <a:pt x="1279" y="8698"/>
                    <a:pt x="1379" y="7846"/>
                  </a:cubicBezTo>
                  <a:cubicBezTo>
                    <a:pt x="1454" y="6968"/>
                    <a:pt x="1555" y="5815"/>
                    <a:pt x="1655" y="4637"/>
                  </a:cubicBezTo>
                  <a:cubicBezTo>
                    <a:pt x="1680" y="4061"/>
                    <a:pt x="1705" y="3485"/>
                    <a:pt x="1730" y="2933"/>
                  </a:cubicBezTo>
                  <a:cubicBezTo>
                    <a:pt x="1730" y="2658"/>
                    <a:pt x="1755" y="2407"/>
                    <a:pt x="1755" y="2156"/>
                  </a:cubicBezTo>
                  <a:cubicBezTo>
                    <a:pt x="1730" y="1906"/>
                    <a:pt x="1730" y="1680"/>
                    <a:pt x="1730" y="1455"/>
                  </a:cubicBezTo>
                  <a:cubicBezTo>
                    <a:pt x="1705" y="577"/>
                    <a:pt x="1705" y="1"/>
                    <a:pt x="170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21"/>
            <p:cNvSpPr/>
            <p:nvPr/>
          </p:nvSpPr>
          <p:spPr>
            <a:xfrm>
              <a:off x="6576150" y="2334569"/>
              <a:ext cx="99326" cy="507285"/>
            </a:xfrm>
            <a:custGeom>
              <a:rect b="b" l="l" r="r" t="t"/>
              <a:pathLst>
                <a:path extrusionOk="0" h="9474" w="1855">
                  <a:moveTo>
                    <a:pt x="25" y="0"/>
                  </a:moveTo>
                  <a:cubicBezTo>
                    <a:pt x="25" y="0"/>
                    <a:pt x="0" y="2356"/>
                    <a:pt x="0" y="4712"/>
                  </a:cubicBezTo>
                  <a:cubicBezTo>
                    <a:pt x="25" y="5313"/>
                    <a:pt x="25" y="5915"/>
                    <a:pt x="50" y="6466"/>
                  </a:cubicBezTo>
                  <a:cubicBezTo>
                    <a:pt x="50" y="6742"/>
                    <a:pt x="50" y="7018"/>
                    <a:pt x="75" y="7268"/>
                  </a:cubicBezTo>
                  <a:cubicBezTo>
                    <a:pt x="75" y="7519"/>
                    <a:pt x="100" y="7770"/>
                    <a:pt x="100" y="7995"/>
                  </a:cubicBezTo>
                  <a:cubicBezTo>
                    <a:pt x="176" y="8872"/>
                    <a:pt x="201" y="9474"/>
                    <a:pt x="201" y="9474"/>
                  </a:cubicBezTo>
                  <a:lnTo>
                    <a:pt x="1855" y="9198"/>
                  </a:lnTo>
                  <a:cubicBezTo>
                    <a:pt x="1855" y="9198"/>
                    <a:pt x="1704" y="8647"/>
                    <a:pt x="1504" y="7770"/>
                  </a:cubicBezTo>
                  <a:cubicBezTo>
                    <a:pt x="1454" y="7569"/>
                    <a:pt x="1404" y="7318"/>
                    <a:pt x="1328" y="7093"/>
                  </a:cubicBezTo>
                  <a:cubicBezTo>
                    <a:pt x="1278" y="6842"/>
                    <a:pt x="1228" y="6592"/>
                    <a:pt x="1178" y="6316"/>
                  </a:cubicBezTo>
                  <a:cubicBezTo>
                    <a:pt x="1078" y="5790"/>
                    <a:pt x="952" y="5213"/>
                    <a:pt x="852" y="4637"/>
                  </a:cubicBezTo>
                  <a:cubicBezTo>
                    <a:pt x="426" y="2331"/>
                    <a:pt x="25" y="0"/>
                    <a:pt x="2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21"/>
            <p:cNvSpPr/>
            <p:nvPr/>
          </p:nvSpPr>
          <p:spPr>
            <a:xfrm>
              <a:off x="7009607" y="2432504"/>
              <a:ext cx="559652" cy="127544"/>
            </a:xfrm>
            <a:custGeom>
              <a:rect b="b" l="l" r="r" t="t"/>
              <a:pathLst>
                <a:path extrusionOk="0" h="2382" w="10452">
                  <a:moveTo>
                    <a:pt x="10452" y="1"/>
                  </a:moveTo>
                  <a:cubicBezTo>
                    <a:pt x="10451" y="1"/>
                    <a:pt x="9800" y="126"/>
                    <a:pt x="8822" y="327"/>
                  </a:cubicBezTo>
                  <a:cubicBezTo>
                    <a:pt x="8321" y="427"/>
                    <a:pt x="7770" y="527"/>
                    <a:pt x="7143" y="627"/>
                  </a:cubicBezTo>
                  <a:cubicBezTo>
                    <a:pt x="6842" y="677"/>
                    <a:pt x="6517" y="728"/>
                    <a:pt x="6191" y="778"/>
                  </a:cubicBezTo>
                  <a:cubicBezTo>
                    <a:pt x="5890" y="828"/>
                    <a:pt x="5564" y="878"/>
                    <a:pt x="5238" y="903"/>
                  </a:cubicBezTo>
                  <a:cubicBezTo>
                    <a:pt x="4913" y="953"/>
                    <a:pt x="4562" y="978"/>
                    <a:pt x="4261" y="1028"/>
                  </a:cubicBezTo>
                  <a:cubicBezTo>
                    <a:pt x="3935" y="1053"/>
                    <a:pt x="3609" y="1078"/>
                    <a:pt x="3309" y="1103"/>
                  </a:cubicBezTo>
                  <a:cubicBezTo>
                    <a:pt x="3008" y="1103"/>
                    <a:pt x="2707" y="1154"/>
                    <a:pt x="2431" y="1154"/>
                  </a:cubicBezTo>
                  <a:lnTo>
                    <a:pt x="1654" y="1154"/>
                  </a:lnTo>
                  <a:cubicBezTo>
                    <a:pt x="1515" y="1161"/>
                    <a:pt x="1380" y="1164"/>
                    <a:pt x="1251" y="1164"/>
                  </a:cubicBezTo>
                  <a:cubicBezTo>
                    <a:pt x="939" y="1164"/>
                    <a:pt x="664" y="1146"/>
                    <a:pt x="451" y="1129"/>
                  </a:cubicBezTo>
                  <a:lnTo>
                    <a:pt x="0" y="1129"/>
                  </a:lnTo>
                  <a:lnTo>
                    <a:pt x="25" y="2382"/>
                  </a:lnTo>
                  <a:cubicBezTo>
                    <a:pt x="25" y="2382"/>
                    <a:pt x="201" y="2357"/>
                    <a:pt x="477" y="2332"/>
                  </a:cubicBezTo>
                  <a:cubicBezTo>
                    <a:pt x="777" y="2306"/>
                    <a:pt x="1178" y="2306"/>
                    <a:pt x="1705" y="2206"/>
                  </a:cubicBezTo>
                  <a:cubicBezTo>
                    <a:pt x="1955" y="2181"/>
                    <a:pt x="2231" y="2156"/>
                    <a:pt x="2507" y="2106"/>
                  </a:cubicBezTo>
                  <a:cubicBezTo>
                    <a:pt x="2807" y="2056"/>
                    <a:pt x="3108" y="2006"/>
                    <a:pt x="3409" y="1956"/>
                  </a:cubicBezTo>
                  <a:cubicBezTo>
                    <a:pt x="3735" y="1880"/>
                    <a:pt x="4035" y="1830"/>
                    <a:pt x="4361" y="1755"/>
                  </a:cubicBezTo>
                  <a:cubicBezTo>
                    <a:pt x="4687" y="1680"/>
                    <a:pt x="5013" y="1605"/>
                    <a:pt x="5339" y="1530"/>
                  </a:cubicBezTo>
                  <a:cubicBezTo>
                    <a:pt x="5665" y="1454"/>
                    <a:pt x="5990" y="1354"/>
                    <a:pt x="6316" y="1279"/>
                  </a:cubicBezTo>
                  <a:cubicBezTo>
                    <a:pt x="6617" y="1204"/>
                    <a:pt x="6943" y="1103"/>
                    <a:pt x="7244" y="1028"/>
                  </a:cubicBezTo>
                  <a:cubicBezTo>
                    <a:pt x="7845" y="853"/>
                    <a:pt x="8396" y="677"/>
                    <a:pt x="8873" y="527"/>
                  </a:cubicBezTo>
                  <a:cubicBezTo>
                    <a:pt x="9800" y="201"/>
                    <a:pt x="10451" y="1"/>
                    <a:pt x="1045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21"/>
            <p:cNvSpPr/>
            <p:nvPr/>
          </p:nvSpPr>
          <p:spPr>
            <a:xfrm>
              <a:off x="6651276" y="2829760"/>
              <a:ext cx="605273" cy="107411"/>
            </a:xfrm>
            <a:custGeom>
              <a:rect b="b" l="l" r="r" t="t"/>
              <a:pathLst>
                <a:path extrusionOk="0" h="2006" w="11304">
                  <a:moveTo>
                    <a:pt x="251" y="0"/>
                  </a:moveTo>
                  <a:lnTo>
                    <a:pt x="1" y="1654"/>
                  </a:lnTo>
                  <a:cubicBezTo>
                    <a:pt x="1" y="1654"/>
                    <a:pt x="702" y="1705"/>
                    <a:pt x="1755" y="1780"/>
                  </a:cubicBezTo>
                  <a:cubicBezTo>
                    <a:pt x="2281" y="1830"/>
                    <a:pt x="2908" y="1855"/>
                    <a:pt x="3560" y="1880"/>
                  </a:cubicBezTo>
                  <a:cubicBezTo>
                    <a:pt x="4236" y="1905"/>
                    <a:pt x="4938" y="1930"/>
                    <a:pt x="5640" y="1980"/>
                  </a:cubicBezTo>
                  <a:cubicBezTo>
                    <a:pt x="6367" y="1980"/>
                    <a:pt x="7068" y="1980"/>
                    <a:pt x="7720" y="2005"/>
                  </a:cubicBezTo>
                  <a:lnTo>
                    <a:pt x="8672" y="2005"/>
                  </a:lnTo>
                  <a:cubicBezTo>
                    <a:pt x="8998" y="2005"/>
                    <a:pt x="9274" y="2005"/>
                    <a:pt x="9550" y="1980"/>
                  </a:cubicBezTo>
                  <a:cubicBezTo>
                    <a:pt x="10602" y="1955"/>
                    <a:pt x="11304" y="1930"/>
                    <a:pt x="11304" y="1930"/>
                  </a:cubicBezTo>
                  <a:cubicBezTo>
                    <a:pt x="11304" y="1930"/>
                    <a:pt x="10602" y="1855"/>
                    <a:pt x="9550" y="1730"/>
                  </a:cubicBezTo>
                  <a:cubicBezTo>
                    <a:pt x="9299" y="1705"/>
                    <a:pt x="8998" y="1654"/>
                    <a:pt x="8697" y="1629"/>
                  </a:cubicBezTo>
                  <a:cubicBezTo>
                    <a:pt x="8422" y="1579"/>
                    <a:pt x="8096" y="1529"/>
                    <a:pt x="7770" y="1479"/>
                  </a:cubicBezTo>
                  <a:cubicBezTo>
                    <a:pt x="7118" y="1379"/>
                    <a:pt x="6442" y="1253"/>
                    <a:pt x="5740" y="1128"/>
                  </a:cubicBezTo>
                  <a:cubicBezTo>
                    <a:pt x="5063" y="1003"/>
                    <a:pt x="4362" y="878"/>
                    <a:pt x="3710" y="752"/>
                  </a:cubicBezTo>
                  <a:cubicBezTo>
                    <a:pt x="3083" y="627"/>
                    <a:pt x="2482" y="502"/>
                    <a:pt x="1955" y="376"/>
                  </a:cubicBezTo>
                  <a:cubicBezTo>
                    <a:pt x="928" y="151"/>
                    <a:pt x="251" y="0"/>
                    <a:pt x="2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21"/>
            <p:cNvSpPr/>
            <p:nvPr/>
          </p:nvSpPr>
          <p:spPr>
            <a:xfrm>
              <a:off x="5416607" y="3165332"/>
              <a:ext cx="1002041" cy="670972"/>
            </a:xfrm>
            <a:custGeom>
              <a:rect b="b" l="l" r="r" t="t"/>
              <a:pathLst>
                <a:path extrusionOk="0" h="12531" w="18714">
                  <a:moveTo>
                    <a:pt x="8924" y="1"/>
                  </a:moveTo>
                  <a:cubicBezTo>
                    <a:pt x="1021" y="1"/>
                    <a:pt x="1" y="12506"/>
                    <a:pt x="10101" y="12530"/>
                  </a:cubicBezTo>
                  <a:cubicBezTo>
                    <a:pt x="10109" y="12530"/>
                    <a:pt x="10117" y="12530"/>
                    <a:pt x="10124" y="12530"/>
                  </a:cubicBezTo>
                  <a:cubicBezTo>
                    <a:pt x="17747" y="12530"/>
                    <a:pt x="18713" y="249"/>
                    <a:pt x="9525" y="24"/>
                  </a:cubicBezTo>
                  <a:cubicBezTo>
                    <a:pt x="9320" y="8"/>
                    <a:pt x="9120" y="1"/>
                    <a:pt x="892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21"/>
            <p:cNvSpPr/>
            <p:nvPr/>
          </p:nvSpPr>
          <p:spPr>
            <a:xfrm>
              <a:off x="5601823" y="3406823"/>
              <a:ext cx="280522" cy="187943"/>
            </a:xfrm>
            <a:custGeom>
              <a:rect b="b" l="l" r="r" t="t"/>
              <a:pathLst>
                <a:path extrusionOk="0" h="3510" w="5239">
                  <a:moveTo>
                    <a:pt x="2507" y="0"/>
                  </a:moveTo>
                  <a:cubicBezTo>
                    <a:pt x="301" y="0"/>
                    <a:pt x="0" y="3509"/>
                    <a:pt x="2833" y="3509"/>
                  </a:cubicBezTo>
                  <a:cubicBezTo>
                    <a:pt x="4988" y="3509"/>
                    <a:pt x="5239" y="75"/>
                    <a:pt x="2682" y="25"/>
                  </a:cubicBezTo>
                  <a:cubicBezTo>
                    <a:pt x="2607" y="0"/>
                    <a:pt x="2557" y="0"/>
                    <a:pt x="250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21"/>
            <p:cNvSpPr/>
            <p:nvPr/>
          </p:nvSpPr>
          <p:spPr>
            <a:xfrm>
              <a:off x="6110459" y="3165332"/>
              <a:ext cx="1000649" cy="670972"/>
            </a:xfrm>
            <a:custGeom>
              <a:rect b="b" l="l" r="r" t="t"/>
              <a:pathLst>
                <a:path extrusionOk="0" h="12531" w="18688">
                  <a:moveTo>
                    <a:pt x="8923" y="1"/>
                  </a:moveTo>
                  <a:cubicBezTo>
                    <a:pt x="1021" y="1"/>
                    <a:pt x="0" y="12506"/>
                    <a:pt x="10101" y="12530"/>
                  </a:cubicBezTo>
                  <a:cubicBezTo>
                    <a:pt x="10108" y="12530"/>
                    <a:pt x="10116" y="12530"/>
                    <a:pt x="10124" y="12530"/>
                  </a:cubicBezTo>
                  <a:cubicBezTo>
                    <a:pt x="17747" y="12530"/>
                    <a:pt x="18688" y="249"/>
                    <a:pt x="9524" y="24"/>
                  </a:cubicBezTo>
                  <a:cubicBezTo>
                    <a:pt x="9320" y="8"/>
                    <a:pt x="9119" y="1"/>
                    <a:pt x="892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21"/>
            <p:cNvSpPr/>
            <p:nvPr/>
          </p:nvSpPr>
          <p:spPr>
            <a:xfrm>
              <a:off x="6608332" y="3496727"/>
              <a:ext cx="280522" cy="187943"/>
            </a:xfrm>
            <a:custGeom>
              <a:rect b="b" l="l" r="r" t="t"/>
              <a:pathLst>
                <a:path extrusionOk="0" h="3510" w="5239">
                  <a:moveTo>
                    <a:pt x="2507" y="1"/>
                  </a:moveTo>
                  <a:cubicBezTo>
                    <a:pt x="301" y="1"/>
                    <a:pt x="1" y="3509"/>
                    <a:pt x="2833" y="3509"/>
                  </a:cubicBezTo>
                  <a:cubicBezTo>
                    <a:pt x="4988" y="3509"/>
                    <a:pt x="5239" y="76"/>
                    <a:pt x="26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21"/>
            <p:cNvSpPr/>
            <p:nvPr/>
          </p:nvSpPr>
          <p:spPr>
            <a:xfrm>
              <a:off x="5729370" y="2964053"/>
              <a:ext cx="1001988" cy="670972"/>
            </a:xfrm>
            <a:custGeom>
              <a:rect b="b" l="l" r="r" t="t"/>
              <a:pathLst>
                <a:path extrusionOk="0" h="12531" w="18713">
                  <a:moveTo>
                    <a:pt x="8948" y="0"/>
                  </a:moveTo>
                  <a:cubicBezTo>
                    <a:pt x="1044" y="0"/>
                    <a:pt x="0" y="12506"/>
                    <a:pt x="10125" y="12530"/>
                  </a:cubicBezTo>
                  <a:cubicBezTo>
                    <a:pt x="10133" y="12530"/>
                    <a:pt x="10140" y="12530"/>
                    <a:pt x="10148" y="12530"/>
                  </a:cubicBezTo>
                  <a:cubicBezTo>
                    <a:pt x="17771" y="12530"/>
                    <a:pt x="18712" y="249"/>
                    <a:pt x="9548" y="24"/>
                  </a:cubicBezTo>
                  <a:cubicBezTo>
                    <a:pt x="9344" y="8"/>
                    <a:pt x="9144" y="0"/>
                    <a:pt x="894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21"/>
            <p:cNvSpPr/>
            <p:nvPr/>
          </p:nvSpPr>
          <p:spPr>
            <a:xfrm>
              <a:off x="6205718" y="3094116"/>
              <a:ext cx="280522" cy="187943"/>
            </a:xfrm>
            <a:custGeom>
              <a:rect b="b" l="l" r="r" t="t"/>
              <a:pathLst>
                <a:path extrusionOk="0" h="3510" w="5239">
                  <a:moveTo>
                    <a:pt x="2507" y="1"/>
                  </a:moveTo>
                  <a:cubicBezTo>
                    <a:pt x="301" y="1"/>
                    <a:pt x="1" y="3509"/>
                    <a:pt x="2833" y="3509"/>
                  </a:cubicBezTo>
                  <a:cubicBezTo>
                    <a:pt x="4988" y="3509"/>
                    <a:pt x="5239" y="76"/>
                    <a:pt x="268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63" name="Google Shape;563;p21"/>
          <p:cNvSpPr/>
          <p:nvPr/>
        </p:nvSpPr>
        <p:spPr>
          <a:xfrm flipH="1" rot="5682778">
            <a:off x="1729078" y="4215091"/>
            <a:ext cx="1018588" cy="1147422"/>
          </a:xfrm>
          <a:custGeom>
            <a:rect b="b" l="l" r="r" t="t"/>
            <a:pathLst>
              <a:path extrusionOk="0" h="18875" w="16755">
                <a:moveTo>
                  <a:pt x="1111" y="0"/>
                </a:moveTo>
                <a:cubicBezTo>
                  <a:pt x="860" y="0"/>
                  <a:pt x="587" y="254"/>
                  <a:pt x="708" y="558"/>
                </a:cubicBezTo>
                <a:cubicBezTo>
                  <a:pt x="1119" y="1562"/>
                  <a:pt x="1576" y="2521"/>
                  <a:pt x="2055" y="3480"/>
                </a:cubicBezTo>
                <a:cubicBezTo>
                  <a:pt x="1918" y="3640"/>
                  <a:pt x="1918" y="3868"/>
                  <a:pt x="2032" y="4028"/>
                </a:cubicBezTo>
                <a:cubicBezTo>
                  <a:pt x="1302" y="5260"/>
                  <a:pt x="777" y="6584"/>
                  <a:pt x="548" y="7999"/>
                </a:cubicBezTo>
                <a:cubicBezTo>
                  <a:pt x="412" y="8775"/>
                  <a:pt x="1" y="10624"/>
                  <a:pt x="959" y="11058"/>
                </a:cubicBezTo>
                <a:cubicBezTo>
                  <a:pt x="1107" y="11126"/>
                  <a:pt x="1239" y="11156"/>
                  <a:pt x="1358" y="11156"/>
                </a:cubicBezTo>
                <a:cubicBezTo>
                  <a:pt x="2152" y="11156"/>
                  <a:pt x="2321" y="9782"/>
                  <a:pt x="2420" y="9186"/>
                </a:cubicBezTo>
                <a:cubicBezTo>
                  <a:pt x="2648" y="7771"/>
                  <a:pt x="2808" y="6379"/>
                  <a:pt x="2900" y="4963"/>
                </a:cubicBezTo>
                <a:cubicBezTo>
                  <a:pt x="3356" y="5739"/>
                  <a:pt x="3835" y="6493"/>
                  <a:pt x="4360" y="7223"/>
                </a:cubicBezTo>
                <a:lnTo>
                  <a:pt x="4338" y="7269"/>
                </a:lnTo>
                <a:cubicBezTo>
                  <a:pt x="3813" y="8730"/>
                  <a:pt x="3470" y="10259"/>
                  <a:pt x="3402" y="11811"/>
                </a:cubicBezTo>
                <a:cubicBezTo>
                  <a:pt x="3356" y="12541"/>
                  <a:pt x="3105" y="14230"/>
                  <a:pt x="4086" y="14504"/>
                </a:cubicBezTo>
                <a:cubicBezTo>
                  <a:pt x="4198" y="14539"/>
                  <a:pt x="4298" y="14554"/>
                  <a:pt x="4388" y="14554"/>
                </a:cubicBezTo>
                <a:cubicBezTo>
                  <a:pt x="5265" y="14554"/>
                  <a:pt x="5228" y="13075"/>
                  <a:pt x="5228" y="12496"/>
                </a:cubicBezTo>
                <a:cubicBezTo>
                  <a:pt x="5228" y="11126"/>
                  <a:pt x="5228" y="9734"/>
                  <a:pt x="5228" y="8364"/>
                </a:cubicBezTo>
                <a:cubicBezTo>
                  <a:pt x="5616" y="8889"/>
                  <a:pt x="6049" y="9392"/>
                  <a:pt x="6483" y="9894"/>
                </a:cubicBezTo>
                <a:cubicBezTo>
                  <a:pt x="6346" y="11218"/>
                  <a:pt x="6323" y="12541"/>
                  <a:pt x="6415" y="13888"/>
                </a:cubicBezTo>
                <a:cubicBezTo>
                  <a:pt x="6460" y="14550"/>
                  <a:pt x="6392" y="15965"/>
                  <a:pt x="7305" y="16102"/>
                </a:cubicBezTo>
                <a:cubicBezTo>
                  <a:pt x="7343" y="16107"/>
                  <a:pt x="7379" y="16109"/>
                  <a:pt x="7414" y="16109"/>
                </a:cubicBezTo>
                <a:cubicBezTo>
                  <a:pt x="8688" y="16109"/>
                  <a:pt x="8116" y="12929"/>
                  <a:pt x="7738" y="11240"/>
                </a:cubicBezTo>
                <a:lnTo>
                  <a:pt x="7738" y="11240"/>
                </a:lnTo>
                <a:cubicBezTo>
                  <a:pt x="8012" y="11514"/>
                  <a:pt x="8263" y="11765"/>
                  <a:pt x="8537" y="12016"/>
                </a:cubicBezTo>
                <a:cubicBezTo>
                  <a:pt x="8537" y="12085"/>
                  <a:pt x="8560" y="12153"/>
                  <a:pt x="8606" y="12222"/>
                </a:cubicBezTo>
                <a:cubicBezTo>
                  <a:pt x="8674" y="12290"/>
                  <a:pt x="8720" y="12359"/>
                  <a:pt x="8766" y="12450"/>
                </a:cubicBezTo>
                <a:cubicBezTo>
                  <a:pt x="9154" y="14071"/>
                  <a:pt x="9519" y="15737"/>
                  <a:pt x="9930" y="17358"/>
                </a:cubicBezTo>
                <a:cubicBezTo>
                  <a:pt x="10093" y="17993"/>
                  <a:pt x="10604" y="18875"/>
                  <a:pt x="11300" y="18875"/>
                </a:cubicBezTo>
                <a:cubicBezTo>
                  <a:pt x="11478" y="18875"/>
                  <a:pt x="11669" y="18817"/>
                  <a:pt x="11870" y="18681"/>
                </a:cubicBezTo>
                <a:cubicBezTo>
                  <a:pt x="12851" y="17997"/>
                  <a:pt x="11893" y="16376"/>
                  <a:pt x="11527" y="15600"/>
                </a:cubicBezTo>
                <a:cubicBezTo>
                  <a:pt x="11254" y="14984"/>
                  <a:pt x="10911" y="14390"/>
                  <a:pt x="10569" y="13797"/>
                </a:cubicBezTo>
                <a:lnTo>
                  <a:pt x="10569" y="13797"/>
                </a:lnTo>
                <a:cubicBezTo>
                  <a:pt x="11505" y="14550"/>
                  <a:pt x="12486" y="15258"/>
                  <a:pt x="13513" y="15897"/>
                </a:cubicBezTo>
                <a:cubicBezTo>
                  <a:pt x="13587" y="15943"/>
                  <a:pt x="13661" y="15964"/>
                  <a:pt x="13731" y="15964"/>
                </a:cubicBezTo>
                <a:cubicBezTo>
                  <a:pt x="14070" y="15964"/>
                  <a:pt x="14311" y="15485"/>
                  <a:pt x="13970" y="15258"/>
                </a:cubicBezTo>
                <a:cubicBezTo>
                  <a:pt x="13011" y="14641"/>
                  <a:pt x="12075" y="14002"/>
                  <a:pt x="11185" y="13295"/>
                </a:cubicBezTo>
                <a:lnTo>
                  <a:pt x="11185" y="13295"/>
                </a:lnTo>
                <a:cubicBezTo>
                  <a:pt x="12212" y="13523"/>
                  <a:pt x="13239" y="13637"/>
                  <a:pt x="14289" y="13637"/>
                </a:cubicBezTo>
                <a:cubicBezTo>
                  <a:pt x="14395" y="13637"/>
                  <a:pt x="14518" y="13639"/>
                  <a:pt x="14652" y="13639"/>
                </a:cubicBezTo>
                <a:cubicBezTo>
                  <a:pt x="15472" y="13639"/>
                  <a:pt x="16689" y="13571"/>
                  <a:pt x="16709" y="12610"/>
                </a:cubicBezTo>
                <a:cubicBezTo>
                  <a:pt x="16754" y="11263"/>
                  <a:pt x="14563" y="11354"/>
                  <a:pt x="13719" y="11332"/>
                </a:cubicBezTo>
                <a:cubicBezTo>
                  <a:pt x="12326" y="11332"/>
                  <a:pt x="10934" y="11514"/>
                  <a:pt x="9587" y="11925"/>
                </a:cubicBezTo>
                <a:cubicBezTo>
                  <a:pt x="9154" y="11537"/>
                  <a:pt x="8743" y="11149"/>
                  <a:pt x="8355" y="10738"/>
                </a:cubicBezTo>
                <a:cubicBezTo>
                  <a:pt x="9268" y="10647"/>
                  <a:pt x="10226" y="10578"/>
                  <a:pt x="11094" y="10373"/>
                </a:cubicBezTo>
                <a:cubicBezTo>
                  <a:pt x="11756" y="10213"/>
                  <a:pt x="12418" y="9643"/>
                  <a:pt x="12144" y="8889"/>
                </a:cubicBezTo>
                <a:cubicBezTo>
                  <a:pt x="11981" y="8418"/>
                  <a:pt x="11518" y="8236"/>
                  <a:pt x="11059" y="8236"/>
                </a:cubicBezTo>
                <a:cubicBezTo>
                  <a:pt x="10873" y="8236"/>
                  <a:pt x="10688" y="8266"/>
                  <a:pt x="10523" y="8319"/>
                </a:cubicBezTo>
                <a:cubicBezTo>
                  <a:pt x="9428" y="8661"/>
                  <a:pt x="8378" y="9186"/>
                  <a:pt x="7328" y="9643"/>
                </a:cubicBezTo>
                <a:cubicBezTo>
                  <a:pt x="6780" y="9072"/>
                  <a:pt x="6278" y="8456"/>
                  <a:pt x="5798" y="7839"/>
                </a:cubicBezTo>
                <a:lnTo>
                  <a:pt x="5798" y="7839"/>
                </a:lnTo>
                <a:cubicBezTo>
                  <a:pt x="5930" y="7845"/>
                  <a:pt x="6061" y="7848"/>
                  <a:pt x="6192" y="7848"/>
                </a:cubicBezTo>
                <a:cubicBezTo>
                  <a:pt x="7110" y="7848"/>
                  <a:pt x="8024" y="7708"/>
                  <a:pt x="8903" y="7429"/>
                </a:cubicBezTo>
                <a:cubicBezTo>
                  <a:pt x="9473" y="7223"/>
                  <a:pt x="11185" y="6767"/>
                  <a:pt x="10706" y="5808"/>
                </a:cubicBezTo>
                <a:cubicBezTo>
                  <a:pt x="10537" y="5470"/>
                  <a:pt x="10156" y="5360"/>
                  <a:pt x="9721" y="5360"/>
                </a:cubicBezTo>
                <a:cubicBezTo>
                  <a:pt x="9099" y="5360"/>
                  <a:pt x="8366" y="5586"/>
                  <a:pt x="7990" y="5694"/>
                </a:cubicBezTo>
                <a:cubicBezTo>
                  <a:pt x="7008" y="5991"/>
                  <a:pt x="6095" y="6447"/>
                  <a:pt x="5273" y="7018"/>
                </a:cubicBezTo>
                <a:lnTo>
                  <a:pt x="5182" y="7018"/>
                </a:lnTo>
                <a:cubicBezTo>
                  <a:pt x="4634" y="6264"/>
                  <a:pt x="4132" y="5488"/>
                  <a:pt x="3653" y="4690"/>
                </a:cubicBezTo>
                <a:cubicBezTo>
                  <a:pt x="4566" y="4690"/>
                  <a:pt x="5479" y="4575"/>
                  <a:pt x="6369" y="4347"/>
                </a:cubicBezTo>
                <a:cubicBezTo>
                  <a:pt x="7099" y="4142"/>
                  <a:pt x="8218" y="3799"/>
                  <a:pt x="8058" y="2841"/>
                </a:cubicBezTo>
                <a:cubicBezTo>
                  <a:pt x="7967" y="2232"/>
                  <a:pt x="7490" y="2049"/>
                  <a:pt x="6979" y="2049"/>
                </a:cubicBezTo>
                <a:cubicBezTo>
                  <a:pt x="6724" y="2049"/>
                  <a:pt x="6460" y="2095"/>
                  <a:pt x="6232" y="2156"/>
                </a:cubicBezTo>
                <a:cubicBezTo>
                  <a:pt x="5091" y="2453"/>
                  <a:pt x="3949" y="2841"/>
                  <a:pt x="2808" y="3183"/>
                </a:cubicBezTo>
                <a:cubicBezTo>
                  <a:pt x="2283" y="2224"/>
                  <a:pt x="1827" y="1243"/>
                  <a:pt x="1416" y="216"/>
                </a:cubicBezTo>
                <a:cubicBezTo>
                  <a:pt x="1355" y="64"/>
                  <a:pt x="1236" y="0"/>
                  <a:pt x="1111"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21"/>
          <p:cNvSpPr/>
          <p:nvPr/>
        </p:nvSpPr>
        <p:spPr>
          <a:xfrm rot="-5682778">
            <a:off x="6396328" y="4215091"/>
            <a:ext cx="1018588" cy="1147422"/>
          </a:xfrm>
          <a:custGeom>
            <a:rect b="b" l="l" r="r" t="t"/>
            <a:pathLst>
              <a:path extrusionOk="0" h="18875" w="16755">
                <a:moveTo>
                  <a:pt x="1111" y="0"/>
                </a:moveTo>
                <a:cubicBezTo>
                  <a:pt x="860" y="0"/>
                  <a:pt x="587" y="254"/>
                  <a:pt x="708" y="558"/>
                </a:cubicBezTo>
                <a:cubicBezTo>
                  <a:pt x="1119" y="1562"/>
                  <a:pt x="1576" y="2521"/>
                  <a:pt x="2055" y="3480"/>
                </a:cubicBezTo>
                <a:cubicBezTo>
                  <a:pt x="1918" y="3640"/>
                  <a:pt x="1918" y="3868"/>
                  <a:pt x="2032" y="4028"/>
                </a:cubicBezTo>
                <a:cubicBezTo>
                  <a:pt x="1302" y="5260"/>
                  <a:pt x="777" y="6584"/>
                  <a:pt x="548" y="7999"/>
                </a:cubicBezTo>
                <a:cubicBezTo>
                  <a:pt x="412" y="8775"/>
                  <a:pt x="1" y="10624"/>
                  <a:pt x="959" y="11058"/>
                </a:cubicBezTo>
                <a:cubicBezTo>
                  <a:pt x="1107" y="11126"/>
                  <a:pt x="1239" y="11156"/>
                  <a:pt x="1358" y="11156"/>
                </a:cubicBezTo>
                <a:cubicBezTo>
                  <a:pt x="2152" y="11156"/>
                  <a:pt x="2321" y="9782"/>
                  <a:pt x="2420" y="9186"/>
                </a:cubicBezTo>
                <a:cubicBezTo>
                  <a:pt x="2648" y="7771"/>
                  <a:pt x="2808" y="6379"/>
                  <a:pt x="2900" y="4963"/>
                </a:cubicBezTo>
                <a:cubicBezTo>
                  <a:pt x="3356" y="5739"/>
                  <a:pt x="3835" y="6493"/>
                  <a:pt x="4360" y="7223"/>
                </a:cubicBezTo>
                <a:lnTo>
                  <a:pt x="4338" y="7269"/>
                </a:lnTo>
                <a:cubicBezTo>
                  <a:pt x="3813" y="8730"/>
                  <a:pt x="3470" y="10259"/>
                  <a:pt x="3402" y="11811"/>
                </a:cubicBezTo>
                <a:cubicBezTo>
                  <a:pt x="3356" y="12541"/>
                  <a:pt x="3105" y="14230"/>
                  <a:pt x="4086" y="14504"/>
                </a:cubicBezTo>
                <a:cubicBezTo>
                  <a:pt x="4198" y="14539"/>
                  <a:pt x="4298" y="14554"/>
                  <a:pt x="4388" y="14554"/>
                </a:cubicBezTo>
                <a:cubicBezTo>
                  <a:pt x="5265" y="14554"/>
                  <a:pt x="5228" y="13075"/>
                  <a:pt x="5228" y="12496"/>
                </a:cubicBezTo>
                <a:cubicBezTo>
                  <a:pt x="5228" y="11126"/>
                  <a:pt x="5228" y="9734"/>
                  <a:pt x="5228" y="8364"/>
                </a:cubicBezTo>
                <a:cubicBezTo>
                  <a:pt x="5616" y="8889"/>
                  <a:pt x="6049" y="9392"/>
                  <a:pt x="6483" y="9894"/>
                </a:cubicBezTo>
                <a:cubicBezTo>
                  <a:pt x="6346" y="11218"/>
                  <a:pt x="6323" y="12541"/>
                  <a:pt x="6415" y="13888"/>
                </a:cubicBezTo>
                <a:cubicBezTo>
                  <a:pt x="6460" y="14550"/>
                  <a:pt x="6392" y="15965"/>
                  <a:pt x="7305" y="16102"/>
                </a:cubicBezTo>
                <a:cubicBezTo>
                  <a:pt x="7343" y="16107"/>
                  <a:pt x="7379" y="16109"/>
                  <a:pt x="7414" y="16109"/>
                </a:cubicBezTo>
                <a:cubicBezTo>
                  <a:pt x="8688" y="16109"/>
                  <a:pt x="8116" y="12929"/>
                  <a:pt x="7738" y="11240"/>
                </a:cubicBezTo>
                <a:lnTo>
                  <a:pt x="7738" y="11240"/>
                </a:lnTo>
                <a:cubicBezTo>
                  <a:pt x="8012" y="11514"/>
                  <a:pt x="8263" y="11765"/>
                  <a:pt x="8537" y="12016"/>
                </a:cubicBezTo>
                <a:cubicBezTo>
                  <a:pt x="8537" y="12085"/>
                  <a:pt x="8560" y="12153"/>
                  <a:pt x="8606" y="12222"/>
                </a:cubicBezTo>
                <a:cubicBezTo>
                  <a:pt x="8674" y="12290"/>
                  <a:pt x="8720" y="12359"/>
                  <a:pt x="8766" y="12450"/>
                </a:cubicBezTo>
                <a:cubicBezTo>
                  <a:pt x="9154" y="14071"/>
                  <a:pt x="9519" y="15737"/>
                  <a:pt x="9930" y="17358"/>
                </a:cubicBezTo>
                <a:cubicBezTo>
                  <a:pt x="10093" y="17993"/>
                  <a:pt x="10604" y="18875"/>
                  <a:pt x="11300" y="18875"/>
                </a:cubicBezTo>
                <a:cubicBezTo>
                  <a:pt x="11478" y="18875"/>
                  <a:pt x="11669" y="18817"/>
                  <a:pt x="11870" y="18681"/>
                </a:cubicBezTo>
                <a:cubicBezTo>
                  <a:pt x="12851" y="17997"/>
                  <a:pt x="11893" y="16376"/>
                  <a:pt x="11527" y="15600"/>
                </a:cubicBezTo>
                <a:cubicBezTo>
                  <a:pt x="11254" y="14984"/>
                  <a:pt x="10911" y="14390"/>
                  <a:pt x="10569" y="13797"/>
                </a:cubicBezTo>
                <a:lnTo>
                  <a:pt x="10569" y="13797"/>
                </a:lnTo>
                <a:cubicBezTo>
                  <a:pt x="11505" y="14550"/>
                  <a:pt x="12486" y="15258"/>
                  <a:pt x="13513" y="15897"/>
                </a:cubicBezTo>
                <a:cubicBezTo>
                  <a:pt x="13587" y="15943"/>
                  <a:pt x="13661" y="15964"/>
                  <a:pt x="13731" y="15964"/>
                </a:cubicBezTo>
                <a:cubicBezTo>
                  <a:pt x="14070" y="15964"/>
                  <a:pt x="14311" y="15485"/>
                  <a:pt x="13970" y="15258"/>
                </a:cubicBezTo>
                <a:cubicBezTo>
                  <a:pt x="13011" y="14641"/>
                  <a:pt x="12075" y="14002"/>
                  <a:pt x="11185" y="13295"/>
                </a:cubicBezTo>
                <a:lnTo>
                  <a:pt x="11185" y="13295"/>
                </a:lnTo>
                <a:cubicBezTo>
                  <a:pt x="12212" y="13523"/>
                  <a:pt x="13239" y="13637"/>
                  <a:pt x="14289" y="13637"/>
                </a:cubicBezTo>
                <a:cubicBezTo>
                  <a:pt x="14395" y="13637"/>
                  <a:pt x="14518" y="13639"/>
                  <a:pt x="14652" y="13639"/>
                </a:cubicBezTo>
                <a:cubicBezTo>
                  <a:pt x="15472" y="13639"/>
                  <a:pt x="16689" y="13571"/>
                  <a:pt x="16709" y="12610"/>
                </a:cubicBezTo>
                <a:cubicBezTo>
                  <a:pt x="16754" y="11263"/>
                  <a:pt x="14563" y="11354"/>
                  <a:pt x="13719" y="11332"/>
                </a:cubicBezTo>
                <a:cubicBezTo>
                  <a:pt x="12326" y="11332"/>
                  <a:pt x="10934" y="11514"/>
                  <a:pt x="9587" y="11925"/>
                </a:cubicBezTo>
                <a:cubicBezTo>
                  <a:pt x="9154" y="11537"/>
                  <a:pt x="8743" y="11149"/>
                  <a:pt x="8355" y="10738"/>
                </a:cubicBezTo>
                <a:cubicBezTo>
                  <a:pt x="9268" y="10647"/>
                  <a:pt x="10226" y="10578"/>
                  <a:pt x="11094" y="10373"/>
                </a:cubicBezTo>
                <a:cubicBezTo>
                  <a:pt x="11756" y="10213"/>
                  <a:pt x="12418" y="9643"/>
                  <a:pt x="12144" y="8889"/>
                </a:cubicBezTo>
                <a:cubicBezTo>
                  <a:pt x="11981" y="8418"/>
                  <a:pt x="11518" y="8236"/>
                  <a:pt x="11059" y="8236"/>
                </a:cubicBezTo>
                <a:cubicBezTo>
                  <a:pt x="10873" y="8236"/>
                  <a:pt x="10688" y="8266"/>
                  <a:pt x="10523" y="8319"/>
                </a:cubicBezTo>
                <a:cubicBezTo>
                  <a:pt x="9428" y="8661"/>
                  <a:pt x="8378" y="9186"/>
                  <a:pt x="7328" y="9643"/>
                </a:cubicBezTo>
                <a:cubicBezTo>
                  <a:pt x="6780" y="9072"/>
                  <a:pt x="6278" y="8456"/>
                  <a:pt x="5798" y="7839"/>
                </a:cubicBezTo>
                <a:lnTo>
                  <a:pt x="5798" y="7839"/>
                </a:lnTo>
                <a:cubicBezTo>
                  <a:pt x="5930" y="7845"/>
                  <a:pt x="6061" y="7848"/>
                  <a:pt x="6192" y="7848"/>
                </a:cubicBezTo>
                <a:cubicBezTo>
                  <a:pt x="7110" y="7848"/>
                  <a:pt x="8024" y="7708"/>
                  <a:pt x="8903" y="7429"/>
                </a:cubicBezTo>
                <a:cubicBezTo>
                  <a:pt x="9473" y="7223"/>
                  <a:pt x="11185" y="6767"/>
                  <a:pt x="10706" y="5808"/>
                </a:cubicBezTo>
                <a:cubicBezTo>
                  <a:pt x="10537" y="5470"/>
                  <a:pt x="10156" y="5360"/>
                  <a:pt x="9721" y="5360"/>
                </a:cubicBezTo>
                <a:cubicBezTo>
                  <a:pt x="9099" y="5360"/>
                  <a:pt x="8366" y="5586"/>
                  <a:pt x="7990" y="5694"/>
                </a:cubicBezTo>
                <a:cubicBezTo>
                  <a:pt x="7008" y="5991"/>
                  <a:pt x="6095" y="6447"/>
                  <a:pt x="5273" y="7018"/>
                </a:cubicBezTo>
                <a:lnTo>
                  <a:pt x="5182" y="7018"/>
                </a:lnTo>
                <a:cubicBezTo>
                  <a:pt x="4634" y="6264"/>
                  <a:pt x="4132" y="5488"/>
                  <a:pt x="3653" y="4690"/>
                </a:cubicBezTo>
                <a:cubicBezTo>
                  <a:pt x="4566" y="4690"/>
                  <a:pt x="5479" y="4575"/>
                  <a:pt x="6369" y="4347"/>
                </a:cubicBezTo>
                <a:cubicBezTo>
                  <a:pt x="7099" y="4142"/>
                  <a:pt x="8218" y="3799"/>
                  <a:pt x="8058" y="2841"/>
                </a:cubicBezTo>
                <a:cubicBezTo>
                  <a:pt x="7967" y="2232"/>
                  <a:pt x="7490" y="2049"/>
                  <a:pt x="6979" y="2049"/>
                </a:cubicBezTo>
                <a:cubicBezTo>
                  <a:pt x="6724" y="2049"/>
                  <a:pt x="6460" y="2095"/>
                  <a:pt x="6232" y="2156"/>
                </a:cubicBezTo>
                <a:cubicBezTo>
                  <a:pt x="5091" y="2453"/>
                  <a:pt x="3949" y="2841"/>
                  <a:pt x="2808" y="3183"/>
                </a:cubicBezTo>
                <a:cubicBezTo>
                  <a:pt x="2283" y="2224"/>
                  <a:pt x="1827" y="1243"/>
                  <a:pt x="1416" y="216"/>
                </a:cubicBezTo>
                <a:cubicBezTo>
                  <a:pt x="1355" y="64"/>
                  <a:pt x="1236" y="0"/>
                  <a:pt x="1111"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65" name="Google Shape;565;p21"/>
          <p:cNvGrpSpPr/>
          <p:nvPr/>
        </p:nvGrpSpPr>
        <p:grpSpPr>
          <a:xfrm rot="-9746139">
            <a:off x="640873" y="520557"/>
            <a:ext cx="597044" cy="926540"/>
            <a:chOff x="7686063" y="677323"/>
            <a:chExt cx="781665" cy="1213051"/>
          </a:xfrm>
        </p:grpSpPr>
        <p:sp>
          <p:nvSpPr>
            <p:cNvPr id="566" name="Google Shape;566;p21"/>
            <p:cNvSpPr/>
            <p:nvPr/>
          </p:nvSpPr>
          <p:spPr>
            <a:xfrm>
              <a:off x="7867565" y="740675"/>
              <a:ext cx="380187" cy="575627"/>
            </a:xfrm>
            <a:custGeom>
              <a:rect b="b" l="l" r="r" t="t"/>
              <a:pathLst>
                <a:path extrusionOk="0" h="13510" w="8923">
                  <a:moveTo>
                    <a:pt x="4662" y="1"/>
                  </a:moveTo>
                  <a:cubicBezTo>
                    <a:pt x="4161" y="2758"/>
                    <a:pt x="3309" y="6016"/>
                    <a:pt x="0" y="6592"/>
                  </a:cubicBezTo>
                  <a:cubicBezTo>
                    <a:pt x="2757" y="7820"/>
                    <a:pt x="3910" y="10702"/>
                    <a:pt x="4161" y="13509"/>
                  </a:cubicBezTo>
                  <a:cubicBezTo>
                    <a:pt x="4662" y="10753"/>
                    <a:pt x="5815" y="7920"/>
                    <a:pt x="8923" y="7068"/>
                  </a:cubicBezTo>
                  <a:cubicBezTo>
                    <a:pt x="5589" y="5915"/>
                    <a:pt x="5439" y="3760"/>
                    <a:pt x="466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21"/>
            <p:cNvSpPr/>
            <p:nvPr/>
          </p:nvSpPr>
          <p:spPr>
            <a:xfrm>
              <a:off x="8268709" y="1375767"/>
              <a:ext cx="199020" cy="133788"/>
            </a:xfrm>
            <a:custGeom>
              <a:rect b="b" l="l" r="r" t="t"/>
              <a:pathLst>
                <a:path extrusionOk="0" h="3140" w="4671">
                  <a:moveTo>
                    <a:pt x="2205" y="0"/>
                  </a:moveTo>
                  <a:cubicBezTo>
                    <a:pt x="245" y="0"/>
                    <a:pt x="0" y="3140"/>
                    <a:pt x="2515" y="3140"/>
                  </a:cubicBezTo>
                  <a:cubicBezTo>
                    <a:pt x="4420" y="3140"/>
                    <a:pt x="4671" y="57"/>
                    <a:pt x="2365" y="7"/>
                  </a:cubicBezTo>
                  <a:cubicBezTo>
                    <a:pt x="2310" y="2"/>
                    <a:pt x="2257" y="0"/>
                    <a:pt x="220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21"/>
            <p:cNvSpPr/>
            <p:nvPr/>
          </p:nvSpPr>
          <p:spPr>
            <a:xfrm>
              <a:off x="7781470" y="677323"/>
              <a:ext cx="94227" cy="63352"/>
            </a:xfrm>
            <a:custGeom>
              <a:rect b="b" l="l" r="r" t="t"/>
              <a:pathLst>
                <a:path extrusionOk="0" h="2361" w="3512">
                  <a:moveTo>
                    <a:pt x="1668" y="0"/>
                  </a:moveTo>
                  <a:cubicBezTo>
                    <a:pt x="192" y="0"/>
                    <a:pt x="1" y="2361"/>
                    <a:pt x="1908" y="2361"/>
                  </a:cubicBezTo>
                  <a:cubicBezTo>
                    <a:pt x="3336" y="2361"/>
                    <a:pt x="3512" y="55"/>
                    <a:pt x="1782" y="5"/>
                  </a:cubicBezTo>
                  <a:cubicBezTo>
                    <a:pt x="1743" y="2"/>
                    <a:pt x="1705" y="0"/>
                    <a:pt x="166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21"/>
            <p:cNvSpPr/>
            <p:nvPr/>
          </p:nvSpPr>
          <p:spPr>
            <a:xfrm>
              <a:off x="7686063" y="1316307"/>
              <a:ext cx="114785" cy="77120"/>
            </a:xfrm>
            <a:custGeom>
              <a:rect b="b" l="l" r="r" t="t"/>
              <a:pathLst>
                <a:path extrusionOk="0" h="1810" w="2694">
                  <a:moveTo>
                    <a:pt x="1275" y="1"/>
                  </a:moveTo>
                  <a:cubicBezTo>
                    <a:pt x="153" y="1"/>
                    <a:pt x="1" y="1809"/>
                    <a:pt x="1466" y="1809"/>
                  </a:cubicBezTo>
                  <a:cubicBezTo>
                    <a:pt x="2569" y="1809"/>
                    <a:pt x="2694" y="30"/>
                    <a:pt x="1366" y="5"/>
                  </a:cubicBezTo>
                  <a:cubicBezTo>
                    <a:pt x="1335" y="2"/>
                    <a:pt x="1305" y="1"/>
                    <a:pt x="127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21"/>
            <p:cNvSpPr/>
            <p:nvPr/>
          </p:nvSpPr>
          <p:spPr>
            <a:xfrm rot="-885390">
              <a:off x="7818742" y="1548804"/>
              <a:ext cx="211329" cy="319934"/>
            </a:xfrm>
            <a:custGeom>
              <a:rect b="b" l="l" r="r" t="t"/>
              <a:pathLst>
                <a:path extrusionOk="0" h="13510" w="8923">
                  <a:moveTo>
                    <a:pt x="4662" y="1"/>
                  </a:moveTo>
                  <a:cubicBezTo>
                    <a:pt x="4161" y="2758"/>
                    <a:pt x="3309" y="6016"/>
                    <a:pt x="0" y="6592"/>
                  </a:cubicBezTo>
                  <a:cubicBezTo>
                    <a:pt x="2757" y="7820"/>
                    <a:pt x="3910" y="10702"/>
                    <a:pt x="4161" y="13509"/>
                  </a:cubicBezTo>
                  <a:cubicBezTo>
                    <a:pt x="4662" y="10753"/>
                    <a:pt x="5815" y="7920"/>
                    <a:pt x="8923" y="7068"/>
                  </a:cubicBezTo>
                  <a:cubicBezTo>
                    <a:pt x="5589" y="5915"/>
                    <a:pt x="5439" y="3760"/>
                    <a:pt x="466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1" name="Google Shape;571;p21"/>
          <p:cNvGrpSpPr/>
          <p:nvPr/>
        </p:nvGrpSpPr>
        <p:grpSpPr>
          <a:xfrm flipH="1" rot="9871902">
            <a:off x="7919261" y="520582"/>
            <a:ext cx="597009" cy="926486"/>
            <a:chOff x="7686063" y="677323"/>
            <a:chExt cx="781665" cy="1213051"/>
          </a:xfrm>
        </p:grpSpPr>
        <p:sp>
          <p:nvSpPr>
            <p:cNvPr id="572" name="Google Shape;572;p21"/>
            <p:cNvSpPr/>
            <p:nvPr/>
          </p:nvSpPr>
          <p:spPr>
            <a:xfrm>
              <a:off x="7867565" y="740675"/>
              <a:ext cx="380187" cy="575627"/>
            </a:xfrm>
            <a:custGeom>
              <a:rect b="b" l="l" r="r" t="t"/>
              <a:pathLst>
                <a:path extrusionOk="0" h="13510" w="8923">
                  <a:moveTo>
                    <a:pt x="4662" y="1"/>
                  </a:moveTo>
                  <a:cubicBezTo>
                    <a:pt x="4161" y="2758"/>
                    <a:pt x="3309" y="6016"/>
                    <a:pt x="0" y="6592"/>
                  </a:cubicBezTo>
                  <a:cubicBezTo>
                    <a:pt x="2757" y="7820"/>
                    <a:pt x="3910" y="10702"/>
                    <a:pt x="4161" y="13509"/>
                  </a:cubicBezTo>
                  <a:cubicBezTo>
                    <a:pt x="4662" y="10753"/>
                    <a:pt x="5815" y="7920"/>
                    <a:pt x="8923" y="7068"/>
                  </a:cubicBezTo>
                  <a:cubicBezTo>
                    <a:pt x="5589" y="5915"/>
                    <a:pt x="5439" y="3760"/>
                    <a:pt x="466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21"/>
            <p:cNvSpPr/>
            <p:nvPr/>
          </p:nvSpPr>
          <p:spPr>
            <a:xfrm>
              <a:off x="8268709" y="1375767"/>
              <a:ext cx="199020" cy="133788"/>
            </a:xfrm>
            <a:custGeom>
              <a:rect b="b" l="l" r="r" t="t"/>
              <a:pathLst>
                <a:path extrusionOk="0" h="3140" w="4671">
                  <a:moveTo>
                    <a:pt x="2205" y="0"/>
                  </a:moveTo>
                  <a:cubicBezTo>
                    <a:pt x="245" y="0"/>
                    <a:pt x="0" y="3140"/>
                    <a:pt x="2515" y="3140"/>
                  </a:cubicBezTo>
                  <a:cubicBezTo>
                    <a:pt x="4420" y="3140"/>
                    <a:pt x="4671" y="57"/>
                    <a:pt x="2365" y="7"/>
                  </a:cubicBezTo>
                  <a:cubicBezTo>
                    <a:pt x="2310" y="2"/>
                    <a:pt x="2257" y="0"/>
                    <a:pt x="220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21"/>
            <p:cNvSpPr/>
            <p:nvPr/>
          </p:nvSpPr>
          <p:spPr>
            <a:xfrm>
              <a:off x="7781470" y="677323"/>
              <a:ext cx="94227" cy="63352"/>
            </a:xfrm>
            <a:custGeom>
              <a:rect b="b" l="l" r="r" t="t"/>
              <a:pathLst>
                <a:path extrusionOk="0" h="2361" w="3512">
                  <a:moveTo>
                    <a:pt x="1668" y="0"/>
                  </a:moveTo>
                  <a:cubicBezTo>
                    <a:pt x="192" y="0"/>
                    <a:pt x="1" y="2361"/>
                    <a:pt x="1908" y="2361"/>
                  </a:cubicBezTo>
                  <a:cubicBezTo>
                    <a:pt x="3336" y="2361"/>
                    <a:pt x="3512" y="55"/>
                    <a:pt x="1782" y="5"/>
                  </a:cubicBezTo>
                  <a:cubicBezTo>
                    <a:pt x="1743" y="2"/>
                    <a:pt x="1705" y="0"/>
                    <a:pt x="166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21"/>
            <p:cNvSpPr/>
            <p:nvPr/>
          </p:nvSpPr>
          <p:spPr>
            <a:xfrm>
              <a:off x="7686063" y="1316307"/>
              <a:ext cx="114785" cy="77120"/>
            </a:xfrm>
            <a:custGeom>
              <a:rect b="b" l="l" r="r" t="t"/>
              <a:pathLst>
                <a:path extrusionOk="0" h="1810" w="2694">
                  <a:moveTo>
                    <a:pt x="1275" y="1"/>
                  </a:moveTo>
                  <a:cubicBezTo>
                    <a:pt x="153" y="1"/>
                    <a:pt x="1" y="1809"/>
                    <a:pt x="1466" y="1809"/>
                  </a:cubicBezTo>
                  <a:cubicBezTo>
                    <a:pt x="2569" y="1809"/>
                    <a:pt x="2694" y="30"/>
                    <a:pt x="1366" y="5"/>
                  </a:cubicBezTo>
                  <a:cubicBezTo>
                    <a:pt x="1335" y="2"/>
                    <a:pt x="1305" y="1"/>
                    <a:pt x="127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21"/>
            <p:cNvSpPr/>
            <p:nvPr/>
          </p:nvSpPr>
          <p:spPr>
            <a:xfrm rot="-885390">
              <a:off x="7818742" y="1548804"/>
              <a:ext cx="211329" cy="319934"/>
            </a:xfrm>
            <a:custGeom>
              <a:rect b="b" l="l" r="r" t="t"/>
              <a:pathLst>
                <a:path extrusionOk="0" h="13510" w="8923">
                  <a:moveTo>
                    <a:pt x="4662" y="1"/>
                  </a:moveTo>
                  <a:cubicBezTo>
                    <a:pt x="4161" y="2758"/>
                    <a:pt x="3309" y="6016"/>
                    <a:pt x="0" y="6592"/>
                  </a:cubicBezTo>
                  <a:cubicBezTo>
                    <a:pt x="2757" y="7820"/>
                    <a:pt x="3910" y="10702"/>
                    <a:pt x="4161" y="13509"/>
                  </a:cubicBezTo>
                  <a:cubicBezTo>
                    <a:pt x="4662" y="10753"/>
                    <a:pt x="5815" y="7920"/>
                    <a:pt x="8923" y="7068"/>
                  </a:cubicBezTo>
                  <a:cubicBezTo>
                    <a:pt x="5589" y="5915"/>
                    <a:pt x="5439" y="3760"/>
                    <a:pt x="466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77" name="Google Shape;577;p2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ercentages">
  <p:cSld name="CUSTOM_7">
    <p:spTree>
      <p:nvGrpSpPr>
        <p:cNvPr id="578" name="Shape 578"/>
        <p:cNvGrpSpPr/>
        <p:nvPr/>
      </p:nvGrpSpPr>
      <p:grpSpPr>
        <a:xfrm>
          <a:off x="0" y="0"/>
          <a:ext cx="0" cy="0"/>
          <a:chOff x="0" y="0"/>
          <a:chExt cx="0" cy="0"/>
        </a:xfrm>
      </p:grpSpPr>
      <p:sp>
        <p:nvSpPr>
          <p:cNvPr id="579" name="Google Shape;579;p22"/>
          <p:cNvSpPr txBox="1"/>
          <p:nvPr>
            <p:ph hasCustomPrompt="1" type="title"/>
          </p:nvPr>
        </p:nvSpPr>
        <p:spPr>
          <a:xfrm>
            <a:off x="1588450" y="2193469"/>
            <a:ext cx="1235400" cy="7251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5000"/>
              <a:buNone/>
              <a:defRPr sz="2300"/>
            </a:lvl1pPr>
            <a:lvl2pPr lvl="1" rtl="0" algn="ctr">
              <a:spcBef>
                <a:spcPts val="0"/>
              </a:spcBef>
              <a:spcAft>
                <a:spcPts val="0"/>
              </a:spcAft>
              <a:buSzPts val="5000"/>
              <a:buNone/>
              <a:defRPr sz="5000"/>
            </a:lvl2pPr>
            <a:lvl3pPr lvl="2" rtl="0" algn="ctr">
              <a:spcBef>
                <a:spcPts val="0"/>
              </a:spcBef>
              <a:spcAft>
                <a:spcPts val="0"/>
              </a:spcAft>
              <a:buSzPts val="5000"/>
              <a:buNone/>
              <a:defRPr sz="5000"/>
            </a:lvl3pPr>
            <a:lvl4pPr lvl="3" rtl="0" algn="ctr">
              <a:spcBef>
                <a:spcPts val="0"/>
              </a:spcBef>
              <a:spcAft>
                <a:spcPts val="0"/>
              </a:spcAft>
              <a:buSzPts val="5000"/>
              <a:buNone/>
              <a:defRPr sz="5000"/>
            </a:lvl4pPr>
            <a:lvl5pPr lvl="4" rtl="0" algn="ctr">
              <a:spcBef>
                <a:spcPts val="0"/>
              </a:spcBef>
              <a:spcAft>
                <a:spcPts val="0"/>
              </a:spcAft>
              <a:buSzPts val="5000"/>
              <a:buNone/>
              <a:defRPr sz="5000"/>
            </a:lvl5pPr>
            <a:lvl6pPr lvl="5" rtl="0" algn="ctr">
              <a:spcBef>
                <a:spcPts val="0"/>
              </a:spcBef>
              <a:spcAft>
                <a:spcPts val="0"/>
              </a:spcAft>
              <a:buSzPts val="5000"/>
              <a:buNone/>
              <a:defRPr sz="5000"/>
            </a:lvl6pPr>
            <a:lvl7pPr lvl="6" rtl="0" algn="ctr">
              <a:spcBef>
                <a:spcPts val="0"/>
              </a:spcBef>
              <a:spcAft>
                <a:spcPts val="0"/>
              </a:spcAft>
              <a:buSzPts val="5000"/>
              <a:buNone/>
              <a:defRPr sz="5000"/>
            </a:lvl7pPr>
            <a:lvl8pPr lvl="7" rtl="0" algn="ctr">
              <a:spcBef>
                <a:spcPts val="0"/>
              </a:spcBef>
              <a:spcAft>
                <a:spcPts val="0"/>
              </a:spcAft>
              <a:buSzPts val="5000"/>
              <a:buNone/>
              <a:defRPr sz="5000"/>
            </a:lvl8pPr>
            <a:lvl9pPr lvl="8" rtl="0" algn="ctr">
              <a:spcBef>
                <a:spcPts val="0"/>
              </a:spcBef>
              <a:spcAft>
                <a:spcPts val="0"/>
              </a:spcAft>
              <a:buSzPts val="5000"/>
              <a:buNone/>
              <a:defRPr sz="5000"/>
            </a:lvl9pPr>
          </a:lstStyle>
          <a:p>
            <a:r>
              <a:t>xx%</a:t>
            </a:r>
          </a:p>
        </p:txBody>
      </p:sp>
      <p:sp>
        <p:nvSpPr>
          <p:cNvPr id="580" name="Google Shape;580;p22"/>
          <p:cNvSpPr txBox="1"/>
          <p:nvPr>
            <p:ph hasCustomPrompt="1" idx="2" type="title"/>
          </p:nvPr>
        </p:nvSpPr>
        <p:spPr>
          <a:xfrm>
            <a:off x="3959100" y="2193469"/>
            <a:ext cx="1235400" cy="7251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5000"/>
              <a:buNone/>
              <a:defRPr sz="2300"/>
            </a:lvl1pPr>
            <a:lvl2pPr lvl="1" rtl="0" algn="ctr">
              <a:spcBef>
                <a:spcPts val="0"/>
              </a:spcBef>
              <a:spcAft>
                <a:spcPts val="0"/>
              </a:spcAft>
              <a:buSzPts val="5000"/>
              <a:buNone/>
              <a:defRPr sz="5000"/>
            </a:lvl2pPr>
            <a:lvl3pPr lvl="2" rtl="0" algn="ctr">
              <a:spcBef>
                <a:spcPts val="0"/>
              </a:spcBef>
              <a:spcAft>
                <a:spcPts val="0"/>
              </a:spcAft>
              <a:buSzPts val="5000"/>
              <a:buNone/>
              <a:defRPr sz="5000"/>
            </a:lvl3pPr>
            <a:lvl4pPr lvl="3" rtl="0" algn="ctr">
              <a:spcBef>
                <a:spcPts val="0"/>
              </a:spcBef>
              <a:spcAft>
                <a:spcPts val="0"/>
              </a:spcAft>
              <a:buSzPts val="5000"/>
              <a:buNone/>
              <a:defRPr sz="5000"/>
            </a:lvl4pPr>
            <a:lvl5pPr lvl="4" rtl="0" algn="ctr">
              <a:spcBef>
                <a:spcPts val="0"/>
              </a:spcBef>
              <a:spcAft>
                <a:spcPts val="0"/>
              </a:spcAft>
              <a:buSzPts val="5000"/>
              <a:buNone/>
              <a:defRPr sz="5000"/>
            </a:lvl5pPr>
            <a:lvl6pPr lvl="5" rtl="0" algn="ctr">
              <a:spcBef>
                <a:spcPts val="0"/>
              </a:spcBef>
              <a:spcAft>
                <a:spcPts val="0"/>
              </a:spcAft>
              <a:buSzPts val="5000"/>
              <a:buNone/>
              <a:defRPr sz="5000"/>
            </a:lvl6pPr>
            <a:lvl7pPr lvl="6" rtl="0" algn="ctr">
              <a:spcBef>
                <a:spcPts val="0"/>
              </a:spcBef>
              <a:spcAft>
                <a:spcPts val="0"/>
              </a:spcAft>
              <a:buSzPts val="5000"/>
              <a:buNone/>
              <a:defRPr sz="5000"/>
            </a:lvl7pPr>
            <a:lvl8pPr lvl="7" rtl="0" algn="ctr">
              <a:spcBef>
                <a:spcPts val="0"/>
              </a:spcBef>
              <a:spcAft>
                <a:spcPts val="0"/>
              </a:spcAft>
              <a:buSzPts val="5000"/>
              <a:buNone/>
              <a:defRPr sz="5000"/>
            </a:lvl8pPr>
            <a:lvl9pPr lvl="8" rtl="0" algn="ctr">
              <a:spcBef>
                <a:spcPts val="0"/>
              </a:spcBef>
              <a:spcAft>
                <a:spcPts val="0"/>
              </a:spcAft>
              <a:buSzPts val="5000"/>
              <a:buNone/>
              <a:defRPr sz="5000"/>
            </a:lvl9pPr>
          </a:lstStyle>
          <a:p>
            <a:r>
              <a:t>xx%</a:t>
            </a:r>
          </a:p>
        </p:txBody>
      </p:sp>
      <p:sp>
        <p:nvSpPr>
          <p:cNvPr id="581" name="Google Shape;581;p22"/>
          <p:cNvSpPr txBox="1"/>
          <p:nvPr>
            <p:ph hasCustomPrompt="1" idx="3" type="title"/>
          </p:nvPr>
        </p:nvSpPr>
        <p:spPr>
          <a:xfrm>
            <a:off x="6320150" y="2193469"/>
            <a:ext cx="1235400" cy="7251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5000"/>
              <a:buNone/>
              <a:defRPr sz="2300"/>
            </a:lvl1pPr>
            <a:lvl2pPr lvl="1" rtl="0" algn="ctr">
              <a:spcBef>
                <a:spcPts val="0"/>
              </a:spcBef>
              <a:spcAft>
                <a:spcPts val="0"/>
              </a:spcAft>
              <a:buSzPts val="5000"/>
              <a:buNone/>
              <a:defRPr sz="5000"/>
            </a:lvl2pPr>
            <a:lvl3pPr lvl="2" rtl="0" algn="ctr">
              <a:spcBef>
                <a:spcPts val="0"/>
              </a:spcBef>
              <a:spcAft>
                <a:spcPts val="0"/>
              </a:spcAft>
              <a:buSzPts val="5000"/>
              <a:buNone/>
              <a:defRPr sz="5000"/>
            </a:lvl3pPr>
            <a:lvl4pPr lvl="3" rtl="0" algn="ctr">
              <a:spcBef>
                <a:spcPts val="0"/>
              </a:spcBef>
              <a:spcAft>
                <a:spcPts val="0"/>
              </a:spcAft>
              <a:buSzPts val="5000"/>
              <a:buNone/>
              <a:defRPr sz="5000"/>
            </a:lvl4pPr>
            <a:lvl5pPr lvl="4" rtl="0" algn="ctr">
              <a:spcBef>
                <a:spcPts val="0"/>
              </a:spcBef>
              <a:spcAft>
                <a:spcPts val="0"/>
              </a:spcAft>
              <a:buSzPts val="5000"/>
              <a:buNone/>
              <a:defRPr sz="5000"/>
            </a:lvl5pPr>
            <a:lvl6pPr lvl="5" rtl="0" algn="ctr">
              <a:spcBef>
                <a:spcPts val="0"/>
              </a:spcBef>
              <a:spcAft>
                <a:spcPts val="0"/>
              </a:spcAft>
              <a:buSzPts val="5000"/>
              <a:buNone/>
              <a:defRPr sz="5000"/>
            </a:lvl6pPr>
            <a:lvl7pPr lvl="6" rtl="0" algn="ctr">
              <a:spcBef>
                <a:spcPts val="0"/>
              </a:spcBef>
              <a:spcAft>
                <a:spcPts val="0"/>
              </a:spcAft>
              <a:buSzPts val="5000"/>
              <a:buNone/>
              <a:defRPr sz="5000"/>
            </a:lvl7pPr>
            <a:lvl8pPr lvl="7" rtl="0" algn="ctr">
              <a:spcBef>
                <a:spcPts val="0"/>
              </a:spcBef>
              <a:spcAft>
                <a:spcPts val="0"/>
              </a:spcAft>
              <a:buSzPts val="5000"/>
              <a:buNone/>
              <a:defRPr sz="5000"/>
            </a:lvl8pPr>
            <a:lvl9pPr lvl="8" rtl="0" algn="ctr">
              <a:spcBef>
                <a:spcPts val="0"/>
              </a:spcBef>
              <a:spcAft>
                <a:spcPts val="0"/>
              </a:spcAft>
              <a:buSzPts val="5000"/>
              <a:buNone/>
              <a:defRPr sz="5000"/>
            </a:lvl9pPr>
          </a:lstStyle>
          <a:p>
            <a:r>
              <a:t>xx%</a:t>
            </a:r>
          </a:p>
        </p:txBody>
      </p:sp>
      <p:sp>
        <p:nvSpPr>
          <p:cNvPr id="582" name="Google Shape;582;p22"/>
          <p:cNvSpPr txBox="1"/>
          <p:nvPr>
            <p:ph idx="1" type="body"/>
          </p:nvPr>
        </p:nvSpPr>
        <p:spPr>
          <a:xfrm>
            <a:off x="3553950" y="3636663"/>
            <a:ext cx="2045700" cy="544800"/>
          </a:xfrm>
          <a:prstGeom prst="rect">
            <a:avLst/>
          </a:prstGeom>
        </p:spPr>
        <p:txBody>
          <a:bodyPr anchorCtr="0" anchor="t" bIns="91425" lIns="91425" spcFirstLastPara="1" rIns="91425" wrap="square" tIns="91425">
            <a:noAutofit/>
          </a:bodyPr>
          <a:lstStyle>
            <a:lvl1pPr indent="-317500" lvl="0" marL="457200" rtl="0" algn="ctr">
              <a:lnSpc>
                <a:spcPct val="100000"/>
              </a:lnSpc>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583" name="Google Shape;583;p22"/>
          <p:cNvSpPr txBox="1"/>
          <p:nvPr>
            <p:ph idx="4" type="body"/>
          </p:nvPr>
        </p:nvSpPr>
        <p:spPr>
          <a:xfrm>
            <a:off x="5915000" y="3636663"/>
            <a:ext cx="2045700" cy="544800"/>
          </a:xfrm>
          <a:prstGeom prst="rect">
            <a:avLst/>
          </a:prstGeom>
        </p:spPr>
        <p:txBody>
          <a:bodyPr anchorCtr="0" anchor="t" bIns="91425" lIns="91425" spcFirstLastPara="1" rIns="91425" wrap="square" tIns="91425">
            <a:noAutofit/>
          </a:bodyPr>
          <a:lstStyle>
            <a:lvl1pPr indent="-317500" lvl="0" marL="457200" rtl="0" algn="ctr">
              <a:lnSpc>
                <a:spcPct val="100000"/>
              </a:lnSpc>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584" name="Google Shape;584;p22"/>
          <p:cNvSpPr txBox="1"/>
          <p:nvPr>
            <p:ph idx="5" type="subTitle"/>
          </p:nvPr>
        </p:nvSpPr>
        <p:spPr>
          <a:xfrm>
            <a:off x="3541800" y="3275050"/>
            <a:ext cx="2070000" cy="4569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accent3"/>
              </a:buClr>
              <a:buSzPts val="2000"/>
              <a:buFont typeface="Fredoka One"/>
              <a:buNone/>
              <a:defRPr b="1" sz="2000">
                <a:solidFill>
                  <a:schemeClr val="dk1"/>
                </a:solidFill>
                <a:latin typeface="Jua"/>
                <a:ea typeface="Jua"/>
                <a:cs typeface="Jua"/>
                <a:sym typeface="Jua"/>
              </a:defRPr>
            </a:lvl1pPr>
            <a:lvl2pPr lvl="1" rtl="0">
              <a:spcBef>
                <a:spcPts val="0"/>
              </a:spcBef>
              <a:spcAft>
                <a:spcPts val="0"/>
              </a:spcAft>
              <a:buClr>
                <a:schemeClr val="accent3"/>
              </a:buClr>
              <a:buSzPts val="2000"/>
              <a:buNone/>
              <a:defRPr sz="2000">
                <a:solidFill>
                  <a:schemeClr val="accent3"/>
                </a:solidFill>
              </a:defRPr>
            </a:lvl2pPr>
            <a:lvl3pPr lvl="2" rtl="0">
              <a:spcBef>
                <a:spcPts val="0"/>
              </a:spcBef>
              <a:spcAft>
                <a:spcPts val="0"/>
              </a:spcAft>
              <a:buClr>
                <a:schemeClr val="accent3"/>
              </a:buClr>
              <a:buSzPts val="2000"/>
              <a:buNone/>
              <a:defRPr sz="2000">
                <a:solidFill>
                  <a:schemeClr val="accent3"/>
                </a:solidFill>
              </a:defRPr>
            </a:lvl3pPr>
            <a:lvl4pPr lvl="3" rtl="0">
              <a:spcBef>
                <a:spcPts val="1600"/>
              </a:spcBef>
              <a:spcAft>
                <a:spcPts val="0"/>
              </a:spcAft>
              <a:buClr>
                <a:schemeClr val="accent3"/>
              </a:buClr>
              <a:buSzPts val="2000"/>
              <a:buNone/>
              <a:defRPr sz="2000">
                <a:solidFill>
                  <a:schemeClr val="accent3"/>
                </a:solidFill>
              </a:defRPr>
            </a:lvl4pPr>
            <a:lvl5pPr lvl="4" rtl="0">
              <a:spcBef>
                <a:spcPts val="1600"/>
              </a:spcBef>
              <a:spcAft>
                <a:spcPts val="0"/>
              </a:spcAft>
              <a:buClr>
                <a:schemeClr val="accent3"/>
              </a:buClr>
              <a:buSzPts val="2000"/>
              <a:buNone/>
              <a:defRPr sz="2000">
                <a:solidFill>
                  <a:schemeClr val="accent3"/>
                </a:solidFill>
              </a:defRPr>
            </a:lvl5pPr>
            <a:lvl6pPr lvl="5" rtl="0">
              <a:spcBef>
                <a:spcPts val="0"/>
              </a:spcBef>
              <a:spcAft>
                <a:spcPts val="0"/>
              </a:spcAft>
              <a:buClr>
                <a:schemeClr val="accent3"/>
              </a:buClr>
              <a:buSzPts val="2000"/>
              <a:buNone/>
              <a:defRPr sz="2000">
                <a:solidFill>
                  <a:schemeClr val="accent3"/>
                </a:solidFill>
              </a:defRPr>
            </a:lvl6pPr>
            <a:lvl7pPr lvl="6" rtl="0">
              <a:spcBef>
                <a:spcPts val="1600"/>
              </a:spcBef>
              <a:spcAft>
                <a:spcPts val="0"/>
              </a:spcAft>
              <a:buClr>
                <a:schemeClr val="accent3"/>
              </a:buClr>
              <a:buSzPts val="2000"/>
              <a:buNone/>
              <a:defRPr sz="2000">
                <a:solidFill>
                  <a:schemeClr val="accent3"/>
                </a:solidFill>
              </a:defRPr>
            </a:lvl7pPr>
            <a:lvl8pPr lvl="7" rtl="0">
              <a:spcBef>
                <a:spcPts val="1600"/>
              </a:spcBef>
              <a:spcAft>
                <a:spcPts val="0"/>
              </a:spcAft>
              <a:buClr>
                <a:schemeClr val="accent3"/>
              </a:buClr>
              <a:buSzPts val="2000"/>
              <a:buNone/>
              <a:defRPr sz="2000">
                <a:solidFill>
                  <a:schemeClr val="accent3"/>
                </a:solidFill>
              </a:defRPr>
            </a:lvl8pPr>
            <a:lvl9pPr lvl="8" rtl="0">
              <a:spcBef>
                <a:spcPts val="1600"/>
              </a:spcBef>
              <a:spcAft>
                <a:spcPts val="1600"/>
              </a:spcAft>
              <a:buClr>
                <a:schemeClr val="accent3"/>
              </a:buClr>
              <a:buSzPts val="2000"/>
              <a:buNone/>
              <a:defRPr sz="2000">
                <a:solidFill>
                  <a:schemeClr val="accent3"/>
                </a:solidFill>
              </a:defRPr>
            </a:lvl9pPr>
          </a:lstStyle>
          <a:p/>
        </p:txBody>
      </p:sp>
      <p:sp>
        <p:nvSpPr>
          <p:cNvPr id="585" name="Google Shape;585;p22"/>
          <p:cNvSpPr txBox="1"/>
          <p:nvPr>
            <p:ph idx="6" type="subTitle"/>
          </p:nvPr>
        </p:nvSpPr>
        <p:spPr>
          <a:xfrm>
            <a:off x="5902850" y="3275075"/>
            <a:ext cx="2070000" cy="4569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accent3"/>
              </a:buClr>
              <a:buSzPts val="2000"/>
              <a:buFont typeface="Fredoka One"/>
              <a:buNone/>
              <a:defRPr b="1" sz="2000">
                <a:solidFill>
                  <a:schemeClr val="dk1"/>
                </a:solidFill>
                <a:latin typeface="Jua"/>
                <a:ea typeface="Jua"/>
                <a:cs typeface="Jua"/>
                <a:sym typeface="Jua"/>
              </a:defRPr>
            </a:lvl1pPr>
            <a:lvl2pPr lvl="1" rtl="0">
              <a:spcBef>
                <a:spcPts val="0"/>
              </a:spcBef>
              <a:spcAft>
                <a:spcPts val="0"/>
              </a:spcAft>
              <a:buClr>
                <a:schemeClr val="accent3"/>
              </a:buClr>
              <a:buSzPts val="2000"/>
              <a:buNone/>
              <a:defRPr sz="2000">
                <a:solidFill>
                  <a:schemeClr val="accent3"/>
                </a:solidFill>
              </a:defRPr>
            </a:lvl2pPr>
            <a:lvl3pPr lvl="2" rtl="0">
              <a:spcBef>
                <a:spcPts val="0"/>
              </a:spcBef>
              <a:spcAft>
                <a:spcPts val="0"/>
              </a:spcAft>
              <a:buClr>
                <a:schemeClr val="accent3"/>
              </a:buClr>
              <a:buSzPts val="2000"/>
              <a:buNone/>
              <a:defRPr sz="2000">
                <a:solidFill>
                  <a:schemeClr val="accent3"/>
                </a:solidFill>
              </a:defRPr>
            </a:lvl3pPr>
            <a:lvl4pPr lvl="3" rtl="0">
              <a:spcBef>
                <a:spcPts val="1600"/>
              </a:spcBef>
              <a:spcAft>
                <a:spcPts val="0"/>
              </a:spcAft>
              <a:buClr>
                <a:schemeClr val="accent3"/>
              </a:buClr>
              <a:buSzPts val="2000"/>
              <a:buNone/>
              <a:defRPr sz="2000">
                <a:solidFill>
                  <a:schemeClr val="accent3"/>
                </a:solidFill>
              </a:defRPr>
            </a:lvl4pPr>
            <a:lvl5pPr lvl="4" rtl="0">
              <a:spcBef>
                <a:spcPts val="1600"/>
              </a:spcBef>
              <a:spcAft>
                <a:spcPts val="0"/>
              </a:spcAft>
              <a:buClr>
                <a:schemeClr val="accent3"/>
              </a:buClr>
              <a:buSzPts val="2000"/>
              <a:buNone/>
              <a:defRPr sz="2000">
                <a:solidFill>
                  <a:schemeClr val="accent3"/>
                </a:solidFill>
              </a:defRPr>
            </a:lvl5pPr>
            <a:lvl6pPr lvl="5" rtl="0">
              <a:spcBef>
                <a:spcPts val="0"/>
              </a:spcBef>
              <a:spcAft>
                <a:spcPts val="0"/>
              </a:spcAft>
              <a:buClr>
                <a:schemeClr val="accent3"/>
              </a:buClr>
              <a:buSzPts val="2000"/>
              <a:buNone/>
              <a:defRPr sz="2000">
                <a:solidFill>
                  <a:schemeClr val="accent3"/>
                </a:solidFill>
              </a:defRPr>
            </a:lvl6pPr>
            <a:lvl7pPr lvl="6" rtl="0">
              <a:spcBef>
                <a:spcPts val="1600"/>
              </a:spcBef>
              <a:spcAft>
                <a:spcPts val="0"/>
              </a:spcAft>
              <a:buClr>
                <a:schemeClr val="accent3"/>
              </a:buClr>
              <a:buSzPts val="2000"/>
              <a:buNone/>
              <a:defRPr sz="2000">
                <a:solidFill>
                  <a:schemeClr val="accent3"/>
                </a:solidFill>
              </a:defRPr>
            </a:lvl7pPr>
            <a:lvl8pPr lvl="7" rtl="0">
              <a:spcBef>
                <a:spcPts val="1600"/>
              </a:spcBef>
              <a:spcAft>
                <a:spcPts val="0"/>
              </a:spcAft>
              <a:buClr>
                <a:schemeClr val="accent3"/>
              </a:buClr>
              <a:buSzPts val="2000"/>
              <a:buNone/>
              <a:defRPr sz="2000">
                <a:solidFill>
                  <a:schemeClr val="accent3"/>
                </a:solidFill>
              </a:defRPr>
            </a:lvl8pPr>
            <a:lvl9pPr lvl="8" rtl="0">
              <a:spcBef>
                <a:spcPts val="1600"/>
              </a:spcBef>
              <a:spcAft>
                <a:spcPts val="1600"/>
              </a:spcAft>
              <a:buClr>
                <a:schemeClr val="accent3"/>
              </a:buClr>
              <a:buSzPts val="2000"/>
              <a:buNone/>
              <a:defRPr sz="2000">
                <a:solidFill>
                  <a:schemeClr val="accent3"/>
                </a:solidFill>
              </a:defRPr>
            </a:lvl9pPr>
          </a:lstStyle>
          <a:p/>
        </p:txBody>
      </p:sp>
      <p:sp>
        <p:nvSpPr>
          <p:cNvPr id="586" name="Google Shape;586;p22"/>
          <p:cNvSpPr txBox="1"/>
          <p:nvPr>
            <p:ph idx="7" type="body"/>
          </p:nvPr>
        </p:nvSpPr>
        <p:spPr>
          <a:xfrm>
            <a:off x="1183300" y="3636663"/>
            <a:ext cx="2045700" cy="544800"/>
          </a:xfrm>
          <a:prstGeom prst="rect">
            <a:avLst/>
          </a:prstGeom>
        </p:spPr>
        <p:txBody>
          <a:bodyPr anchorCtr="0" anchor="t" bIns="91425" lIns="91425" spcFirstLastPara="1" rIns="91425" wrap="square" tIns="91425">
            <a:noAutofit/>
          </a:bodyPr>
          <a:lstStyle>
            <a:lvl1pPr indent="-317500" lvl="0" marL="457200" rtl="0" algn="ctr">
              <a:lnSpc>
                <a:spcPct val="100000"/>
              </a:lnSpc>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587" name="Google Shape;587;p22"/>
          <p:cNvSpPr txBox="1"/>
          <p:nvPr>
            <p:ph idx="8" type="subTitle"/>
          </p:nvPr>
        </p:nvSpPr>
        <p:spPr>
          <a:xfrm>
            <a:off x="1171150" y="3275050"/>
            <a:ext cx="2070000" cy="4569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accent3"/>
              </a:buClr>
              <a:buSzPts val="2000"/>
              <a:buFont typeface="Fredoka One"/>
              <a:buNone/>
              <a:defRPr b="1" sz="2000">
                <a:solidFill>
                  <a:schemeClr val="dk1"/>
                </a:solidFill>
                <a:latin typeface="Jua"/>
                <a:ea typeface="Jua"/>
                <a:cs typeface="Jua"/>
                <a:sym typeface="Jua"/>
              </a:defRPr>
            </a:lvl1pPr>
            <a:lvl2pPr lvl="1" rtl="0">
              <a:spcBef>
                <a:spcPts val="0"/>
              </a:spcBef>
              <a:spcAft>
                <a:spcPts val="0"/>
              </a:spcAft>
              <a:buClr>
                <a:schemeClr val="accent3"/>
              </a:buClr>
              <a:buSzPts val="2000"/>
              <a:buNone/>
              <a:defRPr sz="2000">
                <a:solidFill>
                  <a:schemeClr val="accent3"/>
                </a:solidFill>
              </a:defRPr>
            </a:lvl2pPr>
            <a:lvl3pPr lvl="2" rtl="0">
              <a:spcBef>
                <a:spcPts val="0"/>
              </a:spcBef>
              <a:spcAft>
                <a:spcPts val="0"/>
              </a:spcAft>
              <a:buClr>
                <a:schemeClr val="accent3"/>
              </a:buClr>
              <a:buSzPts val="2000"/>
              <a:buNone/>
              <a:defRPr sz="2000">
                <a:solidFill>
                  <a:schemeClr val="accent3"/>
                </a:solidFill>
              </a:defRPr>
            </a:lvl3pPr>
            <a:lvl4pPr lvl="3" rtl="0">
              <a:spcBef>
                <a:spcPts val="1600"/>
              </a:spcBef>
              <a:spcAft>
                <a:spcPts val="0"/>
              </a:spcAft>
              <a:buClr>
                <a:schemeClr val="accent3"/>
              </a:buClr>
              <a:buSzPts val="2000"/>
              <a:buNone/>
              <a:defRPr sz="2000">
                <a:solidFill>
                  <a:schemeClr val="accent3"/>
                </a:solidFill>
              </a:defRPr>
            </a:lvl4pPr>
            <a:lvl5pPr lvl="4" rtl="0">
              <a:spcBef>
                <a:spcPts val="1600"/>
              </a:spcBef>
              <a:spcAft>
                <a:spcPts val="0"/>
              </a:spcAft>
              <a:buClr>
                <a:schemeClr val="accent3"/>
              </a:buClr>
              <a:buSzPts val="2000"/>
              <a:buNone/>
              <a:defRPr sz="2000">
                <a:solidFill>
                  <a:schemeClr val="accent3"/>
                </a:solidFill>
              </a:defRPr>
            </a:lvl5pPr>
            <a:lvl6pPr lvl="5" rtl="0">
              <a:spcBef>
                <a:spcPts val="0"/>
              </a:spcBef>
              <a:spcAft>
                <a:spcPts val="0"/>
              </a:spcAft>
              <a:buClr>
                <a:schemeClr val="accent3"/>
              </a:buClr>
              <a:buSzPts val="2000"/>
              <a:buNone/>
              <a:defRPr sz="2000">
                <a:solidFill>
                  <a:schemeClr val="accent3"/>
                </a:solidFill>
              </a:defRPr>
            </a:lvl6pPr>
            <a:lvl7pPr lvl="6" rtl="0">
              <a:spcBef>
                <a:spcPts val="1600"/>
              </a:spcBef>
              <a:spcAft>
                <a:spcPts val="0"/>
              </a:spcAft>
              <a:buClr>
                <a:schemeClr val="accent3"/>
              </a:buClr>
              <a:buSzPts val="2000"/>
              <a:buNone/>
              <a:defRPr sz="2000">
                <a:solidFill>
                  <a:schemeClr val="accent3"/>
                </a:solidFill>
              </a:defRPr>
            </a:lvl7pPr>
            <a:lvl8pPr lvl="7" rtl="0">
              <a:spcBef>
                <a:spcPts val="1600"/>
              </a:spcBef>
              <a:spcAft>
                <a:spcPts val="0"/>
              </a:spcAft>
              <a:buClr>
                <a:schemeClr val="accent3"/>
              </a:buClr>
              <a:buSzPts val="2000"/>
              <a:buNone/>
              <a:defRPr sz="2000">
                <a:solidFill>
                  <a:schemeClr val="accent3"/>
                </a:solidFill>
              </a:defRPr>
            </a:lvl8pPr>
            <a:lvl9pPr lvl="8" rtl="0">
              <a:spcBef>
                <a:spcPts val="1600"/>
              </a:spcBef>
              <a:spcAft>
                <a:spcPts val="1600"/>
              </a:spcAft>
              <a:buClr>
                <a:schemeClr val="accent3"/>
              </a:buClr>
              <a:buSzPts val="2000"/>
              <a:buNone/>
              <a:defRPr sz="2000">
                <a:solidFill>
                  <a:schemeClr val="accent3"/>
                </a:solidFill>
              </a:defRPr>
            </a:lvl9pPr>
          </a:lstStyle>
          <a:p/>
        </p:txBody>
      </p:sp>
      <p:grpSp>
        <p:nvGrpSpPr>
          <p:cNvPr id="588" name="Google Shape;588;p22"/>
          <p:cNvGrpSpPr/>
          <p:nvPr/>
        </p:nvGrpSpPr>
        <p:grpSpPr>
          <a:xfrm rot="2199938">
            <a:off x="6911763" y="-445232"/>
            <a:ext cx="1641243" cy="1466815"/>
            <a:chOff x="3536075" y="659925"/>
            <a:chExt cx="2759951" cy="2466630"/>
          </a:xfrm>
        </p:grpSpPr>
        <p:sp>
          <p:nvSpPr>
            <p:cNvPr id="589" name="Google Shape;589;p22"/>
            <p:cNvSpPr/>
            <p:nvPr/>
          </p:nvSpPr>
          <p:spPr>
            <a:xfrm>
              <a:off x="3536075" y="659925"/>
              <a:ext cx="2269649" cy="1912733"/>
            </a:xfrm>
            <a:custGeom>
              <a:rect b="b" l="l" r="r" t="t"/>
              <a:pathLst>
                <a:path extrusionOk="0" h="42015" w="49855">
                  <a:moveTo>
                    <a:pt x="21089" y="25971"/>
                  </a:moveTo>
                  <a:lnTo>
                    <a:pt x="21089" y="25971"/>
                  </a:lnTo>
                  <a:cubicBezTo>
                    <a:pt x="23205" y="26490"/>
                    <a:pt x="25348" y="27512"/>
                    <a:pt x="26341" y="29335"/>
                  </a:cubicBezTo>
                  <a:cubicBezTo>
                    <a:pt x="27049" y="30613"/>
                    <a:pt x="27049" y="32690"/>
                    <a:pt x="25611" y="33512"/>
                  </a:cubicBezTo>
                  <a:cubicBezTo>
                    <a:pt x="25225" y="33735"/>
                    <a:pt x="24834" y="33832"/>
                    <a:pt x="24452" y="33832"/>
                  </a:cubicBezTo>
                  <a:cubicBezTo>
                    <a:pt x="23068" y="33832"/>
                    <a:pt x="21792" y="32560"/>
                    <a:pt x="21274" y="31344"/>
                  </a:cubicBezTo>
                  <a:cubicBezTo>
                    <a:pt x="20545" y="29638"/>
                    <a:pt x="20595" y="27751"/>
                    <a:pt x="21089" y="25971"/>
                  </a:cubicBezTo>
                  <a:close/>
                  <a:moveTo>
                    <a:pt x="48569" y="0"/>
                  </a:moveTo>
                  <a:cubicBezTo>
                    <a:pt x="48290" y="0"/>
                    <a:pt x="48022" y="142"/>
                    <a:pt x="47865" y="484"/>
                  </a:cubicBezTo>
                  <a:cubicBezTo>
                    <a:pt x="44487" y="7994"/>
                    <a:pt x="36087" y="10367"/>
                    <a:pt x="29445" y="14088"/>
                  </a:cubicBezTo>
                  <a:cubicBezTo>
                    <a:pt x="25584" y="16259"/>
                    <a:pt x="21564" y="19621"/>
                    <a:pt x="19778" y="23808"/>
                  </a:cubicBezTo>
                  <a:lnTo>
                    <a:pt x="19778" y="23808"/>
                  </a:lnTo>
                  <a:cubicBezTo>
                    <a:pt x="18930" y="23705"/>
                    <a:pt x="18078" y="23657"/>
                    <a:pt x="17250" y="23657"/>
                  </a:cubicBezTo>
                  <a:cubicBezTo>
                    <a:pt x="15666" y="23657"/>
                    <a:pt x="14172" y="23832"/>
                    <a:pt x="12965" y="24131"/>
                  </a:cubicBezTo>
                  <a:cubicBezTo>
                    <a:pt x="5228" y="26025"/>
                    <a:pt x="1" y="33238"/>
                    <a:pt x="46" y="41090"/>
                  </a:cubicBezTo>
                  <a:cubicBezTo>
                    <a:pt x="58" y="41706"/>
                    <a:pt x="537" y="42015"/>
                    <a:pt x="1011" y="42015"/>
                  </a:cubicBezTo>
                  <a:cubicBezTo>
                    <a:pt x="1484" y="42015"/>
                    <a:pt x="1952" y="41706"/>
                    <a:pt x="1941" y="41090"/>
                  </a:cubicBezTo>
                  <a:cubicBezTo>
                    <a:pt x="1918" y="35407"/>
                    <a:pt x="4931" y="29929"/>
                    <a:pt x="10021" y="27258"/>
                  </a:cubicBezTo>
                  <a:cubicBezTo>
                    <a:pt x="12235" y="26084"/>
                    <a:pt x="14742" y="25510"/>
                    <a:pt x="17239" y="25510"/>
                  </a:cubicBezTo>
                  <a:cubicBezTo>
                    <a:pt x="17703" y="25510"/>
                    <a:pt x="18165" y="25530"/>
                    <a:pt x="18626" y="25569"/>
                  </a:cubicBezTo>
                  <a:cubicBezTo>
                    <a:pt x="18801" y="25584"/>
                    <a:pt x="18980" y="25602"/>
                    <a:pt x="19163" y="25624"/>
                  </a:cubicBezTo>
                  <a:lnTo>
                    <a:pt x="19163" y="25624"/>
                  </a:lnTo>
                  <a:cubicBezTo>
                    <a:pt x="18795" y="27085"/>
                    <a:pt x="18709" y="28631"/>
                    <a:pt x="18991" y="30248"/>
                  </a:cubicBezTo>
                  <a:cubicBezTo>
                    <a:pt x="19465" y="33021"/>
                    <a:pt x="21452" y="35705"/>
                    <a:pt x="24492" y="35705"/>
                  </a:cubicBezTo>
                  <a:cubicBezTo>
                    <a:pt x="24530" y="35705"/>
                    <a:pt x="24568" y="35704"/>
                    <a:pt x="24606" y="35703"/>
                  </a:cubicBezTo>
                  <a:cubicBezTo>
                    <a:pt x="27391" y="35635"/>
                    <a:pt x="28989" y="32964"/>
                    <a:pt x="28669" y="30385"/>
                  </a:cubicBezTo>
                  <a:cubicBezTo>
                    <a:pt x="28220" y="26867"/>
                    <a:pt x="25218" y="24973"/>
                    <a:pt x="21756" y="24157"/>
                  </a:cubicBezTo>
                  <a:lnTo>
                    <a:pt x="21756" y="24157"/>
                  </a:lnTo>
                  <a:cubicBezTo>
                    <a:pt x="21993" y="23638"/>
                    <a:pt x="22262" y="23140"/>
                    <a:pt x="22552" y="22670"/>
                  </a:cubicBezTo>
                  <a:cubicBezTo>
                    <a:pt x="25679" y="17603"/>
                    <a:pt x="31340" y="15183"/>
                    <a:pt x="36475" y="12673"/>
                  </a:cubicBezTo>
                  <a:cubicBezTo>
                    <a:pt x="41680" y="10116"/>
                    <a:pt x="47021" y="6966"/>
                    <a:pt x="49509" y="1443"/>
                  </a:cubicBezTo>
                  <a:cubicBezTo>
                    <a:pt x="49854" y="689"/>
                    <a:pt x="49184" y="0"/>
                    <a:pt x="4856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22"/>
            <p:cNvSpPr/>
            <p:nvPr/>
          </p:nvSpPr>
          <p:spPr>
            <a:xfrm>
              <a:off x="5364949" y="1024852"/>
              <a:ext cx="253574" cy="257763"/>
            </a:xfrm>
            <a:custGeom>
              <a:rect b="b" l="l" r="r" t="t"/>
              <a:pathLst>
                <a:path extrusionOk="0" h="5662" w="5570">
                  <a:moveTo>
                    <a:pt x="2420" y="0"/>
                  </a:moveTo>
                  <a:lnTo>
                    <a:pt x="0" y="2169"/>
                  </a:lnTo>
                  <a:lnTo>
                    <a:pt x="3150" y="5661"/>
                  </a:lnTo>
                  <a:lnTo>
                    <a:pt x="5570" y="3493"/>
                  </a:lnTo>
                  <a:lnTo>
                    <a:pt x="2420"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22"/>
            <p:cNvSpPr/>
            <p:nvPr/>
          </p:nvSpPr>
          <p:spPr>
            <a:xfrm>
              <a:off x="5508352" y="1183824"/>
              <a:ext cx="768917" cy="803334"/>
            </a:xfrm>
            <a:custGeom>
              <a:rect b="b" l="l" r="r" t="t"/>
              <a:pathLst>
                <a:path extrusionOk="0" h="17646" w="16890">
                  <a:moveTo>
                    <a:pt x="2420" y="1"/>
                  </a:moveTo>
                  <a:lnTo>
                    <a:pt x="0" y="2169"/>
                  </a:lnTo>
                  <a:cubicBezTo>
                    <a:pt x="0" y="2169"/>
                    <a:pt x="1004" y="17074"/>
                    <a:pt x="15476" y="17645"/>
                  </a:cubicBezTo>
                  <a:cubicBezTo>
                    <a:pt x="15488" y="17645"/>
                    <a:pt x="15501" y="17645"/>
                    <a:pt x="15513" y="17645"/>
                  </a:cubicBezTo>
                  <a:cubicBezTo>
                    <a:pt x="16272" y="17645"/>
                    <a:pt x="16889" y="16970"/>
                    <a:pt x="16799" y="16184"/>
                  </a:cubicBezTo>
                  <a:cubicBezTo>
                    <a:pt x="16320" y="12349"/>
                    <a:pt x="14220" y="1872"/>
                    <a:pt x="242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22"/>
            <p:cNvSpPr/>
            <p:nvPr/>
          </p:nvSpPr>
          <p:spPr>
            <a:xfrm>
              <a:off x="5543270" y="1138937"/>
              <a:ext cx="752756" cy="908952"/>
            </a:xfrm>
            <a:custGeom>
              <a:rect b="b" l="l" r="r" t="t"/>
              <a:pathLst>
                <a:path extrusionOk="0" h="19966" w="16535">
                  <a:moveTo>
                    <a:pt x="1388" y="0"/>
                  </a:moveTo>
                  <a:cubicBezTo>
                    <a:pt x="358" y="0"/>
                    <a:pt x="0" y="1599"/>
                    <a:pt x="1105" y="1854"/>
                  </a:cubicBezTo>
                  <a:cubicBezTo>
                    <a:pt x="9162" y="3703"/>
                    <a:pt x="14594" y="10801"/>
                    <a:pt x="14298" y="19041"/>
                  </a:cubicBezTo>
                  <a:cubicBezTo>
                    <a:pt x="14275" y="19658"/>
                    <a:pt x="14737" y="19966"/>
                    <a:pt x="15211" y="19966"/>
                  </a:cubicBezTo>
                  <a:cubicBezTo>
                    <a:pt x="15684" y="19966"/>
                    <a:pt x="16169" y="19658"/>
                    <a:pt x="16192" y="19041"/>
                  </a:cubicBezTo>
                  <a:cubicBezTo>
                    <a:pt x="16535" y="10003"/>
                    <a:pt x="10440" y="2037"/>
                    <a:pt x="1630" y="28"/>
                  </a:cubicBezTo>
                  <a:cubicBezTo>
                    <a:pt x="1546" y="9"/>
                    <a:pt x="1465" y="0"/>
                    <a:pt x="138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22"/>
            <p:cNvSpPr/>
            <p:nvPr/>
          </p:nvSpPr>
          <p:spPr>
            <a:xfrm>
              <a:off x="5557155" y="1345301"/>
              <a:ext cx="287855" cy="423610"/>
            </a:xfrm>
            <a:custGeom>
              <a:rect b="b" l="l" r="r" t="t"/>
              <a:pathLst>
                <a:path extrusionOk="0" h="9305" w="6323">
                  <a:moveTo>
                    <a:pt x="951" y="0"/>
                  </a:moveTo>
                  <a:cubicBezTo>
                    <a:pt x="489" y="0"/>
                    <a:pt x="1" y="384"/>
                    <a:pt x="138" y="973"/>
                  </a:cubicBezTo>
                  <a:cubicBezTo>
                    <a:pt x="891" y="4077"/>
                    <a:pt x="2420" y="6816"/>
                    <a:pt x="4657" y="9076"/>
                  </a:cubicBezTo>
                  <a:cubicBezTo>
                    <a:pt x="4818" y="9237"/>
                    <a:pt x="5000" y="9304"/>
                    <a:pt x="5177" y="9304"/>
                  </a:cubicBezTo>
                  <a:cubicBezTo>
                    <a:pt x="5779" y="9304"/>
                    <a:pt x="6322" y="8522"/>
                    <a:pt x="5776" y="7958"/>
                  </a:cubicBezTo>
                  <a:cubicBezTo>
                    <a:pt x="3721" y="5880"/>
                    <a:pt x="2329" y="3393"/>
                    <a:pt x="1644" y="562"/>
                  </a:cubicBezTo>
                  <a:cubicBezTo>
                    <a:pt x="1553" y="170"/>
                    <a:pt x="1258" y="0"/>
                    <a:pt x="951" y="0"/>
                  </a:cubicBezTo>
                  <a:close/>
                </a:path>
              </a:pathLst>
            </a:custGeom>
            <a:solidFill>
              <a:srgbClr val="FFFD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22"/>
            <p:cNvSpPr/>
            <p:nvPr/>
          </p:nvSpPr>
          <p:spPr>
            <a:xfrm>
              <a:off x="5816966" y="1752247"/>
              <a:ext cx="91460" cy="70700"/>
            </a:xfrm>
            <a:custGeom>
              <a:rect b="b" l="l" r="r" t="t"/>
              <a:pathLst>
                <a:path extrusionOk="0" h="1553" w="2009">
                  <a:moveTo>
                    <a:pt x="1004" y="0"/>
                  </a:moveTo>
                  <a:cubicBezTo>
                    <a:pt x="0" y="0"/>
                    <a:pt x="0" y="1552"/>
                    <a:pt x="1004" y="1552"/>
                  </a:cubicBezTo>
                  <a:cubicBezTo>
                    <a:pt x="2009" y="1552"/>
                    <a:pt x="2009" y="0"/>
                    <a:pt x="1004" y="0"/>
                  </a:cubicBezTo>
                  <a:close/>
                </a:path>
              </a:pathLst>
            </a:custGeom>
            <a:solidFill>
              <a:srgbClr val="FFFD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22"/>
            <p:cNvSpPr/>
            <p:nvPr/>
          </p:nvSpPr>
          <p:spPr>
            <a:xfrm>
              <a:off x="3789649" y="1929754"/>
              <a:ext cx="200583" cy="245243"/>
            </a:xfrm>
            <a:custGeom>
              <a:rect b="b" l="l" r="r" t="t"/>
              <a:pathLst>
                <a:path extrusionOk="0" h="5387" w="4406">
                  <a:moveTo>
                    <a:pt x="3127" y="0"/>
                  </a:moveTo>
                  <a:lnTo>
                    <a:pt x="0" y="868"/>
                  </a:lnTo>
                  <a:lnTo>
                    <a:pt x="1278" y="5387"/>
                  </a:lnTo>
                  <a:lnTo>
                    <a:pt x="4405" y="4520"/>
                  </a:lnTo>
                  <a:lnTo>
                    <a:pt x="312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22"/>
            <p:cNvSpPr/>
            <p:nvPr/>
          </p:nvSpPr>
          <p:spPr>
            <a:xfrm>
              <a:off x="3587017" y="2087856"/>
              <a:ext cx="845854" cy="990988"/>
            </a:xfrm>
            <a:custGeom>
              <a:rect b="b" l="l" r="r" t="t"/>
              <a:pathLst>
                <a:path extrusionOk="0" h="21768" w="18580">
                  <a:moveTo>
                    <a:pt x="8856" y="1"/>
                  </a:moveTo>
                  <a:lnTo>
                    <a:pt x="5729" y="868"/>
                  </a:lnTo>
                  <a:cubicBezTo>
                    <a:pt x="5729" y="868"/>
                    <a:pt x="0" y="14677"/>
                    <a:pt x="12714" y="21616"/>
                  </a:cubicBezTo>
                  <a:cubicBezTo>
                    <a:pt x="12906" y="21719"/>
                    <a:pt x="13115" y="21767"/>
                    <a:pt x="13321" y="21767"/>
                  </a:cubicBezTo>
                  <a:cubicBezTo>
                    <a:pt x="13849" y="21767"/>
                    <a:pt x="14359" y="21450"/>
                    <a:pt x="14540" y="20909"/>
                  </a:cubicBezTo>
                  <a:cubicBezTo>
                    <a:pt x="15841" y="17257"/>
                    <a:pt x="18580" y="6939"/>
                    <a:pt x="885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22"/>
            <p:cNvSpPr/>
            <p:nvPr/>
          </p:nvSpPr>
          <p:spPr>
            <a:xfrm>
              <a:off x="3900593" y="2025168"/>
              <a:ext cx="513613" cy="1101386"/>
            </a:xfrm>
            <a:custGeom>
              <a:rect b="b" l="l" r="r" t="t"/>
              <a:pathLst>
                <a:path extrusionOk="0" h="24193" w="11282">
                  <a:moveTo>
                    <a:pt x="1512" y="1"/>
                  </a:moveTo>
                  <a:cubicBezTo>
                    <a:pt x="708" y="1"/>
                    <a:pt x="1" y="961"/>
                    <a:pt x="781" y="1560"/>
                  </a:cubicBezTo>
                  <a:cubicBezTo>
                    <a:pt x="7309" y="6627"/>
                    <a:pt x="9250" y="15461"/>
                    <a:pt x="5255" y="22765"/>
                  </a:cubicBezTo>
                  <a:cubicBezTo>
                    <a:pt x="4845" y="23506"/>
                    <a:pt x="5503" y="24193"/>
                    <a:pt x="6144" y="24193"/>
                  </a:cubicBezTo>
                  <a:cubicBezTo>
                    <a:pt x="6431" y="24193"/>
                    <a:pt x="6715" y="24055"/>
                    <a:pt x="6899" y="23724"/>
                  </a:cubicBezTo>
                  <a:cubicBezTo>
                    <a:pt x="11281" y="15735"/>
                    <a:pt x="9341" y="5829"/>
                    <a:pt x="2128" y="214"/>
                  </a:cubicBezTo>
                  <a:cubicBezTo>
                    <a:pt x="1932" y="64"/>
                    <a:pt x="1719" y="1"/>
                    <a:pt x="1512"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22"/>
            <p:cNvSpPr/>
            <p:nvPr/>
          </p:nvSpPr>
          <p:spPr>
            <a:xfrm>
              <a:off x="3818739" y="2220197"/>
              <a:ext cx="128289" cy="472367"/>
            </a:xfrm>
            <a:custGeom>
              <a:rect b="b" l="l" r="r" t="t"/>
              <a:pathLst>
                <a:path extrusionOk="0" h="10376" w="2818">
                  <a:moveTo>
                    <a:pt x="1378" y="1"/>
                  </a:moveTo>
                  <a:cubicBezTo>
                    <a:pt x="1071" y="1"/>
                    <a:pt x="776" y="171"/>
                    <a:pt x="685" y="563"/>
                  </a:cubicBezTo>
                  <a:cubicBezTo>
                    <a:pt x="0" y="3690"/>
                    <a:pt x="137" y="6794"/>
                    <a:pt x="1119" y="9830"/>
                  </a:cubicBezTo>
                  <a:cubicBezTo>
                    <a:pt x="1246" y="10211"/>
                    <a:pt x="1560" y="10376"/>
                    <a:pt x="1873" y="10376"/>
                  </a:cubicBezTo>
                  <a:cubicBezTo>
                    <a:pt x="2347" y="10376"/>
                    <a:pt x="2818" y="9997"/>
                    <a:pt x="2625" y="9419"/>
                  </a:cubicBezTo>
                  <a:cubicBezTo>
                    <a:pt x="1712" y="6635"/>
                    <a:pt x="1552" y="3827"/>
                    <a:pt x="2191" y="974"/>
                  </a:cubicBezTo>
                  <a:cubicBezTo>
                    <a:pt x="2328" y="385"/>
                    <a:pt x="1840" y="1"/>
                    <a:pt x="1378" y="1"/>
                  </a:cubicBezTo>
                  <a:close/>
                </a:path>
              </a:pathLst>
            </a:custGeom>
            <a:solidFill>
              <a:srgbClr val="FFFD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22"/>
            <p:cNvSpPr/>
            <p:nvPr/>
          </p:nvSpPr>
          <p:spPr>
            <a:xfrm>
              <a:off x="3894584" y="2701986"/>
              <a:ext cx="92507" cy="71747"/>
            </a:xfrm>
            <a:custGeom>
              <a:rect b="b" l="l" r="r" t="t"/>
              <a:pathLst>
                <a:path extrusionOk="0" h="1576" w="2032">
                  <a:moveTo>
                    <a:pt x="1005" y="0"/>
                  </a:moveTo>
                  <a:cubicBezTo>
                    <a:pt x="0" y="0"/>
                    <a:pt x="0" y="1575"/>
                    <a:pt x="1005" y="1575"/>
                  </a:cubicBezTo>
                  <a:cubicBezTo>
                    <a:pt x="2032" y="1575"/>
                    <a:pt x="2032" y="0"/>
                    <a:pt x="1005" y="0"/>
                  </a:cubicBezTo>
                  <a:close/>
                </a:path>
              </a:pathLst>
            </a:custGeom>
            <a:solidFill>
              <a:srgbClr val="FFFD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00" name="Google Shape;600;p22"/>
          <p:cNvGrpSpPr/>
          <p:nvPr/>
        </p:nvGrpSpPr>
        <p:grpSpPr>
          <a:xfrm flipH="1" rot="-2199938">
            <a:off x="672888" y="-445232"/>
            <a:ext cx="1641243" cy="1466815"/>
            <a:chOff x="3536075" y="659925"/>
            <a:chExt cx="2759951" cy="2466630"/>
          </a:xfrm>
        </p:grpSpPr>
        <p:sp>
          <p:nvSpPr>
            <p:cNvPr id="601" name="Google Shape;601;p22"/>
            <p:cNvSpPr/>
            <p:nvPr/>
          </p:nvSpPr>
          <p:spPr>
            <a:xfrm>
              <a:off x="3536075" y="659925"/>
              <a:ext cx="2269649" cy="1912733"/>
            </a:xfrm>
            <a:custGeom>
              <a:rect b="b" l="l" r="r" t="t"/>
              <a:pathLst>
                <a:path extrusionOk="0" h="42015" w="49855">
                  <a:moveTo>
                    <a:pt x="21089" y="25971"/>
                  </a:moveTo>
                  <a:lnTo>
                    <a:pt x="21089" y="25971"/>
                  </a:lnTo>
                  <a:cubicBezTo>
                    <a:pt x="23205" y="26490"/>
                    <a:pt x="25348" y="27512"/>
                    <a:pt x="26341" y="29335"/>
                  </a:cubicBezTo>
                  <a:cubicBezTo>
                    <a:pt x="27049" y="30613"/>
                    <a:pt x="27049" y="32690"/>
                    <a:pt x="25611" y="33512"/>
                  </a:cubicBezTo>
                  <a:cubicBezTo>
                    <a:pt x="25225" y="33735"/>
                    <a:pt x="24834" y="33832"/>
                    <a:pt x="24452" y="33832"/>
                  </a:cubicBezTo>
                  <a:cubicBezTo>
                    <a:pt x="23068" y="33832"/>
                    <a:pt x="21792" y="32560"/>
                    <a:pt x="21274" y="31344"/>
                  </a:cubicBezTo>
                  <a:cubicBezTo>
                    <a:pt x="20545" y="29638"/>
                    <a:pt x="20595" y="27751"/>
                    <a:pt x="21089" y="25971"/>
                  </a:cubicBezTo>
                  <a:close/>
                  <a:moveTo>
                    <a:pt x="48569" y="0"/>
                  </a:moveTo>
                  <a:cubicBezTo>
                    <a:pt x="48290" y="0"/>
                    <a:pt x="48022" y="142"/>
                    <a:pt x="47865" y="484"/>
                  </a:cubicBezTo>
                  <a:cubicBezTo>
                    <a:pt x="44487" y="7994"/>
                    <a:pt x="36087" y="10367"/>
                    <a:pt x="29445" y="14088"/>
                  </a:cubicBezTo>
                  <a:cubicBezTo>
                    <a:pt x="25584" y="16259"/>
                    <a:pt x="21564" y="19621"/>
                    <a:pt x="19778" y="23808"/>
                  </a:cubicBezTo>
                  <a:lnTo>
                    <a:pt x="19778" y="23808"/>
                  </a:lnTo>
                  <a:cubicBezTo>
                    <a:pt x="18930" y="23705"/>
                    <a:pt x="18078" y="23657"/>
                    <a:pt x="17250" y="23657"/>
                  </a:cubicBezTo>
                  <a:cubicBezTo>
                    <a:pt x="15666" y="23657"/>
                    <a:pt x="14172" y="23832"/>
                    <a:pt x="12965" y="24131"/>
                  </a:cubicBezTo>
                  <a:cubicBezTo>
                    <a:pt x="5228" y="26025"/>
                    <a:pt x="1" y="33238"/>
                    <a:pt x="46" y="41090"/>
                  </a:cubicBezTo>
                  <a:cubicBezTo>
                    <a:pt x="58" y="41706"/>
                    <a:pt x="537" y="42015"/>
                    <a:pt x="1011" y="42015"/>
                  </a:cubicBezTo>
                  <a:cubicBezTo>
                    <a:pt x="1484" y="42015"/>
                    <a:pt x="1952" y="41706"/>
                    <a:pt x="1941" y="41090"/>
                  </a:cubicBezTo>
                  <a:cubicBezTo>
                    <a:pt x="1918" y="35407"/>
                    <a:pt x="4931" y="29929"/>
                    <a:pt x="10021" y="27258"/>
                  </a:cubicBezTo>
                  <a:cubicBezTo>
                    <a:pt x="12235" y="26084"/>
                    <a:pt x="14742" y="25510"/>
                    <a:pt x="17239" y="25510"/>
                  </a:cubicBezTo>
                  <a:cubicBezTo>
                    <a:pt x="17703" y="25510"/>
                    <a:pt x="18165" y="25530"/>
                    <a:pt x="18626" y="25569"/>
                  </a:cubicBezTo>
                  <a:cubicBezTo>
                    <a:pt x="18801" y="25584"/>
                    <a:pt x="18980" y="25602"/>
                    <a:pt x="19163" y="25624"/>
                  </a:cubicBezTo>
                  <a:lnTo>
                    <a:pt x="19163" y="25624"/>
                  </a:lnTo>
                  <a:cubicBezTo>
                    <a:pt x="18795" y="27085"/>
                    <a:pt x="18709" y="28631"/>
                    <a:pt x="18991" y="30248"/>
                  </a:cubicBezTo>
                  <a:cubicBezTo>
                    <a:pt x="19465" y="33021"/>
                    <a:pt x="21452" y="35705"/>
                    <a:pt x="24492" y="35705"/>
                  </a:cubicBezTo>
                  <a:cubicBezTo>
                    <a:pt x="24530" y="35705"/>
                    <a:pt x="24568" y="35704"/>
                    <a:pt x="24606" y="35703"/>
                  </a:cubicBezTo>
                  <a:cubicBezTo>
                    <a:pt x="27391" y="35635"/>
                    <a:pt x="28989" y="32964"/>
                    <a:pt x="28669" y="30385"/>
                  </a:cubicBezTo>
                  <a:cubicBezTo>
                    <a:pt x="28220" y="26867"/>
                    <a:pt x="25218" y="24973"/>
                    <a:pt x="21756" y="24157"/>
                  </a:cubicBezTo>
                  <a:lnTo>
                    <a:pt x="21756" y="24157"/>
                  </a:lnTo>
                  <a:cubicBezTo>
                    <a:pt x="21993" y="23638"/>
                    <a:pt x="22262" y="23140"/>
                    <a:pt x="22552" y="22670"/>
                  </a:cubicBezTo>
                  <a:cubicBezTo>
                    <a:pt x="25679" y="17603"/>
                    <a:pt x="31340" y="15183"/>
                    <a:pt x="36475" y="12673"/>
                  </a:cubicBezTo>
                  <a:cubicBezTo>
                    <a:pt x="41680" y="10116"/>
                    <a:pt x="47021" y="6966"/>
                    <a:pt x="49509" y="1443"/>
                  </a:cubicBezTo>
                  <a:cubicBezTo>
                    <a:pt x="49854" y="689"/>
                    <a:pt x="49184" y="0"/>
                    <a:pt x="4856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22"/>
            <p:cNvSpPr/>
            <p:nvPr/>
          </p:nvSpPr>
          <p:spPr>
            <a:xfrm>
              <a:off x="5364949" y="1024852"/>
              <a:ext cx="253574" cy="257763"/>
            </a:xfrm>
            <a:custGeom>
              <a:rect b="b" l="l" r="r" t="t"/>
              <a:pathLst>
                <a:path extrusionOk="0" h="5662" w="5570">
                  <a:moveTo>
                    <a:pt x="2420" y="0"/>
                  </a:moveTo>
                  <a:lnTo>
                    <a:pt x="0" y="2169"/>
                  </a:lnTo>
                  <a:lnTo>
                    <a:pt x="3150" y="5661"/>
                  </a:lnTo>
                  <a:lnTo>
                    <a:pt x="5570" y="3493"/>
                  </a:lnTo>
                  <a:lnTo>
                    <a:pt x="2420"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22"/>
            <p:cNvSpPr/>
            <p:nvPr/>
          </p:nvSpPr>
          <p:spPr>
            <a:xfrm>
              <a:off x="5508352" y="1183824"/>
              <a:ext cx="768917" cy="803334"/>
            </a:xfrm>
            <a:custGeom>
              <a:rect b="b" l="l" r="r" t="t"/>
              <a:pathLst>
                <a:path extrusionOk="0" h="17646" w="16890">
                  <a:moveTo>
                    <a:pt x="2420" y="1"/>
                  </a:moveTo>
                  <a:lnTo>
                    <a:pt x="0" y="2169"/>
                  </a:lnTo>
                  <a:cubicBezTo>
                    <a:pt x="0" y="2169"/>
                    <a:pt x="1004" y="17074"/>
                    <a:pt x="15476" y="17645"/>
                  </a:cubicBezTo>
                  <a:cubicBezTo>
                    <a:pt x="15488" y="17645"/>
                    <a:pt x="15501" y="17645"/>
                    <a:pt x="15513" y="17645"/>
                  </a:cubicBezTo>
                  <a:cubicBezTo>
                    <a:pt x="16272" y="17645"/>
                    <a:pt x="16889" y="16970"/>
                    <a:pt x="16799" y="16184"/>
                  </a:cubicBezTo>
                  <a:cubicBezTo>
                    <a:pt x="16320" y="12349"/>
                    <a:pt x="14220" y="1872"/>
                    <a:pt x="242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22"/>
            <p:cNvSpPr/>
            <p:nvPr/>
          </p:nvSpPr>
          <p:spPr>
            <a:xfrm>
              <a:off x="5543270" y="1138937"/>
              <a:ext cx="752756" cy="908952"/>
            </a:xfrm>
            <a:custGeom>
              <a:rect b="b" l="l" r="r" t="t"/>
              <a:pathLst>
                <a:path extrusionOk="0" h="19966" w="16535">
                  <a:moveTo>
                    <a:pt x="1388" y="0"/>
                  </a:moveTo>
                  <a:cubicBezTo>
                    <a:pt x="358" y="0"/>
                    <a:pt x="0" y="1599"/>
                    <a:pt x="1105" y="1854"/>
                  </a:cubicBezTo>
                  <a:cubicBezTo>
                    <a:pt x="9162" y="3703"/>
                    <a:pt x="14594" y="10801"/>
                    <a:pt x="14298" y="19041"/>
                  </a:cubicBezTo>
                  <a:cubicBezTo>
                    <a:pt x="14275" y="19658"/>
                    <a:pt x="14737" y="19966"/>
                    <a:pt x="15211" y="19966"/>
                  </a:cubicBezTo>
                  <a:cubicBezTo>
                    <a:pt x="15684" y="19966"/>
                    <a:pt x="16169" y="19658"/>
                    <a:pt x="16192" y="19041"/>
                  </a:cubicBezTo>
                  <a:cubicBezTo>
                    <a:pt x="16535" y="10003"/>
                    <a:pt x="10440" y="2037"/>
                    <a:pt x="1630" y="28"/>
                  </a:cubicBezTo>
                  <a:cubicBezTo>
                    <a:pt x="1546" y="9"/>
                    <a:pt x="1465" y="0"/>
                    <a:pt x="138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22"/>
            <p:cNvSpPr/>
            <p:nvPr/>
          </p:nvSpPr>
          <p:spPr>
            <a:xfrm>
              <a:off x="5557155" y="1345301"/>
              <a:ext cx="287855" cy="423610"/>
            </a:xfrm>
            <a:custGeom>
              <a:rect b="b" l="l" r="r" t="t"/>
              <a:pathLst>
                <a:path extrusionOk="0" h="9305" w="6323">
                  <a:moveTo>
                    <a:pt x="951" y="0"/>
                  </a:moveTo>
                  <a:cubicBezTo>
                    <a:pt x="489" y="0"/>
                    <a:pt x="1" y="384"/>
                    <a:pt x="138" y="973"/>
                  </a:cubicBezTo>
                  <a:cubicBezTo>
                    <a:pt x="891" y="4077"/>
                    <a:pt x="2420" y="6816"/>
                    <a:pt x="4657" y="9076"/>
                  </a:cubicBezTo>
                  <a:cubicBezTo>
                    <a:pt x="4818" y="9237"/>
                    <a:pt x="5000" y="9304"/>
                    <a:pt x="5177" y="9304"/>
                  </a:cubicBezTo>
                  <a:cubicBezTo>
                    <a:pt x="5779" y="9304"/>
                    <a:pt x="6322" y="8522"/>
                    <a:pt x="5776" y="7958"/>
                  </a:cubicBezTo>
                  <a:cubicBezTo>
                    <a:pt x="3721" y="5880"/>
                    <a:pt x="2329" y="3393"/>
                    <a:pt x="1644" y="562"/>
                  </a:cubicBezTo>
                  <a:cubicBezTo>
                    <a:pt x="1553" y="170"/>
                    <a:pt x="1258" y="0"/>
                    <a:pt x="951" y="0"/>
                  </a:cubicBezTo>
                  <a:close/>
                </a:path>
              </a:pathLst>
            </a:custGeom>
            <a:solidFill>
              <a:srgbClr val="FFFD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22"/>
            <p:cNvSpPr/>
            <p:nvPr/>
          </p:nvSpPr>
          <p:spPr>
            <a:xfrm>
              <a:off x="5816966" y="1752247"/>
              <a:ext cx="91460" cy="70700"/>
            </a:xfrm>
            <a:custGeom>
              <a:rect b="b" l="l" r="r" t="t"/>
              <a:pathLst>
                <a:path extrusionOk="0" h="1553" w="2009">
                  <a:moveTo>
                    <a:pt x="1004" y="0"/>
                  </a:moveTo>
                  <a:cubicBezTo>
                    <a:pt x="0" y="0"/>
                    <a:pt x="0" y="1552"/>
                    <a:pt x="1004" y="1552"/>
                  </a:cubicBezTo>
                  <a:cubicBezTo>
                    <a:pt x="2009" y="1552"/>
                    <a:pt x="2009" y="0"/>
                    <a:pt x="1004" y="0"/>
                  </a:cubicBezTo>
                  <a:close/>
                </a:path>
              </a:pathLst>
            </a:custGeom>
            <a:solidFill>
              <a:srgbClr val="FFFD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22"/>
            <p:cNvSpPr/>
            <p:nvPr/>
          </p:nvSpPr>
          <p:spPr>
            <a:xfrm>
              <a:off x="3789649" y="1929754"/>
              <a:ext cx="200583" cy="245243"/>
            </a:xfrm>
            <a:custGeom>
              <a:rect b="b" l="l" r="r" t="t"/>
              <a:pathLst>
                <a:path extrusionOk="0" h="5387" w="4406">
                  <a:moveTo>
                    <a:pt x="3127" y="0"/>
                  </a:moveTo>
                  <a:lnTo>
                    <a:pt x="0" y="868"/>
                  </a:lnTo>
                  <a:lnTo>
                    <a:pt x="1278" y="5387"/>
                  </a:lnTo>
                  <a:lnTo>
                    <a:pt x="4405" y="4520"/>
                  </a:lnTo>
                  <a:lnTo>
                    <a:pt x="312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22"/>
            <p:cNvSpPr/>
            <p:nvPr/>
          </p:nvSpPr>
          <p:spPr>
            <a:xfrm>
              <a:off x="3587017" y="2087856"/>
              <a:ext cx="845854" cy="990988"/>
            </a:xfrm>
            <a:custGeom>
              <a:rect b="b" l="l" r="r" t="t"/>
              <a:pathLst>
                <a:path extrusionOk="0" h="21768" w="18580">
                  <a:moveTo>
                    <a:pt x="8856" y="1"/>
                  </a:moveTo>
                  <a:lnTo>
                    <a:pt x="5729" y="868"/>
                  </a:lnTo>
                  <a:cubicBezTo>
                    <a:pt x="5729" y="868"/>
                    <a:pt x="0" y="14677"/>
                    <a:pt x="12714" y="21616"/>
                  </a:cubicBezTo>
                  <a:cubicBezTo>
                    <a:pt x="12906" y="21719"/>
                    <a:pt x="13115" y="21767"/>
                    <a:pt x="13321" y="21767"/>
                  </a:cubicBezTo>
                  <a:cubicBezTo>
                    <a:pt x="13849" y="21767"/>
                    <a:pt x="14359" y="21450"/>
                    <a:pt x="14540" y="20909"/>
                  </a:cubicBezTo>
                  <a:cubicBezTo>
                    <a:pt x="15841" y="17257"/>
                    <a:pt x="18580" y="6939"/>
                    <a:pt x="885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22"/>
            <p:cNvSpPr/>
            <p:nvPr/>
          </p:nvSpPr>
          <p:spPr>
            <a:xfrm>
              <a:off x="3900593" y="2025168"/>
              <a:ext cx="513613" cy="1101386"/>
            </a:xfrm>
            <a:custGeom>
              <a:rect b="b" l="l" r="r" t="t"/>
              <a:pathLst>
                <a:path extrusionOk="0" h="24193" w="11282">
                  <a:moveTo>
                    <a:pt x="1512" y="1"/>
                  </a:moveTo>
                  <a:cubicBezTo>
                    <a:pt x="708" y="1"/>
                    <a:pt x="1" y="961"/>
                    <a:pt x="781" y="1560"/>
                  </a:cubicBezTo>
                  <a:cubicBezTo>
                    <a:pt x="7309" y="6627"/>
                    <a:pt x="9250" y="15461"/>
                    <a:pt x="5255" y="22765"/>
                  </a:cubicBezTo>
                  <a:cubicBezTo>
                    <a:pt x="4845" y="23506"/>
                    <a:pt x="5503" y="24193"/>
                    <a:pt x="6144" y="24193"/>
                  </a:cubicBezTo>
                  <a:cubicBezTo>
                    <a:pt x="6431" y="24193"/>
                    <a:pt x="6715" y="24055"/>
                    <a:pt x="6899" y="23724"/>
                  </a:cubicBezTo>
                  <a:cubicBezTo>
                    <a:pt x="11281" y="15735"/>
                    <a:pt x="9341" y="5829"/>
                    <a:pt x="2128" y="214"/>
                  </a:cubicBezTo>
                  <a:cubicBezTo>
                    <a:pt x="1932" y="64"/>
                    <a:pt x="1719" y="1"/>
                    <a:pt x="1512"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22"/>
            <p:cNvSpPr/>
            <p:nvPr/>
          </p:nvSpPr>
          <p:spPr>
            <a:xfrm>
              <a:off x="3818739" y="2220197"/>
              <a:ext cx="128289" cy="472367"/>
            </a:xfrm>
            <a:custGeom>
              <a:rect b="b" l="l" r="r" t="t"/>
              <a:pathLst>
                <a:path extrusionOk="0" h="10376" w="2818">
                  <a:moveTo>
                    <a:pt x="1378" y="1"/>
                  </a:moveTo>
                  <a:cubicBezTo>
                    <a:pt x="1071" y="1"/>
                    <a:pt x="776" y="171"/>
                    <a:pt x="685" y="563"/>
                  </a:cubicBezTo>
                  <a:cubicBezTo>
                    <a:pt x="0" y="3690"/>
                    <a:pt x="137" y="6794"/>
                    <a:pt x="1119" y="9830"/>
                  </a:cubicBezTo>
                  <a:cubicBezTo>
                    <a:pt x="1246" y="10211"/>
                    <a:pt x="1560" y="10376"/>
                    <a:pt x="1873" y="10376"/>
                  </a:cubicBezTo>
                  <a:cubicBezTo>
                    <a:pt x="2347" y="10376"/>
                    <a:pt x="2818" y="9997"/>
                    <a:pt x="2625" y="9419"/>
                  </a:cubicBezTo>
                  <a:cubicBezTo>
                    <a:pt x="1712" y="6635"/>
                    <a:pt x="1552" y="3827"/>
                    <a:pt x="2191" y="974"/>
                  </a:cubicBezTo>
                  <a:cubicBezTo>
                    <a:pt x="2328" y="385"/>
                    <a:pt x="1840" y="1"/>
                    <a:pt x="1378" y="1"/>
                  </a:cubicBezTo>
                  <a:close/>
                </a:path>
              </a:pathLst>
            </a:custGeom>
            <a:solidFill>
              <a:srgbClr val="FFFD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22"/>
            <p:cNvSpPr/>
            <p:nvPr/>
          </p:nvSpPr>
          <p:spPr>
            <a:xfrm>
              <a:off x="3894584" y="2701986"/>
              <a:ext cx="92507" cy="71747"/>
            </a:xfrm>
            <a:custGeom>
              <a:rect b="b" l="l" r="r" t="t"/>
              <a:pathLst>
                <a:path extrusionOk="0" h="1576" w="2032">
                  <a:moveTo>
                    <a:pt x="1005" y="0"/>
                  </a:moveTo>
                  <a:cubicBezTo>
                    <a:pt x="0" y="0"/>
                    <a:pt x="0" y="1575"/>
                    <a:pt x="1005" y="1575"/>
                  </a:cubicBezTo>
                  <a:cubicBezTo>
                    <a:pt x="2032" y="1575"/>
                    <a:pt x="2032" y="0"/>
                    <a:pt x="1005" y="0"/>
                  </a:cubicBezTo>
                  <a:close/>
                </a:path>
              </a:pathLst>
            </a:custGeom>
            <a:solidFill>
              <a:srgbClr val="FFFD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12" name="Google Shape;612;p22"/>
          <p:cNvGrpSpPr/>
          <p:nvPr/>
        </p:nvGrpSpPr>
        <p:grpSpPr>
          <a:xfrm rot="92202">
            <a:off x="3721718" y="4423049"/>
            <a:ext cx="1085071" cy="540908"/>
            <a:chOff x="-346136" y="3857977"/>
            <a:chExt cx="1254256" cy="625246"/>
          </a:xfrm>
        </p:grpSpPr>
        <p:grpSp>
          <p:nvGrpSpPr>
            <p:cNvPr id="613" name="Google Shape;613;p22"/>
            <p:cNvGrpSpPr/>
            <p:nvPr/>
          </p:nvGrpSpPr>
          <p:grpSpPr>
            <a:xfrm flipH="1">
              <a:off x="-284473" y="3884877"/>
              <a:ext cx="1192593" cy="598347"/>
              <a:chOff x="7686063" y="610045"/>
              <a:chExt cx="1561394" cy="783382"/>
            </a:xfrm>
          </p:grpSpPr>
          <p:sp>
            <p:nvSpPr>
              <p:cNvPr id="614" name="Google Shape;614;p22"/>
              <p:cNvSpPr/>
              <p:nvPr/>
            </p:nvSpPr>
            <p:spPr>
              <a:xfrm>
                <a:off x="7867565" y="740675"/>
                <a:ext cx="380187" cy="575627"/>
              </a:xfrm>
              <a:custGeom>
                <a:rect b="b" l="l" r="r" t="t"/>
                <a:pathLst>
                  <a:path extrusionOk="0" h="13510" w="8923">
                    <a:moveTo>
                      <a:pt x="4662" y="1"/>
                    </a:moveTo>
                    <a:cubicBezTo>
                      <a:pt x="4161" y="2758"/>
                      <a:pt x="3309" y="6016"/>
                      <a:pt x="0" y="6592"/>
                    </a:cubicBezTo>
                    <a:cubicBezTo>
                      <a:pt x="2757" y="7820"/>
                      <a:pt x="3910" y="10702"/>
                      <a:pt x="4161" y="13509"/>
                    </a:cubicBezTo>
                    <a:cubicBezTo>
                      <a:pt x="4662" y="10753"/>
                      <a:pt x="5815" y="7920"/>
                      <a:pt x="8923" y="7068"/>
                    </a:cubicBezTo>
                    <a:cubicBezTo>
                      <a:pt x="5589" y="5915"/>
                      <a:pt x="5439" y="3760"/>
                      <a:pt x="466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22"/>
              <p:cNvSpPr/>
              <p:nvPr/>
            </p:nvSpPr>
            <p:spPr>
              <a:xfrm>
                <a:off x="8580472" y="1182523"/>
                <a:ext cx="199020" cy="133788"/>
              </a:xfrm>
              <a:custGeom>
                <a:rect b="b" l="l" r="r" t="t"/>
                <a:pathLst>
                  <a:path extrusionOk="0" h="3140" w="4671">
                    <a:moveTo>
                      <a:pt x="2205" y="0"/>
                    </a:moveTo>
                    <a:cubicBezTo>
                      <a:pt x="245" y="0"/>
                      <a:pt x="0" y="3140"/>
                      <a:pt x="2515" y="3140"/>
                    </a:cubicBezTo>
                    <a:cubicBezTo>
                      <a:pt x="4420" y="3140"/>
                      <a:pt x="4671" y="57"/>
                      <a:pt x="2365" y="7"/>
                    </a:cubicBezTo>
                    <a:cubicBezTo>
                      <a:pt x="2310" y="2"/>
                      <a:pt x="2257" y="0"/>
                      <a:pt x="220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22"/>
              <p:cNvSpPr/>
              <p:nvPr/>
            </p:nvSpPr>
            <p:spPr>
              <a:xfrm>
                <a:off x="9153230" y="610045"/>
                <a:ext cx="94227" cy="63352"/>
              </a:xfrm>
              <a:custGeom>
                <a:rect b="b" l="l" r="r" t="t"/>
                <a:pathLst>
                  <a:path extrusionOk="0" h="2361" w="3512">
                    <a:moveTo>
                      <a:pt x="1668" y="0"/>
                    </a:moveTo>
                    <a:cubicBezTo>
                      <a:pt x="192" y="0"/>
                      <a:pt x="1" y="2361"/>
                      <a:pt x="1908" y="2361"/>
                    </a:cubicBezTo>
                    <a:cubicBezTo>
                      <a:pt x="3336" y="2361"/>
                      <a:pt x="3512" y="55"/>
                      <a:pt x="1782" y="5"/>
                    </a:cubicBezTo>
                    <a:cubicBezTo>
                      <a:pt x="1743" y="2"/>
                      <a:pt x="1705" y="0"/>
                      <a:pt x="166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22"/>
              <p:cNvSpPr/>
              <p:nvPr/>
            </p:nvSpPr>
            <p:spPr>
              <a:xfrm>
                <a:off x="7686063" y="1316307"/>
                <a:ext cx="114785" cy="77120"/>
              </a:xfrm>
              <a:custGeom>
                <a:rect b="b" l="l" r="r" t="t"/>
                <a:pathLst>
                  <a:path extrusionOk="0" h="1810" w="2694">
                    <a:moveTo>
                      <a:pt x="1275" y="1"/>
                    </a:moveTo>
                    <a:cubicBezTo>
                      <a:pt x="153" y="1"/>
                      <a:pt x="1" y="1809"/>
                      <a:pt x="1466" y="1809"/>
                    </a:cubicBezTo>
                    <a:cubicBezTo>
                      <a:pt x="2569" y="1809"/>
                      <a:pt x="2694" y="30"/>
                      <a:pt x="1366" y="5"/>
                    </a:cubicBezTo>
                    <a:cubicBezTo>
                      <a:pt x="1335" y="2"/>
                      <a:pt x="1305" y="1"/>
                      <a:pt x="127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22"/>
              <p:cNvSpPr/>
              <p:nvPr/>
            </p:nvSpPr>
            <p:spPr>
              <a:xfrm rot="-885390">
                <a:off x="8679209" y="762309"/>
                <a:ext cx="211329" cy="319934"/>
              </a:xfrm>
              <a:custGeom>
                <a:rect b="b" l="l" r="r" t="t"/>
                <a:pathLst>
                  <a:path extrusionOk="0" h="13510" w="8923">
                    <a:moveTo>
                      <a:pt x="4662" y="1"/>
                    </a:moveTo>
                    <a:cubicBezTo>
                      <a:pt x="4161" y="2758"/>
                      <a:pt x="3309" y="6016"/>
                      <a:pt x="0" y="6592"/>
                    </a:cubicBezTo>
                    <a:cubicBezTo>
                      <a:pt x="2757" y="7820"/>
                      <a:pt x="3910" y="10702"/>
                      <a:pt x="4161" y="13509"/>
                    </a:cubicBezTo>
                    <a:cubicBezTo>
                      <a:pt x="4662" y="10753"/>
                      <a:pt x="5815" y="7920"/>
                      <a:pt x="8923" y="7068"/>
                    </a:cubicBezTo>
                    <a:cubicBezTo>
                      <a:pt x="5589" y="5915"/>
                      <a:pt x="5439" y="3760"/>
                      <a:pt x="466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19" name="Google Shape;619;p22"/>
            <p:cNvSpPr/>
            <p:nvPr/>
          </p:nvSpPr>
          <p:spPr>
            <a:xfrm flipH="1">
              <a:off x="-346136" y="4181485"/>
              <a:ext cx="152006" cy="102183"/>
            </a:xfrm>
            <a:custGeom>
              <a:rect b="b" l="l" r="r" t="t"/>
              <a:pathLst>
                <a:path extrusionOk="0" h="3140" w="4671">
                  <a:moveTo>
                    <a:pt x="2205" y="0"/>
                  </a:moveTo>
                  <a:cubicBezTo>
                    <a:pt x="245" y="0"/>
                    <a:pt x="0" y="3140"/>
                    <a:pt x="2515" y="3140"/>
                  </a:cubicBezTo>
                  <a:cubicBezTo>
                    <a:pt x="4420" y="3140"/>
                    <a:pt x="4671" y="57"/>
                    <a:pt x="2365" y="7"/>
                  </a:cubicBezTo>
                  <a:cubicBezTo>
                    <a:pt x="2310" y="2"/>
                    <a:pt x="2257" y="0"/>
                    <a:pt x="220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22"/>
            <p:cNvSpPr/>
            <p:nvPr/>
          </p:nvSpPr>
          <p:spPr>
            <a:xfrm flipH="1">
              <a:off x="235823" y="3857977"/>
              <a:ext cx="116600" cy="78398"/>
            </a:xfrm>
            <a:custGeom>
              <a:rect b="b" l="l" r="r" t="t"/>
              <a:pathLst>
                <a:path extrusionOk="0" h="3140" w="4671">
                  <a:moveTo>
                    <a:pt x="2205" y="0"/>
                  </a:moveTo>
                  <a:cubicBezTo>
                    <a:pt x="245" y="0"/>
                    <a:pt x="0" y="3140"/>
                    <a:pt x="2515" y="3140"/>
                  </a:cubicBezTo>
                  <a:cubicBezTo>
                    <a:pt x="4420" y="3140"/>
                    <a:pt x="4671" y="57"/>
                    <a:pt x="2365" y="7"/>
                  </a:cubicBezTo>
                  <a:cubicBezTo>
                    <a:pt x="2310" y="2"/>
                    <a:pt x="2257" y="0"/>
                    <a:pt x="220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21" name="Google Shape;621;p22"/>
          <p:cNvGrpSpPr/>
          <p:nvPr/>
        </p:nvGrpSpPr>
        <p:grpSpPr>
          <a:xfrm flipH="1" rot="-161783">
            <a:off x="4341697" y="4453575"/>
            <a:ext cx="1085129" cy="540937"/>
            <a:chOff x="-346136" y="3857977"/>
            <a:chExt cx="1254256" cy="625246"/>
          </a:xfrm>
        </p:grpSpPr>
        <p:grpSp>
          <p:nvGrpSpPr>
            <p:cNvPr id="622" name="Google Shape;622;p22"/>
            <p:cNvGrpSpPr/>
            <p:nvPr/>
          </p:nvGrpSpPr>
          <p:grpSpPr>
            <a:xfrm flipH="1">
              <a:off x="-284473" y="3884877"/>
              <a:ext cx="1192593" cy="598347"/>
              <a:chOff x="7686063" y="610045"/>
              <a:chExt cx="1561394" cy="783382"/>
            </a:xfrm>
          </p:grpSpPr>
          <p:sp>
            <p:nvSpPr>
              <p:cNvPr id="623" name="Google Shape;623;p22"/>
              <p:cNvSpPr/>
              <p:nvPr/>
            </p:nvSpPr>
            <p:spPr>
              <a:xfrm>
                <a:off x="8580472" y="1182523"/>
                <a:ext cx="199020" cy="133788"/>
              </a:xfrm>
              <a:custGeom>
                <a:rect b="b" l="l" r="r" t="t"/>
                <a:pathLst>
                  <a:path extrusionOk="0" h="3140" w="4671">
                    <a:moveTo>
                      <a:pt x="2205" y="0"/>
                    </a:moveTo>
                    <a:cubicBezTo>
                      <a:pt x="245" y="0"/>
                      <a:pt x="0" y="3140"/>
                      <a:pt x="2515" y="3140"/>
                    </a:cubicBezTo>
                    <a:cubicBezTo>
                      <a:pt x="4420" y="3140"/>
                      <a:pt x="4671" y="57"/>
                      <a:pt x="2365" y="7"/>
                    </a:cubicBezTo>
                    <a:cubicBezTo>
                      <a:pt x="2310" y="2"/>
                      <a:pt x="2257" y="0"/>
                      <a:pt x="220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22"/>
              <p:cNvSpPr/>
              <p:nvPr/>
            </p:nvSpPr>
            <p:spPr>
              <a:xfrm>
                <a:off x="9153230" y="610045"/>
                <a:ext cx="94227" cy="63352"/>
              </a:xfrm>
              <a:custGeom>
                <a:rect b="b" l="l" r="r" t="t"/>
                <a:pathLst>
                  <a:path extrusionOk="0" h="2361" w="3512">
                    <a:moveTo>
                      <a:pt x="1668" y="0"/>
                    </a:moveTo>
                    <a:cubicBezTo>
                      <a:pt x="192" y="0"/>
                      <a:pt x="1" y="2361"/>
                      <a:pt x="1908" y="2361"/>
                    </a:cubicBezTo>
                    <a:cubicBezTo>
                      <a:pt x="3336" y="2361"/>
                      <a:pt x="3512" y="55"/>
                      <a:pt x="1782" y="5"/>
                    </a:cubicBezTo>
                    <a:cubicBezTo>
                      <a:pt x="1743" y="2"/>
                      <a:pt x="1705" y="0"/>
                      <a:pt x="166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22"/>
              <p:cNvSpPr/>
              <p:nvPr/>
            </p:nvSpPr>
            <p:spPr>
              <a:xfrm>
                <a:off x="7686063" y="1316307"/>
                <a:ext cx="114785" cy="77120"/>
              </a:xfrm>
              <a:custGeom>
                <a:rect b="b" l="l" r="r" t="t"/>
                <a:pathLst>
                  <a:path extrusionOk="0" h="1810" w="2694">
                    <a:moveTo>
                      <a:pt x="1275" y="1"/>
                    </a:moveTo>
                    <a:cubicBezTo>
                      <a:pt x="153" y="1"/>
                      <a:pt x="1" y="1809"/>
                      <a:pt x="1466" y="1809"/>
                    </a:cubicBezTo>
                    <a:cubicBezTo>
                      <a:pt x="2569" y="1809"/>
                      <a:pt x="2694" y="30"/>
                      <a:pt x="1366" y="5"/>
                    </a:cubicBezTo>
                    <a:cubicBezTo>
                      <a:pt x="1335" y="2"/>
                      <a:pt x="1305" y="1"/>
                      <a:pt x="127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22"/>
              <p:cNvSpPr/>
              <p:nvPr/>
            </p:nvSpPr>
            <p:spPr>
              <a:xfrm rot="-885390">
                <a:off x="8679209" y="762309"/>
                <a:ext cx="211329" cy="319934"/>
              </a:xfrm>
              <a:custGeom>
                <a:rect b="b" l="l" r="r" t="t"/>
                <a:pathLst>
                  <a:path extrusionOk="0" h="13510" w="8923">
                    <a:moveTo>
                      <a:pt x="4662" y="1"/>
                    </a:moveTo>
                    <a:cubicBezTo>
                      <a:pt x="4161" y="2758"/>
                      <a:pt x="3309" y="6016"/>
                      <a:pt x="0" y="6592"/>
                    </a:cubicBezTo>
                    <a:cubicBezTo>
                      <a:pt x="2757" y="7820"/>
                      <a:pt x="3910" y="10702"/>
                      <a:pt x="4161" y="13509"/>
                    </a:cubicBezTo>
                    <a:cubicBezTo>
                      <a:pt x="4662" y="10753"/>
                      <a:pt x="5815" y="7920"/>
                      <a:pt x="8923" y="7068"/>
                    </a:cubicBezTo>
                    <a:cubicBezTo>
                      <a:pt x="5589" y="5915"/>
                      <a:pt x="5439" y="3760"/>
                      <a:pt x="466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27" name="Google Shape;627;p22"/>
            <p:cNvSpPr/>
            <p:nvPr/>
          </p:nvSpPr>
          <p:spPr>
            <a:xfrm flipH="1">
              <a:off x="-346136" y="4181485"/>
              <a:ext cx="152006" cy="102183"/>
            </a:xfrm>
            <a:custGeom>
              <a:rect b="b" l="l" r="r" t="t"/>
              <a:pathLst>
                <a:path extrusionOk="0" h="3140" w="4671">
                  <a:moveTo>
                    <a:pt x="2205" y="0"/>
                  </a:moveTo>
                  <a:cubicBezTo>
                    <a:pt x="245" y="0"/>
                    <a:pt x="0" y="3140"/>
                    <a:pt x="2515" y="3140"/>
                  </a:cubicBezTo>
                  <a:cubicBezTo>
                    <a:pt x="4420" y="3140"/>
                    <a:pt x="4671" y="57"/>
                    <a:pt x="2365" y="7"/>
                  </a:cubicBezTo>
                  <a:cubicBezTo>
                    <a:pt x="2310" y="2"/>
                    <a:pt x="2257" y="0"/>
                    <a:pt x="220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22"/>
            <p:cNvSpPr/>
            <p:nvPr/>
          </p:nvSpPr>
          <p:spPr>
            <a:xfrm flipH="1">
              <a:off x="235823" y="3857977"/>
              <a:ext cx="116600" cy="78398"/>
            </a:xfrm>
            <a:custGeom>
              <a:rect b="b" l="l" r="r" t="t"/>
              <a:pathLst>
                <a:path extrusionOk="0" h="3140" w="4671">
                  <a:moveTo>
                    <a:pt x="2205" y="0"/>
                  </a:moveTo>
                  <a:cubicBezTo>
                    <a:pt x="245" y="0"/>
                    <a:pt x="0" y="3140"/>
                    <a:pt x="2515" y="3140"/>
                  </a:cubicBezTo>
                  <a:cubicBezTo>
                    <a:pt x="4420" y="3140"/>
                    <a:pt x="4671" y="57"/>
                    <a:pt x="2365" y="7"/>
                  </a:cubicBezTo>
                  <a:cubicBezTo>
                    <a:pt x="2310" y="2"/>
                    <a:pt x="2257" y="0"/>
                    <a:pt x="220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29" name="Google Shape;629;p22"/>
          <p:cNvGrpSpPr/>
          <p:nvPr/>
        </p:nvGrpSpPr>
        <p:grpSpPr>
          <a:xfrm rot="92266">
            <a:off x="7472127" y="1271844"/>
            <a:ext cx="706541" cy="667373"/>
            <a:chOff x="-346136" y="3884877"/>
            <a:chExt cx="571106" cy="539446"/>
          </a:xfrm>
        </p:grpSpPr>
        <p:grpSp>
          <p:nvGrpSpPr>
            <p:cNvPr id="630" name="Google Shape;630;p22"/>
            <p:cNvGrpSpPr/>
            <p:nvPr/>
          </p:nvGrpSpPr>
          <p:grpSpPr>
            <a:xfrm flipH="1">
              <a:off x="-284473" y="3884877"/>
              <a:ext cx="509443" cy="539446"/>
              <a:chOff x="8580472" y="610045"/>
              <a:chExt cx="666985" cy="706266"/>
            </a:xfrm>
          </p:grpSpPr>
          <p:sp>
            <p:nvSpPr>
              <p:cNvPr id="631" name="Google Shape;631;p22"/>
              <p:cNvSpPr/>
              <p:nvPr/>
            </p:nvSpPr>
            <p:spPr>
              <a:xfrm>
                <a:off x="8580472" y="1182523"/>
                <a:ext cx="199020" cy="133788"/>
              </a:xfrm>
              <a:custGeom>
                <a:rect b="b" l="l" r="r" t="t"/>
                <a:pathLst>
                  <a:path extrusionOk="0" h="3140" w="4671">
                    <a:moveTo>
                      <a:pt x="2205" y="0"/>
                    </a:moveTo>
                    <a:cubicBezTo>
                      <a:pt x="245" y="0"/>
                      <a:pt x="0" y="3140"/>
                      <a:pt x="2515" y="3140"/>
                    </a:cubicBezTo>
                    <a:cubicBezTo>
                      <a:pt x="4420" y="3140"/>
                      <a:pt x="4671" y="57"/>
                      <a:pt x="2365" y="7"/>
                    </a:cubicBezTo>
                    <a:cubicBezTo>
                      <a:pt x="2310" y="2"/>
                      <a:pt x="2257" y="0"/>
                      <a:pt x="220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22"/>
              <p:cNvSpPr/>
              <p:nvPr/>
            </p:nvSpPr>
            <p:spPr>
              <a:xfrm>
                <a:off x="9153230" y="610045"/>
                <a:ext cx="94227" cy="63352"/>
              </a:xfrm>
              <a:custGeom>
                <a:rect b="b" l="l" r="r" t="t"/>
                <a:pathLst>
                  <a:path extrusionOk="0" h="2361" w="3512">
                    <a:moveTo>
                      <a:pt x="1668" y="0"/>
                    </a:moveTo>
                    <a:cubicBezTo>
                      <a:pt x="192" y="0"/>
                      <a:pt x="1" y="2361"/>
                      <a:pt x="1908" y="2361"/>
                    </a:cubicBezTo>
                    <a:cubicBezTo>
                      <a:pt x="3336" y="2361"/>
                      <a:pt x="3512" y="55"/>
                      <a:pt x="1782" y="5"/>
                    </a:cubicBezTo>
                    <a:cubicBezTo>
                      <a:pt x="1743" y="2"/>
                      <a:pt x="1705" y="0"/>
                      <a:pt x="166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22"/>
              <p:cNvSpPr/>
              <p:nvPr/>
            </p:nvSpPr>
            <p:spPr>
              <a:xfrm rot="-885390">
                <a:off x="8679209" y="762309"/>
                <a:ext cx="211329" cy="319934"/>
              </a:xfrm>
              <a:custGeom>
                <a:rect b="b" l="l" r="r" t="t"/>
                <a:pathLst>
                  <a:path extrusionOk="0" h="13510" w="8923">
                    <a:moveTo>
                      <a:pt x="4662" y="1"/>
                    </a:moveTo>
                    <a:cubicBezTo>
                      <a:pt x="4161" y="2758"/>
                      <a:pt x="3309" y="6016"/>
                      <a:pt x="0" y="6592"/>
                    </a:cubicBezTo>
                    <a:cubicBezTo>
                      <a:pt x="2757" y="7820"/>
                      <a:pt x="3910" y="10702"/>
                      <a:pt x="4161" y="13509"/>
                    </a:cubicBezTo>
                    <a:cubicBezTo>
                      <a:pt x="4662" y="10753"/>
                      <a:pt x="5815" y="7920"/>
                      <a:pt x="8923" y="7068"/>
                    </a:cubicBezTo>
                    <a:cubicBezTo>
                      <a:pt x="5589" y="5915"/>
                      <a:pt x="5439" y="3760"/>
                      <a:pt x="466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34" name="Google Shape;634;p22"/>
            <p:cNvSpPr/>
            <p:nvPr/>
          </p:nvSpPr>
          <p:spPr>
            <a:xfrm flipH="1">
              <a:off x="-346136" y="4181485"/>
              <a:ext cx="152006" cy="102183"/>
            </a:xfrm>
            <a:custGeom>
              <a:rect b="b" l="l" r="r" t="t"/>
              <a:pathLst>
                <a:path extrusionOk="0" h="3140" w="4671">
                  <a:moveTo>
                    <a:pt x="2205" y="0"/>
                  </a:moveTo>
                  <a:cubicBezTo>
                    <a:pt x="245" y="0"/>
                    <a:pt x="0" y="3140"/>
                    <a:pt x="2515" y="3140"/>
                  </a:cubicBezTo>
                  <a:cubicBezTo>
                    <a:pt x="4420" y="3140"/>
                    <a:pt x="4671" y="57"/>
                    <a:pt x="2365" y="7"/>
                  </a:cubicBezTo>
                  <a:cubicBezTo>
                    <a:pt x="2310" y="2"/>
                    <a:pt x="2257" y="0"/>
                    <a:pt x="220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35" name="Google Shape;635;p22"/>
          <p:cNvGrpSpPr/>
          <p:nvPr/>
        </p:nvGrpSpPr>
        <p:grpSpPr>
          <a:xfrm flipH="1" rot="-92266">
            <a:off x="728827" y="1271844"/>
            <a:ext cx="706541" cy="667373"/>
            <a:chOff x="-346136" y="3884877"/>
            <a:chExt cx="571106" cy="539446"/>
          </a:xfrm>
        </p:grpSpPr>
        <p:grpSp>
          <p:nvGrpSpPr>
            <p:cNvPr id="636" name="Google Shape;636;p22"/>
            <p:cNvGrpSpPr/>
            <p:nvPr/>
          </p:nvGrpSpPr>
          <p:grpSpPr>
            <a:xfrm flipH="1">
              <a:off x="-284473" y="3884877"/>
              <a:ext cx="509443" cy="539446"/>
              <a:chOff x="8580472" y="610045"/>
              <a:chExt cx="666985" cy="706266"/>
            </a:xfrm>
          </p:grpSpPr>
          <p:sp>
            <p:nvSpPr>
              <p:cNvPr id="637" name="Google Shape;637;p22"/>
              <p:cNvSpPr/>
              <p:nvPr/>
            </p:nvSpPr>
            <p:spPr>
              <a:xfrm>
                <a:off x="8580472" y="1182523"/>
                <a:ext cx="199020" cy="133788"/>
              </a:xfrm>
              <a:custGeom>
                <a:rect b="b" l="l" r="r" t="t"/>
                <a:pathLst>
                  <a:path extrusionOk="0" h="3140" w="4671">
                    <a:moveTo>
                      <a:pt x="2205" y="0"/>
                    </a:moveTo>
                    <a:cubicBezTo>
                      <a:pt x="245" y="0"/>
                      <a:pt x="0" y="3140"/>
                      <a:pt x="2515" y="3140"/>
                    </a:cubicBezTo>
                    <a:cubicBezTo>
                      <a:pt x="4420" y="3140"/>
                      <a:pt x="4671" y="57"/>
                      <a:pt x="2365" y="7"/>
                    </a:cubicBezTo>
                    <a:cubicBezTo>
                      <a:pt x="2310" y="2"/>
                      <a:pt x="2257" y="0"/>
                      <a:pt x="220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22"/>
              <p:cNvSpPr/>
              <p:nvPr/>
            </p:nvSpPr>
            <p:spPr>
              <a:xfrm>
                <a:off x="9153230" y="610045"/>
                <a:ext cx="94227" cy="63352"/>
              </a:xfrm>
              <a:custGeom>
                <a:rect b="b" l="l" r="r" t="t"/>
                <a:pathLst>
                  <a:path extrusionOk="0" h="2361" w="3512">
                    <a:moveTo>
                      <a:pt x="1668" y="0"/>
                    </a:moveTo>
                    <a:cubicBezTo>
                      <a:pt x="192" y="0"/>
                      <a:pt x="1" y="2361"/>
                      <a:pt x="1908" y="2361"/>
                    </a:cubicBezTo>
                    <a:cubicBezTo>
                      <a:pt x="3336" y="2361"/>
                      <a:pt x="3512" y="55"/>
                      <a:pt x="1782" y="5"/>
                    </a:cubicBezTo>
                    <a:cubicBezTo>
                      <a:pt x="1743" y="2"/>
                      <a:pt x="1705" y="0"/>
                      <a:pt x="166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22"/>
              <p:cNvSpPr/>
              <p:nvPr/>
            </p:nvSpPr>
            <p:spPr>
              <a:xfrm rot="-885390">
                <a:off x="8679209" y="762309"/>
                <a:ext cx="211329" cy="319934"/>
              </a:xfrm>
              <a:custGeom>
                <a:rect b="b" l="l" r="r" t="t"/>
                <a:pathLst>
                  <a:path extrusionOk="0" h="13510" w="8923">
                    <a:moveTo>
                      <a:pt x="4662" y="1"/>
                    </a:moveTo>
                    <a:cubicBezTo>
                      <a:pt x="4161" y="2758"/>
                      <a:pt x="3309" y="6016"/>
                      <a:pt x="0" y="6592"/>
                    </a:cubicBezTo>
                    <a:cubicBezTo>
                      <a:pt x="2757" y="7820"/>
                      <a:pt x="3910" y="10702"/>
                      <a:pt x="4161" y="13509"/>
                    </a:cubicBezTo>
                    <a:cubicBezTo>
                      <a:pt x="4662" y="10753"/>
                      <a:pt x="5815" y="7920"/>
                      <a:pt x="8923" y="7068"/>
                    </a:cubicBezTo>
                    <a:cubicBezTo>
                      <a:pt x="5589" y="5915"/>
                      <a:pt x="5439" y="3760"/>
                      <a:pt x="466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40" name="Google Shape;640;p22"/>
            <p:cNvSpPr/>
            <p:nvPr/>
          </p:nvSpPr>
          <p:spPr>
            <a:xfrm flipH="1">
              <a:off x="-346136" y="4181485"/>
              <a:ext cx="152006" cy="102183"/>
            </a:xfrm>
            <a:custGeom>
              <a:rect b="b" l="l" r="r" t="t"/>
              <a:pathLst>
                <a:path extrusionOk="0" h="3140" w="4671">
                  <a:moveTo>
                    <a:pt x="2205" y="0"/>
                  </a:moveTo>
                  <a:cubicBezTo>
                    <a:pt x="245" y="0"/>
                    <a:pt x="0" y="3140"/>
                    <a:pt x="2515" y="3140"/>
                  </a:cubicBezTo>
                  <a:cubicBezTo>
                    <a:pt x="4420" y="3140"/>
                    <a:pt x="4671" y="57"/>
                    <a:pt x="2365" y="7"/>
                  </a:cubicBezTo>
                  <a:cubicBezTo>
                    <a:pt x="2310" y="2"/>
                    <a:pt x="2257" y="0"/>
                    <a:pt x="220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41" name="Google Shape;641;p22"/>
          <p:cNvSpPr txBox="1"/>
          <p:nvPr>
            <p:ph idx="9" type="title"/>
          </p:nvPr>
        </p:nvSpPr>
        <p:spPr>
          <a:xfrm>
            <a:off x="720000" y="540000"/>
            <a:ext cx="7785900" cy="4776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sz="3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42" name="Google Shape;642;p2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2">
  <p:cSld name="CUSTOM_9">
    <p:spTree>
      <p:nvGrpSpPr>
        <p:cNvPr id="643" name="Shape 643"/>
        <p:cNvGrpSpPr/>
        <p:nvPr/>
      </p:nvGrpSpPr>
      <p:grpSpPr>
        <a:xfrm>
          <a:off x="0" y="0"/>
          <a:ext cx="0" cy="0"/>
          <a:chOff x="0" y="0"/>
          <a:chExt cx="0" cy="0"/>
        </a:xfrm>
      </p:grpSpPr>
      <p:sp>
        <p:nvSpPr>
          <p:cNvPr id="644" name="Google Shape;644;p23"/>
          <p:cNvSpPr txBox="1"/>
          <p:nvPr>
            <p:ph idx="1" type="body"/>
          </p:nvPr>
        </p:nvSpPr>
        <p:spPr>
          <a:xfrm>
            <a:off x="3573600" y="3663062"/>
            <a:ext cx="1996800" cy="665100"/>
          </a:xfrm>
          <a:prstGeom prst="rect">
            <a:avLst/>
          </a:prstGeom>
        </p:spPr>
        <p:txBody>
          <a:bodyPr anchorCtr="0" anchor="t" bIns="91425" lIns="91425" spcFirstLastPara="1" rIns="91425" wrap="square" tIns="91425">
            <a:noAutofit/>
          </a:bodyPr>
          <a:lstStyle>
            <a:lvl1pPr indent="-317500" lvl="0" marL="457200" rtl="0" algn="ctr">
              <a:lnSpc>
                <a:spcPct val="100000"/>
              </a:lnSpc>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645" name="Google Shape;645;p23"/>
          <p:cNvSpPr txBox="1"/>
          <p:nvPr>
            <p:ph idx="2" type="body"/>
          </p:nvPr>
        </p:nvSpPr>
        <p:spPr>
          <a:xfrm>
            <a:off x="6274800" y="3663062"/>
            <a:ext cx="1996800" cy="665100"/>
          </a:xfrm>
          <a:prstGeom prst="rect">
            <a:avLst/>
          </a:prstGeom>
        </p:spPr>
        <p:txBody>
          <a:bodyPr anchorCtr="0" anchor="t" bIns="91425" lIns="91425" spcFirstLastPara="1" rIns="91425" wrap="square" tIns="91425">
            <a:noAutofit/>
          </a:bodyPr>
          <a:lstStyle>
            <a:lvl1pPr indent="-317500" lvl="0" marL="457200" rtl="0" algn="ctr">
              <a:lnSpc>
                <a:spcPct val="100000"/>
              </a:lnSpc>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646" name="Google Shape;646;p23"/>
          <p:cNvSpPr txBox="1"/>
          <p:nvPr>
            <p:ph idx="3" type="subTitle"/>
          </p:nvPr>
        </p:nvSpPr>
        <p:spPr>
          <a:xfrm>
            <a:off x="3573591" y="3272819"/>
            <a:ext cx="1996800" cy="4569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accent3"/>
              </a:buClr>
              <a:buSzPts val="2000"/>
              <a:buFont typeface="Fredoka One"/>
              <a:buNone/>
              <a:defRPr b="1" sz="2000">
                <a:solidFill>
                  <a:schemeClr val="dk1"/>
                </a:solidFill>
                <a:latin typeface="Jua"/>
                <a:ea typeface="Jua"/>
                <a:cs typeface="Jua"/>
                <a:sym typeface="Jua"/>
              </a:defRPr>
            </a:lvl1pPr>
            <a:lvl2pPr lvl="1" rtl="0">
              <a:spcBef>
                <a:spcPts val="0"/>
              </a:spcBef>
              <a:spcAft>
                <a:spcPts val="0"/>
              </a:spcAft>
              <a:buClr>
                <a:schemeClr val="accent3"/>
              </a:buClr>
              <a:buSzPts val="2000"/>
              <a:buNone/>
              <a:defRPr sz="2000">
                <a:solidFill>
                  <a:schemeClr val="accent3"/>
                </a:solidFill>
              </a:defRPr>
            </a:lvl2pPr>
            <a:lvl3pPr lvl="2" rtl="0">
              <a:spcBef>
                <a:spcPts val="0"/>
              </a:spcBef>
              <a:spcAft>
                <a:spcPts val="0"/>
              </a:spcAft>
              <a:buClr>
                <a:schemeClr val="accent3"/>
              </a:buClr>
              <a:buSzPts val="2000"/>
              <a:buNone/>
              <a:defRPr sz="2000">
                <a:solidFill>
                  <a:schemeClr val="accent3"/>
                </a:solidFill>
              </a:defRPr>
            </a:lvl3pPr>
            <a:lvl4pPr lvl="3" rtl="0">
              <a:spcBef>
                <a:spcPts val="1600"/>
              </a:spcBef>
              <a:spcAft>
                <a:spcPts val="0"/>
              </a:spcAft>
              <a:buClr>
                <a:schemeClr val="accent3"/>
              </a:buClr>
              <a:buSzPts val="2000"/>
              <a:buNone/>
              <a:defRPr sz="2000">
                <a:solidFill>
                  <a:schemeClr val="accent3"/>
                </a:solidFill>
              </a:defRPr>
            </a:lvl4pPr>
            <a:lvl5pPr lvl="4" rtl="0">
              <a:spcBef>
                <a:spcPts val="1600"/>
              </a:spcBef>
              <a:spcAft>
                <a:spcPts val="0"/>
              </a:spcAft>
              <a:buClr>
                <a:schemeClr val="accent3"/>
              </a:buClr>
              <a:buSzPts val="2000"/>
              <a:buNone/>
              <a:defRPr sz="2000">
                <a:solidFill>
                  <a:schemeClr val="accent3"/>
                </a:solidFill>
              </a:defRPr>
            </a:lvl5pPr>
            <a:lvl6pPr lvl="5" rtl="0">
              <a:spcBef>
                <a:spcPts val="0"/>
              </a:spcBef>
              <a:spcAft>
                <a:spcPts val="0"/>
              </a:spcAft>
              <a:buClr>
                <a:schemeClr val="accent3"/>
              </a:buClr>
              <a:buSzPts val="2000"/>
              <a:buNone/>
              <a:defRPr sz="2000">
                <a:solidFill>
                  <a:schemeClr val="accent3"/>
                </a:solidFill>
              </a:defRPr>
            </a:lvl6pPr>
            <a:lvl7pPr lvl="6" rtl="0">
              <a:spcBef>
                <a:spcPts val="1600"/>
              </a:spcBef>
              <a:spcAft>
                <a:spcPts val="0"/>
              </a:spcAft>
              <a:buClr>
                <a:schemeClr val="accent3"/>
              </a:buClr>
              <a:buSzPts val="2000"/>
              <a:buNone/>
              <a:defRPr sz="2000">
                <a:solidFill>
                  <a:schemeClr val="accent3"/>
                </a:solidFill>
              </a:defRPr>
            </a:lvl7pPr>
            <a:lvl8pPr lvl="7" rtl="0">
              <a:spcBef>
                <a:spcPts val="1600"/>
              </a:spcBef>
              <a:spcAft>
                <a:spcPts val="0"/>
              </a:spcAft>
              <a:buClr>
                <a:schemeClr val="accent3"/>
              </a:buClr>
              <a:buSzPts val="2000"/>
              <a:buNone/>
              <a:defRPr sz="2000">
                <a:solidFill>
                  <a:schemeClr val="accent3"/>
                </a:solidFill>
              </a:defRPr>
            </a:lvl8pPr>
            <a:lvl9pPr lvl="8" rtl="0">
              <a:spcBef>
                <a:spcPts val="1600"/>
              </a:spcBef>
              <a:spcAft>
                <a:spcPts val="1600"/>
              </a:spcAft>
              <a:buClr>
                <a:schemeClr val="accent3"/>
              </a:buClr>
              <a:buSzPts val="2000"/>
              <a:buNone/>
              <a:defRPr sz="2000">
                <a:solidFill>
                  <a:schemeClr val="accent3"/>
                </a:solidFill>
              </a:defRPr>
            </a:lvl9pPr>
          </a:lstStyle>
          <a:p/>
        </p:txBody>
      </p:sp>
      <p:sp>
        <p:nvSpPr>
          <p:cNvPr id="647" name="Google Shape;647;p23"/>
          <p:cNvSpPr txBox="1"/>
          <p:nvPr>
            <p:ph idx="4" type="subTitle"/>
          </p:nvPr>
        </p:nvSpPr>
        <p:spPr>
          <a:xfrm>
            <a:off x="6274800" y="3272819"/>
            <a:ext cx="1996800" cy="4569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accent3"/>
              </a:buClr>
              <a:buSzPts val="2000"/>
              <a:buFont typeface="Fredoka One"/>
              <a:buNone/>
              <a:defRPr b="1" sz="2000">
                <a:solidFill>
                  <a:schemeClr val="dk1"/>
                </a:solidFill>
                <a:latin typeface="Jua"/>
                <a:ea typeface="Jua"/>
                <a:cs typeface="Jua"/>
                <a:sym typeface="Jua"/>
              </a:defRPr>
            </a:lvl1pPr>
            <a:lvl2pPr lvl="1" rtl="0">
              <a:spcBef>
                <a:spcPts val="0"/>
              </a:spcBef>
              <a:spcAft>
                <a:spcPts val="0"/>
              </a:spcAft>
              <a:buClr>
                <a:schemeClr val="accent3"/>
              </a:buClr>
              <a:buSzPts val="2000"/>
              <a:buNone/>
              <a:defRPr sz="2000">
                <a:solidFill>
                  <a:schemeClr val="accent3"/>
                </a:solidFill>
              </a:defRPr>
            </a:lvl2pPr>
            <a:lvl3pPr lvl="2" rtl="0">
              <a:spcBef>
                <a:spcPts val="0"/>
              </a:spcBef>
              <a:spcAft>
                <a:spcPts val="0"/>
              </a:spcAft>
              <a:buClr>
                <a:schemeClr val="accent3"/>
              </a:buClr>
              <a:buSzPts val="2000"/>
              <a:buNone/>
              <a:defRPr sz="2000">
                <a:solidFill>
                  <a:schemeClr val="accent3"/>
                </a:solidFill>
              </a:defRPr>
            </a:lvl3pPr>
            <a:lvl4pPr lvl="3" rtl="0">
              <a:spcBef>
                <a:spcPts val="1600"/>
              </a:spcBef>
              <a:spcAft>
                <a:spcPts val="0"/>
              </a:spcAft>
              <a:buClr>
                <a:schemeClr val="accent3"/>
              </a:buClr>
              <a:buSzPts val="2000"/>
              <a:buNone/>
              <a:defRPr sz="2000">
                <a:solidFill>
                  <a:schemeClr val="accent3"/>
                </a:solidFill>
              </a:defRPr>
            </a:lvl4pPr>
            <a:lvl5pPr lvl="4" rtl="0">
              <a:spcBef>
                <a:spcPts val="1600"/>
              </a:spcBef>
              <a:spcAft>
                <a:spcPts val="0"/>
              </a:spcAft>
              <a:buClr>
                <a:schemeClr val="accent3"/>
              </a:buClr>
              <a:buSzPts val="2000"/>
              <a:buNone/>
              <a:defRPr sz="2000">
                <a:solidFill>
                  <a:schemeClr val="accent3"/>
                </a:solidFill>
              </a:defRPr>
            </a:lvl5pPr>
            <a:lvl6pPr lvl="5" rtl="0">
              <a:spcBef>
                <a:spcPts val="0"/>
              </a:spcBef>
              <a:spcAft>
                <a:spcPts val="0"/>
              </a:spcAft>
              <a:buClr>
                <a:schemeClr val="accent3"/>
              </a:buClr>
              <a:buSzPts val="2000"/>
              <a:buNone/>
              <a:defRPr sz="2000">
                <a:solidFill>
                  <a:schemeClr val="accent3"/>
                </a:solidFill>
              </a:defRPr>
            </a:lvl6pPr>
            <a:lvl7pPr lvl="6" rtl="0">
              <a:spcBef>
                <a:spcPts val="1600"/>
              </a:spcBef>
              <a:spcAft>
                <a:spcPts val="0"/>
              </a:spcAft>
              <a:buClr>
                <a:schemeClr val="accent3"/>
              </a:buClr>
              <a:buSzPts val="2000"/>
              <a:buNone/>
              <a:defRPr sz="2000">
                <a:solidFill>
                  <a:schemeClr val="accent3"/>
                </a:solidFill>
              </a:defRPr>
            </a:lvl7pPr>
            <a:lvl8pPr lvl="7" rtl="0">
              <a:spcBef>
                <a:spcPts val="1600"/>
              </a:spcBef>
              <a:spcAft>
                <a:spcPts val="0"/>
              </a:spcAft>
              <a:buClr>
                <a:schemeClr val="accent3"/>
              </a:buClr>
              <a:buSzPts val="2000"/>
              <a:buNone/>
              <a:defRPr sz="2000">
                <a:solidFill>
                  <a:schemeClr val="accent3"/>
                </a:solidFill>
              </a:defRPr>
            </a:lvl8pPr>
            <a:lvl9pPr lvl="8" rtl="0">
              <a:spcBef>
                <a:spcPts val="1600"/>
              </a:spcBef>
              <a:spcAft>
                <a:spcPts val="1600"/>
              </a:spcAft>
              <a:buClr>
                <a:schemeClr val="accent3"/>
              </a:buClr>
              <a:buSzPts val="2000"/>
              <a:buNone/>
              <a:defRPr sz="2000">
                <a:solidFill>
                  <a:schemeClr val="accent3"/>
                </a:solidFill>
              </a:defRPr>
            </a:lvl9pPr>
          </a:lstStyle>
          <a:p/>
        </p:txBody>
      </p:sp>
      <p:sp>
        <p:nvSpPr>
          <p:cNvPr id="648" name="Google Shape;648;p23"/>
          <p:cNvSpPr txBox="1"/>
          <p:nvPr>
            <p:ph idx="5" type="body"/>
          </p:nvPr>
        </p:nvSpPr>
        <p:spPr>
          <a:xfrm>
            <a:off x="872400" y="3663062"/>
            <a:ext cx="1996800" cy="665100"/>
          </a:xfrm>
          <a:prstGeom prst="rect">
            <a:avLst/>
          </a:prstGeom>
        </p:spPr>
        <p:txBody>
          <a:bodyPr anchorCtr="0" anchor="t" bIns="91425" lIns="91425" spcFirstLastPara="1" rIns="91425" wrap="square" tIns="91425">
            <a:noAutofit/>
          </a:bodyPr>
          <a:lstStyle>
            <a:lvl1pPr indent="-317500" lvl="0" marL="457200" rtl="0" algn="ctr">
              <a:lnSpc>
                <a:spcPct val="100000"/>
              </a:lnSpc>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649" name="Google Shape;649;p23"/>
          <p:cNvSpPr txBox="1"/>
          <p:nvPr>
            <p:ph idx="6" type="subTitle"/>
          </p:nvPr>
        </p:nvSpPr>
        <p:spPr>
          <a:xfrm>
            <a:off x="872400" y="3272819"/>
            <a:ext cx="1996800" cy="4569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accent3"/>
              </a:buClr>
              <a:buSzPts val="2000"/>
              <a:buFont typeface="Fredoka One"/>
              <a:buNone/>
              <a:defRPr b="1" sz="2000">
                <a:solidFill>
                  <a:schemeClr val="dk1"/>
                </a:solidFill>
                <a:latin typeface="Jua"/>
                <a:ea typeface="Jua"/>
                <a:cs typeface="Jua"/>
                <a:sym typeface="Jua"/>
              </a:defRPr>
            </a:lvl1pPr>
            <a:lvl2pPr lvl="1" rtl="0">
              <a:spcBef>
                <a:spcPts val="0"/>
              </a:spcBef>
              <a:spcAft>
                <a:spcPts val="0"/>
              </a:spcAft>
              <a:buClr>
                <a:schemeClr val="accent3"/>
              </a:buClr>
              <a:buSzPts val="2000"/>
              <a:buNone/>
              <a:defRPr sz="2000">
                <a:solidFill>
                  <a:schemeClr val="accent3"/>
                </a:solidFill>
              </a:defRPr>
            </a:lvl2pPr>
            <a:lvl3pPr lvl="2" rtl="0">
              <a:spcBef>
                <a:spcPts val="0"/>
              </a:spcBef>
              <a:spcAft>
                <a:spcPts val="0"/>
              </a:spcAft>
              <a:buClr>
                <a:schemeClr val="accent3"/>
              </a:buClr>
              <a:buSzPts val="2000"/>
              <a:buNone/>
              <a:defRPr sz="2000">
                <a:solidFill>
                  <a:schemeClr val="accent3"/>
                </a:solidFill>
              </a:defRPr>
            </a:lvl3pPr>
            <a:lvl4pPr lvl="3" rtl="0">
              <a:spcBef>
                <a:spcPts val="1600"/>
              </a:spcBef>
              <a:spcAft>
                <a:spcPts val="0"/>
              </a:spcAft>
              <a:buClr>
                <a:schemeClr val="accent3"/>
              </a:buClr>
              <a:buSzPts val="2000"/>
              <a:buNone/>
              <a:defRPr sz="2000">
                <a:solidFill>
                  <a:schemeClr val="accent3"/>
                </a:solidFill>
              </a:defRPr>
            </a:lvl4pPr>
            <a:lvl5pPr lvl="4" rtl="0">
              <a:spcBef>
                <a:spcPts val="1600"/>
              </a:spcBef>
              <a:spcAft>
                <a:spcPts val="0"/>
              </a:spcAft>
              <a:buClr>
                <a:schemeClr val="accent3"/>
              </a:buClr>
              <a:buSzPts val="2000"/>
              <a:buNone/>
              <a:defRPr sz="2000">
                <a:solidFill>
                  <a:schemeClr val="accent3"/>
                </a:solidFill>
              </a:defRPr>
            </a:lvl5pPr>
            <a:lvl6pPr lvl="5" rtl="0">
              <a:spcBef>
                <a:spcPts val="0"/>
              </a:spcBef>
              <a:spcAft>
                <a:spcPts val="0"/>
              </a:spcAft>
              <a:buClr>
                <a:schemeClr val="accent3"/>
              </a:buClr>
              <a:buSzPts val="2000"/>
              <a:buNone/>
              <a:defRPr sz="2000">
                <a:solidFill>
                  <a:schemeClr val="accent3"/>
                </a:solidFill>
              </a:defRPr>
            </a:lvl6pPr>
            <a:lvl7pPr lvl="6" rtl="0">
              <a:spcBef>
                <a:spcPts val="1600"/>
              </a:spcBef>
              <a:spcAft>
                <a:spcPts val="0"/>
              </a:spcAft>
              <a:buClr>
                <a:schemeClr val="accent3"/>
              </a:buClr>
              <a:buSzPts val="2000"/>
              <a:buNone/>
              <a:defRPr sz="2000">
                <a:solidFill>
                  <a:schemeClr val="accent3"/>
                </a:solidFill>
              </a:defRPr>
            </a:lvl7pPr>
            <a:lvl8pPr lvl="7" rtl="0">
              <a:spcBef>
                <a:spcPts val="1600"/>
              </a:spcBef>
              <a:spcAft>
                <a:spcPts val="0"/>
              </a:spcAft>
              <a:buClr>
                <a:schemeClr val="accent3"/>
              </a:buClr>
              <a:buSzPts val="2000"/>
              <a:buNone/>
              <a:defRPr sz="2000">
                <a:solidFill>
                  <a:schemeClr val="accent3"/>
                </a:solidFill>
              </a:defRPr>
            </a:lvl8pPr>
            <a:lvl9pPr lvl="8" rtl="0">
              <a:spcBef>
                <a:spcPts val="1600"/>
              </a:spcBef>
              <a:spcAft>
                <a:spcPts val="1600"/>
              </a:spcAft>
              <a:buClr>
                <a:schemeClr val="accent3"/>
              </a:buClr>
              <a:buSzPts val="2000"/>
              <a:buNone/>
              <a:defRPr sz="2000">
                <a:solidFill>
                  <a:schemeClr val="accent3"/>
                </a:solidFill>
              </a:defRPr>
            </a:lvl9pPr>
          </a:lstStyle>
          <a:p/>
        </p:txBody>
      </p:sp>
      <p:sp>
        <p:nvSpPr>
          <p:cNvPr id="650" name="Google Shape;650;p23"/>
          <p:cNvSpPr txBox="1"/>
          <p:nvPr>
            <p:ph type="title"/>
          </p:nvPr>
        </p:nvSpPr>
        <p:spPr>
          <a:xfrm>
            <a:off x="720000" y="540000"/>
            <a:ext cx="7785900" cy="4776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sz="3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51" name="Google Shape;651;p2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chnology">
  <p:cSld name="CUSTOM_10">
    <p:spTree>
      <p:nvGrpSpPr>
        <p:cNvPr id="652" name="Shape 652"/>
        <p:cNvGrpSpPr/>
        <p:nvPr/>
      </p:nvGrpSpPr>
      <p:grpSpPr>
        <a:xfrm>
          <a:off x="0" y="0"/>
          <a:ext cx="0" cy="0"/>
          <a:chOff x="0" y="0"/>
          <a:chExt cx="0" cy="0"/>
        </a:xfrm>
      </p:grpSpPr>
      <p:sp>
        <p:nvSpPr>
          <p:cNvPr id="653" name="Google Shape;653;p24"/>
          <p:cNvSpPr txBox="1"/>
          <p:nvPr>
            <p:ph type="title"/>
          </p:nvPr>
        </p:nvSpPr>
        <p:spPr>
          <a:xfrm>
            <a:off x="917388" y="1754400"/>
            <a:ext cx="3423000" cy="7155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None/>
              <a:defRPr sz="30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654" name="Google Shape;654;p24"/>
          <p:cNvSpPr txBox="1"/>
          <p:nvPr>
            <p:ph idx="1" type="body"/>
          </p:nvPr>
        </p:nvSpPr>
        <p:spPr>
          <a:xfrm>
            <a:off x="917388" y="2288850"/>
            <a:ext cx="3423000" cy="1119300"/>
          </a:xfrm>
          <a:prstGeom prst="rect">
            <a:avLst/>
          </a:prstGeom>
        </p:spPr>
        <p:txBody>
          <a:bodyPr anchorCtr="0" anchor="t" bIns="91425" lIns="91425" spcFirstLastPara="1" rIns="91425" wrap="square" tIns="91425">
            <a:noAutofit/>
          </a:bodyPr>
          <a:lstStyle>
            <a:lvl1pPr indent="-304800" lvl="0" marL="457200" rtl="0" algn="ctr">
              <a:lnSpc>
                <a:spcPct val="100000"/>
              </a:lnSpc>
              <a:spcBef>
                <a:spcPts val="0"/>
              </a:spcBef>
              <a:spcAft>
                <a:spcPts val="0"/>
              </a:spcAft>
              <a:buSzPts val="1200"/>
              <a:buChar char="●"/>
              <a:defRPr sz="16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grpSp>
        <p:nvGrpSpPr>
          <p:cNvPr id="655" name="Google Shape;655;p24"/>
          <p:cNvGrpSpPr/>
          <p:nvPr/>
        </p:nvGrpSpPr>
        <p:grpSpPr>
          <a:xfrm>
            <a:off x="311875" y="3537041"/>
            <a:ext cx="1431154" cy="1530267"/>
            <a:chOff x="274564" y="3629519"/>
            <a:chExt cx="1192231" cy="1243008"/>
          </a:xfrm>
        </p:grpSpPr>
        <p:sp>
          <p:nvSpPr>
            <p:cNvPr id="656" name="Google Shape;656;p24"/>
            <p:cNvSpPr/>
            <p:nvPr/>
          </p:nvSpPr>
          <p:spPr>
            <a:xfrm rot="-1920905">
              <a:off x="372142" y="4003809"/>
              <a:ext cx="997076" cy="654168"/>
            </a:xfrm>
            <a:custGeom>
              <a:rect b="b" l="l" r="r" t="t"/>
              <a:pathLst>
                <a:path extrusionOk="0" h="23213" w="35381">
                  <a:moveTo>
                    <a:pt x="16002" y="1"/>
                  </a:moveTo>
                  <a:cubicBezTo>
                    <a:pt x="0" y="1"/>
                    <a:pt x="433" y="23213"/>
                    <a:pt x="16675" y="23213"/>
                  </a:cubicBezTo>
                  <a:cubicBezTo>
                    <a:pt x="16819" y="23213"/>
                    <a:pt x="16964" y="23211"/>
                    <a:pt x="17111" y="23207"/>
                  </a:cubicBezTo>
                  <a:cubicBezTo>
                    <a:pt x="35381" y="22737"/>
                    <a:pt x="33306" y="13"/>
                    <a:pt x="17479" y="13"/>
                  </a:cubicBezTo>
                  <a:cubicBezTo>
                    <a:pt x="17283" y="13"/>
                    <a:pt x="17085" y="17"/>
                    <a:pt x="16885" y="24"/>
                  </a:cubicBezTo>
                  <a:cubicBezTo>
                    <a:pt x="16585" y="9"/>
                    <a:pt x="16291" y="1"/>
                    <a:pt x="1600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24"/>
            <p:cNvSpPr/>
            <p:nvPr/>
          </p:nvSpPr>
          <p:spPr>
            <a:xfrm rot="-1920905">
              <a:off x="439627" y="4184590"/>
              <a:ext cx="828384" cy="252587"/>
            </a:xfrm>
            <a:custGeom>
              <a:rect b="b" l="l" r="r" t="t"/>
              <a:pathLst>
                <a:path extrusionOk="0" h="8963" w="29395">
                  <a:moveTo>
                    <a:pt x="1176" y="0"/>
                  </a:moveTo>
                  <a:cubicBezTo>
                    <a:pt x="549" y="0"/>
                    <a:pt x="1" y="807"/>
                    <a:pt x="590" y="1337"/>
                  </a:cubicBezTo>
                  <a:cubicBezTo>
                    <a:pt x="1692" y="2314"/>
                    <a:pt x="665" y="4745"/>
                    <a:pt x="2620" y="5121"/>
                  </a:cubicBezTo>
                  <a:cubicBezTo>
                    <a:pt x="2694" y="5134"/>
                    <a:pt x="2769" y="5140"/>
                    <a:pt x="2845" y="5140"/>
                  </a:cubicBezTo>
                  <a:cubicBezTo>
                    <a:pt x="3500" y="5140"/>
                    <a:pt x="4160" y="4684"/>
                    <a:pt x="4700" y="4369"/>
                  </a:cubicBezTo>
                  <a:cubicBezTo>
                    <a:pt x="5064" y="4155"/>
                    <a:pt x="5336" y="4062"/>
                    <a:pt x="5547" y="4062"/>
                  </a:cubicBezTo>
                  <a:cubicBezTo>
                    <a:pt x="6150" y="4062"/>
                    <a:pt x="6265" y="4819"/>
                    <a:pt x="6655" y="5673"/>
                  </a:cubicBezTo>
                  <a:cubicBezTo>
                    <a:pt x="7063" y="6563"/>
                    <a:pt x="7616" y="6986"/>
                    <a:pt x="8269" y="6986"/>
                  </a:cubicBezTo>
                  <a:cubicBezTo>
                    <a:pt x="8738" y="6986"/>
                    <a:pt x="9258" y="6768"/>
                    <a:pt x="9813" y="6349"/>
                  </a:cubicBezTo>
                  <a:cubicBezTo>
                    <a:pt x="10434" y="5884"/>
                    <a:pt x="10814" y="5571"/>
                    <a:pt x="11141" y="5571"/>
                  </a:cubicBezTo>
                  <a:cubicBezTo>
                    <a:pt x="11446" y="5571"/>
                    <a:pt x="11705" y="5846"/>
                    <a:pt x="12068" y="6525"/>
                  </a:cubicBezTo>
                  <a:cubicBezTo>
                    <a:pt x="12369" y="7101"/>
                    <a:pt x="12770" y="7828"/>
                    <a:pt x="13397" y="8054"/>
                  </a:cubicBezTo>
                  <a:cubicBezTo>
                    <a:pt x="13591" y="8130"/>
                    <a:pt x="13783" y="8166"/>
                    <a:pt x="13970" y="8166"/>
                  </a:cubicBezTo>
                  <a:cubicBezTo>
                    <a:pt x="14337" y="8166"/>
                    <a:pt x="14685" y="8027"/>
                    <a:pt x="15001" y="7778"/>
                  </a:cubicBezTo>
                  <a:cubicBezTo>
                    <a:pt x="15578" y="7335"/>
                    <a:pt x="16215" y="6257"/>
                    <a:pt x="16831" y="6257"/>
                  </a:cubicBezTo>
                  <a:cubicBezTo>
                    <a:pt x="17017" y="6257"/>
                    <a:pt x="17201" y="6356"/>
                    <a:pt x="17382" y="6600"/>
                  </a:cubicBezTo>
                  <a:cubicBezTo>
                    <a:pt x="18031" y="7505"/>
                    <a:pt x="18680" y="8672"/>
                    <a:pt x="19692" y="8672"/>
                  </a:cubicBezTo>
                  <a:cubicBezTo>
                    <a:pt x="19970" y="8672"/>
                    <a:pt x="20275" y="8584"/>
                    <a:pt x="20615" y="8379"/>
                  </a:cubicBezTo>
                  <a:cubicBezTo>
                    <a:pt x="21009" y="8139"/>
                    <a:pt x="21995" y="6540"/>
                    <a:pt x="22640" y="6540"/>
                  </a:cubicBezTo>
                  <a:cubicBezTo>
                    <a:pt x="22733" y="6540"/>
                    <a:pt x="22819" y="6574"/>
                    <a:pt x="22895" y="6650"/>
                  </a:cubicBezTo>
                  <a:cubicBezTo>
                    <a:pt x="23572" y="7352"/>
                    <a:pt x="23923" y="8154"/>
                    <a:pt x="24725" y="8705"/>
                  </a:cubicBezTo>
                  <a:cubicBezTo>
                    <a:pt x="24986" y="8886"/>
                    <a:pt x="25228" y="8963"/>
                    <a:pt x="25454" y="8963"/>
                  </a:cubicBezTo>
                  <a:cubicBezTo>
                    <a:pt x="26705" y="8963"/>
                    <a:pt x="27487" y="6608"/>
                    <a:pt x="28484" y="6374"/>
                  </a:cubicBezTo>
                  <a:cubicBezTo>
                    <a:pt x="29394" y="6141"/>
                    <a:pt x="29110" y="4823"/>
                    <a:pt x="28258" y="4823"/>
                  </a:cubicBezTo>
                  <a:cubicBezTo>
                    <a:pt x="28195" y="4823"/>
                    <a:pt x="28128" y="4830"/>
                    <a:pt x="28058" y="4846"/>
                  </a:cubicBezTo>
                  <a:cubicBezTo>
                    <a:pt x="27407" y="5021"/>
                    <a:pt x="27006" y="5422"/>
                    <a:pt x="26580" y="5948"/>
                  </a:cubicBezTo>
                  <a:cubicBezTo>
                    <a:pt x="26053" y="6562"/>
                    <a:pt x="25746" y="6882"/>
                    <a:pt x="25436" y="6882"/>
                  </a:cubicBezTo>
                  <a:cubicBezTo>
                    <a:pt x="25126" y="6882"/>
                    <a:pt x="24813" y="6562"/>
                    <a:pt x="24274" y="5898"/>
                  </a:cubicBezTo>
                  <a:cubicBezTo>
                    <a:pt x="23727" y="5221"/>
                    <a:pt x="23171" y="4842"/>
                    <a:pt x="22574" y="4842"/>
                  </a:cubicBezTo>
                  <a:cubicBezTo>
                    <a:pt x="22132" y="4842"/>
                    <a:pt x="21667" y="5050"/>
                    <a:pt x="21166" y="5497"/>
                  </a:cubicBezTo>
                  <a:cubicBezTo>
                    <a:pt x="20648" y="5981"/>
                    <a:pt x="20260" y="6811"/>
                    <a:pt x="19757" y="6811"/>
                  </a:cubicBezTo>
                  <a:cubicBezTo>
                    <a:pt x="19531" y="6811"/>
                    <a:pt x="19281" y="6642"/>
                    <a:pt x="18986" y="6199"/>
                  </a:cubicBezTo>
                  <a:cubicBezTo>
                    <a:pt x="18610" y="5623"/>
                    <a:pt x="18159" y="4795"/>
                    <a:pt x="17457" y="4570"/>
                  </a:cubicBezTo>
                  <a:cubicBezTo>
                    <a:pt x="17273" y="4506"/>
                    <a:pt x="17091" y="4475"/>
                    <a:pt x="16913" y="4475"/>
                  </a:cubicBezTo>
                  <a:cubicBezTo>
                    <a:pt x="16533" y="4475"/>
                    <a:pt x="16169" y="4615"/>
                    <a:pt x="15828" y="4871"/>
                  </a:cubicBezTo>
                  <a:cubicBezTo>
                    <a:pt x="15335" y="5265"/>
                    <a:pt x="14626" y="6386"/>
                    <a:pt x="14053" y="6386"/>
                  </a:cubicBezTo>
                  <a:cubicBezTo>
                    <a:pt x="13897" y="6386"/>
                    <a:pt x="13751" y="6303"/>
                    <a:pt x="13622" y="6099"/>
                  </a:cubicBezTo>
                  <a:cubicBezTo>
                    <a:pt x="13177" y="5387"/>
                    <a:pt x="12515" y="3628"/>
                    <a:pt x="11390" y="3628"/>
                  </a:cubicBezTo>
                  <a:cubicBezTo>
                    <a:pt x="11248" y="3628"/>
                    <a:pt x="11098" y="3656"/>
                    <a:pt x="10941" y="3718"/>
                  </a:cubicBezTo>
                  <a:cubicBezTo>
                    <a:pt x="10289" y="3993"/>
                    <a:pt x="9763" y="4394"/>
                    <a:pt x="9211" y="4846"/>
                  </a:cubicBezTo>
                  <a:cubicBezTo>
                    <a:pt x="8913" y="5091"/>
                    <a:pt x="8679" y="5193"/>
                    <a:pt x="8490" y="5193"/>
                  </a:cubicBezTo>
                  <a:cubicBezTo>
                    <a:pt x="7869" y="5193"/>
                    <a:pt x="7733" y="4086"/>
                    <a:pt x="7407" y="3317"/>
                  </a:cubicBezTo>
                  <a:cubicBezTo>
                    <a:pt x="7058" y="2566"/>
                    <a:pt x="6523" y="2289"/>
                    <a:pt x="5929" y="2289"/>
                  </a:cubicBezTo>
                  <a:cubicBezTo>
                    <a:pt x="5411" y="2289"/>
                    <a:pt x="4849" y="2499"/>
                    <a:pt x="4324" y="2790"/>
                  </a:cubicBezTo>
                  <a:cubicBezTo>
                    <a:pt x="3873" y="3041"/>
                    <a:pt x="3447" y="3342"/>
                    <a:pt x="2945" y="3542"/>
                  </a:cubicBezTo>
                  <a:cubicBezTo>
                    <a:pt x="2941" y="3544"/>
                    <a:pt x="2936" y="3545"/>
                    <a:pt x="2931" y="3545"/>
                  </a:cubicBezTo>
                  <a:cubicBezTo>
                    <a:pt x="2759" y="3545"/>
                    <a:pt x="2569" y="2261"/>
                    <a:pt x="2544" y="2139"/>
                  </a:cubicBezTo>
                  <a:cubicBezTo>
                    <a:pt x="2419" y="1437"/>
                    <a:pt x="2244" y="735"/>
                    <a:pt x="1692" y="209"/>
                  </a:cubicBezTo>
                  <a:cubicBezTo>
                    <a:pt x="1529" y="62"/>
                    <a:pt x="1350" y="0"/>
                    <a:pt x="117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24"/>
            <p:cNvSpPr/>
            <p:nvPr/>
          </p:nvSpPr>
          <p:spPr>
            <a:xfrm rot="-1920905">
              <a:off x="413994" y="4121330"/>
              <a:ext cx="758128" cy="151643"/>
            </a:xfrm>
            <a:custGeom>
              <a:rect b="b" l="l" r="r" t="t"/>
              <a:pathLst>
                <a:path extrusionOk="0" h="5381" w="26902">
                  <a:moveTo>
                    <a:pt x="691" y="0"/>
                  </a:moveTo>
                  <a:cubicBezTo>
                    <a:pt x="283" y="0"/>
                    <a:pt x="1" y="672"/>
                    <a:pt x="435" y="1003"/>
                  </a:cubicBezTo>
                  <a:cubicBezTo>
                    <a:pt x="5755" y="4867"/>
                    <a:pt x="12813" y="5380"/>
                    <a:pt x="19528" y="5380"/>
                  </a:cubicBezTo>
                  <a:cubicBezTo>
                    <a:pt x="21828" y="5380"/>
                    <a:pt x="24089" y="5320"/>
                    <a:pt x="26225" y="5314"/>
                  </a:cubicBezTo>
                  <a:cubicBezTo>
                    <a:pt x="26901" y="5314"/>
                    <a:pt x="26901" y="4286"/>
                    <a:pt x="26225" y="4286"/>
                  </a:cubicBezTo>
                  <a:cubicBezTo>
                    <a:pt x="24079" y="4286"/>
                    <a:pt x="21804" y="4348"/>
                    <a:pt x="19490" y="4348"/>
                  </a:cubicBezTo>
                  <a:cubicBezTo>
                    <a:pt x="12965" y="4348"/>
                    <a:pt x="6123" y="3856"/>
                    <a:pt x="961" y="101"/>
                  </a:cubicBezTo>
                  <a:cubicBezTo>
                    <a:pt x="869" y="31"/>
                    <a:pt x="777" y="0"/>
                    <a:pt x="69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24"/>
            <p:cNvSpPr/>
            <p:nvPr/>
          </p:nvSpPr>
          <p:spPr>
            <a:xfrm rot="-1920905">
              <a:off x="484220" y="4359900"/>
              <a:ext cx="816970" cy="157476"/>
            </a:xfrm>
            <a:custGeom>
              <a:rect b="b" l="l" r="r" t="t"/>
              <a:pathLst>
                <a:path extrusionOk="0" h="5588" w="28990">
                  <a:moveTo>
                    <a:pt x="799" y="1"/>
                  </a:moveTo>
                  <a:cubicBezTo>
                    <a:pt x="318" y="1"/>
                    <a:pt x="0" y="705"/>
                    <a:pt x="518" y="964"/>
                  </a:cubicBezTo>
                  <a:cubicBezTo>
                    <a:pt x="8065" y="4636"/>
                    <a:pt x="16932" y="5588"/>
                    <a:pt x="25333" y="5588"/>
                  </a:cubicBezTo>
                  <a:cubicBezTo>
                    <a:pt x="26334" y="5588"/>
                    <a:pt x="27328" y="5574"/>
                    <a:pt x="28312" y="5550"/>
                  </a:cubicBezTo>
                  <a:cubicBezTo>
                    <a:pt x="28981" y="5525"/>
                    <a:pt x="28989" y="4497"/>
                    <a:pt x="28336" y="4497"/>
                  </a:cubicBezTo>
                  <a:cubicBezTo>
                    <a:pt x="28328" y="4497"/>
                    <a:pt x="28320" y="4497"/>
                    <a:pt x="28312" y="4497"/>
                  </a:cubicBezTo>
                  <a:cubicBezTo>
                    <a:pt x="27286" y="4523"/>
                    <a:pt x="26249" y="4538"/>
                    <a:pt x="25204" y="4538"/>
                  </a:cubicBezTo>
                  <a:cubicBezTo>
                    <a:pt x="17020" y="4538"/>
                    <a:pt x="8401" y="3640"/>
                    <a:pt x="1044" y="61"/>
                  </a:cubicBezTo>
                  <a:cubicBezTo>
                    <a:pt x="960" y="19"/>
                    <a:pt x="878" y="1"/>
                    <a:pt x="79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24"/>
            <p:cNvSpPr/>
            <p:nvPr/>
          </p:nvSpPr>
          <p:spPr>
            <a:xfrm rot="-1920905">
              <a:off x="616231" y="4464221"/>
              <a:ext cx="57236" cy="43793"/>
            </a:xfrm>
            <a:custGeom>
              <a:rect b="b" l="l" r="r" t="t"/>
              <a:pathLst>
                <a:path extrusionOk="0" h="1554" w="2031">
                  <a:moveTo>
                    <a:pt x="1028" y="0"/>
                  </a:moveTo>
                  <a:cubicBezTo>
                    <a:pt x="0" y="0"/>
                    <a:pt x="0" y="1554"/>
                    <a:pt x="1028" y="1554"/>
                  </a:cubicBezTo>
                  <a:cubicBezTo>
                    <a:pt x="2030" y="1554"/>
                    <a:pt x="2030" y="0"/>
                    <a:pt x="102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24"/>
            <p:cNvSpPr/>
            <p:nvPr/>
          </p:nvSpPr>
          <p:spPr>
            <a:xfrm rot="-1920905">
              <a:off x="774933" y="4418299"/>
              <a:ext cx="57236" cy="43793"/>
            </a:xfrm>
            <a:custGeom>
              <a:rect b="b" l="l" r="r" t="t"/>
              <a:pathLst>
                <a:path extrusionOk="0" h="1554" w="2031">
                  <a:moveTo>
                    <a:pt x="1028" y="0"/>
                  </a:moveTo>
                  <a:cubicBezTo>
                    <a:pt x="0" y="0"/>
                    <a:pt x="0" y="1554"/>
                    <a:pt x="1028" y="1554"/>
                  </a:cubicBezTo>
                  <a:cubicBezTo>
                    <a:pt x="2031" y="1554"/>
                    <a:pt x="2031" y="0"/>
                    <a:pt x="102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24"/>
            <p:cNvSpPr/>
            <p:nvPr/>
          </p:nvSpPr>
          <p:spPr>
            <a:xfrm rot="-1920905">
              <a:off x="932214" y="4347444"/>
              <a:ext cx="57236" cy="43822"/>
            </a:xfrm>
            <a:custGeom>
              <a:rect b="b" l="l" r="r" t="t"/>
              <a:pathLst>
                <a:path extrusionOk="0" h="1555" w="2031">
                  <a:moveTo>
                    <a:pt x="1003" y="0"/>
                  </a:moveTo>
                  <a:cubicBezTo>
                    <a:pt x="1" y="0"/>
                    <a:pt x="1" y="1554"/>
                    <a:pt x="1003" y="1554"/>
                  </a:cubicBezTo>
                  <a:cubicBezTo>
                    <a:pt x="2031" y="1554"/>
                    <a:pt x="2031" y="0"/>
                    <a:pt x="100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24"/>
            <p:cNvSpPr/>
            <p:nvPr/>
          </p:nvSpPr>
          <p:spPr>
            <a:xfrm rot="-1920905">
              <a:off x="1080174" y="4273305"/>
              <a:ext cx="57236" cy="44526"/>
            </a:xfrm>
            <a:custGeom>
              <a:rect b="b" l="l" r="r" t="t"/>
              <a:pathLst>
                <a:path extrusionOk="0" h="1580" w="2031">
                  <a:moveTo>
                    <a:pt x="1028" y="1"/>
                  </a:moveTo>
                  <a:cubicBezTo>
                    <a:pt x="0" y="1"/>
                    <a:pt x="0" y="1580"/>
                    <a:pt x="1028" y="1580"/>
                  </a:cubicBezTo>
                  <a:cubicBezTo>
                    <a:pt x="2030" y="1580"/>
                    <a:pt x="2030" y="1"/>
                    <a:pt x="102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24"/>
            <p:cNvSpPr/>
            <p:nvPr/>
          </p:nvSpPr>
          <p:spPr>
            <a:xfrm rot="-1920905">
              <a:off x="1084284" y="4139049"/>
              <a:ext cx="57264" cy="43822"/>
            </a:xfrm>
            <a:custGeom>
              <a:rect b="b" l="l" r="r" t="t"/>
              <a:pathLst>
                <a:path extrusionOk="0" h="1555" w="2032">
                  <a:moveTo>
                    <a:pt x="1003" y="1"/>
                  </a:moveTo>
                  <a:cubicBezTo>
                    <a:pt x="1" y="1"/>
                    <a:pt x="1" y="1555"/>
                    <a:pt x="1003" y="1555"/>
                  </a:cubicBezTo>
                  <a:cubicBezTo>
                    <a:pt x="2031" y="1555"/>
                    <a:pt x="2031" y="1"/>
                    <a:pt x="100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24"/>
            <p:cNvSpPr/>
            <p:nvPr/>
          </p:nvSpPr>
          <p:spPr>
            <a:xfrm rot="-1920905">
              <a:off x="950221" y="4216457"/>
              <a:ext cx="56531" cy="43822"/>
            </a:xfrm>
            <a:custGeom>
              <a:rect b="b" l="l" r="r" t="t"/>
              <a:pathLst>
                <a:path extrusionOk="0" h="1555" w="2006">
                  <a:moveTo>
                    <a:pt x="1003" y="0"/>
                  </a:moveTo>
                  <a:cubicBezTo>
                    <a:pt x="0" y="0"/>
                    <a:pt x="0" y="1554"/>
                    <a:pt x="1003" y="1554"/>
                  </a:cubicBezTo>
                  <a:cubicBezTo>
                    <a:pt x="2005" y="1554"/>
                    <a:pt x="2005" y="0"/>
                    <a:pt x="100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24"/>
            <p:cNvSpPr/>
            <p:nvPr/>
          </p:nvSpPr>
          <p:spPr>
            <a:xfrm rot="-1920905">
              <a:off x="808169" y="4288657"/>
              <a:ext cx="56531" cy="44526"/>
            </a:xfrm>
            <a:custGeom>
              <a:rect b="b" l="l" r="r" t="t"/>
              <a:pathLst>
                <a:path extrusionOk="0" h="1580" w="2006">
                  <a:moveTo>
                    <a:pt x="1003" y="1"/>
                  </a:moveTo>
                  <a:cubicBezTo>
                    <a:pt x="0" y="1"/>
                    <a:pt x="0" y="1580"/>
                    <a:pt x="1003" y="1580"/>
                  </a:cubicBezTo>
                  <a:cubicBezTo>
                    <a:pt x="2005" y="1580"/>
                    <a:pt x="2005" y="1"/>
                    <a:pt x="100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24"/>
            <p:cNvSpPr/>
            <p:nvPr/>
          </p:nvSpPr>
          <p:spPr>
            <a:xfrm rot="-1920905">
              <a:off x="670879" y="4339537"/>
              <a:ext cx="56531" cy="44526"/>
            </a:xfrm>
            <a:custGeom>
              <a:rect b="b" l="l" r="r" t="t"/>
              <a:pathLst>
                <a:path extrusionOk="0" h="1580" w="2006">
                  <a:moveTo>
                    <a:pt x="1003" y="0"/>
                  </a:moveTo>
                  <a:cubicBezTo>
                    <a:pt x="0" y="0"/>
                    <a:pt x="0" y="1579"/>
                    <a:pt x="1003" y="1579"/>
                  </a:cubicBezTo>
                  <a:cubicBezTo>
                    <a:pt x="2005" y="1579"/>
                    <a:pt x="2005" y="0"/>
                    <a:pt x="100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24"/>
            <p:cNvSpPr/>
            <p:nvPr/>
          </p:nvSpPr>
          <p:spPr>
            <a:xfrm rot="-1920905">
              <a:off x="416025" y="4064667"/>
              <a:ext cx="707289" cy="153164"/>
            </a:xfrm>
            <a:custGeom>
              <a:rect b="b" l="l" r="r" t="t"/>
              <a:pathLst>
                <a:path extrusionOk="0" h="5435" w="25098">
                  <a:moveTo>
                    <a:pt x="1122" y="0"/>
                  </a:moveTo>
                  <a:cubicBezTo>
                    <a:pt x="452" y="0"/>
                    <a:pt x="0" y="1030"/>
                    <a:pt x="739" y="1473"/>
                  </a:cubicBezTo>
                  <a:cubicBezTo>
                    <a:pt x="5633" y="4377"/>
                    <a:pt x="11527" y="5435"/>
                    <a:pt x="17312" y="5435"/>
                  </a:cubicBezTo>
                  <a:cubicBezTo>
                    <a:pt x="19614" y="5435"/>
                    <a:pt x="21900" y="5267"/>
                    <a:pt x="24098" y="4982"/>
                  </a:cubicBezTo>
                  <a:cubicBezTo>
                    <a:pt x="25055" y="4862"/>
                    <a:pt x="25098" y="3418"/>
                    <a:pt x="24228" y="3418"/>
                  </a:cubicBezTo>
                  <a:cubicBezTo>
                    <a:pt x="24186" y="3418"/>
                    <a:pt x="24143" y="3421"/>
                    <a:pt x="24098" y="3428"/>
                  </a:cubicBezTo>
                  <a:cubicBezTo>
                    <a:pt x="21919" y="3706"/>
                    <a:pt x="19654" y="3872"/>
                    <a:pt x="17375" y="3872"/>
                  </a:cubicBezTo>
                  <a:cubicBezTo>
                    <a:pt x="11842" y="3872"/>
                    <a:pt x="6220" y="2889"/>
                    <a:pt x="1516" y="119"/>
                  </a:cubicBezTo>
                  <a:cubicBezTo>
                    <a:pt x="1381" y="36"/>
                    <a:pt x="1248" y="0"/>
                    <a:pt x="112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24"/>
            <p:cNvSpPr/>
            <p:nvPr/>
          </p:nvSpPr>
          <p:spPr>
            <a:xfrm rot="-1920905">
              <a:off x="547721" y="4426082"/>
              <a:ext cx="751365" cy="167424"/>
            </a:xfrm>
            <a:custGeom>
              <a:rect b="b" l="l" r="r" t="t"/>
              <a:pathLst>
                <a:path extrusionOk="0" h="5941" w="26662">
                  <a:moveTo>
                    <a:pt x="1166" y="1"/>
                  </a:moveTo>
                  <a:cubicBezTo>
                    <a:pt x="455" y="1"/>
                    <a:pt x="1" y="1047"/>
                    <a:pt x="771" y="1454"/>
                  </a:cubicBezTo>
                  <a:cubicBezTo>
                    <a:pt x="8516" y="5489"/>
                    <a:pt x="17087" y="5940"/>
                    <a:pt x="25659" y="5940"/>
                  </a:cubicBezTo>
                  <a:cubicBezTo>
                    <a:pt x="26661" y="5940"/>
                    <a:pt x="26661" y="4386"/>
                    <a:pt x="25659" y="4386"/>
                  </a:cubicBezTo>
                  <a:cubicBezTo>
                    <a:pt x="17388" y="4386"/>
                    <a:pt x="9042" y="4011"/>
                    <a:pt x="1548" y="101"/>
                  </a:cubicBezTo>
                  <a:cubicBezTo>
                    <a:pt x="1417" y="31"/>
                    <a:pt x="1288" y="1"/>
                    <a:pt x="116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 name="Google Shape;670;p24"/>
            <p:cNvSpPr/>
            <p:nvPr/>
          </p:nvSpPr>
          <p:spPr>
            <a:xfrm rot="-1920905">
              <a:off x="562427" y="3866362"/>
              <a:ext cx="295282" cy="175878"/>
            </a:xfrm>
            <a:custGeom>
              <a:rect b="b" l="l" r="r" t="t"/>
              <a:pathLst>
                <a:path extrusionOk="0" h="6241" w="10478">
                  <a:moveTo>
                    <a:pt x="4011" y="0"/>
                  </a:moveTo>
                  <a:cubicBezTo>
                    <a:pt x="1" y="0"/>
                    <a:pt x="1429" y="1504"/>
                    <a:pt x="1354" y="6015"/>
                  </a:cubicBezTo>
                  <a:lnTo>
                    <a:pt x="7194" y="6241"/>
                  </a:lnTo>
                  <a:cubicBezTo>
                    <a:pt x="8246" y="2406"/>
                    <a:pt x="10477" y="0"/>
                    <a:pt x="4011"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24"/>
            <p:cNvSpPr/>
            <p:nvPr/>
          </p:nvSpPr>
          <p:spPr>
            <a:xfrm rot="-1920905">
              <a:off x="586042" y="3975277"/>
              <a:ext cx="260647" cy="96774"/>
            </a:xfrm>
            <a:custGeom>
              <a:rect b="b" l="l" r="r" t="t"/>
              <a:pathLst>
                <a:path extrusionOk="0" h="3434" w="9249">
                  <a:moveTo>
                    <a:pt x="1028" y="0"/>
                  </a:moveTo>
                  <a:lnTo>
                    <a:pt x="1" y="2281"/>
                  </a:lnTo>
                  <a:cubicBezTo>
                    <a:pt x="928" y="2682"/>
                    <a:pt x="2006" y="2958"/>
                    <a:pt x="3209" y="3158"/>
                  </a:cubicBezTo>
                  <a:cubicBezTo>
                    <a:pt x="4387" y="3334"/>
                    <a:pt x="5665" y="3434"/>
                    <a:pt x="6868" y="3434"/>
                  </a:cubicBezTo>
                  <a:cubicBezTo>
                    <a:pt x="7695" y="3434"/>
                    <a:pt x="8522" y="3384"/>
                    <a:pt x="9249" y="3309"/>
                  </a:cubicBezTo>
                  <a:lnTo>
                    <a:pt x="8948" y="802"/>
                  </a:lnTo>
                  <a:cubicBezTo>
                    <a:pt x="8321" y="877"/>
                    <a:pt x="7620" y="928"/>
                    <a:pt x="6868" y="928"/>
                  </a:cubicBezTo>
                  <a:cubicBezTo>
                    <a:pt x="5790" y="928"/>
                    <a:pt x="4637" y="852"/>
                    <a:pt x="3584" y="677"/>
                  </a:cubicBezTo>
                  <a:cubicBezTo>
                    <a:pt x="2557" y="527"/>
                    <a:pt x="1630" y="276"/>
                    <a:pt x="102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p24"/>
            <p:cNvSpPr/>
            <p:nvPr/>
          </p:nvSpPr>
          <p:spPr>
            <a:xfrm rot="-1920905">
              <a:off x="537260" y="3669588"/>
              <a:ext cx="226322" cy="261972"/>
            </a:xfrm>
            <a:custGeom>
              <a:rect b="b" l="l" r="r" t="t"/>
              <a:pathLst>
                <a:path extrusionOk="0" h="9296" w="8031">
                  <a:moveTo>
                    <a:pt x="3610" y="941"/>
                  </a:moveTo>
                  <a:cubicBezTo>
                    <a:pt x="4201" y="941"/>
                    <a:pt x="4597" y="1705"/>
                    <a:pt x="4597" y="2263"/>
                  </a:cubicBezTo>
                  <a:cubicBezTo>
                    <a:pt x="4622" y="3015"/>
                    <a:pt x="4321" y="3817"/>
                    <a:pt x="4046" y="4518"/>
                  </a:cubicBezTo>
                  <a:cubicBezTo>
                    <a:pt x="3690" y="5496"/>
                    <a:pt x="3221" y="6436"/>
                    <a:pt x="2746" y="7365"/>
                  </a:cubicBezTo>
                  <a:lnTo>
                    <a:pt x="2746" y="7365"/>
                  </a:lnTo>
                  <a:cubicBezTo>
                    <a:pt x="2671" y="6523"/>
                    <a:pt x="2559" y="5677"/>
                    <a:pt x="2492" y="4819"/>
                  </a:cubicBezTo>
                  <a:cubicBezTo>
                    <a:pt x="2417" y="3791"/>
                    <a:pt x="2116" y="1812"/>
                    <a:pt x="3118" y="1110"/>
                  </a:cubicBezTo>
                  <a:cubicBezTo>
                    <a:pt x="3293" y="992"/>
                    <a:pt x="3458" y="941"/>
                    <a:pt x="3610" y="941"/>
                  </a:cubicBezTo>
                  <a:close/>
                  <a:moveTo>
                    <a:pt x="3660" y="0"/>
                  </a:moveTo>
                  <a:cubicBezTo>
                    <a:pt x="0" y="0"/>
                    <a:pt x="1716" y="6488"/>
                    <a:pt x="1765" y="8604"/>
                  </a:cubicBezTo>
                  <a:cubicBezTo>
                    <a:pt x="1765" y="8927"/>
                    <a:pt x="2005" y="9095"/>
                    <a:pt x="2256" y="9110"/>
                  </a:cubicBezTo>
                  <a:lnTo>
                    <a:pt x="2256" y="9110"/>
                  </a:lnTo>
                  <a:cubicBezTo>
                    <a:pt x="2364" y="9224"/>
                    <a:pt x="2517" y="9295"/>
                    <a:pt x="2666" y="9295"/>
                  </a:cubicBezTo>
                  <a:cubicBezTo>
                    <a:pt x="2822" y="9295"/>
                    <a:pt x="2974" y="9217"/>
                    <a:pt x="3068" y="9030"/>
                  </a:cubicBezTo>
                  <a:cubicBezTo>
                    <a:pt x="3820" y="7526"/>
                    <a:pt x="8031" y="233"/>
                    <a:pt x="3870" y="7"/>
                  </a:cubicBezTo>
                  <a:cubicBezTo>
                    <a:pt x="3798" y="2"/>
                    <a:pt x="3728" y="0"/>
                    <a:pt x="3660"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p24"/>
            <p:cNvSpPr/>
            <p:nvPr/>
          </p:nvSpPr>
          <p:spPr>
            <a:xfrm rot="-3215731">
              <a:off x="520160" y="4373132"/>
              <a:ext cx="47785" cy="37638"/>
            </a:xfrm>
            <a:custGeom>
              <a:rect b="b" l="l" r="r" t="t"/>
              <a:pathLst>
                <a:path extrusionOk="0" h="1580" w="2006">
                  <a:moveTo>
                    <a:pt x="1003" y="0"/>
                  </a:moveTo>
                  <a:cubicBezTo>
                    <a:pt x="0" y="0"/>
                    <a:pt x="0" y="1579"/>
                    <a:pt x="1003" y="1579"/>
                  </a:cubicBezTo>
                  <a:cubicBezTo>
                    <a:pt x="2005" y="1579"/>
                    <a:pt x="2005" y="0"/>
                    <a:pt x="100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4" name="Google Shape;674;p24"/>
          <p:cNvGrpSpPr/>
          <p:nvPr/>
        </p:nvGrpSpPr>
        <p:grpSpPr>
          <a:xfrm rot="2199938">
            <a:off x="587451" y="-411544"/>
            <a:ext cx="1641243" cy="1466815"/>
            <a:chOff x="3536075" y="659925"/>
            <a:chExt cx="2759951" cy="2466630"/>
          </a:xfrm>
        </p:grpSpPr>
        <p:sp>
          <p:nvSpPr>
            <p:cNvPr id="675" name="Google Shape;675;p24"/>
            <p:cNvSpPr/>
            <p:nvPr/>
          </p:nvSpPr>
          <p:spPr>
            <a:xfrm>
              <a:off x="3536075" y="659925"/>
              <a:ext cx="2269649" cy="1912733"/>
            </a:xfrm>
            <a:custGeom>
              <a:rect b="b" l="l" r="r" t="t"/>
              <a:pathLst>
                <a:path extrusionOk="0" h="42015" w="49855">
                  <a:moveTo>
                    <a:pt x="21089" y="25971"/>
                  </a:moveTo>
                  <a:lnTo>
                    <a:pt x="21089" y="25971"/>
                  </a:lnTo>
                  <a:cubicBezTo>
                    <a:pt x="23205" y="26490"/>
                    <a:pt x="25348" y="27512"/>
                    <a:pt x="26341" y="29335"/>
                  </a:cubicBezTo>
                  <a:cubicBezTo>
                    <a:pt x="27049" y="30613"/>
                    <a:pt x="27049" y="32690"/>
                    <a:pt x="25611" y="33512"/>
                  </a:cubicBezTo>
                  <a:cubicBezTo>
                    <a:pt x="25225" y="33735"/>
                    <a:pt x="24834" y="33832"/>
                    <a:pt x="24452" y="33832"/>
                  </a:cubicBezTo>
                  <a:cubicBezTo>
                    <a:pt x="23068" y="33832"/>
                    <a:pt x="21792" y="32560"/>
                    <a:pt x="21274" y="31344"/>
                  </a:cubicBezTo>
                  <a:cubicBezTo>
                    <a:pt x="20545" y="29638"/>
                    <a:pt x="20595" y="27751"/>
                    <a:pt x="21089" y="25971"/>
                  </a:cubicBezTo>
                  <a:close/>
                  <a:moveTo>
                    <a:pt x="48569" y="0"/>
                  </a:moveTo>
                  <a:cubicBezTo>
                    <a:pt x="48290" y="0"/>
                    <a:pt x="48022" y="142"/>
                    <a:pt x="47865" y="484"/>
                  </a:cubicBezTo>
                  <a:cubicBezTo>
                    <a:pt x="44487" y="7994"/>
                    <a:pt x="36087" y="10367"/>
                    <a:pt x="29445" y="14088"/>
                  </a:cubicBezTo>
                  <a:cubicBezTo>
                    <a:pt x="25584" y="16259"/>
                    <a:pt x="21564" y="19621"/>
                    <a:pt x="19778" y="23808"/>
                  </a:cubicBezTo>
                  <a:lnTo>
                    <a:pt x="19778" y="23808"/>
                  </a:lnTo>
                  <a:cubicBezTo>
                    <a:pt x="18930" y="23705"/>
                    <a:pt x="18078" y="23657"/>
                    <a:pt x="17250" y="23657"/>
                  </a:cubicBezTo>
                  <a:cubicBezTo>
                    <a:pt x="15666" y="23657"/>
                    <a:pt x="14172" y="23832"/>
                    <a:pt x="12965" y="24131"/>
                  </a:cubicBezTo>
                  <a:cubicBezTo>
                    <a:pt x="5228" y="26025"/>
                    <a:pt x="1" y="33238"/>
                    <a:pt x="46" y="41090"/>
                  </a:cubicBezTo>
                  <a:cubicBezTo>
                    <a:pt x="58" y="41706"/>
                    <a:pt x="537" y="42015"/>
                    <a:pt x="1011" y="42015"/>
                  </a:cubicBezTo>
                  <a:cubicBezTo>
                    <a:pt x="1484" y="42015"/>
                    <a:pt x="1952" y="41706"/>
                    <a:pt x="1941" y="41090"/>
                  </a:cubicBezTo>
                  <a:cubicBezTo>
                    <a:pt x="1918" y="35407"/>
                    <a:pt x="4931" y="29929"/>
                    <a:pt x="10021" y="27258"/>
                  </a:cubicBezTo>
                  <a:cubicBezTo>
                    <a:pt x="12235" y="26084"/>
                    <a:pt x="14742" y="25510"/>
                    <a:pt x="17239" y="25510"/>
                  </a:cubicBezTo>
                  <a:cubicBezTo>
                    <a:pt x="17703" y="25510"/>
                    <a:pt x="18165" y="25530"/>
                    <a:pt x="18626" y="25569"/>
                  </a:cubicBezTo>
                  <a:cubicBezTo>
                    <a:pt x="18801" y="25584"/>
                    <a:pt x="18980" y="25602"/>
                    <a:pt x="19163" y="25624"/>
                  </a:cubicBezTo>
                  <a:lnTo>
                    <a:pt x="19163" y="25624"/>
                  </a:lnTo>
                  <a:cubicBezTo>
                    <a:pt x="18795" y="27085"/>
                    <a:pt x="18709" y="28631"/>
                    <a:pt x="18991" y="30248"/>
                  </a:cubicBezTo>
                  <a:cubicBezTo>
                    <a:pt x="19465" y="33021"/>
                    <a:pt x="21452" y="35705"/>
                    <a:pt x="24492" y="35705"/>
                  </a:cubicBezTo>
                  <a:cubicBezTo>
                    <a:pt x="24530" y="35705"/>
                    <a:pt x="24568" y="35704"/>
                    <a:pt x="24606" y="35703"/>
                  </a:cubicBezTo>
                  <a:cubicBezTo>
                    <a:pt x="27391" y="35635"/>
                    <a:pt x="28989" y="32964"/>
                    <a:pt x="28669" y="30385"/>
                  </a:cubicBezTo>
                  <a:cubicBezTo>
                    <a:pt x="28220" y="26867"/>
                    <a:pt x="25218" y="24973"/>
                    <a:pt x="21756" y="24157"/>
                  </a:cubicBezTo>
                  <a:lnTo>
                    <a:pt x="21756" y="24157"/>
                  </a:lnTo>
                  <a:cubicBezTo>
                    <a:pt x="21993" y="23638"/>
                    <a:pt x="22262" y="23140"/>
                    <a:pt x="22552" y="22670"/>
                  </a:cubicBezTo>
                  <a:cubicBezTo>
                    <a:pt x="25679" y="17603"/>
                    <a:pt x="31340" y="15183"/>
                    <a:pt x="36475" y="12673"/>
                  </a:cubicBezTo>
                  <a:cubicBezTo>
                    <a:pt x="41680" y="10116"/>
                    <a:pt x="47021" y="6966"/>
                    <a:pt x="49509" y="1443"/>
                  </a:cubicBezTo>
                  <a:cubicBezTo>
                    <a:pt x="49854" y="689"/>
                    <a:pt x="49184" y="0"/>
                    <a:pt x="4856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24"/>
            <p:cNvSpPr/>
            <p:nvPr/>
          </p:nvSpPr>
          <p:spPr>
            <a:xfrm>
              <a:off x="5364949" y="1024852"/>
              <a:ext cx="253574" cy="257763"/>
            </a:xfrm>
            <a:custGeom>
              <a:rect b="b" l="l" r="r" t="t"/>
              <a:pathLst>
                <a:path extrusionOk="0" h="5662" w="5570">
                  <a:moveTo>
                    <a:pt x="2420" y="0"/>
                  </a:moveTo>
                  <a:lnTo>
                    <a:pt x="0" y="2169"/>
                  </a:lnTo>
                  <a:lnTo>
                    <a:pt x="3150" y="5661"/>
                  </a:lnTo>
                  <a:lnTo>
                    <a:pt x="5570" y="3493"/>
                  </a:lnTo>
                  <a:lnTo>
                    <a:pt x="2420"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24"/>
            <p:cNvSpPr/>
            <p:nvPr/>
          </p:nvSpPr>
          <p:spPr>
            <a:xfrm>
              <a:off x="5508352" y="1183824"/>
              <a:ext cx="768917" cy="803334"/>
            </a:xfrm>
            <a:custGeom>
              <a:rect b="b" l="l" r="r" t="t"/>
              <a:pathLst>
                <a:path extrusionOk="0" h="17646" w="16890">
                  <a:moveTo>
                    <a:pt x="2420" y="1"/>
                  </a:moveTo>
                  <a:lnTo>
                    <a:pt x="0" y="2169"/>
                  </a:lnTo>
                  <a:cubicBezTo>
                    <a:pt x="0" y="2169"/>
                    <a:pt x="1004" y="17074"/>
                    <a:pt x="15476" y="17645"/>
                  </a:cubicBezTo>
                  <a:cubicBezTo>
                    <a:pt x="15488" y="17645"/>
                    <a:pt x="15501" y="17645"/>
                    <a:pt x="15513" y="17645"/>
                  </a:cubicBezTo>
                  <a:cubicBezTo>
                    <a:pt x="16272" y="17645"/>
                    <a:pt x="16889" y="16970"/>
                    <a:pt x="16799" y="16184"/>
                  </a:cubicBezTo>
                  <a:cubicBezTo>
                    <a:pt x="16320" y="12349"/>
                    <a:pt x="14220" y="1872"/>
                    <a:pt x="242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24"/>
            <p:cNvSpPr/>
            <p:nvPr/>
          </p:nvSpPr>
          <p:spPr>
            <a:xfrm>
              <a:off x="5543270" y="1138937"/>
              <a:ext cx="752756" cy="908952"/>
            </a:xfrm>
            <a:custGeom>
              <a:rect b="b" l="l" r="r" t="t"/>
              <a:pathLst>
                <a:path extrusionOk="0" h="19966" w="16535">
                  <a:moveTo>
                    <a:pt x="1388" y="0"/>
                  </a:moveTo>
                  <a:cubicBezTo>
                    <a:pt x="358" y="0"/>
                    <a:pt x="0" y="1599"/>
                    <a:pt x="1105" y="1854"/>
                  </a:cubicBezTo>
                  <a:cubicBezTo>
                    <a:pt x="9162" y="3703"/>
                    <a:pt x="14594" y="10801"/>
                    <a:pt x="14298" y="19041"/>
                  </a:cubicBezTo>
                  <a:cubicBezTo>
                    <a:pt x="14275" y="19658"/>
                    <a:pt x="14737" y="19966"/>
                    <a:pt x="15211" y="19966"/>
                  </a:cubicBezTo>
                  <a:cubicBezTo>
                    <a:pt x="15684" y="19966"/>
                    <a:pt x="16169" y="19658"/>
                    <a:pt x="16192" y="19041"/>
                  </a:cubicBezTo>
                  <a:cubicBezTo>
                    <a:pt x="16535" y="10003"/>
                    <a:pt x="10440" y="2037"/>
                    <a:pt x="1630" y="28"/>
                  </a:cubicBezTo>
                  <a:cubicBezTo>
                    <a:pt x="1546" y="9"/>
                    <a:pt x="1465" y="0"/>
                    <a:pt x="138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24"/>
            <p:cNvSpPr/>
            <p:nvPr/>
          </p:nvSpPr>
          <p:spPr>
            <a:xfrm>
              <a:off x="5557155" y="1345301"/>
              <a:ext cx="287855" cy="423610"/>
            </a:xfrm>
            <a:custGeom>
              <a:rect b="b" l="l" r="r" t="t"/>
              <a:pathLst>
                <a:path extrusionOk="0" h="9305" w="6323">
                  <a:moveTo>
                    <a:pt x="951" y="0"/>
                  </a:moveTo>
                  <a:cubicBezTo>
                    <a:pt x="489" y="0"/>
                    <a:pt x="1" y="384"/>
                    <a:pt x="138" y="973"/>
                  </a:cubicBezTo>
                  <a:cubicBezTo>
                    <a:pt x="891" y="4077"/>
                    <a:pt x="2420" y="6816"/>
                    <a:pt x="4657" y="9076"/>
                  </a:cubicBezTo>
                  <a:cubicBezTo>
                    <a:pt x="4818" y="9237"/>
                    <a:pt x="5000" y="9304"/>
                    <a:pt x="5177" y="9304"/>
                  </a:cubicBezTo>
                  <a:cubicBezTo>
                    <a:pt x="5779" y="9304"/>
                    <a:pt x="6322" y="8522"/>
                    <a:pt x="5776" y="7958"/>
                  </a:cubicBezTo>
                  <a:cubicBezTo>
                    <a:pt x="3721" y="5880"/>
                    <a:pt x="2329" y="3393"/>
                    <a:pt x="1644" y="562"/>
                  </a:cubicBezTo>
                  <a:cubicBezTo>
                    <a:pt x="1553" y="170"/>
                    <a:pt x="1258" y="0"/>
                    <a:pt x="951" y="0"/>
                  </a:cubicBezTo>
                  <a:close/>
                </a:path>
              </a:pathLst>
            </a:custGeom>
            <a:solidFill>
              <a:srgbClr val="FFFD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24"/>
            <p:cNvSpPr/>
            <p:nvPr/>
          </p:nvSpPr>
          <p:spPr>
            <a:xfrm>
              <a:off x="5816966" y="1752247"/>
              <a:ext cx="91460" cy="70700"/>
            </a:xfrm>
            <a:custGeom>
              <a:rect b="b" l="l" r="r" t="t"/>
              <a:pathLst>
                <a:path extrusionOk="0" h="1553" w="2009">
                  <a:moveTo>
                    <a:pt x="1004" y="0"/>
                  </a:moveTo>
                  <a:cubicBezTo>
                    <a:pt x="0" y="0"/>
                    <a:pt x="0" y="1552"/>
                    <a:pt x="1004" y="1552"/>
                  </a:cubicBezTo>
                  <a:cubicBezTo>
                    <a:pt x="2009" y="1552"/>
                    <a:pt x="2009" y="0"/>
                    <a:pt x="1004" y="0"/>
                  </a:cubicBezTo>
                  <a:close/>
                </a:path>
              </a:pathLst>
            </a:custGeom>
            <a:solidFill>
              <a:srgbClr val="FFFD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24"/>
            <p:cNvSpPr/>
            <p:nvPr/>
          </p:nvSpPr>
          <p:spPr>
            <a:xfrm>
              <a:off x="3789649" y="1929754"/>
              <a:ext cx="200583" cy="245243"/>
            </a:xfrm>
            <a:custGeom>
              <a:rect b="b" l="l" r="r" t="t"/>
              <a:pathLst>
                <a:path extrusionOk="0" h="5387" w="4406">
                  <a:moveTo>
                    <a:pt x="3127" y="0"/>
                  </a:moveTo>
                  <a:lnTo>
                    <a:pt x="0" y="868"/>
                  </a:lnTo>
                  <a:lnTo>
                    <a:pt x="1278" y="5387"/>
                  </a:lnTo>
                  <a:lnTo>
                    <a:pt x="4405" y="4520"/>
                  </a:lnTo>
                  <a:lnTo>
                    <a:pt x="312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24"/>
            <p:cNvSpPr/>
            <p:nvPr/>
          </p:nvSpPr>
          <p:spPr>
            <a:xfrm>
              <a:off x="3587017" y="2087856"/>
              <a:ext cx="845854" cy="990988"/>
            </a:xfrm>
            <a:custGeom>
              <a:rect b="b" l="l" r="r" t="t"/>
              <a:pathLst>
                <a:path extrusionOk="0" h="21768" w="18580">
                  <a:moveTo>
                    <a:pt x="8856" y="1"/>
                  </a:moveTo>
                  <a:lnTo>
                    <a:pt x="5729" y="868"/>
                  </a:lnTo>
                  <a:cubicBezTo>
                    <a:pt x="5729" y="868"/>
                    <a:pt x="0" y="14677"/>
                    <a:pt x="12714" y="21616"/>
                  </a:cubicBezTo>
                  <a:cubicBezTo>
                    <a:pt x="12906" y="21719"/>
                    <a:pt x="13115" y="21767"/>
                    <a:pt x="13321" y="21767"/>
                  </a:cubicBezTo>
                  <a:cubicBezTo>
                    <a:pt x="13849" y="21767"/>
                    <a:pt x="14359" y="21450"/>
                    <a:pt x="14540" y="20909"/>
                  </a:cubicBezTo>
                  <a:cubicBezTo>
                    <a:pt x="15841" y="17257"/>
                    <a:pt x="18580" y="6939"/>
                    <a:pt x="885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24"/>
            <p:cNvSpPr/>
            <p:nvPr/>
          </p:nvSpPr>
          <p:spPr>
            <a:xfrm>
              <a:off x="3900593" y="2025168"/>
              <a:ext cx="513613" cy="1101386"/>
            </a:xfrm>
            <a:custGeom>
              <a:rect b="b" l="l" r="r" t="t"/>
              <a:pathLst>
                <a:path extrusionOk="0" h="24193" w="11282">
                  <a:moveTo>
                    <a:pt x="1512" y="1"/>
                  </a:moveTo>
                  <a:cubicBezTo>
                    <a:pt x="708" y="1"/>
                    <a:pt x="1" y="961"/>
                    <a:pt x="781" y="1560"/>
                  </a:cubicBezTo>
                  <a:cubicBezTo>
                    <a:pt x="7309" y="6627"/>
                    <a:pt x="9250" y="15461"/>
                    <a:pt x="5255" y="22765"/>
                  </a:cubicBezTo>
                  <a:cubicBezTo>
                    <a:pt x="4845" y="23506"/>
                    <a:pt x="5503" y="24193"/>
                    <a:pt x="6144" y="24193"/>
                  </a:cubicBezTo>
                  <a:cubicBezTo>
                    <a:pt x="6431" y="24193"/>
                    <a:pt x="6715" y="24055"/>
                    <a:pt x="6899" y="23724"/>
                  </a:cubicBezTo>
                  <a:cubicBezTo>
                    <a:pt x="11281" y="15735"/>
                    <a:pt x="9341" y="5829"/>
                    <a:pt x="2128" y="214"/>
                  </a:cubicBezTo>
                  <a:cubicBezTo>
                    <a:pt x="1932" y="64"/>
                    <a:pt x="1719" y="1"/>
                    <a:pt x="1512"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24"/>
            <p:cNvSpPr/>
            <p:nvPr/>
          </p:nvSpPr>
          <p:spPr>
            <a:xfrm>
              <a:off x="3818739" y="2220197"/>
              <a:ext cx="128289" cy="472367"/>
            </a:xfrm>
            <a:custGeom>
              <a:rect b="b" l="l" r="r" t="t"/>
              <a:pathLst>
                <a:path extrusionOk="0" h="10376" w="2818">
                  <a:moveTo>
                    <a:pt x="1378" y="1"/>
                  </a:moveTo>
                  <a:cubicBezTo>
                    <a:pt x="1071" y="1"/>
                    <a:pt x="776" y="171"/>
                    <a:pt x="685" y="563"/>
                  </a:cubicBezTo>
                  <a:cubicBezTo>
                    <a:pt x="0" y="3690"/>
                    <a:pt x="137" y="6794"/>
                    <a:pt x="1119" y="9830"/>
                  </a:cubicBezTo>
                  <a:cubicBezTo>
                    <a:pt x="1246" y="10211"/>
                    <a:pt x="1560" y="10376"/>
                    <a:pt x="1873" y="10376"/>
                  </a:cubicBezTo>
                  <a:cubicBezTo>
                    <a:pt x="2347" y="10376"/>
                    <a:pt x="2818" y="9997"/>
                    <a:pt x="2625" y="9419"/>
                  </a:cubicBezTo>
                  <a:cubicBezTo>
                    <a:pt x="1712" y="6635"/>
                    <a:pt x="1552" y="3827"/>
                    <a:pt x="2191" y="974"/>
                  </a:cubicBezTo>
                  <a:cubicBezTo>
                    <a:pt x="2328" y="385"/>
                    <a:pt x="1840" y="1"/>
                    <a:pt x="1378" y="1"/>
                  </a:cubicBezTo>
                  <a:close/>
                </a:path>
              </a:pathLst>
            </a:custGeom>
            <a:solidFill>
              <a:srgbClr val="FFFD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24"/>
            <p:cNvSpPr/>
            <p:nvPr/>
          </p:nvSpPr>
          <p:spPr>
            <a:xfrm>
              <a:off x="3894584" y="2701986"/>
              <a:ext cx="92507" cy="71747"/>
            </a:xfrm>
            <a:custGeom>
              <a:rect b="b" l="l" r="r" t="t"/>
              <a:pathLst>
                <a:path extrusionOk="0" h="1576" w="2032">
                  <a:moveTo>
                    <a:pt x="1005" y="0"/>
                  </a:moveTo>
                  <a:cubicBezTo>
                    <a:pt x="0" y="0"/>
                    <a:pt x="0" y="1575"/>
                    <a:pt x="1005" y="1575"/>
                  </a:cubicBezTo>
                  <a:cubicBezTo>
                    <a:pt x="2032" y="1575"/>
                    <a:pt x="2032" y="0"/>
                    <a:pt x="1005" y="0"/>
                  </a:cubicBezTo>
                  <a:close/>
                </a:path>
              </a:pathLst>
            </a:custGeom>
            <a:solidFill>
              <a:srgbClr val="FFFD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86" name="Google Shape;686;p2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chonology 2">
  <p:cSld name="CUSTOM_11">
    <p:spTree>
      <p:nvGrpSpPr>
        <p:cNvPr id="687" name="Shape 687"/>
        <p:cNvGrpSpPr/>
        <p:nvPr/>
      </p:nvGrpSpPr>
      <p:grpSpPr>
        <a:xfrm>
          <a:off x="0" y="0"/>
          <a:ext cx="0" cy="0"/>
          <a:chOff x="0" y="0"/>
          <a:chExt cx="0" cy="0"/>
        </a:xfrm>
      </p:grpSpPr>
      <p:sp>
        <p:nvSpPr>
          <p:cNvPr id="688" name="Google Shape;688;p25"/>
          <p:cNvSpPr txBox="1"/>
          <p:nvPr>
            <p:ph type="title"/>
          </p:nvPr>
        </p:nvSpPr>
        <p:spPr>
          <a:xfrm flipH="1">
            <a:off x="4784538" y="1748650"/>
            <a:ext cx="3423000" cy="7155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None/>
              <a:defRPr sz="30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689" name="Google Shape;689;p25"/>
          <p:cNvSpPr txBox="1"/>
          <p:nvPr>
            <p:ph idx="1" type="body"/>
          </p:nvPr>
        </p:nvSpPr>
        <p:spPr>
          <a:xfrm flipH="1">
            <a:off x="4784538" y="2283100"/>
            <a:ext cx="3423000" cy="1119300"/>
          </a:xfrm>
          <a:prstGeom prst="rect">
            <a:avLst/>
          </a:prstGeom>
        </p:spPr>
        <p:txBody>
          <a:bodyPr anchorCtr="0" anchor="t" bIns="91425" lIns="91425" spcFirstLastPara="1" rIns="91425" wrap="square" tIns="91425">
            <a:noAutofit/>
          </a:bodyPr>
          <a:lstStyle>
            <a:lvl1pPr indent="-304800" lvl="0" marL="457200" rtl="0" algn="ctr">
              <a:lnSpc>
                <a:spcPct val="100000"/>
              </a:lnSpc>
              <a:spcBef>
                <a:spcPts val="0"/>
              </a:spcBef>
              <a:spcAft>
                <a:spcPts val="0"/>
              </a:spcAft>
              <a:buSzPts val="1200"/>
              <a:buChar char="●"/>
              <a:defRPr sz="16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grpSp>
        <p:nvGrpSpPr>
          <p:cNvPr id="690" name="Google Shape;690;p25"/>
          <p:cNvGrpSpPr/>
          <p:nvPr/>
        </p:nvGrpSpPr>
        <p:grpSpPr>
          <a:xfrm flipH="1" rot="-2199938">
            <a:off x="6483426" y="-440119"/>
            <a:ext cx="1641243" cy="1466815"/>
            <a:chOff x="3536075" y="659925"/>
            <a:chExt cx="2759951" cy="2466630"/>
          </a:xfrm>
        </p:grpSpPr>
        <p:sp>
          <p:nvSpPr>
            <p:cNvPr id="691" name="Google Shape;691;p25"/>
            <p:cNvSpPr/>
            <p:nvPr/>
          </p:nvSpPr>
          <p:spPr>
            <a:xfrm>
              <a:off x="3536075" y="659925"/>
              <a:ext cx="2269649" cy="1912733"/>
            </a:xfrm>
            <a:custGeom>
              <a:rect b="b" l="l" r="r" t="t"/>
              <a:pathLst>
                <a:path extrusionOk="0" h="42015" w="49855">
                  <a:moveTo>
                    <a:pt x="21089" y="25971"/>
                  </a:moveTo>
                  <a:lnTo>
                    <a:pt x="21089" y="25971"/>
                  </a:lnTo>
                  <a:cubicBezTo>
                    <a:pt x="23205" y="26490"/>
                    <a:pt x="25348" y="27512"/>
                    <a:pt x="26341" y="29335"/>
                  </a:cubicBezTo>
                  <a:cubicBezTo>
                    <a:pt x="27049" y="30613"/>
                    <a:pt x="27049" y="32690"/>
                    <a:pt x="25611" y="33512"/>
                  </a:cubicBezTo>
                  <a:cubicBezTo>
                    <a:pt x="25225" y="33735"/>
                    <a:pt x="24834" y="33832"/>
                    <a:pt x="24452" y="33832"/>
                  </a:cubicBezTo>
                  <a:cubicBezTo>
                    <a:pt x="23068" y="33832"/>
                    <a:pt x="21792" y="32560"/>
                    <a:pt x="21274" y="31344"/>
                  </a:cubicBezTo>
                  <a:cubicBezTo>
                    <a:pt x="20545" y="29638"/>
                    <a:pt x="20595" y="27751"/>
                    <a:pt x="21089" y="25971"/>
                  </a:cubicBezTo>
                  <a:close/>
                  <a:moveTo>
                    <a:pt x="48569" y="0"/>
                  </a:moveTo>
                  <a:cubicBezTo>
                    <a:pt x="48290" y="0"/>
                    <a:pt x="48022" y="142"/>
                    <a:pt x="47865" y="484"/>
                  </a:cubicBezTo>
                  <a:cubicBezTo>
                    <a:pt x="44487" y="7994"/>
                    <a:pt x="36087" y="10367"/>
                    <a:pt x="29445" y="14088"/>
                  </a:cubicBezTo>
                  <a:cubicBezTo>
                    <a:pt x="25584" y="16259"/>
                    <a:pt x="21564" y="19621"/>
                    <a:pt x="19778" y="23808"/>
                  </a:cubicBezTo>
                  <a:lnTo>
                    <a:pt x="19778" y="23808"/>
                  </a:lnTo>
                  <a:cubicBezTo>
                    <a:pt x="18930" y="23705"/>
                    <a:pt x="18078" y="23657"/>
                    <a:pt x="17250" y="23657"/>
                  </a:cubicBezTo>
                  <a:cubicBezTo>
                    <a:pt x="15666" y="23657"/>
                    <a:pt x="14172" y="23832"/>
                    <a:pt x="12965" y="24131"/>
                  </a:cubicBezTo>
                  <a:cubicBezTo>
                    <a:pt x="5228" y="26025"/>
                    <a:pt x="1" y="33238"/>
                    <a:pt x="46" y="41090"/>
                  </a:cubicBezTo>
                  <a:cubicBezTo>
                    <a:pt x="58" y="41706"/>
                    <a:pt x="537" y="42015"/>
                    <a:pt x="1011" y="42015"/>
                  </a:cubicBezTo>
                  <a:cubicBezTo>
                    <a:pt x="1484" y="42015"/>
                    <a:pt x="1952" y="41706"/>
                    <a:pt x="1941" y="41090"/>
                  </a:cubicBezTo>
                  <a:cubicBezTo>
                    <a:pt x="1918" y="35407"/>
                    <a:pt x="4931" y="29929"/>
                    <a:pt x="10021" y="27258"/>
                  </a:cubicBezTo>
                  <a:cubicBezTo>
                    <a:pt x="12235" y="26084"/>
                    <a:pt x="14742" y="25510"/>
                    <a:pt x="17239" y="25510"/>
                  </a:cubicBezTo>
                  <a:cubicBezTo>
                    <a:pt x="17703" y="25510"/>
                    <a:pt x="18165" y="25530"/>
                    <a:pt x="18626" y="25569"/>
                  </a:cubicBezTo>
                  <a:cubicBezTo>
                    <a:pt x="18801" y="25584"/>
                    <a:pt x="18980" y="25602"/>
                    <a:pt x="19163" y="25624"/>
                  </a:cubicBezTo>
                  <a:lnTo>
                    <a:pt x="19163" y="25624"/>
                  </a:lnTo>
                  <a:cubicBezTo>
                    <a:pt x="18795" y="27085"/>
                    <a:pt x="18709" y="28631"/>
                    <a:pt x="18991" y="30248"/>
                  </a:cubicBezTo>
                  <a:cubicBezTo>
                    <a:pt x="19465" y="33021"/>
                    <a:pt x="21452" y="35705"/>
                    <a:pt x="24492" y="35705"/>
                  </a:cubicBezTo>
                  <a:cubicBezTo>
                    <a:pt x="24530" y="35705"/>
                    <a:pt x="24568" y="35704"/>
                    <a:pt x="24606" y="35703"/>
                  </a:cubicBezTo>
                  <a:cubicBezTo>
                    <a:pt x="27391" y="35635"/>
                    <a:pt x="28989" y="32964"/>
                    <a:pt x="28669" y="30385"/>
                  </a:cubicBezTo>
                  <a:cubicBezTo>
                    <a:pt x="28220" y="26867"/>
                    <a:pt x="25218" y="24973"/>
                    <a:pt x="21756" y="24157"/>
                  </a:cubicBezTo>
                  <a:lnTo>
                    <a:pt x="21756" y="24157"/>
                  </a:lnTo>
                  <a:cubicBezTo>
                    <a:pt x="21993" y="23638"/>
                    <a:pt x="22262" y="23140"/>
                    <a:pt x="22552" y="22670"/>
                  </a:cubicBezTo>
                  <a:cubicBezTo>
                    <a:pt x="25679" y="17603"/>
                    <a:pt x="31340" y="15183"/>
                    <a:pt x="36475" y="12673"/>
                  </a:cubicBezTo>
                  <a:cubicBezTo>
                    <a:pt x="41680" y="10116"/>
                    <a:pt x="47021" y="6966"/>
                    <a:pt x="49509" y="1443"/>
                  </a:cubicBezTo>
                  <a:cubicBezTo>
                    <a:pt x="49854" y="689"/>
                    <a:pt x="49184" y="0"/>
                    <a:pt x="4856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25"/>
            <p:cNvSpPr/>
            <p:nvPr/>
          </p:nvSpPr>
          <p:spPr>
            <a:xfrm>
              <a:off x="5364949" y="1024852"/>
              <a:ext cx="253574" cy="257763"/>
            </a:xfrm>
            <a:custGeom>
              <a:rect b="b" l="l" r="r" t="t"/>
              <a:pathLst>
                <a:path extrusionOk="0" h="5662" w="5570">
                  <a:moveTo>
                    <a:pt x="2420" y="0"/>
                  </a:moveTo>
                  <a:lnTo>
                    <a:pt x="0" y="2169"/>
                  </a:lnTo>
                  <a:lnTo>
                    <a:pt x="3150" y="5661"/>
                  </a:lnTo>
                  <a:lnTo>
                    <a:pt x="5570" y="3493"/>
                  </a:lnTo>
                  <a:lnTo>
                    <a:pt x="2420"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25"/>
            <p:cNvSpPr/>
            <p:nvPr/>
          </p:nvSpPr>
          <p:spPr>
            <a:xfrm>
              <a:off x="5508352" y="1183824"/>
              <a:ext cx="768917" cy="803334"/>
            </a:xfrm>
            <a:custGeom>
              <a:rect b="b" l="l" r="r" t="t"/>
              <a:pathLst>
                <a:path extrusionOk="0" h="17646" w="16890">
                  <a:moveTo>
                    <a:pt x="2420" y="1"/>
                  </a:moveTo>
                  <a:lnTo>
                    <a:pt x="0" y="2169"/>
                  </a:lnTo>
                  <a:cubicBezTo>
                    <a:pt x="0" y="2169"/>
                    <a:pt x="1004" y="17074"/>
                    <a:pt x="15476" y="17645"/>
                  </a:cubicBezTo>
                  <a:cubicBezTo>
                    <a:pt x="15488" y="17645"/>
                    <a:pt x="15501" y="17645"/>
                    <a:pt x="15513" y="17645"/>
                  </a:cubicBezTo>
                  <a:cubicBezTo>
                    <a:pt x="16272" y="17645"/>
                    <a:pt x="16889" y="16970"/>
                    <a:pt x="16799" y="16184"/>
                  </a:cubicBezTo>
                  <a:cubicBezTo>
                    <a:pt x="16320" y="12349"/>
                    <a:pt x="14220" y="1872"/>
                    <a:pt x="242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25"/>
            <p:cNvSpPr/>
            <p:nvPr/>
          </p:nvSpPr>
          <p:spPr>
            <a:xfrm>
              <a:off x="5543270" y="1138937"/>
              <a:ext cx="752756" cy="908952"/>
            </a:xfrm>
            <a:custGeom>
              <a:rect b="b" l="l" r="r" t="t"/>
              <a:pathLst>
                <a:path extrusionOk="0" h="19966" w="16535">
                  <a:moveTo>
                    <a:pt x="1388" y="0"/>
                  </a:moveTo>
                  <a:cubicBezTo>
                    <a:pt x="358" y="0"/>
                    <a:pt x="0" y="1599"/>
                    <a:pt x="1105" y="1854"/>
                  </a:cubicBezTo>
                  <a:cubicBezTo>
                    <a:pt x="9162" y="3703"/>
                    <a:pt x="14594" y="10801"/>
                    <a:pt x="14298" y="19041"/>
                  </a:cubicBezTo>
                  <a:cubicBezTo>
                    <a:pt x="14275" y="19658"/>
                    <a:pt x="14737" y="19966"/>
                    <a:pt x="15211" y="19966"/>
                  </a:cubicBezTo>
                  <a:cubicBezTo>
                    <a:pt x="15684" y="19966"/>
                    <a:pt x="16169" y="19658"/>
                    <a:pt x="16192" y="19041"/>
                  </a:cubicBezTo>
                  <a:cubicBezTo>
                    <a:pt x="16535" y="10003"/>
                    <a:pt x="10440" y="2037"/>
                    <a:pt x="1630" y="28"/>
                  </a:cubicBezTo>
                  <a:cubicBezTo>
                    <a:pt x="1546" y="9"/>
                    <a:pt x="1465" y="0"/>
                    <a:pt x="138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25"/>
            <p:cNvSpPr/>
            <p:nvPr/>
          </p:nvSpPr>
          <p:spPr>
            <a:xfrm>
              <a:off x="5557155" y="1345301"/>
              <a:ext cx="287855" cy="423610"/>
            </a:xfrm>
            <a:custGeom>
              <a:rect b="b" l="l" r="r" t="t"/>
              <a:pathLst>
                <a:path extrusionOk="0" h="9305" w="6323">
                  <a:moveTo>
                    <a:pt x="951" y="0"/>
                  </a:moveTo>
                  <a:cubicBezTo>
                    <a:pt x="489" y="0"/>
                    <a:pt x="1" y="384"/>
                    <a:pt x="138" y="973"/>
                  </a:cubicBezTo>
                  <a:cubicBezTo>
                    <a:pt x="891" y="4077"/>
                    <a:pt x="2420" y="6816"/>
                    <a:pt x="4657" y="9076"/>
                  </a:cubicBezTo>
                  <a:cubicBezTo>
                    <a:pt x="4818" y="9237"/>
                    <a:pt x="5000" y="9304"/>
                    <a:pt x="5177" y="9304"/>
                  </a:cubicBezTo>
                  <a:cubicBezTo>
                    <a:pt x="5779" y="9304"/>
                    <a:pt x="6322" y="8522"/>
                    <a:pt x="5776" y="7958"/>
                  </a:cubicBezTo>
                  <a:cubicBezTo>
                    <a:pt x="3721" y="5880"/>
                    <a:pt x="2329" y="3393"/>
                    <a:pt x="1644" y="562"/>
                  </a:cubicBezTo>
                  <a:cubicBezTo>
                    <a:pt x="1553" y="170"/>
                    <a:pt x="1258" y="0"/>
                    <a:pt x="951" y="0"/>
                  </a:cubicBezTo>
                  <a:close/>
                </a:path>
              </a:pathLst>
            </a:custGeom>
            <a:solidFill>
              <a:srgbClr val="FFFD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p25"/>
            <p:cNvSpPr/>
            <p:nvPr/>
          </p:nvSpPr>
          <p:spPr>
            <a:xfrm>
              <a:off x="5816966" y="1752247"/>
              <a:ext cx="91460" cy="70700"/>
            </a:xfrm>
            <a:custGeom>
              <a:rect b="b" l="l" r="r" t="t"/>
              <a:pathLst>
                <a:path extrusionOk="0" h="1553" w="2009">
                  <a:moveTo>
                    <a:pt x="1004" y="0"/>
                  </a:moveTo>
                  <a:cubicBezTo>
                    <a:pt x="0" y="0"/>
                    <a:pt x="0" y="1552"/>
                    <a:pt x="1004" y="1552"/>
                  </a:cubicBezTo>
                  <a:cubicBezTo>
                    <a:pt x="2009" y="1552"/>
                    <a:pt x="2009" y="0"/>
                    <a:pt x="1004" y="0"/>
                  </a:cubicBezTo>
                  <a:close/>
                </a:path>
              </a:pathLst>
            </a:custGeom>
            <a:solidFill>
              <a:srgbClr val="FFFD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 name="Google Shape;697;p25"/>
            <p:cNvSpPr/>
            <p:nvPr/>
          </p:nvSpPr>
          <p:spPr>
            <a:xfrm>
              <a:off x="3789649" y="1929754"/>
              <a:ext cx="200583" cy="245243"/>
            </a:xfrm>
            <a:custGeom>
              <a:rect b="b" l="l" r="r" t="t"/>
              <a:pathLst>
                <a:path extrusionOk="0" h="5387" w="4406">
                  <a:moveTo>
                    <a:pt x="3127" y="0"/>
                  </a:moveTo>
                  <a:lnTo>
                    <a:pt x="0" y="868"/>
                  </a:lnTo>
                  <a:lnTo>
                    <a:pt x="1278" y="5387"/>
                  </a:lnTo>
                  <a:lnTo>
                    <a:pt x="4405" y="4520"/>
                  </a:lnTo>
                  <a:lnTo>
                    <a:pt x="312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25"/>
            <p:cNvSpPr/>
            <p:nvPr/>
          </p:nvSpPr>
          <p:spPr>
            <a:xfrm>
              <a:off x="3587017" y="2087856"/>
              <a:ext cx="845854" cy="990988"/>
            </a:xfrm>
            <a:custGeom>
              <a:rect b="b" l="l" r="r" t="t"/>
              <a:pathLst>
                <a:path extrusionOk="0" h="21768" w="18580">
                  <a:moveTo>
                    <a:pt x="8856" y="1"/>
                  </a:moveTo>
                  <a:lnTo>
                    <a:pt x="5729" y="868"/>
                  </a:lnTo>
                  <a:cubicBezTo>
                    <a:pt x="5729" y="868"/>
                    <a:pt x="0" y="14677"/>
                    <a:pt x="12714" y="21616"/>
                  </a:cubicBezTo>
                  <a:cubicBezTo>
                    <a:pt x="12906" y="21719"/>
                    <a:pt x="13115" y="21767"/>
                    <a:pt x="13321" y="21767"/>
                  </a:cubicBezTo>
                  <a:cubicBezTo>
                    <a:pt x="13849" y="21767"/>
                    <a:pt x="14359" y="21450"/>
                    <a:pt x="14540" y="20909"/>
                  </a:cubicBezTo>
                  <a:cubicBezTo>
                    <a:pt x="15841" y="17257"/>
                    <a:pt x="18580" y="6939"/>
                    <a:pt x="885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25"/>
            <p:cNvSpPr/>
            <p:nvPr/>
          </p:nvSpPr>
          <p:spPr>
            <a:xfrm>
              <a:off x="3900593" y="2025168"/>
              <a:ext cx="513613" cy="1101386"/>
            </a:xfrm>
            <a:custGeom>
              <a:rect b="b" l="l" r="r" t="t"/>
              <a:pathLst>
                <a:path extrusionOk="0" h="24193" w="11282">
                  <a:moveTo>
                    <a:pt x="1512" y="1"/>
                  </a:moveTo>
                  <a:cubicBezTo>
                    <a:pt x="708" y="1"/>
                    <a:pt x="1" y="961"/>
                    <a:pt x="781" y="1560"/>
                  </a:cubicBezTo>
                  <a:cubicBezTo>
                    <a:pt x="7309" y="6627"/>
                    <a:pt x="9250" y="15461"/>
                    <a:pt x="5255" y="22765"/>
                  </a:cubicBezTo>
                  <a:cubicBezTo>
                    <a:pt x="4845" y="23506"/>
                    <a:pt x="5503" y="24193"/>
                    <a:pt x="6144" y="24193"/>
                  </a:cubicBezTo>
                  <a:cubicBezTo>
                    <a:pt x="6431" y="24193"/>
                    <a:pt x="6715" y="24055"/>
                    <a:pt x="6899" y="23724"/>
                  </a:cubicBezTo>
                  <a:cubicBezTo>
                    <a:pt x="11281" y="15735"/>
                    <a:pt x="9341" y="5829"/>
                    <a:pt x="2128" y="214"/>
                  </a:cubicBezTo>
                  <a:cubicBezTo>
                    <a:pt x="1932" y="64"/>
                    <a:pt x="1719" y="1"/>
                    <a:pt x="1512"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25"/>
            <p:cNvSpPr/>
            <p:nvPr/>
          </p:nvSpPr>
          <p:spPr>
            <a:xfrm>
              <a:off x="3818739" y="2220197"/>
              <a:ext cx="128289" cy="472367"/>
            </a:xfrm>
            <a:custGeom>
              <a:rect b="b" l="l" r="r" t="t"/>
              <a:pathLst>
                <a:path extrusionOk="0" h="10376" w="2818">
                  <a:moveTo>
                    <a:pt x="1378" y="1"/>
                  </a:moveTo>
                  <a:cubicBezTo>
                    <a:pt x="1071" y="1"/>
                    <a:pt x="776" y="171"/>
                    <a:pt x="685" y="563"/>
                  </a:cubicBezTo>
                  <a:cubicBezTo>
                    <a:pt x="0" y="3690"/>
                    <a:pt x="137" y="6794"/>
                    <a:pt x="1119" y="9830"/>
                  </a:cubicBezTo>
                  <a:cubicBezTo>
                    <a:pt x="1246" y="10211"/>
                    <a:pt x="1560" y="10376"/>
                    <a:pt x="1873" y="10376"/>
                  </a:cubicBezTo>
                  <a:cubicBezTo>
                    <a:pt x="2347" y="10376"/>
                    <a:pt x="2818" y="9997"/>
                    <a:pt x="2625" y="9419"/>
                  </a:cubicBezTo>
                  <a:cubicBezTo>
                    <a:pt x="1712" y="6635"/>
                    <a:pt x="1552" y="3827"/>
                    <a:pt x="2191" y="974"/>
                  </a:cubicBezTo>
                  <a:cubicBezTo>
                    <a:pt x="2328" y="385"/>
                    <a:pt x="1840" y="1"/>
                    <a:pt x="1378" y="1"/>
                  </a:cubicBezTo>
                  <a:close/>
                </a:path>
              </a:pathLst>
            </a:custGeom>
            <a:solidFill>
              <a:srgbClr val="FFFD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p25"/>
            <p:cNvSpPr/>
            <p:nvPr/>
          </p:nvSpPr>
          <p:spPr>
            <a:xfrm>
              <a:off x="3894584" y="2701986"/>
              <a:ext cx="92507" cy="71747"/>
            </a:xfrm>
            <a:custGeom>
              <a:rect b="b" l="l" r="r" t="t"/>
              <a:pathLst>
                <a:path extrusionOk="0" h="1576" w="2032">
                  <a:moveTo>
                    <a:pt x="1005" y="0"/>
                  </a:moveTo>
                  <a:cubicBezTo>
                    <a:pt x="0" y="0"/>
                    <a:pt x="0" y="1575"/>
                    <a:pt x="1005" y="1575"/>
                  </a:cubicBezTo>
                  <a:cubicBezTo>
                    <a:pt x="2032" y="1575"/>
                    <a:pt x="2032" y="0"/>
                    <a:pt x="1005" y="0"/>
                  </a:cubicBezTo>
                  <a:close/>
                </a:path>
              </a:pathLst>
            </a:custGeom>
            <a:solidFill>
              <a:srgbClr val="FFFD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02" name="Google Shape;702;p2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12">
    <p:spTree>
      <p:nvGrpSpPr>
        <p:cNvPr id="703" name="Shape 703"/>
        <p:cNvGrpSpPr/>
        <p:nvPr/>
      </p:nvGrpSpPr>
      <p:grpSpPr>
        <a:xfrm>
          <a:off x="0" y="0"/>
          <a:ext cx="0" cy="0"/>
          <a:chOff x="0" y="0"/>
          <a:chExt cx="0" cy="0"/>
        </a:xfrm>
      </p:grpSpPr>
      <p:sp>
        <p:nvSpPr>
          <p:cNvPr id="704" name="Google Shape;704;p26"/>
          <p:cNvSpPr txBox="1"/>
          <p:nvPr>
            <p:ph type="ctrTitle"/>
          </p:nvPr>
        </p:nvSpPr>
        <p:spPr>
          <a:xfrm>
            <a:off x="720000" y="586900"/>
            <a:ext cx="7704000" cy="1231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70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705" name="Google Shape;705;p26"/>
          <p:cNvSpPr txBox="1"/>
          <p:nvPr>
            <p:ph idx="1" type="subTitle"/>
          </p:nvPr>
        </p:nvSpPr>
        <p:spPr>
          <a:xfrm>
            <a:off x="2628900" y="1589350"/>
            <a:ext cx="3867300" cy="1725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16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706" name="Google Shape;706;p26"/>
          <p:cNvSpPr txBox="1"/>
          <p:nvPr/>
        </p:nvSpPr>
        <p:spPr>
          <a:xfrm>
            <a:off x="1889700" y="3633925"/>
            <a:ext cx="5364600" cy="6522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300"/>
              </a:spcBef>
              <a:spcAft>
                <a:spcPts val="0"/>
              </a:spcAft>
              <a:buNone/>
            </a:pPr>
            <a:r>
              <a:rPr b="1" lang="en" sz="1200">
                <a:solidFill>
                  <a:schemeClr val="accent3"/>
                </a:solidFill>
                <a:latin typeface="Roboto"/>
                <a:ea typeface="Roboto"/>
                <a:cs typeface="Roboto"/>
                <a:sym typeface="Roboto"/>
              </a:rPr>
              <a:t>CREDITS:</a:t>
            </a:r>
            <a:r>
              <a:rPr lang="en" sz="1200">
                <a:solidFill>
                  <a:schemeClr val="accent3"/>
                </a:solidFill>
                <a:latin typeface="Roboto"/>
                <a:ea typeface="Roboto"/>
                <a:cs typeface="Roboto"/>
                <a:sym typeface="Roboto"/>
              </a:rPr>
              <a:t> This presentation template was created by </a:t>
            </a:r>
            <a:r>
              <a:rPr b="1" lang="en" sz="1200">
                <a:solidFill>
                  <a:schemeClr val="accent3"/>
                </a:solidFill>
                <a:uFill>
                  <a:noFill/>
                </a:uFill>
                <a:latin typeface="Roboto"/>
                <a:ea typeface="Roboto"/>
                <a:cs typeface="Roboto"/>
                <a:sym typeface="Roboto"/>
                <a:hlinkClick r:id="rId2">
                  <a:extLst>
                    <a:ext uri="{A12FA001-AC4F-418D-AE19-62706E023703}">
                      <ahyp:hlinkClr val="tx"/>
                    </a:ext>
                  </a:extLst>
                </a:hlinkClick>
              </a:rPr>
              <a:t>Slidesgo</a:t>
            </a:r>
            <a:r>
              <a:rPr lang="en" sz="1200">
                <a:solidFill>
                  <a:schemeClr val="accent3"/>
                </a:solidFill>
                <a:latin typeface="Roboto"/>
                <a:ea typeface="Roboto"/>
                <a:cs typeface="Roboto"/>
                <a:sym typeface="Roboto"/>
              </a:rPr>
              <a:t>, including icons by </a:t>
            </a:r>
            <a:r>
              <a:rPr b="1" lang="en" sz="1200">
                <a:solidFill>
                  <a:schemeClr val="accent3"/>
                </a:solidFill>
                <a:uFill>
                  <a:noFill/>
                </a:uFill>
                <a:latin typeface="Roboto"/>
                <a:ea typeface="Roboto"/>
                <a:cs typeface="Roboto"/>
                <a:sym typeface="Roboto"/>
                <a:hlinkClick r:id="rId3">
                  <a:extLst>
                    <a:ext uri="{A12FA001-AC4F-418D-AE19-62706E023703}">
                      <ahyp:hlinkClr val="tx"/>
                    </a:ext>
                  </a:extLst>
                </a:hlinkClick>
              </a:rPr>
              <a:t>Flaticon</a:t>
            </a:r>
            <a:r>
              <a:rPr lang="en" sz="1200">
                <a:solidFill>
                  <a:schemeClr val="accent3"/>
                </a:solidFill>
                <a:latin typeface="Roboto"/>
                <a:ea typeface="Roboto"/>
                <a:cs typeface="Roboto"/>
                <a:sym typeface="Roboto"/>
              </a:rPr>
              <a:t>, and infographics &amp; images by</a:t>
            </a:r>
            <a:r>
              <a:rPr b="1" lang="en" sz="1200">
                <a:solidFill>
                  <a:schemeClr val="accent3"/>
                </a:solidFill>
                <a:latin typeface="Roboto"/>
                <a:ea typeface="Roboto"/>
                <a:cs typeface="Roboto"/>
                <a:sym typeface="Roboto"/>
              </a:rPr>
              <a:t> </a:t>
            </a:r>
            <a:r>
              <a:rPr b="1" lang="en" sz="1200">
                <a:solidFill>
                  <a:schemeClr val="accent3"/>
                </a:solidFill>
                <a:uFill>
                  <a:noFill/>
                </a:uFill>
                <a:latin typeface="Roboto"/>
                <a:ea typeface="Roboto"/>
                <a:cs typeface="Roboto"/>
                <a:sym typeface="Roboto"/>
                <a:hlinkClick r:id="rId4">
                  <a:extLst>
                    <a:ext uri="{A12FA001-AC4F-418D-AE19-62706E023703}">
                      <ahyp:hlinkClr val="tx"/>
                    </a:ext>
                  </a:extLst>
                </a:hlinkClick>
              </a:rPr>
              <a:t>Freepik</a:t>
            </a:r>
            <a:endParaRPr sz="1200">
              <a:solidFill>
                <a:schemeClr val="accent3"/>
              </a:solidFill>
              <a:latin typeface="Roboto"/>
              <a:ea typeface="Roboto"/>
              <a:cs typeface="Roboto"/>
              <a:sym typeface="Roboto"/>
            </a:endParaRPr>
          </a:p>
        </p:txBody>
      </p:sp>
      <p:grpSp>
        <p:nvGrpSpPr>
          <p:cNvPr id="707" name="Google Shape;707;p26"/>
          <p:cNvGrpSpPr/>
          <p:nvPr/>
        </p:nvGrpSpPr>
        <p:grpSpPr>
          <a:xfrm flipH="1" rot="-5400000">
            <a:off x="7651903" y="3829878"/>
            <a:ext cx="598287" cy="911009"/>
            <a:chOff x="7686063" y="677323"/>
            <a:chExt cx="781665" cy="1190239"/>
          </a:xfrm>
        </p:grpSpPr>
        <p:sp>
          <p:nvSpPr>
            <p:cNvPr id="708" name="Google Shape;708;p26"/>
            <p:cNvSpPr/>
            <p:nvPr/>
          </p:nvSpPr>
          <p:spPr>
            <a:xfrm rot="-5400000">
              <a:off x="7867565" y="740675"/>
              <a:ext cx="380187" cy="575627"/>
            </a:xfrm>
            <a:custGeom>
              <a:rect b="b" l="l" r="r" t="t"/>
              <a:pathLst>
                <a:path extrusionOk="0" h="13510" w="8923">
                  <a:moveTo>
                    <a:pt x="4662" y="1"/>
                  </a:moveTo>
                  <a:cubicBezTo>
                    <a:pt x="4161" y="2758"/>
                    <a:pt x="3309" y="6016"/>
                    <a:pt x="0" y="6592"/>
                  </a:cubicBezTo>
                  <a:cubicBezTo>
                    <a:pt x="2757" y="7820"/>
                    <a:pt x="3910" y="10702"/>
                    <a:pt x="4161" y="13509"/>
                  </a:cubicBezTo>
                  <a:cubicBezTo>
                    <a:pt x="4662" y="10753"/>
                    <a:pt x="5815" y="7920"/>
                    <a:pt x="8923" y="7068"/>
                  </a:cubicBezTo>
                  <a:cubicBezTo>
                    <a:pt x="5589" y="5915"/>
                    <a:pt x="5439" y="3760"/>
                    <a:pt x="466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 name="Google Shape;709;p26"/>
            <p:cNvSpPr/>
            <p:nvPr/>
          </p:nvSpPr>
          <p:spPr>
            <a:xfrm>
              <a:off x="8268709" y="1375767"/>
              <a:ext cx="199020" cy="133788"/>
            </a:xfrm>
            <a:custGeom>
              <a:rect b="b" l="l" r="r" t="t"/>
              <a:pathLst>
                <a:path extrusionOk="0" h="3140" w="4671">
                  <a:moveTo>
                    <a:pt x="2205" y="0"/>
                  </a:moveTo>
                  <a:cubicBezTo>
                    <a:pt x="245" y="0"/>
                    <a:pt x="0" y="3140"/>
                    <a:pt x="2515" y="3140"/>
                  </a:cubicBezTo>
                  <a:cubicBezTo>
                    <a:pt x="4420" y="3140"/>
                    <a:pt x="4671" y="57"/>
                    <a:pt x="2365" y="7"/>
                  </a:cubicBezTo>
                  <a:cubicBezTo>
                    <a:pt x="2310" y="2"/>
                    <a:pt x="2257" y="0"/>
                    <a:pt x="220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 name="Google Shape;710;p26"/>
            <p:cNvSpPr/>
            <p:nvPr/>
          </p:nvSpPr>
          <p:spPr>
            <a:xfrm>
              <a:off x="7781470" y="677323"/>
              <a:ext cx="94227" cy="63352"/>
            </a:xfrm>
            <a:custGeom>
              <a:rect b="b" l="l" r="r" t="t"/>
              <a:pathLst>
                <a:path extrusionOk="0" h="2361" w="3512">
                  <a:moveTo>
                    <a:pt x="1668" y="0"/>
                  </a:moveTo>
                  <a:cubicBezTo>
                    <a:pt x="192" y="0"/>
                    <a:pt x="1" y="2361"/>
                    <a:pt x="1908" y="2361"/>
                  </a:cubicBezTo>
                  <a:cubicBezTo>
                    <a:pt x="3336" y="2361"/>
                    <a:pt x="3512" y="55"/>
                    <a:pt x="1782" y="5"/>
                  </a:cubicBezTo>
                  <a:cubicBezTo>
                    <a:pt x="1743" y="2"/>
                    <a:pt x="1705" y="0"/>
                    <a:pt x="166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26"/>
            <p:cNvSpPr/>
            <p:nvPr/>
          </p:nvSpPr>
          <p:spPr>
            <a:xfrm>
              <a:off x="7686063" y="1316307"/>
              <a:ext cx="114785" cy="77120"/>
            </a:xfrm>
            <a:custGeom>
              <a:rect b="b" l="l" r="r" t="t"/>
              <a:pathLst>
                <a:path extrusionOk="0" h="1810" w="2694">
                  <a:moveTo>
                    <a:pt x="1275" y="1"/>
                  </a:moveTo>
                  <a:cubicBezTo>
                    <a:pt x="153" y="1"/>
                    <a:pt x="1" y="1809"/>
                    <a:pt x="1466" y="1809"/>
                  </a:cubicBezTo>
                  <a:cubicBezTo>
                    <a:pt x="2569" y="1809"/>
                    <a:pt x="2694" y="30"/>
                    <a:pt x="1366" y="5"/>
                  </a:cubicBezTo>
                  <a:cubicBezTo>
                    <a:pt x="1335" y="2"/>
                    <a:pt x="1305" y="1"/>
                    <a:pt x="127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26"/>
            <p:cNvSpPr/>
            <p:nvPr/>
          </p:nvSpPr>
          <p:spPr>
            <a:xfrm rot="-4051685">
              <a:off x="7818735" y="1548808"/>
              <a:ext cx="211327" cy="319931"/>
            </a:xfrm>
            <a:custGeom>
              <a:rect b="b" l="l" r="r" t="t"/>
              <a:pathLst>
                <a:path extrusionOk="0" h="13510" w="8923">
                  <a:moveTo>
                    <a:pt x="4662" y="1"/>
                  </a:moveTo>
                  <a:cubicBezTo>
                    <a:pt x="4161" y="2758"/>
                    <a:pt x="3309" y="6016"/>
                    <a:pt x="0" y="6592"/>
                  </a:cubicBezTo>
                  <a:cubicBezTo>
                    <a:pt x="2757" y="7820"/>
                    <a:pt x="3910" y="10702"/>
                    <a:pt x="4161" y="13509"/>
                  </a:cubicBezTo>
                  <a:cubicBezTo>
                    <a:pt x="4662" y="10753"/>
                    <a:pt x="5815" y="7920"/>
                    <a:pt x="8923" y="7068"/>
                  </a:cubicBezTo>
                  <a:cubicBezTo>
                    <a:pt x="5589" y="5915"/>
                    <a:pt x="5439" y="3760"/>
                    <a:pt x="466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3" name="Google Shape;713;p26"/>
          <p:cNvGrpSpPr/>
          <p:nvPr/>
        </p:nvGrpSpPr>
        <p:grpSpPr>
          <a:xfrm rot="5400000">
            <a:off x="888704" y="3824769"/>
            <a:ext cx="598287" cy="921227"/>
            <a:chOff x="7686063" y="677323"/>
            <a:chExt cx="781665" cy="1203589"/>
          </a:xfrm>
        </p:grpSpPr>
        <p:sp>
          <p:nvSpPr>
            <p:cNvPr id="714" name="Google Shape;714;p26"/>
            <p:cNvSpPr/>
            <p:nvPr/>
          </p:nvSpPr>
          <p:spPr>
            <a:xfrm rot="-5400000">
              <a:off x="7867565" y="740675"/>
              <a:ext cx="380187" cy="575627"/>
            </a:xfrm>
            <a:custGeom>
              <a:rect b="b" l="l" r="r" t="t"/>
              <a:pathLst>
                <a:path extrusionOk="0" h="13510" w="8923">
                  <a:moveTo>
                    <a:pt x="4662" y="1"/>
                  </a:moveTo>
                  <a:cubicBezTo>
                    <a:pt x="4161" y="2758"/>
                    <a:pt x="3309" y="6016"/>
                    <a:pt x="0" y="6592"/>
                  </a:cubicBezTo>
                  <a:cubicBezTo>
                    <a:pt x="2757" y="7820"/>
                    <a:pt x="3910" y="10702"/>
                    <a:pt x="4161" y="13509"/>
                  </a:cubicBezTo>
                  <a:cubicBezTo>
                    <a:pt x="4662" y="10753"/>
                    <a:pt x="5815" y="7920"/>
                    <a:pt x="8923" y="7068"/>
                  </a:cubicBezTo>
                  <a:cubicBezTo>
                    <a:pt x="5589" y="5915"/>
                    <a:pt x="5439" y="3760"/>
                    <a:pt x="466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26"/>
            <p:cNvSpPr/>
            <p:nvPr/>
          </p:nvSpPr>
          <p:spPr>
            <a:xfrm>
              <a:off x="8268709" y="1375767"/>
              <a:ext cx="199020" cy="133788"/>
            </a:xfrm>
            <a:custGeom>
              <a:rect b="b" l="l" r="r" t="t"/>
              <a:pathLst>
                <a:path extrusionOk="0" h="3140" w="4671">
                  <a:moveTo>
                    <a:pt x="2205" y="0"/>
                  </a:moveTo>
                  <a:cubicBezTo>
                    <a:pt x="245" y="0"/>
                    <a:pt x="0" y="3140"/>
                    <a:pt x="2515" y="3140"/>
                  </a:cubicBezTo>
                  <a:cubicBezTo>
                    <a:pt x="4420" y="3140"/>
                    <a:pt x="4671" y="57"/>
                    <a:pt x="2365" y="7"/>
                  </a:cubicBezTo>
                  <a:cubicBezTo>
                    <a:pt x="2310" y="2"/>
                    <a:pt x="2257" y="0"/>
                    <a:pt x="220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p26"/>
            <p:cNvSpPr/>
            <p:nvPr/>
          </p:nvSpPr>
          <p:spPr>
            <a:xfrm>
              <a:off x="7781470" y="677323"/>
              <a:ext cx="94227" cy="63352"/>
            </a:xfrm>
            <a:custGeom>
              <a:rect b="b" l="l" r="r" t="t"/>
              <a:pathLst>
                <a:path extrusionOk="0" h="2361" w="3512">
                  <a:moveTo>
                    <a:pt x="1668" y="0"/>
                  </a:moveTo>
                  <a:cubicBezTo>
                    <a:pt x="192" y="0"/>
                    <a:pt x="1" y="2361"/>
                    <a:pt x="1908" y="2361"/>
                  </a:cubicBezTo>
                  <a:cubicBezTo>
                    <a:pt x="3336" y="2361"/>
                    <a:pt x="3512" y="55"/>
                    <a:pt x="1782" y="5"/>
                  </a:cubicBezTo>
                  <a:cubicBezTo>
                    <a:pt x="1743" y="2"/>
                    <a:pt x="1705" y="0"/>
                    <a:pt x="166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26"/>
            <p:cNvSpPr/>
            <p:nvPr/>
          </p:nvSpPr>
          <p:spPr>
            <a:xfrm>
              <a:off x="7686063" y="1316307"/>
              <a:ext cx="114785" cy="77120"/>
            </a:xfrm>
            <a:custGeom>
              <a:rect b="b" l="l" r="r" t="t"/>
              <a:pathLst>
                <a:path extrusionOk="0" h="1810" w="2694">
                  <a:moveTo>
                    <a:pt x="1275" y="1"/>
                  </a:moveTo>
                  <a:cubicBezTo>
                    <a:pt x="153" y="1"/>
                    <a:pt x="1" y="1809"/>
                    <a:pt x="1466" y="1809"/>
                  </a:cubicBezTo>
                  <a:cubicBezTo>
                    <a:pt x="2569" y="1809"/>
                    <a:pt x="2694" y="30"/>
                    <a:pt x="1366" y="5"/>
                  </a:cubicBezTo>
                  <a:cubicBezTo>
                    <a:pt x="1335" y="2"/>
                    <a:pt x="1305" y="1"/>
                    <a:pt x="127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26"/>
            <p:cNvSpPr/>
            <p:nvPr/>
          </p:nvSpPr>
          <p:spPr>
            <a:xfrm rot="-3574165">
              <a:off x="7818749" y="1548808"/>
              <a:ext cx="211318" cy="319949"/>
            </a:xfrm>
            <a:custGeom>
              <a:rect b="b" l="l" r="r" t="t"/>
              <a:pathLst>
                <a:path extrusionOk="0" h="13510" w="8923">
                  <a:moveTo>
                    <a:pt x="4662" y="1"/>
                  </a:moveTo>
                  <a:cubicBezTo>
                    <a:pt x="4161" y="2758"/>
                    <a:pt x="3309" y="6016"/>
                    <a:pt x="0" y="6592"/>
                  </a:cubicBezTo>
                  <a:cubicBezTo>
                    <a:pt x="2757" y="7820"/>
                    <a:pt x="3910" y="10702"/>
                    <a:pt x="4161" y="13509"/>
                  </a:cubicBezTo>
                  <a:cubicBezTo>
                    <a:pt x="4662" y="10753"/>
                    <a:pt x="5815" y="7920"/>
                    <a:pt x="8923" y="7068"/>
                  </a:cubicBezTo>
                  <a:cubicBezTo>
                    <a:pt x="5589" y="5915"/>
                    <a:pt x="5439" y="3760"/>
                    <a:pt x="466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9" name="Google Shape;719;p26"/>
          <p:cNvGrpSpPr/>
          <p:nvPr/>
        </p:nvGrpSpPr>
        <p:grpSpPr>
          <a:xfrm rot="-6329544">
            <a:off x="521511" y="2105442"/>
            <a:ext cx="1881870" cy="1143342"/>
            <a:chOff x="4422200" y="1605489"/>
            <a:chExt cx="3671784" cy="2230815"/>
          </a:xfrm>
        </p:grpSpPr>
        <p:sp>
          <p:nvSpPr>
            <p:cNvPr id="720" name="Google Shape;720;p26"/>
            <p:cNvSpPr/>
            <p:nvPr/>
          </p:nvSpPr>
          <p:spPr>
            <a:xfrm>
              <a:off x="4422200" y="1605489"/>
              <a:ext cx="1800986" cy="1664339"/>
            </a:xfrm>
            <a:custGeom>
              <a:rect b="b" l="l" r="r" t="t"/>
              <a:pathLst>
                <a:path extrusionOk="0" h="31083" w="33635">
                  <a:moveTo>
                    <a:pt x="4965" y="0"/>
                  </a:moveTo>
                  <a:cubicBezTo>
                    <a:pt x="3984" y="0"/>
                    <a:pt x="3162" y="351"/>
                    <a:pt x="2632" y="1160"/>
                  </a:cubicBezTo>
                  <a:cubicBezTo>
                    <a:pt x="0" y="5095"/>
                    <a:pt x="6592" y="9832"/>
                    <a:pt x="11003" y="12238"/>
                  </a:cubicBezTo>
                  <a:cubicBezTo>
                    <a:pt x="10357" y="12170"/>
                    <a:pt x="9768" y="12138"/>
                    <a:pt x="9233" y="12138"/>
                  </a:cubicBezTo>
                  <a:cubicBezTo>
                    <a:pt x="38" y="12138"/>
                    <a:pt x="6883" y="21641"/>
                    <a:pt x="15060" y="21641"/>
                  </a:cubicBezTo>
                  <a:cubicBezTo>
                    <a:pt x="15170" y="21641"/>
                    <a:pt x="15279" y="21640"/>
                    <a:pt x="15389" y="21636"/>
                  </a:cubicBezTo>
                  <a:lnTo>
                    <a:pt x="15389" y="21636"/>
                  </a:lnTo>
                  <a:cubicBezTo>
                    <a:pt x="3991" y="26299"/>
                    <a:pt x="14561" y="31082"/>
                    <a:pt x="25308" y="31082"/>
                  </a:cubicBezTo>
                  <a:cubicBezTo>
                    <a:pt x="27558" y="31082"/>
                    <a:pt x="29815" y="30872"/>
                    <a:pt x="31880" y="30408"/>
                  </a:cubicBezTo>
                  <a:lnTo>
                    <a:pt x="33108" y="29105"/>
                  </a:lnTo>
                  <a:cubicBezTo>
                    <a:pt x="33108" y="22213"/>
                    <a:pt x="33635" y="8228"/>
                    <a:pt x="28948" y="7626"/>
                  </a:cubicBezTo>
                  <a:cubicBezTo>
                    <a:pt x="28713" y="7570"/>
                    <a:pt x="28493" y="7544"/>
                    <a:pt x="28286" y="7544"/>
                  </a:cubicBezTo>
                  <a:cubicBezTo>
                    <a:pt x="26075" y="7544"/>
                    <a:pt x="25306" y="10519"/>
                    <a:pt x="24161" y="12238"/>
                  </a:cubicBezTo>
                  <a:cubicBezTo>
                    <a:pt x="24620" y="7630"/>
                    <a:pt x="21345" y="2528"/>
                    <a:pt x="18500" y="2528"/>
                  </a:cubicBezTo>
                  <a:cubicBezTo>
                    <a:pt x="16996" y="2528"/>
                    <a:pt x="15613" y="3952"/>
                    <a:pt x="14963" y="7626"/>
                  </a:cubicBezTo>
                  <a:cubicBezTo>
                    <a:pt x="13173" y="3835"/>
                    <a:pt x="8207" y="0"/>
                    <a:pt x="496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26"/>
            <p:cNvSpPr/>
            <p:nvPr/>
          </p:nvSpPr>
          <p:spPr>
            <a:xfrm>
              <a:off x="4899939" y="1950753"/>
              <a:ext cx="1248134" cy="1278976"/>
            </a:xfrm>
            <a:custGeom>
              <a:rect b="b" l="l" r="r" t="t"/>
              <a:pathLst>
                <a:path extrusionOk="0" h="23886" w="23310">
                  <a:moveTo>
                    <a:pt x="1" y="0"/>
                  </a:moveTo>
                  <a:cubicBezTo>
                    <a:pt x="1" y="0"/>
                    <a:pt x="352" y="376"/>
                    <a:pt x="928" y="1028"/>
                  </a:cubicBezTo>
                  <a:cubicBezTo>
                    <a:pt x="1229" y="1354"/>
                    <a:pt x="1580" y="1730"/>
                    <a:pt x="2006" y="2181"/>
                  </a:cubicBezTo>
                  <a:cubicBezTo>
                    <a:pt x="2206" y="2431"/>
                    <a:pt x="2432" y="2657"/>
                    <a:pt x="2657" y="2907"/>
                  </a:cubicBezTo>
                  <a:cubicBezTo>
                    <a:pt x="2883" y="3158"/>
                    <a:pt x="3159" y="3409"/>
                    <a:pt x="3409" y="3684"/>
                  </a:cubicBezTo>
                  <a:cubicBezTo>
                    <a:pt x="4462" y="4762"/>
                    <a:pt x="5715" y="5990"/>
                    <a:pt x="7043" y="7319"/>
                  </a:cubicBezTo>
                  <a:cubicBezTo>
                    <a:pt x="7695" y="7970"/>
                    <a:pt x="8397" y="8647"/>
                    <a:pt x="9073" y="9374"/>
                  </a:cubicBezTo>
                  <a:cubicBezTo>
                    <a:pt x="9399" y="9725"/>
                    <a:pt x="9750" y="10075"/>
                    <a:pt x="10101" y="10451"/>
                  </a:cubicBezTo>
                  <a:lnTo>
                    <a:pt x="10602" y="11003"/>
                  </a:lnTo>
                  <a:lnTo>
                    <a:pt x="10878" y="11253"/>
                  </a:lnTo>
                  <a:lnTo>
                    <a:pt x="10928" y="11329"/>
                  </a:lnTo>
                  <a:lnTo>
                    <a:pt x="10953" y="11379"/>
                  </a:lnTo>
                  <a:lnTo>
                    <a:pt x="11078" y="11504"/>
                  </a:lnTo>
                  <a:cubicBezTo>
                    <a:pt x="12407" y="13058"/>
                    <a:pt x="13760" y="14537"/>
                    <a:pt x="14988" y="15940"/>
                  </a:cubicBezTo>
                  <a:cubicBezTo>
                    <a:pt x="15590" y="16642"/>
                    <a:pt x="16166" y="17319"/>
                    <a:pt x="16692" y="17970"/>
                  </a:cubicBezTo>
                  <a:cubicBezTo>
                    <a:pt x="17219" y="18622"/>
                    <a:pt x="17695" y="19248"/>
                    <a:pt x="18096" y="19850"/>
                  </a:cubicBezTo>
                  <a:cubicBezTo>
                    <a:pt x="18522" y="20426"/>
                    <a:pt x="18873" y="20978"/>
                    <a:pt x="19149" y="21454"/>
                  </a:cubicBezTo>
                  <a:cubicBezTo>
                    <a:pt x="19299" y="21705"/>
                    <a:pt x="19399" y="21930"/>
                    <a:pt x="19525" y="22156"/>
                  </a:cubicBezTo>
                  <a:cubicBezTo>
                    <a:pt x="19625" y="22356"/>
                    <a:pt x="19700" y="22532"/>
                    <a:pt x="19775" y="22707"/>
                  </a:cubicBezTo>
                  <a:cubicBezTo>
                    <a:pt x="19850" y="22857"/>
                    <a:pt x="19901" y="22983"/>
                    <a:pt x="19951" y="23133"/>
                  </a:cubicBezTo>
                  <a:cubicBezTo>
                    <a:pt x="20026" y="23284"/>
                    <a:pt x="20051" y="23434"/>
                    <a:pt x="20101" y="23534"/>
                  </a:cubicBezTo>
                  <a:cubicBezTo>
                    <a:pt x="20176" y="23760"/>
                    <a:pt x="20226" y="23885"/>
                    <a:pt x="20226" y="23885"/>
                  </a:cubicBezTo>
                  <a:lnTo>
                    <a:pt x="23309" y="22632"/>
                  </a:lnTo>
                  <a:cubicBezTo>
                    <a:pt x="23309" y="22632"/>
                    <a:pt x="23259" y="22507"/>
                    <a:pt x="23159" y="22306"/>
                  </a:cubicBezTo>
                  <a:cubicBezTo>
                    <a:pt x="23109" y="22206"/>
                    <a:pt x="23058" y="22055"/>
                    <a:pt x="22983" y="21905"/>
                  </a:cubicBezTo>
                  <a:cubicBezTo>
                    <a:pt x="22908" y="21755"/>
                    <a:pt x="22783" y="21529"/>
                    <a:pt x="22657" y="21304"/>
                  </a:cubicBezTo>
                  <a:cubicBezTo>
                    <a:pt x="22582" y="21178"/>
                    <a:pt x="22507" y="21053"/>
                    <a:pt x="22432" y="20928"/>
                  </a:cubicBezTo>
                  <a:cubicBezTo>
                    <a:pt x="22382" y="20802"/>
                    <a:pt x="22281" y="20702"/>
                    <a:pt x="22206" y="20577"/>
                  </a:cubicBezTo>
                  <a:cubicBezTo>
                    <a:pt x="22056" y="20351"/>
                    <a:pt x="21880" y="20075"/>
                    <a:pt x="21680" y="19800"/>
                  </a:cubicBezTo>
                  <a:cubicBezTo>
                    <a:pt x="21304" y="19273"/>
                    <a:pt x="20853" y="18697"/>
                    <a:pt x="20327" y="18096"/>
                  </a:cubicBezTo>
                  <a:cubicBezTo>
                    <a:pt x="19800" y="17519"/>
                    <a:pt x="19224" y="16892"/>
                    <a:pt x="18622" y="16266"/>
                  </a:cubicBezTo>
                  <a:cubicBezTo>
                    <a:pt x="17996" y="15639"/>
                    <a:pt x="17319" y="15013"/>
                    <a:pt x="16617" y="14361"/>
                  </a:cubicBezTo>
                  <a:cubicBezTo>
                    <a:pt x="15239" y="13058"/>
                    <a:pt x="13735" y="11730"/>
                    <a:pt x="12306" y="10376"/>
                  </a:cubicBezTo>
                  <a:lnTo>
                    <a:pt x="12156" y="10251"/>
                  </a:lnTo>
                  <a:lnTo>
                    <a:pt x="12056" y="10151"/>
                  </a:lnTo>
                  <a:lnTo>
                    <a:pt x="12006" y="10075"/>
                  </a:lnTo>
                  <a:lnTo>
                    <a:pt x="11705" y="9850"/>
                  </a:lnTo>
                  <a:lnTo>
                    <a:pt x="11129" y="9349"/>
                  </a:lnTo>
                  <a:cubicBezTo>
                    <a:pt x="10753" y="9023"/>
                    <a:pt x="10377" y="8697"/>
                    <a:pt x="10001" y="8396"/>
                  </a:cubicBezTo>
                  <a:cubicBezTo>
                    <a:pt x="9249" y="7745"/>
                    <a:pt x="8497" y="7118"/>
                    <a:pt x="7770" y="6542"/>
                  </a:cubicBezTo>
                  <a:cubicBezTo>
                    <a:pt x="6291" y="5364"/>
                    <a:pt x="4938" y="4236"/>
                    <a:pt x="3760" y="3308"/>
                  </a:cubicBezTo>
                  <a:cubicBezTo>
                    <a:pt x="3484" y="3058"/>
                    <a:pt x="3184" y="2832"/>
                    <a:pt x="2933" y="2607"/>
                  </a:cubicBezTo>
                  <a:cubicBezTo>
                    <a:pt x="2682" y="2381"/>
                    <a:pt x="2432" y="2181"/>
                    <a:pt x="2206" y="1980"/>
                  </a:cubicBezTo>
                  <a:cubicBezTo>
                    <a:pt x="1755" y="1554"/>
                    <a:pt x="1354" y="1203"/>
                    <a:pt x="1028" y="928"/>
                  </a:cubicBezTo>
                  <a:cubicBezTo>
                    <a:pt x="377" y="326"/>
                    <a:pt x="1" y="0"/>
                    <a:pt x="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 name="Google Shape;722;p26"/>
            <p:cNvSpPr/>
            <p:nvPr/>
          </p:nvSpPr>
          <p:spPr>
            <a:xfrm>
              <a:off x="5458212" y="2008421"/>
              <a:ext cx="77908" cy="495291"/>
            </a:xfrm>
            <a:custGeom>
              <a:rect b="b" l="l" r="r" t="t"/>
              <a:pathLst>
                <a:path extrusionOk="0" h="9250" w="1455">
                  <a:moveTo>
                    <a:pt x="176" y="1"/>
                  </a:moveTo>
                  <a:cubicBezTo>
                    <a:pt x="176" y="1"/>
                    <a:pt x="151" y="577"/>
                    <a:pt x="101" y="1429"/>
                  </a:cubicBezTo>
                  <a:cubicBezTo>
                    <a:pt x="76" y="1881"/>
                    <a:pt x="51" y="2382"/>
                    <a:pt x="26" y="2933"/>
                  </a:cubicBezTo>
                  <a:cubicBezTo>
                    <a:pt x="26" y="3460"/>
                    <a:pt x="26" y="4036"/>
                    <a:pt x="1" y="4612"/>
                  </a:cubicBezTo>
                  <a:cubicBezTo>
                    <a:pt x="26" y="5214"/>
                    <a:pt x="26" y="5790"/>
                    <a:pt x="51" y="6342"/>
                  </a:cubicBezTo>
                  <a:cubicBezTo>
                    <a:pt x="51" y="6617"/>
                    <a:pt x="51" y="6868"/>
                    <a:pt x="76" y="7119"/>
                  </a:cubicBezTo>
                  <a:cubicBezTo>
                    <a:pt x="76" y="7369"/>
                    <a:pt x="101" y="7595"/>
                    <a:pt x="126" y="7820"/>
                  </a:cubicBezTo>
                  <a:cubicBezTo>
                    <a:pt x="176" y="8673"/>
                    <a:pt x="226" y="9249"/>
                    <a:pt x="226" y="9249"/>
                  </a:cubicBezTo>
                  <a:lnTo>
                    <a:pt x="1454" y="9099"/>
                  </a:lnTo>
                  <a:cubicBezTo>
                    <a:pt x="1454" y="9099"/>
                    <a:pt x="1329" y="8522"/>
                    <a:pt x="1154" y="7670"/>
                  </a:cubicBezTo>
                  <a:cubicBezTo>
                    <a:pt x="1129" y="7470"/>
                    <a:pt x="1078" y="7244"/>
                    <a:pt x="1028" y="6993"/>
                  </a:cubicBezTo>
                  <a:cubicBezTo>
                    <a:pt x="953" y="6743"/>
                    <a:pt x="928" y="6492"/>
                    <a:pt x="903" y="6242"/>
                  </a:cubicBezTo>
                  <a:cubicBezTo>
                    <a:pt x="803" y="5715"/>
                    <a:pt x="728" y="5139"/>
                    <a:pt x="627" y="4587"/>
                  </a:cubicBezTo>
                  <a:cubicBezTo>
                    <a:pt x="552" y="4011"/>
                    <a:pt x="502" y="3434"/>
                    <a:pt x="427" y="2908"/>
                  </a:cubicBezTo>
                  <a:cubicBezTo>
                    <a:pt x="352" y="2382"/>
                    <a:pt x="327" y="1881"/>
                    <a:pt x="302" y="1429"/>
                  </a:cubicBezTo>
                  <a:cubicBezTo>
                    <a:pt x="226" y="577"/>
                    <a:pt x="176" y="1"/>
                    <a:pt x="17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26"/>
            <p:cNvSpPr/>
            <p:nvPr/>
          </p:nvSpPr>
          <p:spPr>
            <a:xfrm>
              <a:off x="5834000" y="2378851"/>
              <a:ext cx="100718" cy="463004"/>
            </a:xfrm>
            <a:custGeom>
              <a:rect b="b" l="l" r="r" t="t"/>
              <a:pathLst>
                <a:path extrusionOk="0" h="8647" w="1881">
                  <a:moveTo>
                    <a:pt x="1830" y="0"/>
                  </a:moveTo>
                  <a:cubicBezTo>
                    <a:pt x="1830" y="0"/>
                    <a:pt x="1730" y="527"/>
                    <a:pt x="1579" y="1329"/>
                  </a:cubicBezTo>
                  <a:cubicBezTo>
                    <a:pt x="1504" y="1730"/>
                    <a:pt x="1429" y="2181"/>
                    <a:pt x="1329" y="2682"/>
                  </a:cubicBezTo>
                  <a:cubicBezTo>
                    <a:pt x="1253" y="3183"/>
                    <a:pt x="1153" y="3710"/>
                    <a:pt x="1028" y="4211"/>
                  </a:cubicBezTo>
                  <a:cubicBezTo>
                    <a:pt x="903" y="4737"/>
                    <a:pt x="802" y="5263"/>
                    <a:pt x="677" y="5740"/>
                  </a:cubicBezTo>
                  <a:cubicBezTo>
                    <a:pt x="552" y="6241"/>
                    <a:pt x="426" y="6692"/>
                    <a:pt x="326" y="7068"/>
                  </a:cubicBezTo>
                  <a:cubicBezTo>
                    <a:pt x="126" y="7845"/>
                    <a:pt x="0" y="8371"/>
                    <a:pt x="0" y="8371"/>
                  </a:cubicBezTo>
                  <a:lnTo>
                    <a:pt x="1654" y="8647"/>
                  </a:lnTo>
                  <a:cubicBezTo>
                    <a:pt x="1654" y="8647"/>
                    <a:pt x="1680" y="8095"/>
                    <a:pt x="1730" y="7293"/>
                  </a:cubicBezTo>
                  <a:cubicBezTo>
                    <a:pt x="1755" y="6892"/>
                    <a:pt x="1780" y="6416"/>
                    <a:pt x="1805" y="5915"/>
                  </a:cubicBezTo>
                  <a:cubicBezTo>
                    <a:pt x="1830" y="5414"/>
                    <a:pt x="1830" y="4862"/>
                    <a:pt x="1855" y="4311"/>
                  </a:cubicBezTo>
                  <a:cubicBezTo>
                    <a:pt x="1880" y="3785"/>
                    <a:pt x="1880" y="3233"/>
                    <a:pt x="1855" y="2732"/>
                  </a:cubicBezTo>
                  <a:cubicBezTo>
                    <a:pt x="1855" y="2231"/>
                    <a:pt x="1855" y="1755"/>
                    <a:pt x="1855" y="1354"/>
                  </a:cubicBezTo>
                  <a:cubicBezTo>
                    <a:pt x="1830" y="552"/>
                    <a:pt x="1830" y="0"/>
                    <a:pt x="183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 name="Google Shape;724;p26"/>
            <p:cNvSpPr/>
            <p:nvPr/>
          </p:nvSpPr>
          <p:spPr>
            <a:xfrm>
              <a:off x="4917395" y="2432504"/>
              <a:ext cx="586478" cy="127544"/>
            </a:xfrm>
            <a:custGeom>
              <a:rect b="b" l="l" r="r" t="t"/>
              <a:pathLst>
                <a:path extrusionOk="0" h="2382" w="10953">
                  <a:moveTo>
                    <a:pt x="0" y="1"/>
                  </a:moveTo>
                  <a:cubicBezTo>
                    <a:pt x="1" y="1"/>
                    <a:pt x="677" y="151"/>
                    <a:pt x="1680" y="402"/>
                  </a:cubicBezTo>
                  <a:cubicBezTo>
                    <a:pt x="2181" y="502"/>
                    <a:pt x="2782" y="652"/>
                    <a:pt x="3409" y="803"/>
                  </a:cubicBezTo>
                  <a:cubicBezTo>
                    <a:pt x="4036" y="928"/>
                    <a:pt x="4712" y="1103"/>
                    <a:pt x="5389" y="1254"/>
                  </a:cubicBezTo>
                  <a:cubicBezTo>
                    <a:pt x="8071" y="1805"/>
                    <a:pt x="10752" y="2382"/>
                    <a:pt x="10752" y="2382"/>
                  </a:cubicBezTo>
                  <a:lnTo>
                    <a:pt x="10953" y="1129"/>
                  </a:lnTo>
                  <a:cubicBezTo>
                    <a:pt x="10953" y="1129"/>
                    <a:pt x="8196" y="878"/>
                    <a:pt x="5464" y="627"/>
                  </a:cubicBezTo>
                  <a:cubicBezTo>
                    <a:pt x="4787" y="552"/>
                    <a:pt x="4111" y="477"/>
                    <a:pt x="3459" y="402"/>
                  </a:cubicBezTo>
                  <a:cubicBezTo>
                    <a:pt x="2833" y="327"/>
                    <a:pt x="2231" y="251"/>
                    <a:pt x="1730" y="201"/>
                  </a:cubicBezTo>
                  <a:cubicBezTo>
                    <a:pt x="702" y="76"/>
                    <a:pt x="1" y="1"/>
                    <a:pt x="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26"/>
            <p:cNvSpPr/>
            <p:nvPr/>
          </p:nvSpPr>
          <p:spPr>
            <a:xfrm>
              <a:off x="5252916" y="2829760"/>
              <a:ext cx="603934" cy="107411"/>
            </a:xfrm>
            <a:custGeom>
              <a:rect b="b" l="l" r="r" t="t"/>
              <a:pathLst>
                <a:path extrusionOk="0" h="2006" w="11279">
                  <a:moveTo>
                    <a:pt x="11053" y="0"/>
                  </a:moveTo>
                  <a:cubicBezTo>
                    <a:pt x="11053" y="0"/>
                    <a:pt x="10376" y="151"/>
                    <a:pt x="9324" y="376"/>
                  </a:cubicBezTo>
                  <a:cubicBezTo>
                    <a:pt x="8822" y="502"/>
                    <a:pt x="8221" y="627"/>
                    <a:pt x="7569" y="752"/>
                  </a:cubicBezTo>
                  <a:cubicBezTo>
                    <a:pt x="6943" y="878"/>
                    <a:pt x="6241" y="1003"/>
                    <a:pt x="5564" y="1128"/>
                  </a:cubicBezTo>
                  <a:cubicBezTo>
                    <a:pt x="4862" y="1253"/>
                    <a:pt x="4186" y="1379"/>
                    <a:pt x="3534" y="1479"/>
                  </a:cubicBezTo>
                  <a:cubicBezTo>
                    <a:pt x="3208" y="1529"/>
                    <a:pt x="2882" y="1579"/>
                    <a:pt x="2582" y="1629"/>
                  </a:cubicBezTo>
                  <a:cubicBezTo>
                    <a:pt x="2281" y="1654"/>
                    <a:pt x="2005" y="1705"/>
                    <a:pt x="1755" y="1730"/>
                  </a:cubicBezTo>
                  <a:cubicBezTo>
                    <a:pt x="702" y="1855"/>
                    <a:pt x="0" y="1930"/>
                    <a:pt x="0" y="1930"/>
                  </a:cubicBezTo>
                  <a:cubicBezTo>
                    <a:pt x="0" y="1930"/>
                    <a:pt x="702" y="1955"/>
                    <a:pt x="1755" y="1980"/>
                  </a:cubicBezTo>
                  <a:cubicBezTo>
                    <a:pt x="2030" y="2005"/>
                    <a:pt x="2306" y="2005"/>
                    <a:pt x="2607" y="2005"/>
                  </a:cubicBezTo>
                  <a:lnTo>
                    <a:pt x="3559" y="2005"/>
                  </a:lnTo>
                  <a:cubicBezTo>
                    <a:pt x="4236" y="1980"/>
                    <a:pt x="4938" y="1980"/>
                    <a:pt x="5639" y="1980"/>
                  </a:cubicBezTo>
                  <a:cubicBezTo>
                    <a:pt x="6341" y="1930"/>
                    <a:pt x="7068" y="1905"/>
                    <a:pt x="7720" y="1880"/>
                  </a:cubicBezTo>
                  <a:cubicBezTo>
                    <a:pt x="8396" y="1855"/>
                    <a:pt x="8998" y="1830"/>
                    <a:pt x="9524" y="1780"/>
                  </a:cubicBezTo>
                  <a:cubicBezTo>
                    <a:pt x="10577" y="1705"/>
                    <a:pt x="11278" y="1654"/>
                    <a:pt x="11278" y="1654"/>
                  </a:cubicBezTo>
                  <a:lnTo>
                    <a:pt x="11053"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26"/>
            <p:cNvSpPr/>
            <p:nvPr/>
          </p:nvSpPr>
          <p:spPr>
            <a:xfrm>
              <a:off x="6292944" y="1605489"/>
              <a:ext cx="1801040" cy="1664339"/>
            </a:xfrm>
            <a:custGeom>
              <a:rect b="b" l="l" r="r" t="t"/>
              <a:pathLst>
                <a:path extrusionOk="0" h="31083" w="33636">
                  <a:moveTo>
                    <a:pt x="28670" y="0"/>
                  </a:moveTo>
                  <a:cubicBezTo>
                    <a:pt x="25428" y="0"/>
                    <a:pt x="20462" y="3835"/>
                    <a:pt x="18673" y="7626"/>
                  </a:cubicBezTo>
                  <a:cubicBezTo>
                    <a:pt x="18023" y="3952"/>
                    <a:pt x="16642" y="2528"/>
                    <a:pt x="15143" y="2528"/>
                  </a:cubicBezTo>
                  <a:cubicBezTo>
                    <a:pt x="12304" y="2528"/>
                    <a:pt x="9040" y="7630"/>
                    <a:pt x="9500" y="12238"/>
                  </a:cubicBezTo>
                  <a:cubicBezTo>
                    <a:pt x="8354" y="10519"/>
                    <a:pt x="7564" y="7544"/>
                    <a:pt x="5350" y="7544"/>
                  </a:cubicBezTo>
                  <a:cubicBezTo>
                    <a:pt x="5142" y="7544"/>
                    <a:pt x="4922" y="7570"/>
                    <a:pt x="4688" y="7626"/>
                  </a:cubicBezTo>
                  <a:cubicBezTo>
                    <a:pt x="1" y="8228"/>
                    <a:pt x="527" y="22213"/>
                    <a:pt x="527" y="29105"/>
                  </a:cubicBezTo>
                  <a:lnTo>
                    <a:pt x="1755" y="30408"/>
                  </a:lnTo>
                  <a:cubicBezTo>
                    <a:pt x="3820" y="30872"/>
                    <a:pt x="6079" y="31082"/>
                    <a:pt x="8330" y="31082"/>
                  </a:cubicBezTo>
                  <a:cubicBezTo>
                    <a:pt x="19082" y="31082"/>
                    <a:pt x="29670" y="26299"/>
                    <a:pt x="18272" y="21636"/>
                  </a:cubicBezTo>
                  <a:lnTo>
                    <a:pt x="18272" y="21636"/>
                  </a:lnTo>
                  <a:cubicBezTo>
                    <a:pt x="18376" y="21639"/>
                    <a:pt x="18480" y="21641"/>
                    <a:pt x="18584" y="21641"/>
                  </a:cubicBezTo>
                  <a:cubicBezTo>
                    <a:pt x="22675" y="21641"/>
                    <a:pt x="26432" y="19270"/>
                    <a:pt x="28021" y="16874"/>
                  </a:cubicBezTo>
                  <a:cubicBezTo>
                    <a:pt x="29593" y="14516"/>
                    <a:pt x="29012" y="12138"/>
                    <a:pt x="24420" y="12138"/>
                  </a:cubicBezTo>
                  <a:cubicBezTo>
                    <a:pt x="23887" y="12138"/>
                    <a:pt x="23301" y="12170"/>
                    <a:pt x="22658" y="12238"/>
                  </a:cubicBezTo>
                  <a:cubicBezTo>
                    <a:pt x="27044" y="9832"/>
                    <a:pt x="33635" y="5095"/>
                    <a:pt x="31003" y="1160"/>
                  </a:cubicBezTo>
                  <a:cubicBezTo>
                    <a:pt x="30474" y="351"/>
                    <a:pt x="29651" y="0"/>
                    <a:pt x="2867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 name="Google Shape;727;p26"/>
            <p:cNvSpPr/>
            <p:nvPr/>
          </p:nvSpPr>
          <p:spPr>
            <a:xfrm>
              <a:off x="6360038" y="1950753"/>
              <a:ext cx="1248134" cy="1278976"/>
            </a:xfrm>
            <a:custGeom>
              <a:rect b="b" l="l" r="r" t="t"/>
              <a:pathLst>
                <a:path extrusionOk="0" h="23886" w="23310">
                  <a:moveTo>
                    <a:pt x="23309" y="0"/>
                  </a:moveTo>
                  <a:cubicBezTo>
                    <a:pt x="23309" y="0"/>
                    <a:pt x="22958" y="326"/>
                    <a:pt x="22282" y="928"/>
                  </a:cubicBezTo>
                  <a:cubicBezTo>
                    <a:pt x="21956" y="1203"/>
                    <a:pt x="21580" y="1554"/>
                    <a:pt x="21129" y="1980"/>
                  </a:cubicBezTo>
                  <a:cubicBezTo>
                    <a:pt x="20903" y="2181"/>
                    <a:pt x="20653" y="2381"/>
                    <a:pt x="20402" y="2607"/>
                  </a:cubicBezTo>
                  <a:cubicBezTo>
                    <a:pt x="20126" y="2832"/>
                    <a:pt x="19851" y="3058"/>
                    <a:pt x="19550" y="3308"/>
                  </a:cubicBezTo>
                  <a:cubicBezTo>
                    <a:pt x="18397" y="4236"/>
                    <a:pt x="17044" y="5364"/>
                    <a:pt x="15565" y="6542"/>
                  </a:cubicBezTo>
                  <a:cubicBezTo>
                    <a:pt x="14838" y="7118"/>
                    <a:pt x="14061" y="7745"/>
                    <a:pt x="13334" y="8396"/>
                  </a:cubicBezTo>
                  <a:cubicBezTo>
                    <a:pt x="12958" y="8697"/>
                    <a:pt x="12582" y="9023"/>
                    <a:pt x="12181" y="9349"/>
                  </a:cubicBezTo>
                  <a:lnTo>
                    <a:pt x="11630" y="9850"/>
                  </a:lnTo>
                  <a:lnTo>
                    <a:pt x="11329" y="10075"/>
                  </a:lnTo>
                  <a:lnTo>
                    <a:pt x="11254" y="10151"/>
                  </a:lnTo>
                  <a:lnTo>
                    <a:pt x="11154" y="10251"/>
                  </a:lnTo>
                  <a:lnTo>
                    <a:pt x="11029" y="10376"/>
                  </a:lnTo>
                  <a:cubicBezTo>
                    <a:pt x="9600" y="11730"/>
                    <a:pt x="8096" y="13058"/>
                    <a:pt x="6693" y="14361"/>
                  </a:cubicBezTo>
                  <a:cubicBezTo>
                    <a:pt x="6016" y="15013"/>
                    <a:pt x="5339" y="15639"/>
                    <a:pt x="4713" y="16266"/>
                  </a:cubicBezTo>
                  <a:cubicBezTo>
                    <a:pt x="4086" y="16892"/>
                    <a:pt x="3510" y="17519"/>
                    <a:pt x="3008" y="18096"/>
                  </a:cubicBezTo>
                  <a:cubicBezTo>
                    <a:pt x="2482" y="18697"/>
                    <a:pt x="2031" y="19273"/>
                    <a:pt x="1630" y="19800"/>
                  </a:cubicBezTo>
                  <a:cubicBezTo>
                    <a:pt x="1430" y="20075"/>
                    <a:pt x="1279" y="20351"/>
                    <a:pt x="1104" y="20577"/>
                  </a:cubicBezTo>
                  <a:cubicBezTo>
                    <a:pt x="1029" y="20702"/>
                    <a:pt x="953" y="20802"/>
                    <a:pt x="878" y="20928"/>
                  </a:cubicBezTo>
                  <a:cubicBezTo>
                    <a:pt x="803" y="21053"/>
                    <a:pt x="753" y="21178"/>
                    <a:pt x="678" y="21304"/>
                  </a:cubicBezTo>
                  <a:cubicBezTo>
                    <a:pt x="552" y="21529"/>
                    <a:pt x="427" y="21755"/>
                    <a:pt x="352" y="21905"/>
                  </a:cubicBezTo>
                  <a:cubicBezTo>
                    <a:pt x="277" y="22055"/>
                    <a:pt x="201" y="22206"/>
                    <a:pt x="176" y="22306"/>
                  </a:cubicBezTo>
                  <a:cubicBezTo>
                    <a:pt x="76" y="22507"/>
                    <a:pt x="1" y="22632"/>
                    <a:pt x="1" y="22632"/>
                  </a:cubicBezTo>
                  <a:lnTo>
                    <a:pt x="3109" y="23885"/>
                  </a:lnTo>
                  <a:cubicBezTo>
                    <a:pt x="3109" y="23885"/>
                    <a:pt x="3159" y="23760"/>
                    <a:pt x="3234" y="23534"/>
                  </a:cubicBezTo>
                  <a:cubicBezTo>
                    <a:pt x="3259" y="23434"/>
                    <a:pt x="3309" y="23284"/>
                    <a:pt x="3359" y="23133"/>
                  </a:cubicBezTo>
                  <a:cubicBezTo>
                    <a:pt x="3435" y="22983"/>
                    <a:pt x="3485" y="22857"/>
                    <a:pt x="3560" y="22707"/>
                  </a:cubicBezTo>
                  <a:cubicBezTo>
                    <a:pt x="3610" y="22532"/>
                    <a:pt x="3685" y="22356"/>
                    <a:pt x="3811" y="22156"/>
                  </a:cubicBezTo>
                  <a:cubicBezTo>
                    <a:pt x="3936" y="21930"/>
                    <a:pt x="4036" y="21705"/>
                    <a:pt x="4186" y="21454"/>
                  </a:cubicBezTo>
                  <a:cubicBezTo>
                    <a:pt x="4462" y="20978"/>
                    <a:pt x="4813" y="20426"/>
                    <a:pt x="5214" y="19850"/>
                  </a:cubicBezTo>
                  <a:cubicBezTo>
                    <a:pt x="5640" y="19248"/>
                    <a:pt x="6091" y="18622"/>
                    <a:pt x="6643" y="17970"/>
                  </a:cubicBezTo>
                  <a:cubicBezTo>
                    <a:pt x="7144" y="17319"/>
                    <a:pt x="7745" y="16642"/>
                    <a:pt x="8347" y="15940"/>
                  </a:cubicBezTo>
                  <a:cubicBezTo>
                    <a:pt x="9550" y="14537"/>
                    <a:pt x="10928" y="13058"/>
                    <a:pt x="12232" y="11504"/>
                  </a:cubicBezTo>
                  <a:lnTo>
                    <a:pt x="12357" y="11379"/>
                  </a:lnTo>
                  <a:lnTo>
                    <a:pt x="12407" y="11329"/>
                  </a:lnTo>
                  <a:lnTo>
                    <a:pt x="12457" y="11253"/>
                  </a:lnTo>
                  <a:lnTo>
                    <a:pt x="12708" y="11003"/>
                  </a:lnTo>
                  <a:lnTo>
                    <a:pt x="13234" y="10451"/>
                  </a:lnTo>
                  <a:cubicBezTo>
                    <a:pt x="13585" y="10075"/>
                    <a:pt x="13911" y="9725"/>
                    <a:pt x="14262" y="9374"/>
                  </a:cubicBezTo>
                  <a:cubicBezTo>
                    <a:pt x="14938" y="8647"/>
                    <a:pt x="15615" y="7970"/>
                    <a:pt x="16292" y="7319"/>
                  </a:cubicBezTo>
                  <a:cubicBezTo>
                    <a:pt x="17620" y="5990"/>
                    <a:pt x="18848" y="4762"/>
                    <a:pt x="19926" y="3684"/>
                  </a:cubicBezTo>
                  <a:cubicBezTo>
                    <a:pt x="20177" y="3409"/>
                    <a:pt x="20427" y="3158"/>
                    <a:pt x="20678" y="2907"/>
                  </a:cubicBezTo>
                  <a:cubicBezTo>
                    <a:pt x="20903" y="2657"/>
                    <a:pt x="21129" y="2431"/>
                    <a:pt x="21329" y="2181"/>
                  </a:cubicBezTo>
                  <a:cubicBezTo>
                    <a:pt x="21755" y="1730"/>
                    <a:pt x="22106" y="1354"/>
                    <a:pt x="22407" y="1028"/>
                  </a:cubicBezTo>
                  <a:cubicBezTo>
                    <a:pt x="22983" y="376"/>
                    <a:pt x="23309" y="0"/>
                    <a:pt x="2330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 name="Google Shape;728;p26"/>
            <p:cNvSpPr/>
            <p:nvPr/>
          </p:nvSpPr>
          <p:spPr>
            <a:xfrm>
              <a:off x="6973356" y="2008421"/>
              <a:ext cx="94025" cy="496630"/>
            </a:xfrm>
            <a:custGeom>
              <a:rect b="b" l="l" r="r" t="t"/>
              <a:pathLst>
                <a:path extrusionOk="0" h="9275" w="1756">
                  <a:moveTo>
                    <a:pt x="1705" y="1"/>
                  </a:moveTo>
                  <a:cubicBezTo>
                    <a:pt x="1705" y="1"/>
                    <a:pt x="1630" y="577"/>
                    <a:pt x="1529" y="1429"/>
                  </a:cubicBezTo>
                  <a:cubicBezTo>
                    <a:pt x="1504" y="1655"/>
                    <a:pt x="1479" y="1881"/>
                    <a:pt x="1454" y="2131"/>
                  </a:cubicBezTo>
                  <a:cubicBezTo>
                    <a:pt x="1429" y="2382"/>
                    <a:pt x="1379" y="2632"/>
                    <a:pt x="1329" y="2908"/>
                  </a:cubicBezTo>
                  <a:cubicBezTo>
                    <a:pt x="1229" y="3434"/>
                    <a:pt x="1128" y="4011"/>
                    <a:pt x="1028" y="4562"/>
                  </a:cubicBezTo>
                  <a:cubicBezTo>
                    <a:pt x="778" y="5690"/>
                    <a:pt x="527" y="6818"/>
                    <a:pt x="326" y="7670"/>
                  </a:cubicBezTo>
                  <a:cubicBezTo>
                    <a:pt x="126" y="8497"/>
                    <a:pt x="1" y="9074"/>
                    <a:pt x="1" y="9074"/>
                  </a:cubicBezTo>
                  <a:lnTo>
                    <a:pt x="1229" y="9274"/>
                  </a:lnTo>
                  <a:cubicBezTo>
                    <a:pt x="1229" y="9274"/>
                    <a:pt x="1279" y="8698"/>
                    <a:pt x="1379" y="7846"/>
                  </a:cubicBezTo>
                  <a:cubicBezTo>
                    <a:pt x="1454" y="6968"/>
                    <a:pt x="1555" y="5815"/>
                    <a:pt x="1655" y="4637"/>
                  </a:cubicBezTo>
                  <a:cubicBezTo>
                    <a:pt x="1680" y="4061"/>
                    <a:pt x="1705" y="3485"/>
                    <a:pt x="1730" y="2933"/>
                  </a:cubicBezTo>
                  <a:cubicBezTo>
                    <a:pt x="1730" y="2658"/>
                    <a:pt x="1755" y="2407"/>
                    <a:pt x="1755" y="2156"/>
                  </a:cubicBezTo>
                  <a:cubicBezTo>
                    <a:pt x="1730" y="1906"/>
                    <a:pt x="1730" y="1680"/>
                    <a:pt x="1730" y="1455"/>
                  </a:cubicBezTo>
                  <a:cubicBezTo>
                    <a:pt x="1705" y="577"/>
                    <a:pt x="1705" y="1"/>
                    <a:pt x="170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 name="Google Shape;729;p26"/>
            <p:cNvSpPr/>
            <p:nvPr/>
          </p:nvSpPr>
          <p:spPr>
            <a:xfrm>
              <a:off x="6576150" y="2334569"/>
              <a:ext cx="99326" cy="507285"/>
            </a:xfrm>
            <a:custGeom>
              <a:rect b="b" l="l" r="r" t="t"/>
              <a:pathLst>
                <a:path extrusionOk="0" h="9474" w="1855">
                  <a:moveTo>
                    <a:pt x="25" y="0"/>
                  </a:moveTo>
                  <a:cubicBezTo>
                    <a:pt x="25" y="0"/>
                    <a:pt x="0" y="2356"/>
                    <a:pt x="0" y="4712"/>
                  </a:cubicBezTo>
                  <a:cubicBezTo>
                    <a:pt x="25" y="5313"/>
                    <a:pt x="25" y="5915"/>
                    <a:pt x="50" y="6466"/>
                  </a:cubicBezTo>
                  <a:cubicBezTo>
                    <a:pt x="50" y="6742"/>
                    <a:pt x="50" y="7018"/>
                    <a:pt x="75" y="7268"/>
                  </a:cubicBezTo>
                  <a:cubicBezTo>
                    <a:pt x="75" y="7519"/>
                    <a:pt x="100" y="7770"/>
                    <a:pt x="100" y="7995"/>
                  </a:cubicBezTo>
                  <a:cubicBezTo>
                    <a:pt x="176" y="8872"/>
                    <a:pt x="201" y="9474"/>
                    <a:pt x="201" y="9474"/>
                  </a:cubicBezTo>
                  <a:lnTo>
                    <a:pt x="1855" y="9198"/>
                  </a:lnTo>
                  <a:cubicBezTo>
                    <a:pt x="1855" y="9198"/>
                    <a:pt x="1704" y="8647"/>
                    <a:pt x="1504" y="7770"/>
                  </a:cubicBezTo>
                  <a:cubicBezTo>
                    <a:pt x="1454" y="7569"/>
                    <a:pt x="1404" y="7318"/>
                    <a:pt x="1328" y="7093"/>
                  </a:cubicBezTo>
                  <a:cubicBezTo>
                    <a:pt x="1278" y="6842"/>
                    <a:pt x="1228" y="6592"/>
                    <a:pt x="1178" y="6316"/>
                  </a:cubicBezTo>
                  <a:cubicBezTo>
                    <a:pt x="1078" y="5790"/>
                    <a:pt x="952" y="5213"/>
                    <a:pt x="852" y="4637"/>
                  </a:cubicBezTo>
                  <a:cubicBezTo>
                    <a:pt x="426" y="2331"/>
                    <a:pt x="25" y="0"/>
                    <a:pt x="2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p26"/>
            <p:cNvSpPr/>
            <p:nvPr/>
          </p:nvSpPr>
          <p:spPr>
            <a:xfrm>
              <a:off x="7009607" y="2432504"/>
              <a:ext cx="559652" cy="127544"/>
            </a:xfrm>
            <a:custGeom>
              <a:rect b="b" l="l" r="r" t="t"/>
              <a:pathLst>
                <a:path extrusionOk="0" h="2382" w="10452">
                  <a:moveTo>
                    <a:pt x="10452" y="1"/>
                  </a:moveTo>
                  <a:cubicBezTo>
                    <a:pt x="10451" y="1"/>
                    <a:pt x="9800" y="126"/>
                    <a:pt x="8822" y="327"/>
                  </a:cubicBezTo>
                  <a:cubicBezTo>
                    <a:pt x="8321" y="427"/>
                    <a:pt x="7770" y="527"/>
                    <a:pt x="7143" y="627"/>
                  </a:cubicBezTo>
                  <a:cubicBezTo>
                    <a:pt x="6842" y="677"/>
                    <a:pt x="6517" y="728"/>
                    <a:pt x="6191" y="778"/>
                  </a:cubicBezTo>
                  <a:cubicBezTo>
                    <a:pt x="5890" y="828"/>
                    <a:pt x="5564" y="878"/>
                    <a:pt x="5238" y="903"/>
                  </a:cubicBezTo>
                  <a:cubicBezTo>
                    <a:pt x="4913" y="953"/>
                    <a:pt x="4562" y="978"/>
                    <a:pt x="4261" y="1028"/>
                  </a:cubicBezTo>
                  <a:cubicBezTo>
                    <a:pt x="3935" y="1053"/>
                    <a:pt x="3609" y="1078"/>
                    <a:pt x="3309" y="1103"/>
                  </a:cubicBezTo>
                  <a:cubicBezTo>
                    <a:pt x="3008" y="1103"/>
                    <a:pt x="2707" y="1154"/>
                    <a:pt x="2431" y="1154"/>
                  </a:cubicBezTo>
                  <a:lnTo>
                    <a:pt x="1654" y="1154"/>
                  </a:lnTo>
                  <a:cubicBezTo>
                    <a:pt x="1515" y="1161"/>
                    <a:pt x="1380" y="1164"/>
                    <a:pt x="1251" y="1164"/>
                  </a:cubicBezTo>
                  <a:cubicBezTo>
                    <a:pt x="939" y="1164"/>
                    <a:pt x="664" y="1146"/>
                    <a:pt x="451" y="1129"/>
                  </a:cubicBezTo>
                  <a:lnTo>
                    <a:pt x="0" y="1129"/>
                  </a:lnTo>
                  <a:lnTo>
                    <a:pt x="25" y="2382"/>
                  </a:lnTo>
                  <a:cubicBezTo>
                    <a:pt x="25" y="2382"/>
                    <a:pt x="201" y="2357"/>
                    <a:pt x="477" y="2332"/>
                  </a:cubicBezTo>
                  <a:cubicBezTo>
                    <a:pt x="777" y="2306"/>
                    <a:pt x="1178" y="2306"/>
                    <a:pt x="1705" y="2206"/>
                  </a:cubicBezTo>
                  <a:cubicBezTo>
                    <a:pt x="1955" y="2181"/>
                    <a:pt x="2231" y="2156"/>
                    <a:pt x="2507" y="2106"/>
                  </a:cubicBezTo>
                  <a:cubicBezTo>
                    <a:pt x="2807" y="2056"/>
                    <a:pt x="3108" y="2006"/>
                    <a:pt x="3409" y="1956"/>
                  </a:cubicBezTo>
                  <a:cubicBezTo>
                    <a:pt x="3735" y="1880"/>
                    <a:pt x="4035" y="1830"/>
                    <a:pt x="4361" y="1755"/>
                  </a:cubicBezTo>
                  <a:cubicBezTo>
                    <a:pt x="4687" y="1680"/>
                    <a:pt x="5013" y="1605"/>
                    <a:pt x="5339" y="1530"/>
                  </a:cubicBezTo>
                  <a:cubicBezTo>
                    <a:pt x="5665" y="1454"/>
                    <a:pt x="5990" y="1354"/>
                    <a:pt x="6316" y="1279"/>
                  </a:cubicBezTo>
                  <a:cubicBezTo>
                    <a:pt x="6617" y="1204"/>
                    <a:pt x="6943" y="1103"/>
                    <a:pt x="7244" y="1028"/>
                  </a:cubicBezTo>
                  <a:cubicBezTo>
                    <a:pt x="7845" y="853"/>
                    <a:pt x="8396" y="677"/>
                    <a:pt x="8873" y="527"/>
                  </a:cubicBezTo>
                  <a:cubicBezTo>
                    <a:pt x="9800" y="201"/>
                    <a:pt x="10451" y="1"/>
                    <a:pt x="1045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 name="Google Shape;731;p26"/>
            <p:cNvSpPr/>
            <p:nvPr/>
          </p:nvSpPr>
          <p:spPr>
            <a:xfrm>
              <a:off x="6651276" y="2829760"/>
              <a:ext cx="605273" cy="107411"/>
            </a:xfrm>
            <a:custGeom>
              <a:rect b="b" l="l" r="r" t="t"/>
              <a:pathLst>
                <a:path extrusionOk="0" h="2006" w="11304">
                  <a:moveTo>
                    <a:pt x="251" y="0"/>
                  </a:moveTo>
                  <a:lnTo>
                    <a:pt x="1" y="1654"/>
                  </a:lnTo>
                  <a:cubicBezTo>
                    <a:pt x="1" y="1654"/>
                    <a:pt x="702" y="1705"/>
                    <a:pt x="1755" y="1780"/>
                  </a:cubicBezTo>
                  <a:cubicBezTo>
                    <a:pt x="2281" y="1830"/>
                    <a:pt x="2908" y="1855"/>
                    <a:pt x="3560" y="1880"/>
                  </a:cubicBezTo>
                  <a:cubicBezTo>
                    <a:pt x="4236" y="1905"/>
                    <a:pt x="4938" y="1930"/>
                    <a:pt x="5640" y="1980"/>
                  </a:cubicBezTo>
                  <a:cubicBezTo>
                    <a:pt x="6367" y="1980"/>
                    <a:pt x="7068" y="1980"/>
                    <a:pt x="7720" y="2005"/>
                  </a:cubicBezTo>
                  <a:lnTo>
                    <a:pt x="8672" y="2005"/>
                  </a:lnTo>
                  <a:cubicBezTo>
                    <a:pt x="8998" y="2005"/>
                    <a:pt x="9274" y="2005"/>
                    <a:pt x="9550" y="1980"/>
                  </a:cubicBezTo>
                  <a:cubicBezTo>
                    <a:pt x="10602" y="1955"/>
                    <a:pt x="11304" y="1930"/>
                    <a:pt x="11304" y="1930"/>
                  </a:cubicBezTo>
                  <a:cubicBezTo>
                    <a:pt x="11304" y="1930"/>
                    <a:pt x="10602" y="1855"/>
                    <a:pt x="9550" y="1730"/>
                  </a:cubicBezTo>
                  <a:cubicBezTo>
                    <a:pt x="9299" y="1705"/>
                    <a:pt x="8998" y="1654"/>
                    <a:pt x="8697" y="1629"/>
                  </a:cubicBezTo>
                  <a:cubicBezTo>
                    <a:pt x="8422" y="1579"/>
                    <a:pt x="8096" y="1529"/>
                    <a:pt x="7770" y="1479"/>
                  </a:cubicBezTo>
                  <a:cubicBezTo>
                    <a:pt x="7118" y="1379"/>
                    <a:pt x="6442" y="1253"/>
                    <a:pt x="5740" y="1128"/>
                  </a:cubicBezTo>
                  <a:cubicBezTo>
                    <a:pt x="5063" y="1003"/>
                    <a:pt x="4362" y="878"/>
                    <a:pt x="3710" y="752"/>
                  </a:cubicBezTo>
                  <a:cubicBezTo>
                    <a:pt x="3083" y="627"/>
                    <a:pt x="2482" y="502"/>
                    <a:pt x="1955" y="376"/>
                  </a:cubicBezTo>
                  <a:cubicBezTo>
                    <a:pt x="928" y="151"/>
                    <a:pt x="251" y="0"/>
                    <a:pt x="2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 name="Google Shape;732;p26"/>
            <p:cNvSpPr/>
            <p:nvPr/>
          </p:nvSpPr>
          <p:spPr>
            <a:xfrm>
              <a:off x="5416607" y="3165332"/>
              <a:ext cx="1002041" cy="670972"/>
            </a:xfrm>
            <a:custGeom>
              <a:rect b="b" l="l" r="r" t="t"/>
              <a:pathLst>
                <a:path extrusionOk="0" h="12531" w="18714">
                  <a:moveTo>
                    <a:pt x="8924" y="1"/>
                  </a:moveTo>
                  <a:cubicBezTo>
                    <a:pt x="1021" y="1"/>
                    <a:pt x="1" y="12506"/>
                    <a:pt x="10101" y="12530"/>
                  </a:cubicBezTo>
                  <a:cubicBezTo>
                    <a:pt x="10109" y="12530"/>
                    <a:pt x="10117" y="12530"/>
                    <a:pt x="10124" y="12530"/>
                  </a:cubicBezTo>
                  <a:cubicBezTo>
                    <a:pt x="17747" y="12530"/>
                    <a:pt x="18713" y="249"/>
                    <a:pt x="9525" y="24"/>
                  </a:cubicBezTo>
                  <a:cubicBezTo>
                    <a:pt x="9320" y="8"/>
                    <a:pt x="9120" y="1"/>
                    <a:pt x="892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26"/>
            <p:cNvSpPr/>
            <p:nvPr/>
          </p:nvSpPr>
          <p:spPr>
            <a:xfrm>
              <a:off x="5601823" y="3406823"/>
              <a:ext cx="280522" cy="187943"/>
            </a:xfrm>
            <a:custGeom>
              <a:rect b="b" l="l" r="r" t="t"/>
              <a:pathLst>
                <a:path extrusionOk="0" h="3510" w="5239">
                  <a:moveTo>
                    <a:pt x="2507" y="0"/>
                  </a:moveTo>
                  <a:cubicBezTo>
                    <a:pt x="301" y="0"/>
                    <a:pt x="0" y="3509"/>
                    <a:pt x="2833" y="3509"/>
                  </a:cubicBezTo>
                  <a:cubicBezTo>
                    <a:pt x="4988" y="3509"/>
                    <a:pt x="5239" y="75"/>
                    <a:pt x="2682" y="25"/>
                  </a:cubicBezTo>
                  <a:cubicBezTo>
                    <a:pt x="2607" y="0"/>
                    <a:pt x="2557" y="0"/>
                    <a:pt x="250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 name="Google Shape;734;p26"/>
            <p:cNvSpPr/>
            <p:nvPr/>
          </p:nvSpPr>
          <p:spPr>
            <a:xfrm>
              <a:off x="6110459" y="3165332"/>
              <a:ext cx="1000649" cy="670972"/>
            </a:xfrm>
            <a:custGeom>
              <a:rect b="b" l="l" r="r" t="t"/>
              <a:pathLst>
                <a:path extrusionOk="0" h="12531" w="18688">
                  <a:moveTo>
                    <a:pt x="8923" y="1"/>
                  </a:moveTo>
                  <a:cubicBezTo>
                    <a:pt x="1021" y="1"/>
                    <a:pt x="0" y="12506"/>
                    <a:pt x="10101" y="12530"/>
                  </a:cubicBezTo>
                  <a:cubicBezTo>
                    <a:pt x="10108" y="12530"/>
                    <a:pt x="10116" y="12530"/>
                    <a:pt x="10124" y="12530"/>
                  </a:cubicBezTo>
                  <a:cubicBezTo>
                    <a:pt x="17747" y="12530"/>
                    <a:pt x="18688" y="249"/>
                    <a:pt x="9524" y="24"/>
                  </a:cubicBezTo>
                  <a:cubicBezTo>
                    <a:pt x="9320" y="8"/>
                    <a:pt x="9119" y="1"/>
                    <a:pt x="892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26"/>
            <p:cNvSpPr/>
            <p:nvPr/>
          </p:nvSpPr>
          <p:spPr>
            <a:xfrm>
              <a:off x="6608332" y="3496727"/>
              <a:ext cx="280522" cy="187943"/>
            </a:xfrm>
            <a:custGeom>
              <a:rect b="b" l="l" r="r" t="t"/>
              <a:pathLst>
                <a:path extrusionOk="0" h="3510" w="5239">
                  <a:moveTo>
                    <a:pt x="2507" y="1"/>
                  </a:moveTo>
                  <a:cubicBezTo>
                    <a:pt x="301" y="1"/>
                    <a:pt x="1" y="3509"/>
                    <a:pt x="2833" y="3509"/>
                  </a:cubicBezTo>
                  <a:cubicBezTo>
                    <a:pt x="4988" y="3509"/>
                    <a:pt x="5239" y="76"/>
                    <a:pt x="26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p26"/>
            <p:cNvSpPr/>
            <p:nvPr/>
          </p:nvSpPr>
          <p:spPr>
            <a:xfrm>
              <a:off x="5729370" y="2964053"/>
              <a:ext cx="1001988" cy="670972"/>
            </a:xfrm>
            <a:custGeom>
              <a:rect b="b" l="l" r="r" t="t"/>
              <a:pathLst>
                <a:path extrusionOk="0" h="12531" w="18713">
                  <a:moveTo>
                    <a:pt x="8948" y="0"/>
                  </a:moveTo>
                  <a:cubicBezTo>
                    <a:pt x="1044" y="0"/>
                    <a:pt x="0" y="12506"/>
                    <a:pt x="10125" y="12530"/>
                  </a:cubicBezTo>
                  <a:cubicBezTo>
                    <a:pt x="10133" y="12530"/>
                    <a:pt x="10140" y="12530"/>
                    <a:pt x="10148" y="12530"/>
                  </a:cubicBezTo>
                  <a:cubicBezTo>
                    <a:pt x="17771" y="12530"/>
                    <a:pt x="18712" y="249"/>
                    <a:pt x="9548" y="24"/>
                  </a:cubicBezTo>
                  <a:cubicBezTo>
                    <a:pt x="9344" y="8"/>
                    <a:pt x="9144" y="0"/>
                    <a:pt x="894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 name="Google Shape;737;p26"/>
            <p:cNvSpPr/>
            <p:nvPr/>
          </p:nvSpPr>
          <p:spPr>
            <a:xfrm>
              <a:off x="6205718" y="3094116"/>
              <a:ext cx="280522" cy="187943"/>
            </a:xfrm>
            <a:custGeom>
              <a:rect b="b" l="l" r="r" t="t"/>
              <a:pathLst>
                <a:path extrusionOk="0" h="3510" w="5239">
                  <a:moveTo>
                    <a:pt x="2507" y="1"/>
                  </a:moveTo>
                  <a:cubicBezTo>
                    <a:pt x="301" y="1"/>
                    <a:pt x="1" y="3509"/>
                    <a:pt x="2833" y="3509"/>
                  </a:cubicBezTo>
                  <a:cubicBezTo>
                    <a:pt x="4988" y="3509"/>
                    <a:pt x="5239" y="76"/>
                    <a:pt x="268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38" name="Google Shape;738;p26"/>
          <p:cNvGrpSpPr/>
          <p:nvPr/>
        </p:nvGrpSpPr>
        <p:grpSpPr>
          <a:xfrm flipH="1" rot="6743209">
            <a:off x="6655900" y="2105437"/>
            <a:ext cx="1881890" cy="1143354"/>
            <a:chOff x="4422200" y="1605489"/>
            <a:chExt cx="3671784" cy="2230815"/>
          </a:xfrm>
        </p:grpSpPr>
        <p:sp>
          <p:nvSpPr>
            <p:cNvPr id="739" name="Google Shape;739;p26"/>
            <p:cNvSpPr/>
            <p:nvPr/>
          </p:nvSpPr>
          <p:spPr>
            <a:xfrm>
              <a:off x="4422200" y="1605489"/>
              <a:ext cx="1800986" cy="1664339"/>
            </a:xfrm>
            <a:custGeom>
              <a:rect b="b" l="l" r="r" t="t"/>
              <a:pathLst>
                <a:path extrusionOk="0" h="31083" w="33635">
                  <a:moveTo>
                    <a:pt x="4965" y="0"/>
                  </a:moveTo>
                  <a:cubicBezTo>
                    <a:pt x="3984" y="0"/>
                    <a:pt x="3162" y="351"/>
                    <a:pt x="2632" y="1160"/>
                  </a:cubicBezTo>
                  <a:cubicBezTo>
                    <a:pt x="0" y="5095"/>
                    <a:pt x="6592" y="9832"/>
                    <a:pt x="11003" y="12238"/>
                  </a:cubicBezTo>
                  <a:cubicBezTo>
                    <a:pt x="10357" y="12170"/>
                    <a:pt x="9768" y="12138"/>
                    <a:pt x="9233" y="12138"/>
                  </a:cubicBezTo>
                  <a:cubicBezTo>
                    <a:pt x="38" y="12138"/>
                    <a:pt x="6883" y="21641"/>
                    <a:pt x="15060" y="21641"/>
                  </a:cubicBezTo>
                  <a:cubicBezTo>
                    <a:pt x="15170" y="21641"/>
                    <a:pt x="15279" y="21640"/>
                    <a:pt x="15389" y="21636"/>
                  </a:cubicBezTo>
                  <a:lnTo>
                    <a:pt x="15389" y="21636"/>
                  </a:lnTo>
                  <a:cubicBezTo>
                    <a:pt x="3991" y="26299"/>
                    <a:pt x="14561" y="31082"/>
                    <a:pt x="25308" y="31082"/>
                  </a:cubicBezTo>
                  <a:cubicBezTo>
                    <a:pt x="27558" y="31082"/>
                    <a:pt x="29815" y="30872"/>
                    <a:pt x="31880" y="30408"/>
                  </a:cubicBezTo>
                  <a:lnTo>
                    <a:pt x="33108" y="29105"/>
                  </a:lnTo>
                  <a:cubicBezTo>
                    <a:pt x="33108" y="22213"/>
                    <a:pt x="33635" y="8228"/>
                    <a:pt x="28948" y="7626"/>
                  </a:cubicBezTo>
                  <a:cubicBezTo>
                    <a:pt x="28713" y="7570"/>
                    <a:pt x="28493" y="7544"/>
                    <a:pt x="28286" y="7544"/>
                  </a:cubicBezTo>
                  <a:cubicBezTo>
                    <a:pt x="26075" y="7544"/>
                    <a:pt x="25306" y="10519"/>
                    <a:pt x="24161" y="12238"/>
                  </a:cubicBezTo>
                  <a:cubicBezTo>
                    <a:pt x="24620" y="7630"/>
                    <a:pt x="21345" y="2528"/>
                    <a:pt x="18500" y="2528"/>
                  </a:cubicBezTo>
                  <a:cubicBezTo>
                    <a:pt x="16996" y="2528"/>
                    <a:pt x="15613" y="3952"/>
                    <a:pt x="14963" y="7626"/>
                  </a:cubicBezTo>
                  <a:cubicBezTo>
                    <a:pt x="13173" y="3835"/>
                    <a:pt x="8207" y="0"/>
                    <a:pt x="496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26"/>
            <p:cNvSpPr/>
            <p:nvPr/>
          </p:nvSpPr>
          <p:spPr>
            <a:xfrm>
              <a:off x="4899939" y="1950753"/>
              <a:ext cx="1248134" cy="1278976"/>
            </a:xfrm>
            <a:custGeom>
              <a:rect b="b" l="l" r="r" t="t"/>
              <a:pathLst>
                <a:path extrusionOk="0" h="23886" w="23310">
                  <a:moveTo>
                    <a:pt x="1" y="0"/>
                  </a:moveTo>
                  <a:cubicBezTo>
                    <a:pt x="1" y="0"/>
                    <a:pt x="352" y="376"/>
                    <a:pt x="928" y="1028"/>
                  </a:cubicBezTo>
                  <a:cubicBezTo>
                    <a:pt x="1229" y="1354"/>
                    <a:pt x="1580" y="1730"/>
                    <a:pt x="2006" y="2181"/>
                  </a:cubicBezTo>
                  <a:cubicBezTo>
                    <a:pt x="2206" y="2431"/>
                    <a:pt x="2432" y="2657"/>
                    <a:pt x="2657" y="2907"/>
                  </a:cubicBezTo>
                  <a:cubicBezTo>
                    <a:pt x="2883" y="3158"/>
                    <a:pt x="3159" y="3409"/>
                    <a:pt x="3409" y="3684"/>
                  </a:cubicBezTo>
                  <a:cubicBezTo>
                    <a:pt x="4462" y="4762"/>
                    <a:pt x="5715" y="5990"/>
                    <a:pt x="7043" y="7319"/>
                  </a:cubicBezTo>
                  <a:cubicBezTo>
                    <a:pt x="7695" y="7970"/>
                    <a:pt x="8397" y="8647"/>
                    <a:pt x="9073" y="9374"/>
                  </a:cubicBezTo>
                  <a:cubicBezTo>
                    <a:pt x="9399" y="9725"/>
                    <a:pt x="9750" y="10075"/>
                    <a:pt x="10101" y="10451"/>
                  </a:cubicBezTo>
                  <a:lnTo>
                    <a:pt x="10602" y="11003"/>
                  </a:lnTo>
                  <a:lnTo>
                    <a:pt x="10878" y="11253"/>
                  </a:lnTo>
                  <a:lnTo>
                    <a:pt x="10928" y="11329"/>
                  </a:lnTo>
                  <a:lnTo>
                    <a:pt x="10953" y="11379"/>
                  </a:lnTo>
                  <a:lnTo>
                    <a:pt x="11078" y="11504"/>
                  </a:lnTo>
                  <a:cubicBezTo>
                    <a:pt x="12407" y="13058"/>
                    <a:pt x="13760" y="14537"/>
                    <a:pt x="14988" y="15940"/>
                  </a:cubicBezTo>
                  <a:cubicBezTo>
                    <a:pt x="15590" y="16642"/>
                    <a:pt x="16166" y="17319"/>
                    <a:pt x="16692" y="17970"/>
                  </a:cubicBezTo>
                  <a:cubicBezTo>
                    <a:pt x="17219" y="18622"/>
                    <a:pt x="17695" y="19248"/>
                    <a:pt x="18096" y="19850"/>
                  </a:cubicBezTo>
                  <a:cubicBezTo>
                    <a:pt x="18522" y="20426"/>
                    <a:pt x="18873" y="20978"/>
                    <a:pt x="19149" y="21454"/>
                  </a:cubicBezTo>
                  <a:cubicBezTo>
                    <a:pt x="19299" y="21705"/>
                    <a:pt x="19399" y="21930"/>
                    <a:pt x="19525" y="22156"/>
                  </a:cubicBezTo>
                  <a:cubicBezTo>
                    <a:pt x="19625" y="22356"/>
                    <a:pt x="19700" y="22532"/>
                    <a:pt x="19775" y="22707"/>
                  </a:cubicBezTo>
                  <a:cubicBezTo>
                    <a:pt x="19850" y="22857"/>
                    <a:pt x="19901" y="22983"/>
                    <a:pt x="19951" y="23133"/>
                  </a:cubicBezTo>
                  <a:cubicBezTo>
                    <a:pt x="20026" y="23284"/>
                    <a:pt x="20051" y="23434"/>
                    <a:pt x="20101" y="23534"/>
                  </a:cubicBezTo>
                  <a:cubicBezTo>
                    <a:pt x="20176" y="23760"/>
                    <a:pt x="20226" y="23885"/>
                    <a:pt x="20226" y="23885"/>
                  </a:cubicBezTo>
                  <a:lnTo>
                    <a:pt x="23309" y="22632"/>
                  </a:lnTo>
                  <a:cubicBezTo>
                    <a:pt x="23309" y="22632"/>
                    <a:pt x="23259" y="22507"/>
                    <a:pt x="23159" y="22306"/>
                  </a:cubicBezTo>
                  <a:cubicBezTo>
                    <a:pt x="23109" y="22206"/>
                    <a:pt x="23058" y="22055"/>
                    <a:pt x="22983" y="21905"/>
                  </a:cubicBezTo>
                  <a:cubicBezTo>
                    <a:pt x="22908" y="21755"/>
                    <a:pt x="22783" y="21529"/>
                    <a:pt x="22657" y="21304"/>
                  </a:cubicBezTo>
                  <a:cubicBezTo>
                    <a:pt x="22582" y="21178"/>
                    <a:pt x="22507" y="21053"/>
                    <a:pt x="22432" y="20928"/>
                  </a:cubicBezTo>
                  <a:cubicBezTo>
                    <a:pt x="22382" y="20802"/>
                    <a:pt x="22281" y="20702"/>
                    <a:pt x="22206" y="20577"/>
                  </a:cubicBezTo>
                  <a:cubicBezTo>
                    <a:pt x="22056" y="20351"/>
                    <a:pt x="21880" y="20075"/>
                    <a:pt x="21680" y="19800"/>
                  </a:cubicBezTo>
                  <a:cubicBezTo>
                    <a:pt x="21304" y="19273"/>
                    <a:pt x="20853" y="18697"/>
                    <a:pt x="20327" y="18096"/>
                  </a:cubicBezTo>
                  <a:cubicBezTo>
                    <a:pt x="19800" y="17519"/>
                    <a:pt x="19224" y="16892"/>
                    <a:pt x="18622" y="16266"/>
                  </a:cubicBezTo>
                  <a:cubicBezTo>
                    <a:pt x="17996" y="15639"/>
                    <a:pt x="17319" y="15013"/>
                    <a:pt x="16617" y="14361"/>
                  </a:cubicBezTo>
                  <a:cubicBezTo>
                    <a:pt x="15239" y="13058"/>
                    <a:pt x="13735" y="11730"/>
                    <a:pt x="12306" y="10376"/>
                  </a:cubicBezTo>
                  <a:lnTo>
                    <a:pt x="12156" y="10251"/>
                  </a:lnTo>
                  <a:lnTo>
                    <a:pt x="12056" y="10151"/>
                  </a:lnTo>
                  <a:lnTo>
                    <a:pt x="12006" y="10075"/>
                  </a:lnTo>
                  <a:lnTo>
                    <a:pt x="11705" y="9850"/>
                  </a:lnTo>
                  <a:lnTo>
                    <a:pt x="11129" y="9349"/>
                  </a:lnTo>
                  <a:cubicBezTo>
                    <a:pt x="10753" y="9023"/>
                    <a:pt x="10377" y="8697"/>
                    <a:pt x="10001" y="8396"/>
                  </a:cubicBezTo>
                  <a:cubicBezTo>
                    <a:pt x="9249" y="7745"/>
                    <a:pt x="8497" y="7118"/>
                    <a:pt x="7770" y="6542"/>
                  </a:cubicBezTo>
                  <a:cubicBezTo>
                    <a:pt x="6291" y="5364"/>
                    <a:pt x="4938" y="4236"/>
                    <a:pt x="3760" y="3308"/>
                  </a:cubicBezTo>
                  <a:cubicBezTo>
                    <a:pt x="3484" y="3058"/>
                    <a:pt x="3184" y="2832"/>
                    <a:pt x="2933" y="2607"/>
                  </a:cubicBezTo>
                  <a:cubicBezTo>
                    <a:pt x="2682" y="2381"/>
                    <a:pt x="2432" y="2181"/>
                    <a:pt x="2206" y="1980"/>
                  </a:cubicBezTo>
                  <a:cubicBezTo>
                    <a:pt x="1755" y="1554"/>
                    <a:pt x="1354" y="1203"/>
                    <a:pt x="1028" y="928"/>
                  </a:cubicBezTo>
                  <a:cubicBezTo>
                    <a:pt x="377" y="326"/>
                    <a:pt x="1" y="0"/>
                    <a:pt x="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 name="Google Shape;741;p26"/>
            <p:cNvSpPr/>
            <p:nvPr/>
          </p:nvSpPr>
          <p:spPr>
            <a:xfrm>
              <a:off x="5458212" y="2008421"/>
              <a:ext cx="77908" cy="495291"/>
            </a:xfrm>
            <a:custGeom>
              <a:rect b="b" l="l" r="r" t="t"/>
              <a:pathLst>
                <a:path extrusionOk="0" h="9250" w="1455">
                  <a:moveTo>
                    <a:pt x="176" y="1"/>
                  </a:moveTo>
                  <a:cubicBezTo>
                    <a:pt x="176" y="1"/>
                    <a:pt x="151" y="577"/>
                    <a:pt x="101" y="1429"/>
                  </a:cubicBezTo>
                  <a:cubicBezTo>
                    <a:pt x="76" y="1881"/>
                    <a:pt x="51" y="2382"/>
                    <a:pt x="26" y="2933"/>
                  </a:cubicBezTo>
                  <a:cubicBezTo>
                    <a:pt x="26" y="3460"/>
                    <a:pt x="26" y="4036"/>
                    <a:pt x="1" y="4612"/>
                  </a:cubicBezTo>
                  <a:cubicBezTo>
                    <a:pt x="26" y="5214"/>
                    <a:pt x="26" y="5790"/>
                    <a:pt x="51" y="6342"/>
                  </a:cubicBezTo>
                  <a:cubicBezTo>
                    <a:pt x="51" y="6617"/>
                    <a:pt x="51" y="6868"/>
                    <a:pt x="76" y="7119"/>
                  </a:cubicBezTo>
                  <a:cubicBezTo>
                    <a:pt x="76" y="7369"/>
                    <a:pt x="101" y="7595"/>
                    <a:pt x="126" y="7820"/>
                  </a:cubicBezTo>
                  <a:cubicBezTo>
                    <a:pt x="176" y="8673"/>
                    <a:pt x="226" y="9249"/>
                    <a:pt x="226" y="9249"/>
                  </a:cubicBezTo>
                  <a:lnTo>
                    <a:pt x="1454" y="9099"/>
                  </a:lnTo>
                  <a:cubicBezTo>
                    <a:pt x="1454" y="9099"/>
                    <a:pt x="1329" y="8522"/>
                    <a:pt x="1154" y="7670"/>
                  </a:cubicBezTo>
                  <a:cubicBezTo>
                    <a:pt x="1129" y="7470"/>
                    <a:pt x="1078" y="7244"/>
                    <a:pt x="1028" y="6993"/>
                  </a:cubicBezTo>
                  <a:cubicBezTo>
                    <a:pt x="953" y="6743"/>
                    <a:pt x="928" y="6492"/>
                    <a:pt x="903" y="6242"/>
                  </a:cubicBezTo>
                  <a:cubicBezTo>
                    <a:pt x="803" y="5715"/>
                    <a:pt x="728" y="5139"/>
                    <a:pt x="627" y="4587"/>
                  </a:cubicBezTo>
                  <a:cubicBezTo>
                    <a:pt x="552" y="4011"/>
                    <a:pt x="502" y="3434"/>
                    <a:pt x="427" y="2908"/>
                  </a:cubicBezTo>
                  <a:cubicBezTo>
                    <a:pt x="352" y="2382"/>
                    <a:pt x="327" y="1881"/>
                    <a:pt x="302" y="1429"/>
                  </a:cubicBezTo>
                  <a:cubicBezTo>
                    <a:pt x="226" y="577"/>
                    <a:pt x="176" y="1"/>
                    <a:pt x="17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 name="Google Shape;742;p26"/>
            <p:cNvSpPr/>
            <p:nvPr/>
          </p:nvSpPr>
          <p:spPr>
            <a:xfrm>
              <a:off x="5834000" y="2378851"/>
              <a:ext cx="100718" cy="463004"/>
            </a:xfrm>
            <a:custGeom>
              <a:rect b="b" l="l" r="r" t="t"/>
              <a:pathLst>
                <a:path extrusionOk="0" h="8647" w="1881">
                  <a:moveTo>
                    <a:pt x="1830" y="0"/>
                  </a:moveTo>
                  <a:cubicBezTo>
                    <a:pt x="1830" y="0"/>
                    <a:pt x="1730" y="527"/>
                    <a:pt x="1579" y="1329"/>
                  </a:cubicBezTo>
                  <a:cubicBezTo>
                    <a:pt x="1504" y="1730"/>
                    <a:pt x="1429" y="2181"/>
                    <a:pt x="1329" y="2682"/>
                  </a:cubicBezTo>
                  <a:cubicBezTo>
                    <a:pt x="1253" y="3183"/>
                    <a:pt x="1153" y="3710"/>
                    <a:pt x="1028" y="4211"/>
                  </a:cubicBezTo>
                  <a:cubicBezTo>
                    <a:pt x="903" y="4737"/>
                    <a:pt x="802" y="5263"/>
                    <a:pt x="677" y="5740"/>
                  </a:cubicBezTo>
                  <a:cubicBezTo>
                    <a:pt x="552" y="6241"/>
                    <a:pt x="426" y="6692"/>
                    <a:pt x="326" y="7068"/>
                  </a:cubicBezTo>
                  <a:cubicBezTo>
                    <a:pt x="126" y="7845"/>
                    <a:pt x="0" y="8371"/>
                    <a:pt x="0" y="8371"/>
                  </a:cubicBezTo>
                  <a:lnTo>
                    <a:pt x="1654" y="8647"/>
                  </a:lnTo>
                  <a:cubicBezTo>
                    <a:pt x="1654" y="8647"/>
                    <a:pt x="1680" y="8095"/>
                    <a:pt x="1730" y="7293"/>
                  </a:cubicBezTo>
                  <a:cubicBezTo>
                    <a:pt x="1755" y="6892"/>
                    <a:pt x="1780" y="6416"/>
                    <a:pt x="1805" y="5915"/>
                  </a:cubicBezTo>
                  <a:cubicBezTo>
                    <a:pt x="1830" y="5414"/>
                    <a:pt x="1830" y="4862"/>
                    <a:pt x="1855" y="4311"/>
                  </a:cubicBezTo>
                  <a:cubicBezTo>
                    <a:pt x="1880" y="3785"/>
                    <a:pt x="1880" y="3233"/>
                    <a:pt x="1855" y="2732"/>
                  </a:cubicBezTo>
                  <a:cubicBezTo>
                    <a:pt x="1855" y="2231"/>
                    <a:pt x="1855" y="1755"/>
                    <a:pt x="1855" y="1354"/>
                  </a:cubicBezTo>
                  <a:cubicBezTo>
                    <a:pt x="1830" y="552"/>
                    <a:pt x="1830" y="0"/>
                    <a:pt x="183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 name="Google Shape;743;p26"/>
            <p:cNvSpPr/>
            <p:nvPr/>
          </p:nvSpPr>
          <p:spPr>
            <a:xfrm>
              <a:off x="4917395" y="2432504"/>
              <a:ext cx="586478" cy="127544"/>
            </a:xfrm>
            <a:custGeom>
              <a:rect b="b" l="l" r="r" t="t"/>
              <a:pathLst>
                <a:path extrusionOk="0" h="2382" w="10953">
                  <a:moveTo>
                    <a:pt x="0" y="1"/>
                  </a:moveTo>
                  <a:cubicBezTo>
                    <a:pt x="1" y="1"/>
                    <a:pt x="677" y="151"/>
                    <a:pt x="1680" y="402"/>
                  </a:cubicBezTo>
                  <a:cubicBezTo>
                    <a:pt x="2181" y="502"/>
                    <a:pt x="2782" y="652"/>
                    <a:pt x="3409" y="803"/>
                  </a:cubicBezTo>
                  <a:cubicBezTo>
                    <a:pt x="4036" y="928"/>
                    <a:pt x="4712" y="1103"/>
                    <a:pt x="5389" y="1254"/>
                  </a:cubicBezTo>
                  <a:cubicBezTo>
                    <a:pt x="8071" y="1805"/>
                    <a:pt x="10752" y="2382"/>
                    <a:pt x="10752" y="2382"/>
                  </a:cubicBezTo>
                  <a:lnTo>
                    <a:pt x="10953" y="1129"/>
                  </a:lnTo>
                  <a:cubicBezTo>
                    <a:pt x="10953" y="1129"/>
                    <a:pt x="8196" y="878"/>
                    <a:pt x="5464" y="627"/>
                  </a:cubicBezTo>
                  <a:cubicBezTo>
                    <a:pt x="4787" y="552"/>
                    <a:pt x="4111" y="477"/>
                    <a:pt x="3459" y="402"/>
                  </a:cubicBezTo>
                  <a:cubicBezTo>
                    <a:pt x="2833" y="327"/>
                    <a:pt x="2231" y="251"/>
                    <a:pt x="1730" y="201"/>
                  </a:cubicBezTo>
                  <a:cubicBezTo>
                    <a:pt x="702" y="76"/>
                    <a:pt x="1" y="1"/>
                    <a:pt x="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 name="Google Shape;744;p26"/>
            <p:cNvSpPr/>
            <p:nvPr/>
          </p:nvSpPr>
          <p:spPr>
            <a:xfrm>
              <a:off x="5252916" y="2829760"/>
              <a:ext cx="603934" cy="107411"/>
            </a:xfrm>
            <a:custGeom>
              <a:rect b="b" l="l" r="r" t="t"/>
              <a:pathLst>
                <a:path extrusionOk="0" h="2006" w="11279">
                  <a:moveTo>
                    <a:pt x="11053" y="0"/>
                  </a:moveTo>
                  <a:cubicBezTo>
                    <a:pt x="11053" y="0"/>
                    <a:pt x="10376" y="151"/>
                    <a:pt x="9324" y="376"/>
                  </a:cubicBezTo>
                  <a:cubicBezTo>
                    <a:pt x="8822" y="502"/>
                    <a:pt x="8221" y="627"/>
                    <a:pt x="7569" y="752"/>
                  </a:cubicBezTo>
                  <a:cubicBezTo>
                    <a:pt x="6943" y="878"/>
                    <a:pt x="6241" y="1003"/>
                    <a:pt x="5564" y="1128"/>
                  </a:cubicBezTo>
                  <a:cubicBezTo>
                    <a:pt x="4862" y="1253"/>
                    <a:pt x="4186" y="1379"/>
                    <a:pt x="3534" y="1479"/>
                  </a:cubicBezTo>
                  <a:cubicBezTo>
                    <a:pt x="3208" y="1529"/>
                    <a:pt x="2882" y="1579"/>
                    <a:pt x="2582" y="1629"/>
                  </a:cubicBezTo>
                  <a:cubicBezTo>
                    <a:pt x="2281" y="1654"/>
                    <a:pt x="2005" y="1705"/>
                    <a:pt x="1755" y="1730"/>
                  </a:cubicBezTo>
                  <a:cubicBezTo>
                    <a:pt x="702" y="1855"/>
                    <a:pt x="0" y="1930"/>
                    <a:pt x="0" y="1930"/>
                  </a:cubicBezTo>
                  <a:cubicBezTo>
                    <a:pt x="0" y="1930"/>
                    <a:pt x="702" y="1955"/>
                    <a:pt x="1755" y="1980"/>
                  </a:cubicBezTo>
                  <a:cubicBezTo>
                    <a:pt x="2030" y="2005"/>
                    <a:pt x="2306" y="2005"/>
                    <a:pt x="2607" y="2005"/>
                  </a:cubicBezTo>
                  <a:lnTo>
                    <a:pt x="3559" y="2005"/>
                  </a:lnTo>
                  <a:cubicBezTo>
                    <a:pt x="4236" y="1980"/>
                    <a:pt x="4938" y="1980"/>
                    <a:pt x="5639" y="1980"/>
                  </a:cubicBezTo>
                  <a:cubicBezTo>
                    <a:pt x="6341" y="1930"/>
                    <a:pt x="7068" y="1905"/>
                    <a:pt x="7720" y="1880"/>
                  </a:cubicBezTo>
                  <a:cubicBezTo>
                    <a:pt x="8396" y="1855"/>
                    <a:pt x="8998" y="1830"/>
                    <a:pt x="9524" y="1780"/>
                  </a:cubicBezTo>
                  <a:cubicBezTo>
                    <a:pt x="10577" y="1705"/>
                    <a:pt x="11278" y="1654"/>
                    <a:pt x="11278" y="1654"/>
                  </a:cubicBezTo>
                  <a:lnTo>
                    <a:pt x="11053"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 name="Google Shape;745;p26"/>
            <p:cNvSpPr/>
            <p:nvPr/>
          </p:nvSpPr>
          <p:spPr>
            <a:xfrm>
              <a:off x="6292944" y="1605489"/>
              <a:ext cx="1801040" cy="1664339"/>
            </a:xfrm>
            <a:custGeom>
              <a:rect b="b" l="l" r="r" t="t"/>
              <a:pathLst>
                <a:path extrusionOk="0" h="31083" w="33636">
                  <a:moveTo>
                    <a:pt x="28670" y="0"/>
                  </a:moveTo>
                  <a:cubicBezTo>
                    <a:pt x="25428" y="0"/>
                    <a:pt x="20462" y="3835"/>
                    <a:pt x="18673" y="7626"/>
                  </a:cubicBezTo>
                  <a:cubicBezTo>
                    <a:pt x="18023" y="3952"/>
                    <a:pt x="16642" y="2528"/>
                    <a:pt x="15143" y="2528"/>
                  </a:cubicBezTo>
                  <a:cubicBezTo>
                    <a:pt x="12304" y="2528"/>
                    <a:pt x="9040" y="7630"/>
                    <a:pt x="9500" y="12238"/>
                  </a:cubicBezTo>
                  <a:cubicBezTo>
                    <a:pt x="8354" y="10519"/>
                    <a:pt x="7564" y="7544"/>
                    <a:pt x="5350" y="7544"/>
                  </a:cubicBezTo>
                  <a:cubicBezTo>
                    <a:pt x="5142" y="7544"/>
                    <a:pt x="4922" y="7570"/>
                    <a:pt x="4688" y="7626"/>
                  </a:cubicBezTo>
                  <a:cubicBezTo>
                    <a:pt x="1" y="8228"/>
                    <a:pt x="527" y="22213"/>
                    <a:pt x="527" y="29105"/>
                  </a:cubicBezTo>
                  <a:lnTo>
                    <a:pt x="1755" y="30408"/>
                  </a:lnTo>
                  <a:cubicBezTo>
                    <a:pt x="3820" y="30872"/>
                    <a:pt x="6079" y="31082"/>
                    <a:pt x="8330" y="31082"/>
                  </a:cubicBezTo>
                  <a:cubicBezTo>
                    <a:pt x="19082" y="31082"/>
                    <a:pt x="29670" y="26299"/>
                    <a:pt x="18272" y="21636"/>
                  </a:cubicBezTo>
                  <a:lnTo>
                    <a:pt x="18272" y="21636"/>
                  </a:lnTo>
                  <a:cubicBezTo>
                    <a:pt x="18376" y="21639"/>
                    <a:pt x="18480" y="21641"/>
                    <a:pt x="18584" y="21641"/>
                  </a:cubicBezTo>
                  <a:cubicBezTo>
                    <a:pt x="22675" y="21641"/>
                    <a:pt x="26432" y="19270"/>
                    <a:pt x="28021" y="16874"/>
                  </a:cubicBezTo>
                  <a:cubicBezTo>
                    <a:pt x="29593" y="14516"/>
                    <a:pt x="29012" y="12138"/>
                    <a:pt x="24420" y="12138"/>
                  </a:cubicBezTo>
                  <a:cubicBezTo>
                    <a:pt x="23887" y="12138"/>
                    <a:pt x="23301" y="12170"/>
                    <a:pt x="22658" y="12238"/>
                  </a:cubicBezTo>
                  <a:cubicBezTo>
                    <a:pt x="27044" y="9832"/>
                    <a:pt x="33635" y="5095"/>
                    <a:pt x="31003" y="1160"/>
                  </a:cubicBezTo>
                  <a:cubicBezTo>
                    <a:pt x="30474" y="351"/>
                    <a:pt x="29651" y="0"/>
                    <a:pt x="2867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 name="Google Shape;746;p26"/>
            <p:cNvSpPr/>
            <p:nvPr/>
          </p:nvSpPr>
          <p:spPr>
            <a:xfrm>
              <a:off x="6360038" y="1950753"/>
              <a:ext cx="1248134" cy="1278976"/>
            </a:xfrm>
            <a:custGeom>
              <a:rect b="b" l="l" r="r" t="t"/>
              <a:pathLst>
                <a:path extrusionOk="0" h="23886" w="23310">
                  <a:moveTo>
                    <a:pt x="23309" y="0"/>
                  </a:moveTo>
                  <a:cubicBezTo>
                    <a:pt x="23309" y="0"/>
                    <a:pt x="22958" y="326"/>
                    <a:pt x="22282" y="928"/>
                  </a:cubicBezTo>
                  <a:cubicBezTo>
                    <a:pt x="21956" y="1203"/>
                    <a:pt x="21580" y="1554"/>
                    <a:pt x="21129" y="1980"/>
                  </a:cubicBezTo>
                  <a:cubicBezTo>
                    <a:pt x="20903" y="2181"/>
                    <a:pt x="20653" y="2381"/>
                    <a:pt x="20402" y="2607"/>
                  </a:cubicBezTo>
                  <a:cubicBezTo>
                    <a:pt x="20126" y="2832"/>
                    <a:pt x="19851" y="3058"/>
                    <a:pt x="19550" y="3308"/>
                  </a:cubicBezTo>
                  <a:cubicBezTo>
                    <a:pt x="18397" y="4236"/>
                    <a:pt x="17044" y="5364"/>
                    <a:pt x="15565" y="6542"/>
                  </a:cubicBezTo>
                  <a:cubicBezTo>
                    <a:pt x="14838" y="7118"/>
                    <a:pt x="14061" y="7745"/>
                    <a:pt x="13334" y="8396"/>
                  </a:cubicBezTo>
                  <a:cubicBezTo>
                    <a:pt x="12958" y="8697"/>
                    <a:pt x="12582" y="9023"/>
                    <a:pt x="12181" y="9349"/>
                  </a:cubicBezTo>
                  <a:lnTo>
                    <a:pt x="11630" y="9850"/>
                  </a:lnTo>
                  <a:lnTo>
                    <a:pt x="11329" y="10075"/>
                  </a:lnTo>
                  <a:lnTo>
                    <a:pt x="11254" y="10151"/>
                  </a:lnTo>
                  <a:lnTo>
                    <a:pt x="11154" y="10251"/>
                  </a:lnTo>
                  <a:lnTo>
                    <a:pt x="11029" y="10376"/>
                  </a:lnTo>
                  <a:cubicBezTo>
                    <a:pt x="9600" y="11730"/>
                    <a:pt x="8096" y="13058"/>
                    <a:pt x="6693" y="14361"/>
                  </a:cubicBezTo>
                  <a:cubicBezTo>
                    <a:pt x="6016" y="15013"/>
                    <a:pt x="5339" y="15639"/>
                    <a:pt x="4713" y="16266"/>
                  </a:cubicBezTo>
                  <a:cubicBezTo>
                    <a:pt x="4086" y="16892"/>
                    <a:pt x="3510" y="17519"/>
                    <a:pt x="3008" y="18096"/>
                  </a:cubicBezTo>
                  <a:cubicBezTo>
                    <a:pt x="2482" y="18697"/>
                    <a:pt x="2031" y="19273"/>
                    <a:pt x="1630" y="19800"/>
                  </a:cubicBezTo>
                  <a:cubicBezTo>
                    <a:pt x="1430" y="20075"/>
                    <a:pt x="1279" y="20351"/>
                    <a:pt x="1104" y="20577"/>
                  </a:cubicBezTo>
                  <a:cubicBezTo>
                    <a:pt x="1029" y="20702"/>
                    <a:pt x="953" y="20802"/>
                    <a:pt x="878" y="20928"/>
                  </a:cubicBezTo>
                  <a:cubicBezTo>
                    <a:pt x="803" y="21053"/>
                    <a:pt x="753" y="21178"/>
                    <a:pt x="678" y="21304"/>
                  </a:cubicBezTo>
                  <a:cubicBezTo>
                    <a:pt x="552" y="21529"/>
                    <a:pt x="427" y="21755"/>
                    <a:pt x="352" y="21905"/>
                  </a:cubicBezTo>
                  <a:cubicBezTo>
                    <a:pt x="277" y="22055"/>
                    <a:pt x="201" y="22206"/>
                    <a:pt x="176" y="22306"/>
                  </a:cubicBezTo>
                  <a:cubicBezTo>
                    <a:pt x="76" y="22507"/>
                    <a:pt x="1" y="22632"/>
                    <a:pt x="1" y="22632"/>
                  </a:cubicBezTo>
                  <a:lnTo>
                    <a:pt x="3109" y="23885"/>
                  </a:lnTo>
                  <a:cubicBezTo>
                    <a:pt x="3109" y="23885"/>
                    <a:pt x="3159" y="23760"/>
                    <a:pt x="3234" y="23534"/>
                  </a:cubicBezTo>
                  <a:cubicBezTo>
                    <a:pt x="3259" y="23434"/>
                    <a:pt x="3309" y="23284"/>
                    <a:pt x="3359" y="23133"/>
                  </a:cubicBezTo>
                  <a:cubicBezTo>
                    <a:pt x="3435" y="22983"/>
                    <a:pt x="3485" y="22857"/>
                    <a:pt x="3560" y="22707"/>
                  </a:cubicBezTo>
                  <a:cubicBezTo>
                    <a:pt x="3610" y="22532"/>
                    <a:pt x="3685" y="22356"/>
                    <a:pt x="3811" y="22156"/>
                  </a:cubicBezTo>
                  <a:cubicBezTo>
                    <a:pt x="3936" y="21930"/>
                    <a:pt x="4036" y="21705"/>
                    <a:pt x="4186" y="21454"/>
                  </a:cubicBezTo>
                  <a:cubicBezTo>
                    <a:pt x="4462" y="20978"/>
                    <a:pt x="4813" y="20426"/>
                    <a:pt x="5214" y="19850"/>
                  </a:cubicBezTo>
                  <a:cubicBezTo>
                    <a:pt x="5640" y="19248"/>
                    <a:pt x="6091" y="18622"/>
                    <a:pt x="6643" y="17970"/>
                  </a:cubicBezTo>
                  <a:cubicBezTo>
                    <a:pt x="7144" y="17319"/>
                    <a:pt x="7745" y="16642"/>
                    <a:pt x="8347" y="15940"/>
                  </a:cubicBezTo>
                  <a:cubicBezTo>
                    <a:pt x="9550" y="14537"/>
                    <a:pt x="10928" y="13058"/>
                    <a:pt x="12232" y="11504"/>
                  </a:cubicBezTo>
                  <a:lnTo>
                    <a:pt x="12357" y="11379"/>
                  </a:lnTo>
                  <a:lnTo>
                    <a:pt x="12407" y="11329"/>
                  </a:lnTo>
                  <a:lnTo>
                    <a:pt x="12457" y="11253"/>
                  </a:lnTo>
                  <a:lnTo>
                    <a:pt x="12708" y="11003"/>
                  </a:lnTo>
                  <a:lnTo>
                    <a:pt x="13234" y="10451"/>
                  </a:lnTo>
                  <a:cubicBezTo>
                    <a:pt x="13585" y="10075"/>
                    <a:pt x="13911" y="9725"/>
                    <a:pt x="14262" y="9374"/>
                  </a:cubicBezTo>
                  <a:cubicBezTo>
                    <a:pt x="14938" y="8647"/>
                    <a:pt x="15615" y="7970"/>
                    <a:pt x="16292" y="7319"/>
                  </a:cubicBezTo>
                  <a:cubicBezTo>
                    <a:pt x="17620" y="5990"/>
                    <a:pt x="18848" y="4762"/>
                    <a:pt x="19926" y="3684"/>
                  </a:cubicBezTo>
                  <a:cubicBezTo>
                    <a:pt x="20177" y="3409"/>
                    <a:pt x="20427" y="3158"/>
                    <a:pt x="20678" y="2907"/>
                  </a:cubicBezTo>
                  <a:cubicBezTo>
                    <a:pt x="20903" y="2657"/>
                    <a:pt x="21129" y="2431"/>
                    <a:pt x="21329" y="2181"/>
                  </a:cubicBezTo>
                  <a:cubicBezTo>
                    <a:pt x="21755" y="1730"/>
                    <a:pt x="22106" y="1354"/>
                    <a:pt x="22407" y="1028"/>
                  </a:cubicBezTo>
                  <a:cubicBezTo>
                    <a:pt x="22983" y="376"/>
                    <a:pt x="23309" y="0"/>
                    <a:pt x="2330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 name="Google Shape;747;p26"/>
            <p:cNvSpPr/>
            <p:nvPr/>
          </p:nvSpPr>
          <p:spPr>
            <a:xfrm>
              <a:off x="6973356" y="2008421"/>
              <a:ext cx="94025" cy="496630"/>
            </a:xfrm>
            <a:custGeom>
              <a:rect b="b" l="l" r="r" t="t"/>
              <a:pathLst>
                <a:path extrusionOk="0" h="9275" w="1756">
                  <a:moveTo>
                    <a:pt x="1705" y="1"/>
                  </a:moveTo>
                  <a:cubicBezTo>
                    <a:pt x="1705" y="1"/>
                    <a:pt x="1630" y="577"/>
                    <a:pt x="1529" y="1429"/>
                  </a:cubicBezTo>
                  <a:cubicBezTo>
                    <a:pt x="1504" y="1655"/>
                    <a:pt x="1479" y="1881"/>
                    <a:pt x="1454" y="2131"/>
                  </a:cubicBezTo>
                  <a:cubicBezTo>
                    <a:pt x="1429" y="2382"/>
                    <a:pt x="1379" y="2632"/>
                    <a:pt x="1329" y="2908"/>
                  </a:cubicBezTo>
                  <a:cubicBezTo>
                    <a:pt x="1229" y="3434"/>
                    <a:pt x="1128" y="4011"/>
                    <a:pt x="1028" y="4562"/>
                  </a:cubicBezTo>
                  <a:cubicBezTo>
                    <a:pt x="778" y="5690"/>
                    <a:pt x="527" y="6818"/>
                    <a:pt x="326" y="7670"/>
                  </a:cubicBezTo>
                  <a:cubicBezTo>
                    <a:pt x="126" y="8497"/>
                    <a:pt x="1" y="9074"/>
                    <a:pt x="1" y="9074"/>
                  </a:cubicBezTo>
                  <a:lnTo>
                    <a:pt x="1229" y="9274"/>
                  </a:lnTo>
                  <a:cubicBezTo>
                    <a:pt x="1229" y="9274"/>
                    <a:pt x="1279" y="8698"/>
                    <a:pt x="1379" y="7846"/>
                  </a:cubicBezTo>
                  <a:cubicBezTo>
                    <a:pt x="1454" y="6968"/>
                    <a:pt x="1555" y="5815"/>
                    <a:pt x="1655" y="4637"/>
                  </a:cubicBezTo>
                  <a:cubicBezTo>
                    <a:pt x="1680" y="4061"/>
                    <a:pt x="1705" y="3485"/>
                    <a:pt x="1730" y="2933"/>
                  </a:cubicBezTo>
                  <a:cubicBezTo>
                    <a:pt x="1730" y="2658"/>
                    <a:pt x="1755" y="2407"/>
                    <a:pt x="1755" y="2156"/>
                  </a:cubicBezTo>
                  <a:cubicBezTo>
                    <a:pt x="1730" y="1906"/>
                    <a:pt x="1730" y="1680"/>
                    <a:pt x="1730" y="1455"/>
                  </a:cubicBezTo>
                  <a:cubicBezTo>
                    <a:pt x="1705" y="577"/>
                    <a:pt x="1705" y="1"/>
                    <a:pt x="170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26"/>
            <p:cNvSpPr/>
            <p:nvPr/>
          </p:nvSpPr>
          <p:spPr>
            <a:xfrm>
              <a:off x="6576150" y="2334569"/>
              <a:ext cx="99326" cy="507285"/>
            </a:xfrm>
            <a:custGeom>
              <a:rect b="b" l="l" r="r" t="t"/>
              <a:pathLst>
                <a:path extrusionOk="0" h="9474" w="1855">
                  <a:moveTo>
                    <a:pt x="25" y="0"/>
                  </a:moveTo>
                  <a:cubicBezTo>
                    <a:pt x="25" y="0"/>
                    <a:pt x="0" y="2356"/>
                    <a:pt x="0" y="4712"/>
                  </a:cubicBezTo>
                  <a:cubicBezTo>
                    <a:pt x="25" y="5313"/>
                    <a:pt x="25" y="5915"/>
                    <a:pt x="50" y="6466"/>
                  </a:cubicBezTo>
                  <a:cubicBezTo>
                    <a:pt x="50" y="6742"/>
                    <a:pt x="50" y="7018"/>
                    <a:pt x="75" y="7268"/>
                  </a:cubicBezTo>
                  <a:cubicBezTo>
                    <a:pt x="75" y="7519"/>
                    <a:pt x="100" y="7770"/>
                    <a:pt x="100" y="7995"/>
                  </a:cubicBezTo>
                  <a:cubicBezTo>
                    <a:pt x="176" y="8872"/>
                    <a:pt x="201" y="9474"/>
                    <a:pt x="201" y="9474"/>
                  </a:cubicBezTo>
                  <a:lnTo>
                    <a:pt x="1855" y="9198"/>
                  </a:lnTo>
                  <a:cubicBezTo>
                    <a:pt x="1855" y="9198"/>
                    <a:pt x="1704" y="8647"/>
                    <a:pt x="1504" y="7770"/>
                  </a:cubicBezTo>
                  <a:cubicBezTo>
                    <a:pt x="1454" y="7569"/>
                    <a:pt x="1404" y="7318"/>
                    <a:pt x="1328" y="7093"/>
                  </a:cubicBezTo>
                  <a:cubicBezTo>
                    <a:pt x="1278" y="6842"/>
                    <a:pt x="1228" y="6592"/>
                    <a:pt x="1178" y="6316"/>
                  </a:cubicBezTo>
                  <a:cubicBezTo>
                    <a:pt x="1078" y="5790"/>
                    <a:pt x="952" y="5213"/>
                    <a:pt x="852" y="4637"/>
                  </a:cubicBezTo>
                  <a:cubicBezTo>
                    <a:pt x="426" y="2331"/>
                    <a:pt x="25" y="0"/>
                    <a:pt x="2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 name="Google Shape;749;p26"/>
            <p:cNvSpPr/>
            <p:nvPr/>
          </p:nvSpPr>
          <p:spPr>
            <a:xfrm>
              <a:off x="7009607" y="2432504"/>
              <a:ext cx="559652" cy="127544"/>
            </a:xfrm>
            <a:custGeom>
              <a:rect b="b" l="l" r="r" t="t"/>
              <a:pathLst>
                <a:path extrusionOk="0" h="2382" w="10452">
                  <a:moveTo>
                    <a:pt x="10452" y="1"/>
                  </a:moveTo>
                  <a:cubicBezTo>
                    <a:pt x="10451" y="1"/>
                    <a:pt x="9800" y="126"/>
                    <a:pt x="8822" y="327"/>
                  </a:cubicBezTo>
                  <a:cubicBezTo>
                    <a:pt x="8321" y="427"/>
                    <a:pt x="7770" y="527"/>
                    <a:pt x="7143" y="627"/>
                  </a:cubicBezTo>
                  <a:cubicBezTo>
                    <a:pt x="6842" y="677"/>
                    <a:pt x="6517" y="728"/>
                    <a:pt x="6191" y="778"/>
                  </a:cubicBezTo>
                  <a:cubicBezTo>
                    <a:pt x="5890" y="828"/>
                    <a:pt x="5564" y="878"/>
                    <a:pt x="5238" y="903"/>
                  </a:cubicBezTo>
                  <a:cubicBezTo>
                    <a:pt x="4913" y="953"/>
                    <a:pt x="4562" y="978"/>
                    <a:pt x="4261" y="1028"/>
                  </a:cubicBezTo>
                  <a:cubicBezTo>
                    <a:pt x="3935" y="1053"/>
                    <a:pt x="3609" y="1078"/>
                    <a:pt x="3309" y="1103"/>
                  </a:cubicBezTo>
                  <a:cubicBezTo>
                    <a:pt x="3008" y="1103"/>
                    <a:pt x="2707" y="1154"/>
                    <a:pt x="2431" y="1154"/>
                  </a:cubicBezTo>
                  <a:lnTo>
                    <a:pt x="1654" y="1154"/>
                  </a:lnTo>
                  <a:cubicBezTo>
                    <a:pt x="1515" y="1161"/>
                    <a:pt x="1380" y="1164"/>
                    <a:pt x="1251" y="1164"/>
                  </a:cubicBezTo>
                  <a:cubicBezTo>
                    <a:pt x="939" y="1164"/>
                    <a:pt x="664" y="1146"/>
                    <a:pt x="451" y="1129"/>
                  </a:cubicBezTo>
                  <a:lnTo>
                    <a:pt x="0" y="1129"/>
                  </a:lnTo>
                  <a:lnTo>
                    <a:pt x="25" y="2382"/>
                  </a:lnTo>
                  <a:cubicBezTo>
                    <a:pt x="25" y="2382"/>
                    <a:pt x="201" y="2357"/>
                    <a:pt x="477" y="2332"/>
                  </a:cubicBezTo>
                  <a:cubicBezTo>
                    <a:pt x="777" y="2306"/>
                    <a:pt x="1178" y="2306"/>
                    <a:pt x="1705" y="2206"/>
                  </a:cubicBezTo>
                  <a:cubicBezTo>
                    <a:pt x="1955" y="2181"/>
                    <a:pt x="2231" y="2156"/>
                    <a:pt x="2507" y="2106"/>
                  </a:cubicBezTo>
                  <a:cubicBezTo>
                    <a:pt x="2807" y="2056"/>
                    <a:pt x="3108" y="2006"/>
                    <a:pt x="3409" y="1956"/>
                  </a:cubicBezTo>
                  <a:cubicBezTo>
                    <a:pt x="3735" y="1880"/>
                    <a:pt x="4035" y="1830"/>
                    <a:pt x="4361" y="1755"/>
                  </a:cubicBezTo>
                  <a:cubicBezTo>
                    <a:pt x="4687" y="1680"/>
                    <a:pt x="5013" y="1605"/>
                    <a:pt x="5339" y="1530"/>
                  </a:cubicBezTo>
                  <a:cubicBezTo>
                    <a:pt x="5665" y="1454"/>
                    <a:pt x="5990" y="1354"/>
                    <a:pt x="6316" y="1279"/>
                  </a:cubicBezTo>
                  <a:cubicBezTo>
                    <a:pt x="6617" y="1204"/>
                    <a:pt x="6943" y="1103"/>
                    <a:pt x="7244" y="1028"/>
                  </a:cubicBezTo>
                  <a:cubicBezTo>
                    <a:pt x="7845" y="853"/>
                    <a:pt x="8396" y="677"/>
                    <a:pt x="8873" y="527"/>
                  </a:cubicBezTo>
                  <a:cubicBezTo>
                    <a:pt x="9800" y="201"/>
                    <a:pt x="10451" y="1"/>
                    <a:pt x="1045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26"/>
            <p:cNvSpPr/>
            <p:nvPr/>
          </p:nvSpPr>
          <p:spPr>
            <a:xfrm>
              <a:off x="6651276" y="2829760"/>
              <a:ext cx="605273" cy="107411"/>
            </a:xfrm>
            <a:custGeom>
              <a:rect b="b" l="l" r="r" t="t"/>
              <a:pathLst>
                <a:path extrusionOk="0" h="2006" w="11304">
                  <a:moveTo>
                    <a:pt x="251" y="0"/>
                  </a:moveTo>
                  <a:lnTo>
                    <a:pt x="1" y="1654"/>
                  </a:lnTo>
                  <a:cubicBezTo>
                    <a:pt x="1" y="1654"/>
                    <a:pt x="702" y="1705"/>
                    <a:pt x="1755" y="1780"/>
                  </a:cubicBezTo>
                  <a:cubicBezTo>
                    <a:pt x="2281" y="1830"/>
                    <a:pt x="2908" y="1855"/>
                    <a:pt x="3560" y="1880"/>
                  </a:cubicBezTo>
                  <a:cubicBezTo>
                    <a:pt x="4236" y="1905"/>
                    <a:pt x="4938" y="1930"/>
                    <a:pt x="5640" y="1980"/>
                  </a:cubicBezTo>
                  <a:cubicBezTo>
                    <a:pt x="6367" y="1980"/>
                    <a:pt x="7068" y="1980"/>
                    <a:pt x="7720" y="2005"/>
                  </a:cubicBezTo>
                  <a:lnTo>
                    <a:pt x="8672" y="2005"/>
                  </a:lnTo>
                  <a:cubicBezTo>
                    <a:pt x="8998" y="2005"/>
                    <a:pt x="9274" y="2005"/>
                    <a:pt x="9550" y="1980"/>
                  </a:cubicBezTo>
                  <a:cubicBezTo>
                    <a:pt x="10602" y="1955"/>
                    <a:pt x="11304" y="1930"/>
                    <a:pt x="11304" y="1930"/>
                  </a:cubicBezTo>
                  <a:cubicBezTo>
                    <a:pt x="11304" y="1930"/>
                    <a:pt x="10602" y="1855"/>
                    <a:pt x="9550" y="1730"/>
                  </a:cubicBezTo>
                  <a:cubicBezTo>
                    <a:pt x="9299" y="1705"/>
                    <a:pt x="8998" y="1654"/>
                    <a:pt x="8697" y="1629"/>
                  </a:cubicBezTo>
                  <a:cubicBezTo>
                    <a:pt x="8422" y="1579"/>
                    <a:pt x="8096" y="1529"/>
                    <a:pt x="7770" y="1479"/>
                  </a:cubicBezTo>
                  <a:cubicBezTo>
                    <a:pt x="7118" y="1379"/>
                    <a:pt x="6442" y="1253"/>
                    <a:pt x="5740" y="1128"/>
                  </a:cubicBezTo>
                  <a:cubicBezTo>
                    <a:pt x="5063" y="1003"/>
                    <a:pt x="4362" y="878"/>
                    <a:pt x="3710" y="752"/>
                  </a:cubicBezTo>
                  <a:cubicBezTo>
                    <a:pt x="3083" y="627"/>
                    <a:pt x="2482" y="502"/>
                    <a:pt x="1955" y="376"/>
                  </a:cubicBezTo>
                  <a:cubicBezTo>
                    <a:pt x="928" y="151"/>
                    <a:pt x="251" y="0"/>
                    <a:pt x="2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 name="Google Shape;751;p26"/>
            <p:cNvSpPr/>
            <p:nvPr/>
          </p:nvSpPr>
          <p:spPr>
            <a:xfrm>
              <a:off x="5416607" y="3165332"/>
              <a:ext cx="1002041" cy="670972"/>
            </a:xfrm>
            <a:custGeom>
              <a:rect b="b" l="l" r="r" t="t"/>
              <a:pathLst>
                <a:path extrusionOk="0" h="12531" w="18714">
                  <a:moveTo>
                    <a:pt x="8924" y="1"/>
                  </a:moveTo>
                  <a:cubicBezTo>
                    <a:pt x="1021" y="1"/>
                    <a:pt x="1" y="12506"/>
                    <a:pt x="10101" y="12530"/>
                  </a:cubicBezTo>
                  <a:cubicBezTo>
                    <a:pt x="10109" y="12530"/>
                    <a:pt x="10117" y="12530"/>
                    <a:pt x="10124" y="12530"/>
                  </a:cubicBezTo>
                  <a:cubicBezTo>
                    <a:pt x="17747" y="12530"/>
                    <a:pt x="18713" y="249"/>
                    <a:pt x="9525" y="24"/>
                  </a:cubicBezTo>
                  <a:cubicBezTo>
                    <a:pt x="9320" y="8"/>
                    <a:pt x="9120" y="1"/>
                    <a:pt x="892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 name="Google Shape;752;p26"/>
            <p:cNvSpPr/>
            <p:nvPr/>
          </p:nvSpPr>
          <p:spPr>
            <a:xfrm>
              <a:off x="5601823" y="3406823"/>
              <a:ext cx="280522" cy="187943"/>
            </a:xfrm>
            <a:custGeom>
              <a:rect b="b" l="l" r="r" t="t"/>
              <a:pathLst>
                <a:path extrusionOk="0" h="3510" w="5239">
                  <a:moveTo>
                    <a:pt x="2507" y="0"/>
                  </a:moveTo>
                  <a:cubicBezTo>
                    <a:pt x="301" y="0"/>
                    <a:pt x="0" y="3509"/>
                    <a:pt x="2833" y="3509"/>
                  </a:cubicBezTo>
                  <a:cubicBezTo>
                    <a:pt x="4988" y="3509"/>
                    <a:pt x="5239" y="75"/>
                    <a:pt x="2682" y="25"/>
                  </a:cubicBezTo>
                  <a:cubicBezTo>
                    <a:pt x="2607" y="0"/>
                    <a:pt x="2557" y="0"/>
                    <a:pt x="250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p26"/>
            <p:cNvSpPr/>
            <p:nvPr/>
          </p:nvSpPr>
          <p:spPr>
            <a:xfrm>
              <a:off x="6110459" y="3165332"/>
              <a:ext cx="1000649" cy="670972"/>
            </a:xfrm>
            <a:custGeom>
              <a:rect b="b" l="l" r="r" t="t"/>
              <a:pathLst>
                <a:path extrusionOk="0" h="12531" w="18688">
                  <a:moveTo>
                    <a:pt x="8923" y="1"/>
                  </a:moveTo>
                  <a:cubicBezTo>
                    <a:pt x="1021" y="1"/>
                    <a:pt x="0" y="12506"/>
                    <a:pt x="10101" y="12530"/>
                  </a:cubicBezTo>
                  <a:cubicBezTo>
                    <a:pt x="10108" y="12530"/>
                    <a:pt x="10116" y="12530"/>
                    <a:pt x="10124" y="12530"/>
                  </a:cubicBezTo>
                  <a:cubicBezTo>
                    <a:pt x="17747" y="12530"/>
                    <a:pt x="18688" y="249"/>
                    <a:pt x="9524" y="24"/>
                  </a:cubicBezTo>
                  <a:cubicBezTo>
                    <a:pt x="9320" y="8"/>
                    <a:pt x="9119" y="1"/>
                    <a:pt x="892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 name="Google Shape;754;p26"/>
            <p:cNvSpPr/>
            <p:nvPr/>
          </p:nvSpPr>
          <p:spPr>
            <a:xfrm>
              <a:off x="6608332" y="3496727"/>
              <a:ext cx="280522" cy="187943"/>
            </a:xfrm>
            <a:custGeom>
              <a:rect b="b" l="l" r="r" t="t"/>
              <a:pathLst>
                <a:path extrusionOk="0" h="3510" w="5239">
                  <a:moveTo>
                    <a:pt x="2507" y="1"/>
                  </a:moveTo>
                  <a:cubicBezTo>
                    <a:pt x="301" y="1"/>
                    <a:pt x="1" y="3509"/>
                    <a:pt x="2833" y="3509"/>
                  </a:cubicBezTo>
                  <a:cubicBezTo>
                    <a:pt x="4988" y="3509"/>
                    <a:pt x="5239" y="76"/>
                    <a:pt x="26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 name="Google Shape;755;p26"/>
            <p:cNvSpPr/>
            <p:nvPr/>
          </p:nvSpPr>
          <p:spPr>
            <a:xfrm>
              <a:off x="5729370" y="2964053"/>
              <a:ext cx="1001988" cy="670972"/>
            </a:xfrm>
            <a:custGeom>
              <a:rect b="b" l="l" r="r" t="t"/>
              <a:pathLst>
                <a:path extrusionOk="0" h="12531" w="18713">
                  <a:moveTo>
                    <a:pt x="8948" y="0"/>
                  </a:moveTo>
                  <a:cubicBezTo>
                    <a:pt x="1044" y="0"/>
                    <a:pt x="0" y="12506"/>
                    <a:pt x="10125" y="12530"/>
                  </a:cubicBezTo>
                  <a:cubicBezTo>
                    <a:pt x="10133" y="12530"/>
                    <a:pt x="10140" y="12530"/>
                    <a:pt x="10148" y="12530"/>
                  </a:cubicBezTo>
                  <a:cubicBezTo>
                    <a:pt x="17771" y="12530"/>
                    <a:pt x="18712" y="249"/>
                    <a:pt x="9548" y="24"/>
                  </a:cubicBezTo>
                  <a:cubicBezTo>
                    <a:pt x="9344" y="8"/>
                    <a:pt x="9144" y="0"/>
                    <a:pt x="894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26"/>
            <p:cNvSpPr/>
            <p:nvPr/>
          </p:nvSpPr>
          <p:spPr>
            <a:xfrm>
              <a:off x="6205718" y="3094116"/>
              <a:ext cx="280522" cy="187943"/>
            </a:xfrm>
            <a:custGeom>
              <a:rect b="b" l="l" r="r" t="t"/>
              <a:pathLst>
                <a:path extrusionOk="0" h="3510" w="5239">
                  <a:moveTo>
                    <a:pt x="2507" y="1"/>
                  </a:moveTo>
                  <a:cubicBezTo>
                    <a:pt x="301" y="1"/>
                    <a:pt x="1" y="3509"/>
                    <a:pt x="2833" y="3509"/>
                  </a:cubicBezTo>
                  <a:cubicBezTo>
                    <a:pt x="4988" y="3509"/>
                    <a:pt x="5239" y="76"/>
                    <a:pt x="268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57" name="Google Shape;757;p2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_13">
    <p:spTree>
      <p:nvGrpSpPr>
        <p:cNvPr id="758" name="Shape 758"/>
        <p:cNvGrpSpPr/>
        <p:nvPr/>
      </p:nvGrpSpPr>
      <p:grpSpPr>
        <a:xfrm>
          <a:off x="0" y="0"/>
          <a:ext cx="0" cy="0"/>
          <a:chOff x="0" y="0"/>
          <a:chExt cx="0" cy="0"/>
        </a:xfrm>
      </p:grpSpPr>
      <p:grpSp>
        <p:nvGrpSpPr>
          <p:cNvPr id="759" name="Google Shape;759;p27"/>
          <p:cNvGrpSpPr/>
          <p:nvPr/>
        </p:nvGrpSpPr>
        <p:grpSpPr>
          <a:xfrm rot="1707513">
            <a:off x="1304904" y="699381"/>
            <a:ext cx="816953" cy="966276"/>
            <a:chOff x="1667110" y="1547045"/>
            <a:chExt cx="1047905" cy="1239657"/>
          </a:xfrm>
        </p:grpSpPr>
        <p:grpSp>
          <p:nvGrpSpPr>
            <p:cNvPr id="760" name="Google Shape;760;p27"/>
            <p:cNvGrpSpPr/>
            <p:nvPr/>
          </p:nvGrpSpPr>
          <p:grpSpPr>
            <a:xfrm>
              <a:off x="1667110" y="1547045"/>
              <a:ext cx="1047905" cy="922064"/>
              <a:chOff x="1627300" y="2234250"/>
              <a:chExt cx="500050" cy="440000"/>
            </a:xfrm>
          </p:grpSpPr>
          <p:sp>
            <p:nvSpPr>
              <p:cNvPr id="761" name="Google Shape;761;p27"/>
              <p:cNvSpPr/>
              <p:nvPr/>
            </p:nvSpPr>
            <p:spPr>
              <a:xfrm rot="-1958764">
                <a:off x="1769572" y="2297034"/>
                <a:ext cx="189893" cy="290106"/>
              </a:xfrm>
              <a:custGeom>
                <a:rect b="b" l="l" r="r" t="t"/>
                <a:pathLst>
                  <a:path extrusionOk="0" h="11605" w="7595">
                    <a:moveTo>
                      <a:pt x="2155" y="0"/>
                    </a:moveTo>
                    <a:cubicBezTo>
                      <a:pt x="2406" y="2507"/>
                      <a:pt x="2506" y="5940"/>
                      <a:pt x="0" y="6943"/>
                    </a:cubicBezTo>
                    <a:cubicBezTo>
                      <a:pt x="2757" y="6943"/>
                      <a:pt x="4336" y="9123"/>
                      <a:pt x="5589" y="11604"/>
                    </a:cubicBezTo>
                    <a:cubicBezTo>
                      <a:pt x="5589" y="9123"/>
                      <a:pt x="5338" y="6617"/>
                      <a:pt x="7594" y="5113"/>
                    </a:cubicBezTo>
                    <a:lnTo>
                      <a:pt x="7594" y="5113"/>
                    </a:lnTo>
                    <a:cubicBezTo>
                      <a:pt x="7536" y="5115"/>
                      <a:pt x="7479" y="5116"/>
                      <a:pt x="7423" y="5116"/>
                    </a:cubicBezTo>
                    <a:cubicBezTo>
                      <a:pt x="4895" y="5116"/>
                      <a:pt x="3381" y="2942"/>
                      <a:pt x="215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 name="Google Shape;762;p27"/>
              <p:cNvSpPr/>
              <p:nvPr/>
            </p:nvSpPr>
            <p:spPr>
              <a:xfrm>
                <a:off x="2010350" y="2234250"/>
                <a:ext cx="117000" cy="78450"/>
              </a:xfrm>
              <a:custGeom>
                <a:rect b="b" l="l" r="r" t="t"/>
                <a:pathLst>
                  <a:path extrusionOk="0" h="3138" w="4680">
                    <a:moveTo>
                      <a:pt x="2235" y="0"/>
                    </a:moveTo>
                    <a:cubicBezTo>
                      <a:pt x="256" y="0"/>
                      <a:pt x="1" y="3138"/>
                      <a:pt x="2524" y="3138"/>
                    </a:cubicBezTo>
                    <a:cubicBezTo>
                      <a:pt x="4429" y="3138"/>
                      <a:pt x="4680" y="80"/>
                      <a:pt x="2374" y="5"/>
                    </a:cubicBezTo>
                    <a:cubicBezTo>
                      <a:pt x="2327" y="2"/>
                      <a:pt x="2281" y="0"/>
                      <a:pt x="223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 name="Google Shape;763;p27"/>
              <p:cNvSpPr/>
              <p:nvPr/>
            </p:nvSpPr>
            <p:spPr>
              <a:xfrm>
                <a:off x="1627300" y="2615200"/>
                <a:ext cx="87775" cy="59050"/>
              </a:xfrm>
              <a:custGeom>
                <a:rect b="b" l="l" r="r" t="t"/>
                <a:pathLst>
                  <a:path extrusionOk="0" h="2362" w="3511">
                    <a:moveTo>
                      <a:pt x="1689" y="1"/>
                    </a:moveTo>
                    <a:cubicBezTo>
                      <a:pt x="191" y="1"/>
                      <a:pt x="0" y="2337"/>
                      <a:pt x="1907" y="2361"/>
                    </a:cubicBezTo>
                    <a:cubicBezTo>
                      <a:pt x="3335" y="2361"/>
                      <a:pt x="3511" y="55"/>
                      <a:pt x="1806" y="5"/>
                    </a:cubicBezTo>
                    <a:cubicBezTo>
                      <a:pt x="1766" y="2"/>
                      <a:pt x="1727" y="1"/>
                      <a:pt x="168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64" name="Google Shape;764;p27"/>
            <p:cNvSpPr/>
            <p:nvPr/>
          </p:nvSpPr>
          <p:spPr>
            <a:xfrm flipH="1" rot="-2271384">
              <a:off x="2009270" y="2471312"/>
              <a:ext cx="327094" cy="240288"/>
            </a:xfrm>
            <a:custGeom>
              <a:rect b="b" l="l" r="r" t="t"/>
              <a:pathLst>
                <a:path extrusionOk="0" h="16924" w="23033">
                  <a:moveTo>
                    <a:pt x="18087" y="0"/>
                  </a:moveTo>
                  <a:cubicBezTo>
                    <a:pt x="15558" y="0"/>
                    <a:pt x="12757" y="2011"/>
                    <a:pt x="12181" y="4317"/>
                  </a:cubicBezTo>
                  <a:cubicBezTo>
                    <a:pt x="12181" y="4317"/>
                    <a:pt x="10883" y="321"/>
                    <a:pt x="6682" y="321"/>
                  </a:cubicBezTo>
                  <a:cubicBezTo>
                    <a:pt x="6249" y="321"/>
                    <a:pt x="5785" y="364"/>
                    <a:pt x="5289" y="457"/>
                  </a:cubicBezTo>
                  <a:cubicBezTo>
                    <a:pt x="0" y="1460"/>
                    <a:pt x="6492" y="11610"/>
                    <a:pt x="12381" y="16924"/>
                  </a:cubicBezTo>
                  <a:cubicBezTo>
                    <a:pt x="22381" y="8527"/>
                    <a:pt x="23033" y="2437"/>
                    <a:pt x="20251" y="608"/>
                  </a:cubicBezTo>
                  <a:cubicBezTo>
                    <a:pt x="19602" y="187"/>
                    <a:pt x="18857" y="0"/>
                    <a:pt x="18087"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65" name="Google Shape;765;p27"/>
          <p:cNvSpPr txBox="1"/>
          <p:nvPr>
            <p:ph idx="1" type="body"/>
          </p:nvPr>
        </p:nvSpPr>
        <p:spPr>
          <a:xfrm>
            <a:off x="2002188" y="4005711"/>
            <a:ext cx="2234100" cy="614700"/>
          </a:xfrm>
          <a:prstGeom prst="rect">
            <a:avLst/>
          </a:prstGeom>
        </p:spPr>
        <p:txBody>
          <a:bodyPr anchorCtr="0" anchor="t" bIns="91425" lIns="91425" spcFirstLastPara="1" rIns="91425" wrap="square" tIns="91425">
            <a:noAutofit/>
          </a:bodyPr>
          <a:lstStyle>
            <a:lvl1pPr indent="-317500" lvl="0" marL="457200" rtl="0" algn="ctr">
              <a:lnSpc>
                <a:spcPct val="100000"/>
              </a:lnSpc>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766" name="Google Shape;766;p27"/>
          <p:cNvSpPr txBox="1"/>
          <p:nvPr>
            <p:ph idx="2" type="subTitle"/>
          </p:nvPr>
        </p:nvSpPr>
        <p:spPr>
          <a:xfrm>
            <a:off x="1891185" y="3358475"/>
            <a:ext cx="2453400" cy="72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3"/>
              </a:buClr>
              <a:buSzPts val="2000"/>
              <a:buFont typeface="Fredoka One"/>
              <a:buNone/>
              <a:defRPr b="1" sz="2000">
                <a:solidFill>
                  <a:schemeClr val="dk1"/>
                </a:solidFill>
                <a:latin typeface="Jua"/>
                <a:ea typeface="Jua"/>
                <a:cs typeface="Jua"/>
                <a:sym typeface="Jua"/>
              </a:defRPr>
            </a:lvl1pPr>
            <a:lvl2pPr lvl="1" rtl="0">
              <a:spcBef>
                <a:spcPts val="0"/>
              </a:spcBef>
              <a:spcAft>
                <a:spcPts val="0"/>
              </a:spcAft>
              <a:buClr>
                <a:schemeClr val="accent3"/>
              </a:buClr>
              <a:buSzPts val="2000"/>
              <a:buNone/>
              <a:defRPr sz="2000">
                <a:solidFill>
                  <a:schemeClr val="accent3"/>
                </a:solidFill>
              </a:defRPr>
            </a:lvl2pPr>
            <a:lvl3pPr lvl="2" rtl="0">
              <a:spcBef>
                <a:spcPts val="0"/>
              </a:spcBef>
              <a:spcAft>
                <a:spcPts val="0"/>
              </a:spcAft>
              <a:buClr>
                <a:schemeClr val="accent3"/>
              </a:buClr>
              <a:buSzPts val="2000"/>
              <a:buNone/>
              <a:defRPr sz="2000">
                <a:solidFill>
                  <a:schemeClr val="accent3"/>
                </a:solidFill>
              </a:defRPr>
            </a:lvl3pPr>
            <a:lvl4pPr lvl="3" rtl="0">
              <a:spcBef>
                <a:spcPts val="1600"/>
              </a:spcBef>
              <a:spcAft>
                <a:spcPts val="0"/>
              </a:spcAft>
              <a:buClr>
                <a:schemeClr val="accent3"/>
              </a:buClr>
              <a:buSzPts val="2000"/>
              <a:buNone/>
              <a:defRPr sz="2000">
                <a:solidFill>
                  <a:schemeClr val="accent3"/>
                </a:solidFill>
              </a:defRPr>
            </a:lvl4pPr>
            <a:lvl5pPr lvl="4" rtl="0">
              <a:spcBef>
                <a:spcPts val="1600"/>
              </a:spcBef>
              <a:spcAft>
                <a:spcPts val="0"/>
              </a:spcAft>
              <a:buClr>
                <a:schemeClr val="accent3"/>
              </a:buClr>
              <a:buSzPts val="2000"/>
              <a:buNone/>
              <a:defRPr sz="2000">
                <a:solidFill>
                  <a:schemeClr val="accent3"/>
                </a:solidFill>
              </a:defRPr>
            </a:lvl5pPr>
            <a:lvl6pPr lvl="5" rtl="0">
              <a:spcBef>
                <a:spcPts val="0"/>
              </a:spcBef>
              <a:spcAft>
                <a:spcPts val="0"/>
              </a:spcAft>
              <a:buClr>
                <a:schemeClr val="accent3"/>
              </a:buClr>
              <a:buSzPts val="2000"/>
              <a:buNone/>
              <a:defRPr sz="2000">
                <a:solidFill>
                  <a:schemeClr val="accent3"/>
                </a:solidFill>
              </a:defRPr>
            </a:lvl6pPr>
            <a:lvl7pPr lvl="6" rtl="0">
              <a:spcBef>
                <a:spcPts val="1600"/>
              </a:spcBef>
              <a:spcAft>
                <a:spcPts val="0"/>
              </a:spcAft>
              <a:buClr>
                <a:schemeClr val="accent3"/>
              </a:buClr>
              <a:buSzPts val="2000"/>
              <a:buNone/>
              <a:defRPr sz="2000">
                <a:solidFill>
                  <a:schemeClr val="accent3"/>
                </a:solidFill>
              </a:defRPr>
            </a:lvl7pPr>
            <a:lvl8pPr lvl="7" rtl="0">
              <a:spcBef>
                <a:spcPts val="1600"/>
              </a:spcBef>
              <a:spcAft>
                <a:spcPts val="0"/>
              </a:spcAft>
              <a:buClr>
                <a:schemeClr val="accent3"/>
              </a:buClr>
              <a:buSzPts val="2000"/>
              <a:buNone/>
              <a:defRPr sz="2000">
                <a:solidFill>
                  <a:schemeClr val="accent3"/>
                </a:solidFill>
              </a:defRPr>
            </a:lvl8pPr>
            <a:lvl9pPr lvl="8" rtl="0">
              <a:spcBef>
                <a:spcPts val="1600"/>
              </a:spcBef>
              <a:spcAft>
                <a:spcPts val="1600"/>
              </a:spcAft>
              <a:buClr>
                <a:schemeClr val="accent3"/>
              </a:buClr>
              <a:buSzPts val="2000"/>
              <a:buNone/>
              <a:defRPr sz="2000">
                <a:solidFill>
                  <a:schemeClr val="accent3"/>
                </a:solidFill>
              </a:defRPr>
            </a:lvl9pPr>
          </a:lstStyle>
          <a:p/>
        </p:txBody>
      </p:sp>
      <p:sp>
        <p:nvSpPr>
          <p:cNvPr id="767" name="Google Shape;767;p27"/>
          <p:cNvSpPr txBox="1"/>
          <p:nvPr>
            <p:ph idx="3" type="body"/>
          </p:nvPr>
        </p:nvSpPr>
        <p:spPr>
          <a:xfrm>
            <a:off x="2002188" y="2310389"/>
            <a:ext cx="2234100" cy="614700"/>
          </a:xfrm>
          <a:prstGeom prst="rect">
            <a:avLst/>
          </a:prstGeom>
        </p:spPr>
        <p:txBody>
          <a:bodyPr anchorCtr="0" anchor="t" bIns="91425" lIns="91425" spcFirstLastPara="1" rIns="91425" wrap="square" tIns="91425">
            <a:noAutofit/>
          </a:bodyPr>
          <a:lstStyle>
            <a:lvl1pPr indent="-317500" lvl="0" marL="457200" rtl="0" algn="ctr">
              <a:lnSpc>
                <a:spcPct val="100000"/>
              </a:lnSpc>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768" name="Google Shape;768;p27"/>
          <p:cNvSpPr txBox="1"/>
          <p:nvPr>
            <p:ph idx="4" type="subTitle"/>
          </p:nvPr>
        </p:nvSpPr>
        <p:spPr>
          <a:xfrm>
            <a:off x="1892081" y="1664450"/>
            <a:ext cx="2453400" cy="72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3"/>
              </a:buClr>
              <a:buSzPts val="2000"/>
              <a:buFont typeface="Fredoka One"/>
              <a:buNone/>
              <a:defRPr b="1" sz="2000">
                <a:solidFill>
                  <a:schemeClr val="dk1"/>
                </a:solidFill>
                <a:latin typeface="Jua"/>
                <a:ea typeface="Jua"/>
                <a:cs typeface="Jua"/>
                <a:sym typeface="Jua"/>
              </a:defRPr>
            </a:lvl1pPr>
            <a:lvl2pPr lvl="1" rtl="0">
              <a:spcBef>
                <a:spcPts val="0"/>
              </a:spcBef>
              <a:spcAft>
                <a:spcPts val="0"/>
              </a:spcAft>
              <a:buClr>
                <a:schemeClr val="accent3"/>
              </a:buClr>
              <a:buSzPts val="2000"/>
              <a:buNone/>
              <a:defRPr sz="2000">
                <a:solidFill>
                  <a:schemeClr val="accent3"/>
                </a:solidFill>
              </a:defRPr>
            </a:lvl2pPr>
            <a:lvl3pPr lvl="2" rtl="0">
              <a:spcBef>
                <a:spcPts val="0"/>
              </a:spcBef>
              <a:spcAft>
                <a:spcPts val="0"/>
              </a:spcAft>
              <a:buClr>
                <a:schemeClr val="accent3"/>
              </a:buClr>
              <a:buSzPts val="2000"/>
              <a:buNone/>
              <a:defRPr sz="2000">
                <a:solidFill>
                  <a:schemeClr val="accent3"/>
                </a:solidFill>
              </a:defRPr>
            </a:lvl3pPr>
            <a:lvl4pPr lvl="3" rtl="0">
              <a:spcBef>
                <a:spcPts val="1600"/>
              </a:spcBef>
              <a:spcAft>
                <a:spcPts val="0"/>
              </a:spcAft>
              <a:buClr>
                <a:schemeClr val="accent3"/>
              </a:buClr>
              <a:buSzPts val="2000"/>
              <a:buNone/>
              <a:defRPr sz="2000">
                <a:solidFill>
                  <a:schemeClr val="accent3"/>
                </a:solidFill>
              </a:defRPr>
            </a:lvl4pPr>
            <a:lvl5pPr lvl="4" rtl="0">
              <a:spcBef>
                <a:spcPts val="1600"/>
              </a:spcBef>
              <a:spcAft>
                <a:spcPts val="0"/>
              </a:spcAft>
              <a:buClr>
                <a:schemeClr val="accent3"/>
              </a:buClr>
              <a:buSzPts val="2000"/>
              <a:buNone/>
              <a:defRPr sz="2000">
                <a:solidFill>
                  <a:schemeClr val="accent3"/>
                </a:solidFill>
              </a:defRPr>
            </a:lvl5pPr>
            <a:lvl6pPr lvl="5" rtl="0">
              <a:spcBef>
                <a:spcPts val="0"/>
              </a:spcBef>
              <a:spcAft>
                <a:spcPts val="0"/>
              </a:spcAft>
              <a:buClr>
                <a:schemeClr val="accent3"/>
              </a:buClr>
              <a:buSzPts val="2000"/>
              <a:buNone/>
              <a:defRPr sz="2000">
                <a:solidFill>
                  <a:schemeClr val="accent3"/>
                </a:solidFill>
              </a:defRPr>
            </a:lvl6pPr>
            <a:lvl7pPr lvl="6" rtl="0">
              <a:spcBef>
                <a:spcPts val="1600"/>
              </a:spcBef>
              <a:spcAft>
                <a:spcPts val="0"/>
              </a:spcAft>
              <a:buClr>
                <a:schemeClr val="accent3"/>
              </a:buClr>
              <a:buSzPts val="2000"/>
              <a:buNone/>
              <a:defRPr sz="2000">
                <a:solidFill>
                  <a:schemeClr val="accent3"/>
                </a:solidFill>
              </a:defRPr>
            </a:lvl7pPr>
            <a:lvl8pPr lvl="7" rtl="0">
              <a:spcBef>
                <a:spcPts val="1600"/>
              </a:spcBef>
              <a:spcAft>
                <a:spcPts val="0"/>
              </a:spcAft>
              <a:buClr>
                <a:schemeClr val="accent3"/>
              </a:buClr>
              <a:buSzPts val="2000"/>
              <a:buNone/>
              <a:defRPr sz="2000">
                <a:solidFill>
                  <a:schemeClr val="accent3"/>
                </a:solidFill>
              </a:defRPr>
            </a:lvl8pPr>
            <a:lvl9pPr lvl="8" rtl="0">
              <a:spcBef>
                <a:spcPts val="1600"/>
              </a:spcBef>
              <a:spcAft>
                <a:spcPts val="1600"/>
              </a:spcAft>
              <a:buClr>
                <a:schemeClr val="accent3"/>
              </a:buClr>
              <a:buSzPts val="2000"/>
              <a:buNone/>
              <a:defRPr sz="2000">
                <a:solidFill>
                  <a:schemeClr val="accent3"/>
                </a:solidFill>
              </a:defRPr>
            </a:lvl9pPr>
          </a:lstStyle>
          <a:p/>
        </p:txBody>
      </p:sp>
      <p:sp>
        <p:nvSpPr>
          <p:cNvPr id="769" name="Google Shape;769;p27"/>
          <p:cNvSpPr txBox="1"/>
          <p:nvPr>
            <p:ph hasCustomPrompt="1" type="title"/>
          </p:nvPr>
        </p:nvSpPr>
        <p:spPr>
          <a:xfrm>
            <a:off x="2002175" y="1284847"/>
            <a:ext cx="2234100" cy="4413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5000"/>
              <a:buNone/>
              <a:defRPr sz="3000">
                <a:solidFill>
                  <a:schemeClr val="accent2"/>
                </a:solidFill>
              </a:defRPr>
            </a:lvl1pPr>
            <a:lvl2pPr lvl="1" rtl="0" algn="ctr">
              <a:spcBef>
                <a:spcPts val="0"/>
              </a:spcBef>
              <a:spcAft>
                <a:spcPts val="0"/>
              </a:spcAft>
              <a:buSzPts val="5000"/>
              <a:buNone/>
              <a:defRPr sz="5000"/>
            </a:lvl2pPr>
            <a:lvl3pPr lvl="2" rtl="0" algn="ctr">
              <a:spcBef>
                <a:spcPts val="0"/>
              </a:spcBef>
              <a:spcAft>
                <a:spcPts val="0"/>
              </a:spcAft>
              <a:buSzPts val="5000"/>
              <a:buNone/>
              <a:defRPr sz="5000"/>
            </a:lvl3pPr>
            <a:lvl4pPr lvl="3" rtl="0" algn="ctr">
              <a:spcBef>
                <a:spcPts val="0"/>
              </a:spcBef>
              <a:spcAft>
                <a:spcPts val="0"/>
              </a:spcAft>
              <a:buSzPts val="5000"/>
              <a:buNone/>
              <a:defRPr sz="5000"/>
            </a:lvl4pPr>
            <a:lvl5pPr lvl="4" rtl="0" algn="ctr">
              <a:spcBef>
                <a:spcPts val="0"/>
              </a:spcBef>
              <a:spcAft>
                <a:spcPts val="0"/>
              </a:spcAft>
              <a:buSzPts val="5000"/>
              <a:buNone/>
              <a:defRPr sz="5000"/>
            </a:lvl5pPr>
            <a:lvl6pPr lvl="5" rtl="0" algn="ctr">
              <a:spcBef>
                <a:spcPts val="0"/>
              </a:spcBef>
              <a:spcAft>
                <a:spcPts val="0"/>
              </a:spcAft>
              <a:buSzPts val="5000"/>
              <a:buNone/>
              <a:defRPr sz="5000"/>
            </a:lvl6pPr>
            <a:lvl7pPr lvl="6" rtl="0" algn="ctr">
              <a:spcBef>
                <a:spcPts val="0"/>
              </a:spcBef>
              <a:spcAft>
                <a:spcPts val="0"/>
              </a:spcAft>
              <a:buSzPts val="5000"/>
              <a:buNone/>
              <a:defRPr sz="5000"/>
            </a:lvl7pPr>
            <a:lvl8pPr lvl="7" rtl="0" algn="ctr">
              <a:spcBef>
                <a:spcPts val="0"/>
              </a:spcBef>
              <a:spcAft>
                <a:spcPts val="0"/>
              </a:spcAft>
              <a:buSzPts val="5000"/>
              <a:buNone/>
              <a:defRPr sz="5000"/>
            </a:lvl8pPr>
            <a:lvl9pPr lvl="8" rtl="0" algn="ctr">
              <a:spcBef>
                <a:spcPts val="0"/>
              </a:spcBef>
              <a:spcAft>
                <a:spcPts val="0"/>
              </a:spcAft>
              <a:buSzPts val="5000"/>
              <a:buNone/>
              <a:defRPr sz="5000"/>
            </a:lvl9pPr>
          </a:lstStyle>
          <a:p>
            <a:r>
              <a:t>xx%</a:t>
            </a:r>
          </a:p>
        </p:txBody>
      </p:sp>
      <p:sp>
        <p:nvSpPr>
          <p:cNvPr id="770" name="Google Shape;770;p27"/>
          <p:cNvSpPr txBox="1"/>
          <p:nvPr>
            <p:ph hasCustomPrompt="1" idx="5" type="title"/>
          </p:nvPr>
        </p:nvSpPr>
        <p:spPr>
          <a:xfrm>
            <a:off x="2002175" y="2982919"/>
            <a:ext cx="2234100" cy="4413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5000"/>
              <a:buNone/>
              <a:defRPr sz="3000">
                <a:solidFill>
                  <a:schemeClr val="accent2"/>
                </a:solidFill>
              </a:defRPr>
            </a:lvl1pPr>
            <a:lvl2pPr lvl="1" rtl="0" algn="ctr">
              <a:spcBef>
                <a:spcPts val="0"/>
              </a:spcBef>
              <a:spcAft>
                <a:spcPts val="0"/>
              </a:spcAft>
              <a:buSzPts val="5000"/>
              <a:buNone/>
              <a:defRPr sz="5000"/>
            </a:lvl2pPr>
            <a:lvl3pPr lvl="2" rtl="0" algn="ctr">
              <a:spcBef>
                <a:spcPts val="0"/>
              </a:spcBef>
              <a:spcAft>
                <a:spcPts val="0"/>
              </a:spcAft>
              <a:buSzPts val="5000"/>
              <a:buNone/>
              <a:defRPr sz="5000"/>
            </a:lvl3pPr>
            <a:lvl4pPr lvl="3" rtl="0" algn="ctr">
              <a:spcBef>
                <a:spcPts val="0"/>
              </a:spcBef>
              <a:spcAft>
                <a:spcPts val="0"/>
              </a:spcAft>
              <a:buSzPts val="5000"/>
              <a:buNone/>
              <a:defRPr sz="5000"/>
            </a:lvl4pPr>
            <a:lvl5pPr lvl="4" rtl="0" algn="ctr">
              <a:spcBef>
                <a:spcPts val="0"/>
              </a:spcBef>
              <a:spcAft>
                <a:spcPts val="0"/>
              </a:spcAft>
              <a:buSzPts val="5000"/>
              <a:buNone/>
              <a:defRPr sz="5000"/>
            </a:lvl5pPr>
            <a:lvl6pPr lvl="5" rtl="0" algn="ctr">
              <a:spcBef>
                <a:spcPts val="0"/>
              </a:spcBef>
              <a:spcAft>
                <a:spcPts val="0"/>
              </a:spcAft>
              <a:buSzPts val="5000"/>
              <a:buNone/>
              <a:defRPr sz="5000"/>
            </a:lvl6pPr>
            <a:lvl7pPr lvl="6" rtl="0" algn="ctr">
              <a:spcBef>
                <a:spcPts val="0"/>
              </a:spcBef>
              <a:spcAft>
                <a:spcPts val="0"/>
              </a:spcAft>
              <a:buSzPts val="5000"/>
              <a:buNone/>
              <a:defRPr sz="5000"/>
            </a:lvl7pPr>
            <a:lvl8pPr lvl="7" rtl="0" algn="ctr">
              <a:spcBef>
                <a:spcPts val="0"/>
              </a:spcBef>
              <a:spcAft>
                <a:spcPts val="0"/>
              </a:spcAft>
              <a:buSzPts val="5000"/>
              <a:buNone/>
              <a:defRPr sz="5000"/>
            </a:lvl8pPr>
            <a:lvl9pPr lvl="8" rtl="0" algn="ctr">
              <a:spcBef>
                <a:spcPts val="0"/>
              </a:spcBef>
              <a:spcAft>
                <a:spcPts val="0"/>
              </a:spcAft>
              <a:buSzPts val="5000"/>
              <a:buNone/>
              <a:defRPr sz="5000"/>
            </a:lvl9pPr>
          </a:lstStyle>
          <a:p>
            <a:r>
              <a:t>xx%</a:t>
            </a:r>
          </a:p>
        </p:txBody>
      </p:sp>
      <p:sp>
        <p:nvSpPr>
          <p:cNvPr id="771" name="Google Shape;771;p27"/>
          <p:cNvSpPr txBox="1"/>
          <p:nvPr>
            <p:ph idx="6" type="body"/>
          </p:nvPr>
        </p:nvSpPr>
        <p:spPr>
          <a:xfrm>
            <a:off x="4903013" y="4005711"/>
            <a:ext cx="2234100" cy="614700"/>
          </a:xfrm>
          <a:prstGeom prst="rect">
            <a:avLst/>
          </a:prstGeom>
        </p:spPr>
        <p:txBody>
          <a:bodyPr anchorCtr="0" anchor="t" bIns="91425" lIns="91425" spcFirstLastPara="1" rIns="91425" wrap="square" tIns="91425">
            <a:noAutofit/>
          </a:bodyPr>
          <a:lstStyle>
            <a:lvl1pPr indent="-317500" lvl="0" marL="457200" rtl="0" algn="ctr">
              <a:lnSpc>
                <a:spcPct val="100000"/>
              </a:lnSpc>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772" name="Google Shape;772;p27"/>
          <p:cNvSpPr txBox="1"/>
          <p:nvPr>
            <p:ph idx="7" type="subTitle"/>
          </p:nvPr>
        </p:nvSpPr>
        <p:spPr>
          <a:xfrm>
            <a:off x="4793375" y="3358475"/>
            <a:ext cx="2453400" cy="72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3"/>
              </a:buClr>
              <a:buSzPts val="2000"/>
              <a:buFont typeface="Fredoka One"/>
              <a:buNone/>
              <a:defRPr b="1" sz="2000">
                <a:solidFill>
                  <a:schemeClr val="dk1"/>
                </a:solidFill>
                <a:latin typeface="Jua"/>
                <a:ea typeface="Jua"/>
                <a:cs typeface="Jua"/>
                <a:sym typeface="Jua"/>
              </a:defRPr>
            </a:lvl1pPr>
            <a:lvl2pPr lvl="1" rtl="0">
              <a:spcBef>
                <a:spcPts val="0"/>
              </a:spcBef>
              <a:spcAft>
                <a:spcPts val="0"/>
              </a:spcAft>
              <a:buClr>
                <a:schemeClr val="accent3"/>
              </a:buClr>
              <a:buSzPts val="2000"/>
              <a:buNone/>
              <a:defRPr sz="2000">
                <a:solidFill>
                  <a:schemeClr val="accent3"/>
                </a:solidFill>
              </a:defRPr>
            </a:lvl2pPr>
            <a:lvl3pPr lvl="2" rtl="0">
              <a:spcBef>
                <a:spcPts val="0"/>
              </a:spcBef>
              <a:spcAft>
                <a:spcPts val="0"/>
              </a:spcAft>
              <a:buClr>
                <a:schemeClr val="accent3"/>
              </a:buClr>
              <a:buSzPts val="2000"/>
              <a:buNone/>
              <a:defRPr sz="2000">
                <a:solidFill>
                  <a:schemeClr val="accent3"/>
                </a:solidFill>
              </a:defRPr>
            </a:lvl3pPr>
            <a:lvl4pPr lvl="3" rtl="0">
              <a:spcBef>
                <a:spcPts val="1600"/>
              </a:spcBef>
              <a:spcAft>
                <a:spcPts val="0"/>
              </a:spcAft>
              <a:buClr>
                <a:schemeClr val="accent3"/>
              </a:buClr>
              <a:buSzPts val="2000"/>
              <a:buNone/>
              <a:defRPr sz="2000">
                <a:solidFill>
                  <a:schemeClr val="accent3"/>
                </a:solidFill>
              </a:defRPr>
            </a:lvl4pPr>
            <a:lvl5pPr lvl="4" rtl="0">
              <a:spcBef>
                <a:spcPts val="1600"/>
              </a:spcBef>
              <a:spcAft>
                <a:spcPts val="0"/>
              </a:spcAft>
              <a:buClr>
                <a:schemeClr val="accent3"/>
              </a:buClr>
              <a:buSzPts val="2000"/>
              <a:buNone/>
              <a:defRPr sz="2000">
                <a:solidFill>
                  <a:schemeClr val="accent3"/>
                </a:solidFill>
              </a:defRPr>
            </a:lvl5pPr>
            <a:lvl6pPr lvl="5" rtl="0">
              <a:spcBef>
                <a:spcPts val="0"/>
              </a:spcBef>
              <a:spcAft>
                <a:spcPts val="0"/>
              </a:spcAft>
              <a:buClr>
                <a:schemeClr val="accent3"/>
              </a:buClr>
              <a:buSzPts val="2000"/>
              <a:buNone/>
              <a:defRPr sz="2000">
                <a:solidFill>
                  <a:schemeClr val="accent3"/>
                </a:solidFill>
              </a:defRPr>
            </a:lvl6pPr>
            <a:lvl7pPr lvl="6" rtl="0">
              <a:spcBef>
                <a:spcPts val="1600"/>
              </a:spcBef>
              <a:spcAft>
                <a:spcPts val="0"/>
              </a:spcAft>
              <a:buClr>
                <a:schemeClr val="accent3"/>
              </a:buClr>
              <a:buSzPts val="2000"/>
              <a:buNone/>
              <a:defRPr sz="2000">
                <a:solidFill>
                  <a:schemeClr val="accent3"/>
                </a:solidFill>
              </a:defRPr>
            </a:lvl7pPr>
            <a:lvl8pPr lvl="7" rtl="0">
              <a:spcBef>
                <a:spcPts val="1600"/>
              </a:spcBef>
              <a:spcAft>
                <a:spcPts val="0"/>
              </a:spcAft>
              <a:buClr>
                <a:schemeClr val="accent3"/>
              </a:buClr>
              <a:buSzPts val="2000"/>
              <a:buNone/>
              <a:defRPr sz="2000">
                <a:solidFill>
                  <a:schemeClr val="accent3"/>
                </a:solidFill>
              </a:defRPr>
            </a:lvl8pPr>
            <a:lvl9pPr lvl="8" rtl="0">
              <a:spcBef>
                <a:spcPts val="1600"/>
              </a:spcBef>
              <a:spcAft>
                <a:spcPts val="1600"/>
              </a:spcAft>
              <a:buClr>
                <a:schemeClr val="accent3"/>
              </a:buClr>
              <a:buSzPts val="2000"/>
              <a:buNone/>
              <a:defRPr sz="2000">
                <a:solidFill>
                  <a:schemeClr val="accent3"/>
                </a:solidFill>
              </a:defRPr>
            </a:lvl9pPr>
          </a:lstStyle>
          <a:p/>
        </p:txBody>
      </p:sp>
      <p:sp>
        <p:nvSpPr>
          <p:cNvPr id="773" name="Google Shape;773;p27"/>
          <p:cNvSpPr txBox="1"/>
          <p:nvPr>
            <p:ph idx="8" type="body"/>
          </p:nvPr>
        </p:nvSpPr>
        <p:spPr>
          <a:xfrm>
            <a:off x="4903013" y="2310389"/>
            <a:ext cx="2234100" cy="614700"/>
          </a:xfrm>
          <a:prstGeom prst="rect">
            <a:avLst/>
          </a:prstGeom>
        </p:spPr>
        <p:txBody>
          <a:bodyPr anchorCtr="0" anchor="t" bIns="91425" lIns="91425" spcFirstLastPara="1" rIns="91425" wrap="square" tIns="91425">
            <a:noAutofit/>
          </a:bodyPr>
          <a:lstStyle>
            <a:lvl1pPr indent="-317500" lvl="0" marL="457200" rtl="0" algn="ctr">
              <a:lnSpc>
                <a:spcPct val="100000"/>
              </a:lnSpc>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774" name="Google Shape;774;p27"/>
          <p:cNvSpPr txBox="1"/>
          <p:nvPr>
            <p:ph idx="9" type="subTitle"/>
          </p:nvPr>
        </p:nvSpPr>
        <p:spPr>
          <a:xfrm>
            <a:off x="4793375" y="1664450"/>
            <a:ext cx="2453400" cy="72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3"/>
              </a:buClr>
              <a:buSzPts val="2000"/>
              <a:buFont typeface="Fredoka One"/>
              <a:buNone/>
              <a:defRPr b="1" sz="2000">
                <a:solidFill>
                  <a:schemeClr val="dk1"/>
                </a:solidFill>
                <a:latin typeface="Jua"/>
                <a:ea typeface="Jua"/>
                <a:cs typeface="Jua"/>
                <a:sym typeface="Jua"/>
              </a:defRPr>
            </a:lvl1pPr>
            <a:lvl2pPr lvl="1" rtl="0">
              <a:spcBef>
                <a:spcPts val="0"/>
              </a:spcBef>
              <a:spcAft>
                <a:spcPts val="0"/>
              </a:spcAft>
              <a:buClr>
                <a:schemeClr val="accent3"/>
              </a:buClr>
              <a:buSzPts val="2000"/>
              <a:buNone/>
              <a:defRPr sz="2000">
                <a:solidFill>
                  <a:schemeClr val="accent3"/>
                </a:solidFill>
              </a:defRPr>
            </a:lvl2pPr>
            <a:lvl3pPr lvl="2" rtl="0">
              <a:spcBef>
                <a:spcPts val="0"/>
              </a:spcBef>
              <a:spcAft>
                <a:spcPts val="0"/>
              </a:spcAft>
              <a:buClr>
                <a:schemeClr val="accent3"/>
              </a:buClr>
              <a:buSzPts val="2000"/>
              <a:buNone/>
              <a:defRPr sz="2000">
                <a:solidFill>
                  <a:schemeClr val="accent3"/>
                </a:solidFill>
              </a:defRPr>
            </a:lvl3pPr>
            <a:lvl4pPr lvl="3" rtl="0">
              <a:spcBef>
                <a:spcPts val="1600"/>
              </a:spcBef>
              <a:spcAft>
                <a:spcPts val="0"/>
              </a:spcAft>
              <a:buClr>
                <a:schemeClr val="accent3"/>
              </a:buClr>
              <a:buSzPts val="2000"/>
              <a:buNone/>
              <a:defRPr sz="2000">
                <a:solidFill>
                  <a:schemeClr val="accent3"/>
                </a:solidFill>
              </a:defRPr>
            </a:lvl4pPr>
            <a:lvl5pPr lvl="4" rtl="0">
              <a:spcBef>
                <a:spcPts val="1600"/>
              </a:spcBef>
              <a:spcAft>
                <a:spcPts val="0"/>
              </a:spcAft>
              <a:buClr>
                <a:schemeClr val="accent3"/>
              </a:buClr>
              <a:buSzPts val="2000"/>
              <a:buNone/>
              <a:defRPr sz="2000">
                <a:solidFill>
                  <a:schemeClr val="accent3"/>
                </a:solidFill>
              </a:defRPr>
            </a:lvl5pPr>
            <a:lvl6pPr lvl="5" rtl="0">
              <a:spcBef>
                <a:spcPts val="0"/>
              </a:spcBef>
              <a:spcAft>
                <a:spcPts val="0"/>
              </a:spcAft>
              <a:buClr>
                <a:schemeClr val="accent3"/>
              </a:buClr>
              <a:buSzPts val="2000"/>
              <a:buNone/>
              <a:defRPr sz="2000">
                <a:solidFill>
                  <a:schemeClr val="accent3"/>
                </a:solidFill>
              </a:defRPr>
            </a:lvl6pPr>
            <a:lvl7pPr lvl="6" rtl="0">
              <a:spcBef>
                <a:spcPts val="1600"/>
              </a:spcBef>
              <a:spcAft>
                <a:spcPts val="0"/>
              </a:spcAft>
              <a:buClr>
                <a:schemeClr val="accent3"/>
              </a:buClr>
              <a:buSzPts val="2000"/>
              <a:buNone/>
              <a:defRPr sz="2000">
                <a:solidFill>
                  <a:schemeClr val="accent3"/>
                </a:solidFill>
              </a:defRPr>
            </a:lvl7pPr>
            <a:lvl8pPr lvl="7" rtl="0">
              <a:spcBef>
                <a:spcPts val="1600"/>
              </a:spcBef>
              <a:spcAft>
                <a:spcPts val="0"/>
              </a:spcAft>
              <a:buClr>
                <a:schemeClr val="accent3"/>
              </a:buClr>
              <a:buSzPts val="2000"/>
              <a:buNone/>
              <a:defRPr sz="2000">
                <a:solidFill>
                  <a:schemeClr val="accent3"/>
                </a:solidFill>
              </a:defRPr>
            </a:lvl8pPr>
            <a:lvl9pPr lvl="8" rtl="0">
              <a:spcBef>
                <a:spcPts val="1600"/>
              </a:spcBef>
              <a:spcAft>
                <a:spcPts val="1600"/>
              </a:spcAft>
              <a:buClr>
                <a:schemeClr val="accent3"/>
              </a:buClr>
              <a:buSzPts val="2000"/>
              <a:buNone/>
              <a:defRPr sz="2000">
                <a:solidFill>
                  <a:schemeClr val="accent3"/>
                </a:solidFill>
              </a:defRPr>
            </a:lvl9pPr>
          </a:lstStyle>
          <a:p/>
        </p:txBody>
      </p:sp>
      <p:sp>
        <p:nvSpPr>
          <p:cNvPr id="775" name="Google Shape;775;p27"/>
          <p:cNvSpPr txBox="1"/>
          <p:nvPr>
            <p:ph hasCustomPrompt="1" idx="13" type="title"/>
          </p:nvPr>
        </p:nvSpPr>
        <p:spPr>
          <a:xfrm>
            <a:off x="4903000" y="1284847"/>
            <a:ext cx="2234100" cy="4413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5000"/>
              <a:buNone/>
              <a:defRPr sz="3000">
                <a:solidFill>
                  <a:schemeClr val="accent2"/>
                </a:solidFill>
              </a:defRPr>
            </a:lvl1pPr>
            <a:lvl2pPr lvl="1" rtl="0" algn="ctr">
              <a:spcBef>
                <a:spcPts val="0"/>
              </a:spcBef>
              <a:spcAft>
                <a:spcPts val="0"/>
              </a:spcAft>
              <a:buSzPts val="5000"/>
              <a:buNone/>
              <a:defRPr sz="5000"/>
            </a:lvl2pPr>
            <a:lvl3pPr lvl="2" rtl="0" algn="ctr">
              <a:spcBef>
                <a:spcPts val="0"/>
              </a:spcBef>
              <a:spcAft>
                <a:spcPts val="0"/>
              </a:spcAft>
              <a:buSzPts val="5000"/>
              <a:buNone/>
              <a:defRPr sz="5000"/>
            </a:lvl3pPr>
            <a:lvl4pPr lvl="3" rtl="0" algn="ctr">
              <a:spcBef>
                <a:spcPts val="0"/>
              </a:spcBef>
              <a:spcAft>
                <a:spcPts val="0"/>
              </a:spcAft>
              <a:buSzPts val="5000"/>
              <a:buNone/>
              <a:defRPr sz="5000"/>
            </a:lvl4pPr>
            <a:lvl5pPr lvl="4" rtl="0" algn="ctr">
              <a:spcBef>
                <a:spcPts val="0"/>
              </a:spcBef>
              <a:spcAft>
                <a:spcPts val="0"/>
              </a:spcAft>
              <a:buSzPts val="5000"/>
              <a:buNone/>
              <a:defRPr sz="5000"/>
            </a:lvl5pPr>
            <a:lvl6pPr lvl="5" rtl="0" algn="ctr">
              <a:spcBef>
                <a:spcPts val="0"/>
              </a:spcBef>
              <a:spcAft>
                <a:spcPts val="0"/>
              </a:spcAft>
              <a:buSzPts val="5000"/>
              <a:buNone/>
              <a:defRPr sz="5000"/>
            </a:lvl6pPr>
            <a:lvl7pPr lvl="6" rtl="0" algn="ctr">
              <a:spcBef>
                <a:spcPts val="0"/>
              </a:spcBef>
              <a:spcAft>
                <a:spcPts val="0"/>
              </a:spcAft>
              <a:buSzPts val="5000"/>
              <a:buNone/>
              <a:defRPr sz="5000"/>
            </a:lvl7pPr>
            <a:lvl8pPr lvl="7" rtl="0" algn="ctr">
              <a:spcBef>
                <a:spcPts val="0"/>
              </a:spcBef>
              <a:spcAft>
                <a:spcPts val="0"/>
              </a:spcAft>
              <a:buSzPts val="5000"/>
              <a:buNone/>
              <a:defRPr sz="5000"/>
            </a:lvl8pPr>
            <a:lvl9pPr lvl="8" rtl="0" algn="ctr">
              <a:spcBef>
                <a:spcPts val="0"/>
              </a:spcBef>
              <a:spcAft>
                <a:spcPts val="0"/>
              </a:spcAft>
              <a:buSzPts val="5000"/>
              <a:buNone/>
              <a:defRPr sz="5000"/>
            </a:lvl9pPr>
          </a:lstStyle>
          <a:p>
            <a:r>
              <a:t>xx%</a:t>
            </a:r>
          </a:p>
        </p:txBody>
      </p:sp>
      <p:sp>
        <p:nvSpPr>
          <p:cNvPr id="776" name="Google Shape;776;p27"/>
          <p:cNvSpPr txBox="1"/>
          <p:nvPr>
            <p:ph hasCustomPrompt="1" idx="14" type="title"/>
          </p:nvPr>
        </p:nvSpPr>
        <p:spPr>
          <a:xfrm>
            <a:off x="4903000" y="2982919"/>
            <a:ext cx="2234100" cy="4413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5000"/>
              <a:buNone/>
              <a:defRPr sz="3000">
                <a:solidFill>
                  <a:schemeClr val="accent2"/>
                </a:solidFill>
              </a:defRPr>
            </a:lvl1pPr>
            <a:lvl2pPr lvl="1" rtl="0" algn="ctr">
              <a:spcBef>
                <a:spcPts val="0"/>
              </a:spcBef>
              <a:spcAft>
                <a:spcPts val="0"/>
              </a:spcAft>
              <a:buSzPts val="5000"/>
              <a:buNone/>
              <a:defRPr sz="5000"/>
            </a:lvl2pPr>
            <a:lvl3pPr lvl="2" rtl="0" algn="ctr">
              <a:spcBef>
                <a:spcPts val="0"/>
              </a:spcBef>
              <a:spcAft>
                <a:spcPts val="0"/>
              </a:spcAft>
              <a:buSzPts val="5000"/>
              <a:buNone/>
              <a:defRPr sz="5000"/>
            </a:lvl3pPr>
            <a:lvl4pPr lvl="3" rtl="0" algn="ctr">
              <a:spcBef>
                <a:spcPts val="0"/>
              </a:spcBef>
              <a:spcAft>
                <a:spcPts val="0"/>
              </a:spcAft>
              <a:buSzPts val="5000"/>
              <a:buNone/>
              <a:defRPr sz="5000"/>
            </a:lvl4pPr>
            <a:lvl5pPr lvl="4" rtl="0" algn="ctr">
              <a:spcBef>
                <a:spcPts val="0"/>
              </a:spcBef>
              <a:spcAft>
                <a:spcPts val="0"/>
              </a:spcAft>
              <a:buSzPts val="5000"/>
              <a:buNone/>
              <a:defRPr sz="5000"/>
            </a:lvl5pPr>
            <a:lvl6pPr lvl="5" rtl="0" algn="ctr">
              <a:spcBef>
                <a:spcPts val="0"/>
              </a:spcBef>
              <a:spcAft>
                <a:spcPts val="0"/>
              </a:spcAft>
              <a:buSzPts val="5000"/>
              <a:buNone/>
              <a:defRPr sz="5000"/>
            </a:lvl6pPr>
            <a:lvl7pPr lvl="6" rtl="0" algn="ctr">
              <a:spcBef>
                <a:spcPts val="0"/>
              </a:spcBef>
              <a:spcAft>
                <a:spcPts val="0"/>
              </a:spcAft>
              <a:buSzPts val="5000"/>
              <a:buNone/>
              <a:defRPr sz="5000"/>
            </a:lvl7pPr>
            <a:lvl8pPr lvl="7" rtl="0" algn="ctr">
              <a:spcBef>
                <a:spcPts val="0"/>
              </a:spcBef>
              <a:spcAft>
                <a:spcPts val="0"/>
              </a:spcAft>
              <a:buSzPts val="5000"/>
              <a:buNone/>
              <a:defRPr sz="5000"/>
            </a:lvl8pPr>
            <a:lvl9pPr lvl="8" rtl="0" algn="ctr">
              <a:spcBef>
                <a:spcPts val="0"/>
              </a:spcBef>
              <a:spcAft>
                <a:spcPts val="0"/>
              </a:spcAft>
              <a:buSzPts val="5000"/>
              <a:buNone/>
              <a:defRPr sz="5000"/>
            </a:lvl9pPr>
          </a:lstStyle>
          <a:p>
            <a:r>
              <a:t>xx%</a:t>
            </a:r>
          </a:p>
        </p:txBody>
      </p:sp>
      <p:sp>
        <p:nvSpPr>
          <p:cNvPr id="777" name="Google Shape;777;p27"/>
          <p:cNvSpPr/>
          <p:nvPr/>
        </p:nvSpPr>
        <p:spPr>
          <a:xfrm>
            <a:off x="-228602" y="3415023"/>
            <a:ext cx="1504976" cy="1695353"/>
          </a:xfrm>
          <a:custGeom>
            <a:rect b="b" l="l" r="r" t="t"/>
            <a:pathLst>
              <a:path extrusionOk="0" h="18875" w="16755">
                <a:moveTo>
                  <a:pt x="1111" y="0"/>
                </a:moveTo>
                <a:cubicBezTo>
                  <a:pt x="860" y="0"/>
                  <a:pt x="587" y="254"/>
                  <a:pt x="708" y="558"/>
                </a:cubicBezTo>
                <a:cubicBezTo>
                  <a:pt x="1119" y="1562"/>
                  <a:pt x="1576" y="2521"/>
                  <a:pt x="2055" y="3480"/>
                </a:cubicBezTo>
                <a:cubicBezTo>
                  <a:pt x="1918" y="3640"/>
                  <a:pt x="1918" y="3868"/>
                  <a:pt x="2032" y="4028"/>
                </a:cubicBezTo>
                <a:cubicBezTo>
                  <a:pt x="1302" y="5260"/>
                  <a:pt x="777" y="6584"/>
                  <a:pt x="548" y="7999"/>
                </a:cubicBezTo>
                <a:cubicBezTo>
                  <a:pt x="412" y="8775"/>
                  <a:pt x="1" y="10624"/>
                  <a:pt x="959" y="11058"/>
                </a:cubicBezTo>
                <a:cubicBezTo>
                  <a:pt x="1107" y="11126"/>
                  <a:pt x="1239" y="11156"/>
                  <a:pt x="1358" y="11156"/>
                </a:cubicBezTo>
                <a:cubicBezTo>
                  <a:pt x="2152" y="11156"/>
                  <a:pt x="2321" y="9782"/>
                  <a:pt x="2420" y="9186"/>
                </a:cubicBezTo>
                <a:cubicBezTo>
                  <a:pt x="2648" y="7771"/>
                  <a:pt x="2808" y="6379"/>
                  <a:pt x="2900" y="4963"/>
                </a:cubicBezTo>
                <a:cubicBezTo>
                  <a:pt x="3356" y="5739"/>
                  <a:pt x="3835" y="6493"/>
                  <a:pt x="4360" y="7223"/>
                </a:cubicBezTo>
                <a:lnTo>
                  <a:pt x="4338" y="7269"/>
                </a:lnTo>
                <a:cubicBezTo>
                  <a:pt x="3813" y="8730"/>
                  <a:pt x="3470" y="10259"/>
                  <a:pt x="3402" y="11811"/>
                </a:cubicBezTo>
                <a:cubicBezTo>
                  <a:pt x="3356" y="12541"/>
                  <a:pt x="3105" y="14230"/>
                  <a:pt x="4086" y="14504"/>
                </a:cubicBezTo>
                <a:cubicBezTo>
                  <a:pt x="4198" y="14539"/>
                  <a:pt x="4298" y="14554"/>
                  <a:pt x="4388" y="14554"/>
                </a:cubicBezTo>
                <a:cubicBezTo>
                  <a:pt x="5265" y="14554"/>
                  <a:pt x="5228" y="13075"/>
                  <a:pt x="5228" y="12496"/>
                </a:cubicBezTo>
                <a:cubicBezTo>
                  <a:pt x="5228" y="11126"/>
                  <a:pt x="5228" y="9734"/>
                  <a:pt x="5228" y="8364"/>
                </a:cubicBezTo>
                <a:cubicBezTo>
                  <a:pt x="5616" y="8889"/>
                  <a:pt x="6049" y="9392"/>
                  <a:pt x="6483" y="9894"/>
                </a:cubicBezTo>
                <a:cubicBezTo>
                  <a:pt x="6346" y="11218"/>
                  <a:pt x="6323" y="12541"/>
                  <a:pt x="6415" y="13888"/>
                </a:cubicBezTo>
                <a:cubicBezTo>
                  <a:pt x="6460" y="14550"/>
                  <a:pt x="6392" y="15965"/>
                  <a:pt x="7305" y="16102"/>
                </a:cubicBezTo>
                <a:cubicBezTo>
                  <a:pt x="7343" y="16107"/>
                  <a:pt x="7379" y="16109"/>
                  <a:pt x="7414" y="16109"/>
                </a:cubicBezTo>
                <a:cubicBezTo>
                  <a:pt x="8688" y="16109"/>
                  <a:pt x="8116" y="12929"/>
                  <a:pt x="7738" y="11240"/>
                </a:cubicBezTo>
                <a:lnTo>
                  <a:pt x="7738" y="11240"/>
                </a:lnTo>
                <a:cubicBezTo>
                  <a:pt x="8012" y="11514"/>
                  <a:pt x="8263" y="11765"/>
                  <a:pt x="8537" y="12016"/>
                </a:cubicBezTo>
                <a:cubicBezTo>
                  <a:pt x="8537" y="12085"/>
                  <a:pt x="8560" y="12153"/>
                  <a:pt x="8606" y="12222"/>
                </a:cubicBezTo>
                <a:cubicBezTo>
                  <a:pt x="8674" y="12290"/>
                  <a:pt x="8720" y="12359"/>
                  <a:pt x="8766" y="12450"/>
                </a:cubicBezTo>
                <a:cubicBezTo>
                  <a:pt x="9154" y="14071"/>
                  <a:pt x="9519" y="15737"/>
                  <a:pt x="9930" y="17358"/>
                </a:cubicBezTo>
                <a:cubicBezTo>
                  <a:pt x="10093" y="17993"/>
                  <a:pt x="10604" y="18875"/>
                  <a:pt x="11300" y="18875"/>
                </a:cubicBezTo>
                <a:cubicBezTo>
                  <a:pt x="11478" y="18875"/>
                  <a:pt x="11669" y="18817"/>
                  <a:pt x="11870" y="18681"/>
                </a:cubicBezTo>
                <a:cubicBezTo>
                  <a:pt x="12851" y="17997"/>
                  <a:pt x="11893" y="16376"/>
                  <a:pt x="11527" y="15600"/>
                </a:cubicBezTo>
                <a:cubicBezTo>
                  <a:pt x="11254" y="14984"/>
                  <a:pt x="10911" y="14390"/>
                  <a:pt x="10569" y="13797"/>
                </a:cubicBezTo>
                <a:lnTo>
                  <a:pt x="10569" y="13797"/>
                </a:lnTo>
                <a:cubicBezTo>
                  <a:pt x="11505" y="14550"/>
                  <a:pt x="12486" y="15258"/>
                  <a:pt x="13513" y="15897"/>
                </a:cubicBezTo>
                <a:cubicBezTo>
                  <a:pt x="13587" y="15943"/>
                  <a:pt x="13661" y="15964"/>
                  <a:pt x="13731" y="15964"/>
                </a:cubicBezTo>
                <a:cubicBezTo>
                  <a:pt x="14070" y="15964"/>
                  <a:pt x="14311" y="15485"/>
                  <a:pt x="13970" y="15258"/>
                </a:cubicBezTo>
                <a:cubicBezTo>
                  <a:pt x="13011" y="14641"/>
                  <a:pt x="12075" y="14002"/>
                  <a:pt x="11185" y="13295"/>
                </a:cubicBezTo>
                <a:lnTo>
                  <a:pt x="11185" y="13295"/>
                </a:lnTo>
                <a:cubicBezTo>
                  <a:pt x="12212" y="13523"/>
                  <a:pt x="13239" y="13637"/>
                  <a:pt x="14289" y="13637"/>
                </a:cubicBezTo>
                <a:cubicBezTo>
                  <a:pt x="14395" y="13637"/>
                  <a:pt x="14518" y="13639"/>
                  <a:pt x="14652" y="13639"/>
                </a:cubicBezTo>
                <a:cubicBezTo>
                  <a:pt x="15472" y="13639"/>
                  <a:pt x="16689" y="13571"/>
                  <a:pt x="16709" y="12610"/>
                </a:cubicBezTo>
                <a:cubicBezTo>
                  <a:pt x="16754" y="11263"/>
                  <a:pt x="14563" y="11354"/>
                  <a:pt x="13719" y="11332"/>
                </a:cubicBezTo>
                <a:cubicBezTo>
                  <a:pt x="12326" y="11332"/>
                  <a:pt x="10934" y="11514"/>
                  <a:pt x="9587" y="11925"/>
                </a:cubicBezTo>
                <a:cubicBezTo>
                  <a:pt x="9154" y="11537"/>
                  <a:pt x="8743" y="11149"/>
                  <a:pt x="8355" y="10738"/>
                </a:cubicBezTo>
                <a:cubicBezTo>
                  <a:pt x="9268" y="10647"/>
                  <a:pt x="10226" y="10578"/>
                  <a:pt x="11094" y="10373"/>
                </a:cubicBezTo>
                <a:cubicBezTo>
                  <a:pt x="11756" y="10213"/>
                  <a:pt x="12418" y="9643"/>
                  <a:pt x="12144" y="8889"/>
                </a:cubicBezTo>
                <a:cubicBezTo>
                  <a:pt x="11981" y="8418"/>
                  <a:pt x="11518" y="8236"/>
                  <a:pt x="11059" y="8236"/>
                </a:cubicBezTo>
                <a:cubicBezTo>
                  <a:pt x="10873" y="8236"/>
                  <a:pt x="10688" y="8266"/>
                  <a:pt x="10523" y="8319"/>
                </a:cubicBezTo>
                <a:cubicBezTo>
                  <a:pt x="9428" y="8661"/>
                  <a:pt x="8378" y="9186"/>
                  <a:pt x="7328" y="9643"/>
                </a:cubicBezTo>
                <a:cubicBezTo>
                  <a:pt x="6780" y="9072"/>
                  <a:pt x="6278" y="8456"/>
                  <a:pt x="5798" y="7839"/>
                </a:cubicBezTo>
                <a:lnTo>
                  <a:pt x="5798" y="7839"/>
                </a:lnTo>
                <a:cubicBezTo>
                  <a:pt x="5930" y="7845"/>
                  <a:pt x="6061" y="7848"/>
                  <a:pt x="6192" y="7848"/>
                </a:cubicBezTo>
                <a:cubicBezTo>
                  <a:pt x="7110" y="7848"/>
                  <a:pt x="8024" y="7708"/>
                  <a:pt x="8903" y="7429"/>
                </a:cubicBezTo>
                <a:cubicBezTo>
                  <a:pt x="9473" y="7223"/>
                  <a:pt x="11185" y="6767"/>
                  <a:pt x="10706" y="5808"/>
                </a:cubicBezTo>
                <a:cubicBezTo>
                  <a:pt x="10537" y="5470"/>
                  <a:pt x="10156" y="5360"/>
                  <a:pt x="9721" y="5360"/>
                </a:cubicBezTo>
                <a:cubicBezTo>
                  <a:pt x="9099" y="5360"/>
                  <a:pt x="8366" y="5586"/>
                  <a:pt x="7990" y="5694"/>
                </a:cubicBezTo>
                <a:cubicBezTo>
                  <a:pt x="7008" y="5991"/>
                  <a:pt x="6095" y="6447"/>
                  <a:pt x="5273" y="7018"/>
                </a:cubicBezTo>
                <a:lnTo>
                  <a:pt x="5182" y="7018"/>
                </a:lnTo>
                <a:cubicBezTo>
                  <a:pt x="4634" y="6264"/>
                  <a:pt x="4132" y="5488"/>
                  <a:pt x="3653" y="4690"/>
                </a:cubicBezTo>
                <a:cubicBezTo>
                  <a:pt x="4566" y="4690"/>
                  <a:pt x="5479" y="4575"/>
                  <a:pt x="6369" y="4347"/>
                </a:cubicBezTo>
                <a:cubicBezTo>
                  <a:pt x="7099" y="4142"/>
                  <a:pt x="8218" y="3799"/>
                  <a:pt x="8058" y="2841"/>
                </a:cubicBezTo>
                <a:cubicBezTo>
                  <a:pt x="7967" y="2232"/>
                  <a:pt x="7490" y="2049"/>
                  <a:pt x="6979" y="2049"/>
                </a:cubicBezTo>
                <a:cubicBezTo>
                  <a:pt x="6724" y="2049"/>
                  <a:pt x="6460" y="2095"/>
                  <a:pt x="6232" y="2156"/>
                </a:cubicBezTo>
                <a:cubicBezTo>
                  <a:pt x="5091" y="2453"/>
                  <a:pt x="3949" y="2841"/>
                  <a:pt x="2808" y="3183"/>
                </a:cubicBezTo>
                <a:cubicBezTo>
                  <a:pt x="2283" y="2224"/>
                  <a:pt x="1827" y="1243"/>
                  <a:pt x="1416" y="216"/>
                </a:cubicBezTo>
                <a:cubicBezTo>
                  <a:pt x="1355" y="64"/>
                  <a:pt x="1236" y="0"/>
                  <a:pt x="1111"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78" name="Google Shape;778;p27"/>
          <p:cNvGrpSpPr/>
          <p:nvPr/>
        </p:nvGrpSpPr>
        <p:grpSpPr>
          <a:xfrm rot="3789647">
            <a:off x="7100226" y="-1337674"/>
            <a:ext cx="2144455" cy="3370062"/>
            <a:chOff x="3524150" y="1726375"/>
            <a:chExt cx="2144400" cy="3369975"/>
          </a:xfrm>
        </p:grpSpPr>
        <p:sp>
          <p:nvSpPr>
            <p:cNvPr id="779" name="Google Shape;779;p27"/>
            <p:cNvSpPr/>
            <p:nvPr/>
          </p:nvSpPr>
          <p:spPr>
            <a:xfrm>
              <a:off x="3524150" y="1726375"/>
              <a:ext cx="2144400" cy="2886025"/>
            </a:xfrm>
            <a:custGeom>
              <a:rect b="b" l="l" r="r" t="t"/>
              <a:pathLst>
                <a:path extrusionOk="0" h="115441" w="85776">
                  <a:moveTo>
                    <a:pt x="70166" y="43609"/>
                  </a:moveTo>
                  <a:cubicBezTo>
                    <a:pt x="70188" y="43614"/>
                    <a:pt x="70210" y="43618"/>
                    <a:pt x="70232" y="43623"/>
                  </a:cubicBezTo>
                  <a:cubicBezTo>
                    <a:pt x="71989" y="43988"/>
                    <a:pt x="73747" y="44969"/>
                    <a:pt x="74637" y="46590"/>
                  </a:cubicBezTo>
                  <a:cubicBezTo>
                    <a:pt x="75573" y="48348"/>
                    <a:pt x="75002" y="50836"/>
                    <a:pt x="73199" y="51840"/>
                  </a:cubicBezTo>
                  <a:cubicBezTo>
                    <a:pt x="72780" y="52068"/>
                    <a:pt x="72365" y="52169"/>
                    <a:pt x="71966" y="52169"/>
                  </a:cubicBezTo>
                  <a:cubicBezTo>
                    <a:pt x="70649" y="52169"/>
                    <a:pt x="69513" y="51065"/>
                    <a:pt x="69022" y="49786"/>
                  </a:cubicBezTo>
                  <a:cubicBezTo>
                    <a:pt x="68269" y="47891"/>
                    <a:pt x="68771" y="45974"/>
                    <a:pt x="69752" y="44285"/>
                  </a:cubicBezTo>
                  <a:cubicBezTo>
                    <a:pt x="69885" y="44057"/>
                    <a:pt x="70024" y="43832"/>
                    <a:pt x="70166" y="43609"/>
                  </a:cubicBezTo>
                  <a:close/>
                  <a:moveTo>
                    <a:pt x="21493" y="67423"/>
                  </a:moveTo>
                  <a:cubicBezTo>
                    <a:pt x="21820" y="67423"/>
                    <a:pt x="22161" y="67476"/>
                    <a:pt x="22504" y="67589"/>
                  </a:cubicBezTo>
                  <a:cubicBezTo>
                    <a:pt x="24471" y="68230"/>
                    <a:pt x="25373" y="69967"/>
                    <a:pt x="25786" y="71969"/>
                  </a:cubicBezTo>
                  <a:lnTo>
                    <a:pt x="25786" y="71969"/>
                  </a:lnTo>
                  <a:cubicBezTo>
                    <a:pt x="25247" y="72265"/>
                    <a:pt x="24673" y="72500"/>
                    <a:pt x="24056" y="72656"/>
                  </a:cubicBezTo>
                  <a:cubicBezTo>
                    <a:pt x="23630" y="72766"/>
                    <a:pt x="23189" y="72823"/>
                    <a:pt x="22753" y="72823"/>
                  </a:cubicBezTo>
                  <a:cubicBezTo>
                    <a:pt x="21272" y="72823"/>
                    <a:pt x="19850" y="72164"/>
                    <a:pt x="19286" y="70648"/>
                  </a:cubicBezTo>
                  <a:cubicBezTo>
                    <a:pt x="18581" y="68781"/>
                    <a:pt x="19848" y="67423"/>
                    <a:pt x="21493" y="67423"/>
                  </a:cubicBezTo>
                  <a:close/>
                  <a:moveTo>
                    <a:pt x="83791" y="1"/>
                  </a:moveTo>
                  <a:cubicBezTo>
                    <a:pt x="83234" y="1"/>
                    <a:pt x="82607" y="476"/>
                    <a:pt x="82717" y="1191"/>
                  </a:cubicBezTo>
                  <a:cubicBezTo>
                    <a:pt x="83836" y="8358"/>
                    <a:pt x="83197" y="15707"/>
                    <a:pt x="80960" y="22578"/>
                  </a:cubicBezTo>
                  <a:cubicBezTo>
                    <a:pt x="79818" y="26070"/>
                    <a:pt x="78266" y="29403"/>
                    <a:pt x="76349" y="32530"/>
                  </a:cubicBezTo>
                  <a:cubicBezTo>
                    <a:pt x="74454" y="35611"/>
                    <a:pt x="72081" y="38168"/>
                    <a:pt x="69821" y="40952"/>
                  </a:cubicBezTo>
                  <a:cubicBezTo>
                    <a:pt x="69655" y="41155"/>
                    <a:pt x="69490" y="41361"/>
                    <a:pt x="69329" y="41570"/>
                  </a:cubicBezTo>
                  <a:lnTo>
                    <a:pt x="69329" y="41570"/>
                  </a:lnTo>
                  <a:cubicBezTo>
                    <a:pt x="69155" y="41562"/>
                    <a:pt x="68980" y="41558"/>
                    <a:pt x="68805" y="41558"/>
                  </a:cubicBezTo>
                  <a:cubicBezTo>
                    <a:pt x="64922" y="41558"/>
                    <a:pt x="60736" y="43525"/>
                    <a:pt x="57495" y="45152"/>
                  </a:cubicBezTo>
                  <a:cubicBezTo>
                    <a:pt x="51104" y="48370"/>
                    <a:pt x="45170" y="52456"/>
                    <a:pt x="39874" y="57249"/>
                  </a:cubicBezTo>
                  <a:cubicBezTo>
                    <a:pt x="37135" y="59715"/>
                    <a:pt x="34556" y="62385"/>
                    <a:pt x="32182" y="65215"/>
                  </a:cubicBezTo>
                  <a:cubicBezTo>
                    <a:pt x="30694" y="67001"/>
                    <a:pt x="29264" y="69224"/>
                    <a:pt x="27424" y="70814"/>
                  </a:cubicBezTo>
                  <a:lnTo>
                    <a:pt x="27424" y="70814"/>
                  </a:lnTo>
                  <a:cubicBezTo>
                    <a:pt x="27154" y="69843"/>
                    <a:pt x="26759" y="68921"/>
                    <a:pt x="26179" y="68091"/>
                  </a:cubicBezTo>
                  <a:cubicBezTo>
                    <a:pt x="25123" y="66568"/>
                    <a:pt x="23240" y="65478"/>
                    <a:pt x="21367" y="65478"/>
                  </a:cubicBezTo>
                  <a:cubicBezTo>
                    <a:pt x="20770" y="65478"/>
                    <a:pt x="20173" y="65589"/>
                    <a:pt x="19605" y="65832"/>
                  </a:cubicBezTo>
                  <a:cubicBezTo>
                    <a:pt x="17323" y="66790"/>
                    <a:pt x="16661" y="69415"/>
                    <a:pt x="17619" y="71561"/>
                  </a:cubicBezTo>
                  <a:cubicBezTo>
                    <a:pt x="18560" y="73672"/>
                    <a:pt x="20581" y="74734"/>
                    <a:pt x="22761" y="74734"/>
                  </a:cubicBezTo>
                  <a:cubicBezTo>
                    <a:pt x="23174" y="74734"/>
                    <a:pt x="23592" y="74696"/>
                    <a:pt x="24011" y="74619"/>
                  </a:cubicBezTo>
                  <a:cubicBezTo>
                    <a:pt x="24740" y="74487"/>
                    <a:pt x="25417" y="74262"/>
                    <a:pt x="26052" y="73964"/>
                  </a:cubicBezTo>
                  <a:lnTo>
                    <a:pt x="26052" y="73964"/>
                  </a:lnTo>
                  <a:cubicBezTo>
                    <a:pt x="26168" y="75515"/>
                    <a:pt x="26117" y="77065"/>
                    <a:pt x="26133" y="78271"/>
                  </a:cubicBezTo>
                  <a:cubicBezTo>
                    <a:pt x="26270" y="86694"/>
                    <a:pt x="25494" y="95733"/>
                    <a:pt x="20861" y="103037"/>
                  </a:cubicBezTo>
                  <a:cubicBezTo>
                    <a:pt x="17042" y="109014"/>
                    <a:pt x="10525" y="113538"/>
                    <a:pt x="3368" y="113538"/>
                  </a:cubicBezTo>
                  <a:cubicBezTo>
                    <a:pt x="2654" y="113538"/>
                    <a:pt x="1933" y="113493"/>
                    <a:pt x="1208" y="113400"/>
                  </a:cubicBezTo>
                  <a:cubicBezTo>
                    <a:pt x="1159" y="113393"/>
                    <a:pt x="1112" y="113390"/>
                    <a:pt x="1067" y="113390"/>
                  </a:cubicBezTo>
                  <a:cubicBezTo>
                    <a:pt x="0" y="113390"/>
                    <a:pt x="47" y="115141"/>
                    <a:pt x="1208" y="115294"/>
                  </a:cubicBezTo>
                  <a:cubicBezTo>
                    <a:pt x="1972" y="115393"/>
                    <a:pt x="2733" y="115440"/>
                    <a:pt x="3489" y="115440"/>
                  </a:cubicBezTo>
                  <a:cubicBezTo>
                    <a:pt x="9220" y="115440"/>
                    <a:pt x="14665" y="112708"/>
                    <a:pt x="18738" y="108675"/>
                  </a:cubicBezTo>
                  <a:cubicBezTo>
                    <a:pt x="23919" y="103516"/>
                    <a:pt x="26476" y="96509"/>
                    <a:pt x="27457" y="89365"/>
                  </a:cubicBezTo>
                  <a:cubicBezTo>
                    <a:pt x="27982" y="85690"/>
                    <a:pt x="28096" y="81992"/>
                    <a:pt x="28028" y="78271"/>
                  </a:cubicBezTo>
                  <a:cubicBezTo>
                    <a:pt x="28004" y="76566"/>
                    <a:pt x="28047" y="74693"/>
                    <a:pt x="27824" y="72885"/>
                  </a:cubicBezTo>
                  <a:lnTo>
                    <a:pt x="27824" y="72885"/>
                  </a:lnTo>
                  <a:cubicBezTo>
                    <a:pt x="29402" y="71696"/>
                    <a:pt x="30709" y="70091"/>
                    <a:pt x="31954" y="68525"/>
                  </a:cubicBezTo>
                  <a:cubicBezTo>
                    <a:pt x="36747" y="62454"/>
                    <a:pt x="42339" y="57067"/>
                    <a:pt x="48685" y="52639"/>
                  </a:cubicBezTo>
                  <a:cubicBezTo>
                    <a:pt x="51789" y="50448"/>
                    <a:pt x="55076" y="48507"/>
                    <a:pt x="58454" y="46795"/>
                  </a:cubicBezTo>
                  <a:cubicBezTo>
                    <a:pt x="61325" y="45351"/>
                    <a:pt x="64704" y="43567"/>
                    <a:pt x="68060" y="43446"/>
                  </a:cubicBezTo>
                  <a:lnTo>
                    <a:pt x="68060" y="43446"/>
                  </a:lnTo>
                  <a:cubicBezTo>
                    <a:pt x="67156" y="45019"/>
                    <a:pt x="66589" y="46750"/>
                    <a:pt x="66808" y="48621"/>
                  </a:cubicBezTo>
                  <a:cubicBezTo>
                    <a:pt x="67059" y="50904"/>
                    <a:pt x="68429" y="53278"/>
                    <a:pt x="70757" y="53917"/>
                  </a:cubicBezTo>
                  <a:cubicBezTo>
                    <a:pt x="71144" y="54022"/>
                    <a:pt x="71527" y="54072"/>
                    <a:pt x="71901" y="54072"/>
                  </a:cubicBezTo>
                  <a:cubicBezTo>
                    <a:pt x="73799" y="54072"/>
                    <a:pt x="75472" y="52799"/>
                    <a:pt x="76349" y="51064"/>
                  </a:cubicBezTo>
                  <a:cubicBezTo>
                    <a:pt x="77536" y="48713"/>
                    <a:pt x="76988" y="46042"/>
                    <a:pt x="75185" y="44171"/>
                  </a:cubicBezTo>
                  <a:cubicBezTo>
                    <a:pt x="74044" y="42987"/>
                    <a:pt x="72757" y="42266"/>
                    <a:pt x="71390" y="41890"/>
                  </a:cubicBezTo>
                  <a:lnTo>
                    <a:pt x="71390" y="41890"/>
                  </a:lnTo>
                  <a:cubicBezTo>
                    <a:pt x="73251" y="39485"/>
                    <a:pt x="75493" y="37309"/>
                    <a:pt x="77171" y="34767"/>
                  </a:cubicBezTo>
                  <a:cubicBezTo>
                    <a:pt x="79339" y="31503"/>
                    <a:pt x="81097" y="27942"/>
                    <a:pt x="82398" y="24244"/>
                  </a:cubicBezTo>
                  <a:cubicBezTo>
                    <a:pt x="85068" y="16689"/>
                    <a:pt x="85776" y="8609"/>
                    <a:pt x="84566" y="688"/>
                  </a:cubicBezTo>
                  <a:cubicBezTo>
                    <a:pt x="84493" y="207"/>
                    <a:pt x="84158" y="1"/>
                    <a:pt x="8379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 name="Google Shape;780;p27"/>
            <p:cNvSpPr/>
            <p:nvPr/>
          </p:nvSpPr>
          <p:spPr>
            <a:xfrm>
              <a:off x="3828250" y="4498575"/>
              <a:ext cx="134125" cy="142700"/>
            </a:xfrm>
            <a:custGeom>
              <a:rect b="b" l="l" r="r" t="t"/>
              <a:pathLst>
                <a:path extrusionOk="0" h="5708" w="5365">
                  <a:moveTo>
                    <a:pt x="2648" y="1"/>
                  </a:moveTo>
                  <a:lnTo>
                    <a:pt x="0" y="1872"/>
                  </a:lnTo>
                  <a:lnTo>
                    <a:pt x="2694" y="5707"/>
                  </a:lnTo>
                  <a:lnTo>
                    <a:pt x="5364" y="3835"/>
                  </a:lnTo>
                  <a:lnTo>
                    <a:pt x="2648"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 name="Google Shape;781;p27"/>
            <p:cNvSpPr/>
            <p:nvPr/>
          </p:nvSpPr>
          <p:spPr>
            <a:xfrm>
              <a:off x="3877325" y="4594450"/>
              <a:ext cx="394325" cy="476850"/>
            </a:xfrm>
            <a:custGeom>
              <a:rect b="b" l="l" r="r" t="t"/>
              <a:pathLst>
                <a:path extrusionOk="0" h="19074" w="15773">
                  <a:moveTo>
                    <a:pt x="3401" y="0"/>
                  </a:moveTo>
                  <a:lnTo>
                    <a:pt x="731" y="1872"/>
                  </a:lnTo>
                  <a:cubicBezTo>
                    <a:pt x="731" y="1872"/>
                    <a:pt x="0" y="16800"/>
                    <a:pt x="14289" y="19060"/>
                  </a:cubicBezTo>
                  <a:cubicBezTo>
                    <a:pt x="14353" y="19069"/>
                    <a:pt x="14417" y="19074"/>
                    <a:pt x="14480" y="19074"/>
                  </a:cubicBezTo>
                  <a:cubicBezTo>
                    <a:pt x="15178" y="19074"/>
                    <a:pt x="15772" y="18514"/>
                    <a:pt x="15772" y="17781"/>
                  </a:cubicBezTo>
                  <a:cubicBezTo>
                    <a:pt x="15772" y="13901"/>
                    <a:pt x="14882" y="3264"/>
                    <a:pt x="340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 name="Google Shape;782;p27"/>
            <p:cNvSpPr/>
            <p:nvPr/>
          </p:nvSpPr>
          <p:spPr>
            <a:xfrm>
              <a:off x="3912225" y="4571125"/>
              <a:ext cx="388525" cy="525225"/>
            </a:xfrm>
            <a:custGeom>
              <a:rect b="b" l="l" r="r" t="t"/>
              <a:pathLst>
                <a:path extrusionOk="0" h="21009" w="15541">
                  <a:moveTo>
                    <a:pt x="1209" y="1"/>
                  </a:moveTo>
                  <a:cubicBezTo>
                    <a:pt x="298" y="1"/>
                    <a:pt x="1" y="1524"/>
                    <a:pt x="1024" y="1892"/>
                  </a:cubicBezTo>
                  <a:cubicBezTo>
                    <a:pt x="8693" y="4700"/>
                    <a:pt x="13623" y="11935"/>
                    <a:pt x="13578" y="20084"/>
                  </a:cubicBezTo>
                  <a:cubicBezTo>
                    <a:pt x="13566" y="20700"/>
                    <a:pt x="14040" y="21008"/>
                    <a:pt x="14516" y="21008"/>
                  </a:cubicBezTo>
                  <a:cubicBezTo>
                    <a:pt x="14993" y="21008"/>
                    <a:pt x="15472" y="20700"/>
                    <a:pt x="15472" y="20084"/>
                  </a:cubicBezTo>
                  <a:cubicBezTo>
                    <a:pt x="15541" y="11045"/>
                    <a:pt x="9994" y="3147"/>
                    <a:pt x="1549" y="66"/>
                  </a:cubicBezTo>
                  <a:cubicBezTo>
                    <a:pt x="1428" y="21"/>
                    <a:pt x="1314" y="1"/>
                    <a:pt x="120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 name="Google Shape;783;p27"/>
            <p:cNvSpPr/>
            <p:nvPr/>
          </p:nvSpPr>
          <p:spPr>
            <a:xfrm>
              <a:off x="3917275" y="4681975"/>
              <a:ext cx="130925" cy="244075"/>
            </a:xfrm>
            <a:custGeom>
              <a:rect b="b" l="l" r="r" t="t"/>
              <a:pathLst>
                <a:path extrusionOk="0" h="9763" w="5237">
                  <a:moveTo>
                    <a:pt x="744" y="0"/>
                  </a:moveTo>
                  <a:cubicBezTo>
                    <a:pt x="355" y="0"/>
                    <a:pt x="0" y="246"/>
                    <a:pt x="68" y="745"/>
                  </a:cubicBezTo>
                  <a:cubicBezTo>
                    <a:pt x="456" y="4009"/>
                    <a:pt x="1666" y="6908"/>
                    <a:pt x="3675" y="9487"/>
                  </a:cubicBezTo>
                  <a:cubicBezTo>
                    <a:pt x="3825" y="9681"/>
                    <a:pt x="4003" y="9762"/>
                    <a:pt x="4178" y="9762"/>
                  </a:cubicBezTo>
                  <a:cubicBezTo>
                    <a:pt x="4723" y="9762"/>
                    <a:pt x="5237" y="8979"/>
                    <a:pt x="4770" y="8391"/>
                  </a:cubicBezTo>
                  <a:cubicBezTo>
                    <a:pt x="3036" y="6155"/>
                    <a:pt x="1963" y="3552"/>
                    <a:pt x="1621" y="745"/>
                  </a:cubicBezTo>
                  <a:cubicBezTo>
                    <a:pt x="1563" y="251"/>
                    <a:pt x="1136" y="0"/>
                    <a:pt x="74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 name="Google Shape;784;p27"/>
            <p:cNvSpPr/>
            <p:nvPr/>
          </p:nvSpPr>
          <p:spPr>
            <a:xfrm>
              <a:off x="4031375" y="4920275"/>
              <a:ext cx="50250" cy="38825"/>
            </a:xfrm>
            <a:custGeom>
              <a:rect b="b" l="l" r="r" t="t"/>
              <a:pathLst>
                <a:path extrusionOk="0" h="1553" w="2010">
                  <a:moveTo>
                    <a:pt x="1005" y="1"/>
                  </a:moveTo>
                  <a:cubicBezTo>
                    <a:pt x="1" y="1"/>
                    <a:pt x="1" y="1553"/>
                    <a:pt x="1005" y="1553"/>
                  </a:cubicBezTo>
                  <a:cubicBezTo>
                    <a:pt x="2010" y="1553"/>
                    <a:pt x="2010" y="1"/>
                    <a:pt x="100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 name="Google Shape;785;p27"/>
            <p:cNvSpPr/>
            <p:nvPr/>
          </p:nvSpPr>
          <p:spPr>
            <a:xfrm>
              <a:off x="4191175" y="3900000"/>
              <a:ext cx="134125" cy="107300"/>
            </a:xfrm>
            <a:custGeom>
              <a:rect b="b" l="l" r="r" t="t"/>
              <a:pathLst>
                <a:path extrusionOk="0" h="4292" w="5365">
                  <a:moveTo>
                    <a:pt x="776" y="0"/>
                  </a:moveTo>
                  <a:lnTo>
                    <a:pt x="0" y="3150"/>
                  </a:lnTo>
                  <a:lnTo>
                    <a:pt x="4565" y="4291"/>
                  </a:lnTo>
                  <a:lnTo>
                    <a:pt x="5364" y="1141"/>
                  </a:lnTo>
                  <a:lnTo>
                    <a:pt x="776"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 name="Google Shape;786;p27"/>
            <p:cNvSpPr/>
            <p:nvPr/>
          </p:nvSpPr>
          <p:spPr>
            <a:xfrm>
              <a:off x="4305300" y="3885550"/>
              <a:ext cx="557525" cy="289075"/>
            </a:xfrm>
            <a:custGeom>
              <a:rect b="b" l="l" r="r" t="t"/>
              <a:pathLst>
                <a:path extrusionOk="0" h="11563" w="22301">
                  <a:moveTo>
                    <a:pt x="8059" y="0"/>
                  </a:moveTo>
                  <a:cubicBezTo>
                    <a:pt x="5842" y="0"/>
                    <a:pt x="3413" y="492"/>
                    <a:pt x="799" y="1719"/>
                  </a:cubicBezTo>
                  <a:lnTo>
                    <a:pt x="0" y="4869"/>
                  </a:lnTo>
                  <a:cubicBezTo>
                    <a:pt x="0" y="4869"/>
                    <a:pt x="5251" y="11562"/>
                    <a:pt x="13104" y="11562"/>
                  </a:cubicBezTo>
                  <a:cubicBezTo>
                    <a:pt x="15658" y="11562"/>
                    <a:pt x="18488" y="10854"/>
                    <a:pt x="21502" y="8978"/>
                  </a:cubicBezTo>
                  <a:cubicBezTo>
                    <a:pt x="22164" y="8544"/>
                    <a:pt x="22300" y="7631"/>
                    <a:pt x="21775" y="7038"/>
                  </a:cubicBezTo>
                  <a:cubicBezTo>
                    <a:pt x="19855" y="4823"/>
                    <a:pt x="14998" y="0"/>
                    <a:pt x="805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p27"/>
            <p:cNvSpPr/>
            <p:nvPr/>
          </p:nvSpPr>
          <p:spPr>
            <a:xfrm>
              <a:off x="4269975" y="3890675"/>
              <a:ext cx="621225" cy="241375"/>
            </a:xfrm>
            <a:custGeom>
              <a:rect b="b" l="l" r="r" t="t"/>
              <a:pathLst>
                <a:path extrusionOk="0" h="9655" w="24849">
                  <a:moveTo>
                    <a:pt x="8675" y="0"/>
                  </a:moveTo>
                  <a:cubicBezTo>
                    <a:pt x="6110" y="0"/>
                    <a:pt x="3499" y="516"/>
                    <a:pt x="979" y="1583"/>
                  </a:cubicBezTo>
                  <a:cubicBezTo>
                    <a:pt x="1" y="2002"/>
                    <a:pt x="612" y="3313"/>
                    <a:pt x="1530" y="3313"/>
                  </a:cubicBezTo>
                  <a:cubicBezTo>
                    <a:pt x="1661" y="3313"/>
                    <a:pt x="1798" y="3286"/>
                    <a:pt x="1938" y="3226"/>
                  </a:cubicBezTo>
                  <a:cubicBezTo>
                    <a:pt x="4113" y="2305"/>
                    <a:pt x="6386" y="1863"/>
                    <a:pt x="8630" y="1863"/>
                  </a:cubicBezTo>
                  <a:cubicBezTo>
                    <a:pt x="14111" y="1863"/>
                    <a:pt x="19422" y="4500"/>
                    <a:pt x="22709" y="9229"/>
                  </a:cubicBezTo>
                  <a:cubicBezTo>
                    <a:pt x="22921" y="9530"/>
                    <a:pt x="23217" y="9655"/>
                    <a:pt x="23509" y="9655"/>
                  </a:cubicBezTo>
                  <a:cubicBezTo>
                    <a:pt x="24191" y="9655"/>
                    <a:pt x="24848" y="8974"/>
                    <a:pt x="24353" y="8271"/>
                  </a:cubicBezTo>
                  <a:cubicBezTo>
                    <a:pt x="20624" y="2919"/>
                    <a:pt x="14780" y="0"/>
                    <a:pt x="8675"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 name="Google Shape;788;p27"/>
            <p:cNvSpPr/>
            <p:nvPr/>
          </p:nvSpPr>
          <p:spPr>
            <a:xfrm>
              <a:off x="4348075" y="4005000"/>
              <a:ext cx="254850" cy="137925"/>
            </a:xfrm>
            <a:custGeom>
              <a:rect b="b" l="l" r="r" t="t"/>
              <a:pathLst>
                <a:path extrusionOk="0" h="5517" w="10194">
                  <a:moveTo>
                    <a:pt x="1172" y="1"/>
                  </a:moveTo>
                  <a:cubicBezTo>
                    <a:pt x="547" y="1"/>
                    <a:pt x="0" y="788"/>
                    <a:pt x="572" y="1324"/>
                  </a:cubicBezTo>
                  <a:cubicBezTo>
                    <a:pt x="2946" y="3447"/>
                    <a:pt x="5730" y="4885"/>
                    <a:pt x="8857" y="5501"/>
                  </a:cubicBezTo>
                  <a:cubicBezTo>
                    <a:pt x="8913" y="5511"/>
                    <a:pt x="8967" y="5516"/>
                    <a:pt x="9019" y="5516"/>
                  </a:cubicBezTo>
                  <a:cubicBezTo>
                    <a:pt x="9881" y="5516"/>
                    <a:pt x="10194" y="4167"/>
                    <a:pt x="9268" y="3994"/>
                  </a:cubicBezTo>
                  <a:cubicBezTo>
                    <a:pt x="6392" y="3424"/>
                    <a:pt x="3859" y="2168"/>
                    <a:pt x="1690" y="205"/>
                  </a:cubicBezTo>
                  <a:cubicBezTo>
                    <a:pt x="1526" y="61"/>
                    <a:pt x="1346" y="1"/>
                    <a:pt x="117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 name="Google Shape;789;p27"/>
            <p:cNvSpPr/>
            <p:nvPr/>
          </p:nvSpPr>
          <p:spPr>
            <a:xfrm>
              <a:off x="4596875" y="4107700"/>
              <a:ext cx="50825" cy="38825"/>
            </a:xfrm>
            <a:custGeom>
              <a:rect b="b" l="l" r="r" t="t"/>
              <a:pathLst>
                <a:path extrusionOk="0" h="1553" w="2033">
                  <a:moveTo>
                    <a:pt x="1028" y="0"/>
                  </a:moveTo>
                  <a:cubicBezTo>
                    <a:pt x="1" y="0"/>
                    <a:pt x="1" y="1553"/>
                    <a:pt x="1028" y="1553"/>
                  </a:cubicBezTo>
                  <a:cubicBezTo>
                    <a:pt x="2032" y="1553"/>
                    <a:pt x="2032" y="0"/>
                    <a:pt x="102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 name="Google Shape;790;p27"/>
            <p:cNvSpPr/>
            <p:nvPr/>
          </p:nvSpPr>
          <p:spPr>
            <a:xfrm>
              <a:off x="4757800" y="2957300"/>
              <a:ext cx="135275" cy="143250"/>
            </a:xfrm>
            <a:custGeom>
              <a:rect b="b" l="l" r="r" t="t"/>
              <a:pathLst>
                <a:path extrusionOk="0" h="5730" w="5411">
                  <a:moveTo>
                    <a:pt x="2603" y="1"/>
                  </a:moveTo>
                  <a:lnTo>
                    <a:pt x="1" y="1941"/>
                  </a:lnTo>
                  <a:lnTo>
                    <a:pt x="2785" y="5730"/>
                  </a:lnTo>
                  <a:lnTo>
                    <a:pt x="5410" y="3790"/>
                  </a:lnTo>
                  <a:lnTo>
                    <a:pt x="2603"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 name="Google Shape;791;p27"/>
            <p:cNvSpPr/>
            <p:nvPr/>
          </p:nvSpPr>
          <p:spPr>
            <a:xfrm>
              <a:off x="4817150" y="3052025"/>
              <a:ext cx="396000" cy="470000"/>
            </a:xfrm>
            <a:custGeom>
              <a:rect b="b" l="l" r="r" t="t"/>
              <a:pathLst>
                <a:path extrusionOk="0" h="18800" w="15840">
                  <a:moveTo>
                    <a:pt x="3036" y="1"/>
                  </a:moveTo>
                  <a:lnTo>
                    <a:pt x="411" y="1941"/>
                  </a:lnTo>
                  <a:cubicBezTo>
                    <a:pt x="411" y="1941"/>
                    <a:pt x="0" y="16869"/>
                    <a:pt x="14358" y="18786"/>
                  </a:cubicBezTo>
                  <a:cubicBezTo>
                    <a:pt x="14420" y="18795"/>
                    <a:pt x="14482" y="18800"/>
                    <a:pt x="14543" y="18800"/>
                  </a:cubicBezTo>
                  <a:cubicBezTo>
                    <a:pt x="15243" y="18800"/>
                    <a:pt x="15839" y="18219"/>
                    <a:pt x="15818" y="17485"/>
                  </a:cubicBezTo>
                  <a:cubicBezTo>
                    <a:pt x="15704" y="13605"/>
                    <a:pt x="14586" y="2991"/>
                    <a:pt x="303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 name="Google Shape;792;p27"/>
            <p:cNvSpPr/>
            <p:nvPr/>
          </p:nvSpPr>
          <p:spPr>
            <a:xfrm>
              <a:off x="4832650" y="3035700"/>
              <a:ext cx="407925" cy="514950"/>
            </a:xfrm>
            <a:custGeom>
              <a:rect b="b" l="l" r="r" t="t"/>
              <a:pathLst>
                <a:path extrusionOk="0" h="20598" w="16317">
                  <a:moveTo>
                    <a:pt x="1324" y="0"/>
                  </a:moveTo>
                  <a:cubicBezTo>
                    <a:pt x="338" y="0"/>
                    <a:pt x="0" y="1569"/>
                    <a:pt x="1092" y="1863"/>
                  </a:cubicBezTo>
                  <a:cubicBezTo>
                    <a:pt x="9150" y="4009"/>
                    <a:pt x="14354" y="11382"/>
                    <a:pt x="13783" y="19690"/>
                  </a:cubicBezTo>
                  <a:cubicBezTo>
                    <a:pt x="13738" y="20295"/>
                    <a:pt x="14188" y="20597"/>
                    <a:pt x="14662" y="20597"/>
                  </a:cubicBezTo>
                  <a:cubicBezTo>
                    <a:pt x="15136" y="20597"/>
                    <a:pt x="15632" y="20295"/>
                    <a:pt x="15678" y="19690"/>
                  </a:cubicBezTo>
                  <a:cubicBezTo>
                    <a:pt x="16317" y="10560"/>
                    <a:pt x="10428" y="2366"/>
                    <a:pt x="1594" y="37"/>
                  </a:cubicBezTo>
                  <a:cubicBezTo>
                    <a:pt x="1500" y="12"/>
                    <a:pt x="1409" y="0"/>
                    <a:pt x="132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 name="Google Shape;793;p27"/>
            <p:cNvSpPr/>
            <p:nvPr/>
          </p:nvSpPr>
          <p:spPr>
            <a:xfrm>
              <a:off x="4850475" y="3139025"/>
              <a:ext cx="135925" cy="243125"/>
            </a:xfrm>
            <a:custGeom>
              <a:rect b="b" l="l" r="r" t="t"/>
              <a:pathLst>
                <a:path extrusionOk="0" h="9725" w="5437">
                  <a:moveTo>
                    <a:pt x="965" y="0"/>
                  </a:moveTo>
                  <a:cubicBezTo>
                    <a:pt x="514" y="0"/>
                    <a:pt x="0" y="390"/>
                    <a:pt x="83" y="995"/>
                  </a:cubicBezTo>
                  <a:cubicBezTo>
                    <a:pt x="539" y="4144"/>
                    <a:pt x="1840" y="6975"/>
                    <a:pt x="3849" y="9463"/>
                  </a:cubicBezTo>
                  <a:cubicBezTo>
                    <a:pt x="4001" y="9648"/>
                    <a:pt x="4179" y="9725"/>
                    <a:pt x="4354" y="9725"/>
                  </a:cubicBezTo>
                  <a:cubicBezTo>
                    <a:pt x="4913" y="9725"/>
                    <a:pt x="5437" y="8935"/>
                    <a:pt x="4967" y="8344"/>
                  </a:cubicBezTo>
                  <a:cubicBezTo>
                    <a:pt x="3118" y="6085"/>
                    <a:pt x="2000" y="3460"/>
                    <a:pt x="1589" y="561"/>
                  </a:cubicBezTo>
                  <a:cubicBezTo>
                    <a:pt x="1535" y="170"/>
                    <a:pt x="1263" y="0"/>
                    <a:pt x="965" y="0"/>
                  </a:cubicBezTo>
                  <a:close/>
                </a:path>
              </a:pathLst>
            </a:custGeom>
            <a:solidFill>
              <a:srgbClr val="FFFD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 name="Google Shape;794;p27"/>
            <p:cNvSpPr/>
            <p:nvPr/>
          </p:nvSpPr>
          <p:spPr>
            <a:xfrm>
              <a:off x="4970075" y="3375000"/>
              <a:ext cx="50250" cy="39400"/>
            </a:xfrm>
            <a:custGeom>
              <a:rect b="b" l="l" r="r" t="t"/>
              <a:pathLst>
                <a:path extrusionOk="0" h="1576" w="2010">
                  <a:moveTo>
                    <a:pt x="1005" y="1"/>
                  </a:moveTo>
                  <a:cubicBezTo>
                    <a:pt x="1" y="1"/>
                    <a:pt x="1" y="1576"/>
                    <a:pt x="1005" y="1576"/>
                  </a:cubicBezTo>
                  <a:cubicBezTo>
                    <a:pt x="2009" y="1576"/>
                    <a:pt x="2009" y="1"/>
                    <a:pt x="1005" y="1"/>
                  </a:cubicBezTo>
                  <a:close/>
                </a:path>
              </a:pathLst>
            </a:custGeom>
            <a:solidFill>
              <a:srgbClr val="FFFD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95" name="Google Shape;795;p27"/>
          <p:cNvGrpSpPr/>
          <p:nvPr/>
        </p:nvGrpSpPr>
        <p:grpSpPr>
          <a:xfrm flipH="1" rot="-3789647">
            <a:off x="-100674" y="-1337674"/>
            <a:ext cx="2144455" cy="3370062"/>
            <a:chOff x="3524150" y="1726375"/>
            <a:chExt cx="2144400" cy="3369975"/>
          </a:xfrm>
        </p:grpSpPr>
        <p:sp>
          <p:nvSpPr>
            <p:cNvPr id="796" name="Google Shape;796;p27"/>
            <p:cNvSpPr/>
            <p:nvPr/>
          </p:nvSpPr>
          <p:spPr>
            <a:xfrm>
              <a:off x="3524150" y="1726375"/>
              <a:ext cx="2144400" cy="2886025"/>
            </a:xfrm>
            <a:custGeom>
              <a:rect b="b" l="l" r="r" t="t"/>
              <a:pathLst>
                <a:path extrusionOk="0" h="115441" w="85776">
                  <a:moveTo>
                    <a:pt x="70166" y="43609"/>
                  </a:moveTo>
                  <a:cubicBezTo>
                    <a:pt x="70188" y="43614"/>
                    <a:pt x="70210" y="43618"/>
                    <a:pt x="70232" y="43623"/>
                  </a:cubicBezTo>
                  <a:cubicBezTo>
                    <a:pt x="71989" y="43988"/>
                    <a:pt x="73747" y="44969"/>
                    <a:pt x="74637" y="46590"/>
                  </a:cubicBezTo>
                  <a:cubicBezTo>
                    <a:pt x="75573" y="48348"/>
                    <a:pt x="75002" y="50836"/>
                    <a:pt x="73199" y="51840"/>
                  </a:cubicBezTo>
                  <a:cubicBezTo>
                    <a:pt x="72780" y="52068"/>
                    <a:pt x="72365" y="52169"/>
                    <a:pt x="71966" y="52169"/>
                  </a:cubicBezTo>
                  <a:cubicBezTo>
                    <a:pt x="70649" y="52169"/>
                    <a:pt x="69513" y="51065"/>
                    <a:pt x="69022" y="49786"/>
                  </a:cubicBezTo>
                  <a:cubicBezTo>
                    <a:pt x="68269" y="47891"/>
                    <a:pt x="68771" y="45974"/>
                    <a:pt x="69752" y="44285"/>
                  </a:cubicBezTo>
                  <a:cubicBezTo>
                    <a:pt x="69885" y="44057"/>
                    <a:pt x="70024" y="43832"/>
                    <a:pt x="70166" y="43609"/>
                  </a:cubicBezTo>
                  <a:close/>
                  <a:moveTo>
                    <a:pt x="21493" y="67423"/>
                  </a:moveTo>
                  <a:cubicBezTo>
                    <a:pt x="21820" y="67423"/>
                    <a:pt x="22161" y="67476"/>
                    <a:pt x="22504" y="67589"/>
                  </a:cubicBezTo>
                  <a:cubicBezTo>
                    <a:pt x="24471" y="68230"/>
                    <a:pt x="25373" y="69967"/>
                    <a:pt x="25786" y="71969"/>
                  </a:cubicBezTo>
                  <a:lnTo>
                    <a:pt x="25786" y="71969"/>
                  </a:lnTo>
                  <a:cubicBezTo>
                    <a:pt x="25247" y="72265"/>
                    <a:pt x="24673" y="72500"/>
                    <a:pt x="24056" y="72656"/>
                  </a:cubicBezTo>
                  <a:cubicBezTo>
                    <a:pt x="23630" y="72766"/>
                    <a:pt x="23189" y="72823"/>
                    <a:pt x="22753" y="72823"/>
                  </a:cubicBezTo>
                  <a:cubicBezTo>
                    <a:pt x="21272" y="72823"/>
                    <a:pt x="19850" y="72164"/>
                    <a:pt x="19286" y="70648"/>
                  </a:cubicBezTo>
                  <a:cubicBezTo>
                    <a:pt x="18581" y="68781"/>
                    <a:pt x="19848" y="67423"/>
                    <a:pt x="21493" y="67423"/>
                  </a:cubicBezTo>
                  <a:close/>
                  <a:moveTo>
                    <a:pt x="83791" y="1"/>
                  </a:moveTo>
                  <a:cubicBezTo>
                    <a:pt x="83234" y="1"/>
                    <a:pt x="82607" y="476"/>
                    <a:pt x="82717" y="1191"/>
                  </a:cubicBezTo>
                  <a:cubicBezTo>
                    <a:pt x="83836" y="8358"/>
                    <a:pt x="83197" y="15707"/>
                    <a:pt x="80960" y="22578"/>
                  </a:cubicBezTo>
                  <a:cubicBezTo>
                    <a:pt x="79818" y="26070"/>
                    <a:pt x="78266" y="29403"/>
                    <a:pt x="76349" y="32530"/>
                  </a:cubicBezTo>
                  <a:cubicBezTo>
                    <a:pt x="74454" y="35611"/>
                    <a:pt x="72081" y="38168"/>
                    <a:pt x="69821" y="40952"/>
                  </a:cubicBezTo>
                  <a:cubicBezTo>
                    <a:pt x="69655" y="41155"/>
                    <a:pt x="69490" y="41361"/>
                    <a:pt x="69329" y="41570"/>
                  </a:cubicBezTo>
                  <a:lnTo>
                    <a:pt x="69329" y="41570"/>
                  </a:lnTo>
                  <a:cubicBezTo>
                    <a:pt x="69155" y="41562"/>
                    <a:pt x="68980" y="41558"/>
                    <a:pt x="68805" y="41558"/>
                  </a:cubicBezTo>
                  <a:cubicBezTo>
                    <a:pt x="64922" y="41558"/>
                    <a:pt x="60736" y="43525"/>
                    <a:pt x="57495" y="45152"/>
                  </a:cubicBezTo>
                  <a:cubicBezTo>
                    <a:pt x="51104" y="48370"/>
                    <a:pt x="45170" y="52456"/>
                    <a:pt x="39874" y="57249"/>
                  </a:cubicBezTo>
                  <a:cubicBezTo>
                    <a:pt x="37135" y="59715"/>
                    <a:pt x="34556" y="62385"/>
                    <a:pt x="32182" y="65215"/>
                  </a:cubicBezTo>
                  <a:cubicBezTo>
                    <a:pt x="30694" y="67001"/>
                    <a:pt x="29264" y="69224"/>
                    <a:pt x="27424" y="70814"/>
                  </a:cubicBezTo>
                  <a:lnTo>
                    <a:pt x="27424" y="70814"/>
                  </a:lnTo>
                  <a:cubicBezTo>
                    <a:pt x="27154" y="69843"/>
                    <a:pt x="26759" y="68921"/>
                    <a:pt x="26179" y="68091"/>
                  </a:cubicBezTo>
                  <a:cubicBezTo>
                    <a:pt x="25123" y="66568"/>
                    <a:pt x="23240" y="65478"/>
                    <a:pt x="21367" y="65478"/>
                  </a:cubicBezTo>
                  <a:cubicBezTo>
                    <a:pt x="20770" y="65478"/>
                    <a:pt x="20173" y="65589"/>
                    <a:pt x="19605" y="65832"/>
                  </a:cubicBezTo>
                  <a:cubicBezTo>
                    <a:pt x="17323" y="66790"/>
                    <a:pt x="16661" y="69415"/>
                    <a:pt x="17619" y="71561"/>
                  </a:cubicBezTo>
                  <a:cubicBezTo>
                    <a:pt x="18560" y="73672"/>
                    <a:pt x="20581" y="74734"/>
                    <a:pt x="22761" y="74734"/>
                  </a:cubicBezTo>
                  <a:cubicBezTo>
                    <a:pt x="23174" y="74734"/>
                    <a:pt x="23592" y="74696"/>
                    <a:pt x="24011" y="74619"/>
                  </a:cubicBezTo>
                  <a:cubicBezTo>
                    <a:pt x="24740" y="74487"/>
                    <a:pt x="25417" y="74262"/>
                    <a:pt x="26052" y="73964"/>
                  </a:cubicBezTo>
                  <a:lnTo>
                    <a:pt x="26052" y="73964"/>
                  </a:lnTo>
                  <a:cubicBezTo>
                    <a:pt x="26168" y="75515"/>
                    <a:pt x="26117" y="77065"/>
                    <a:pt x="26133" y="78271"/>
                  </a:cubicBezTo>
                  <a:cubicBezTo>
                    <a:pt x="26270" y="86694"/>
                    <a:pt x="25494" y="95733"/>
                    <a:pt x="20861" y="103037"/>
                  </a:cubicBezTo>
                  <a:cubicBezTo>
                    <a:pt x="17042" y="109014"/>
                    <a:pt x="10525" y="113538"/>
                    <a:pt x="3368" y="113538"/>
                  </a:cubicBezTo>
                  <a:cubicBezTo>
                    <a:pt x="2654" y="113538"/>
                    <a:pt x="1933" y="113493"/>
                    <a:pt x="1208" y="113400"/>
                  </a:cubicBezTo>
                  <a:cubicBezTo>
                    <a:pt x="1159" y="113393"/>
                    <a:pt x="1112" y="113390"/>
                    <a:pt x="1067" y="113390"/>
                  </a:cubicBezTo>
                  <a:cubicBezTo>
                    <a:pt x="0" y="113390"/>
                    <a:pt x="47" y="115141"/>
                    <a:pt x="1208" y="115294"/>
                  </a:cubicBezTo>
                  <a:cubicBezTo>
                    <a:pt x="1972" y="115393"/>
                    <a:pt x="2733" y="115440"/>
                    <a:pt x="3489" y="115440"/>
                  </a:cubicBezTo>
                  <a:cubicBezTo>
                    <a:pt x="9220" y="115440"/>
                    <a:pt x="14665" y="112708"/>
                    <a:pt x="18738" y="108675"/>
                  </a:cubicBezTo>
                  <a:cubicBezTo>
                    <a:pt x="23919" y="103516"/>
                    <a:pt x="26476" y="96509"/>
                    <a:pt x="27457" y="89365"/>
                  </a:cubicBezTo>
                  <a:cubicBezTo>
                    <a:pt x="27982" y="85690"/>
                    <a:pt x="28096" y="81992"/>
                    <a:pt x="28028" y="78271"/>
                  </a:cubicBezTo>
                  <a:cubicBezTo>
                    <a:pt x="28004" y="76566"/>
                    <a:pt x="28047" y="74693"/>
                    <a:pt x="27824" y="72885"/>
                  </a:cubicBezTo>
                  <a:lnTo>
                    <a:pt x="27824" y="72885"/>
                  </a:lnTo>
                  <a:cubicBezTo>
                    <a:pt x="29402" y="71696"/>
                    <a:pt x="30709" y="70091"/>
                    <a:pt x="31954" y="68525"/>
                  </a:cubicBezTo>
                  <a:cubicBezTo>
                    <a:pt x="36747" y="62454"/>
                    <a:pt x="42339" y="57067"/>
                    <a:pt x="48685" y="52639"/>
                  </a:cubicBezTo>
                  <a:cubicBezTo>
                    <a:pt x="51789" y="50448"/>
                    <a:pt x="55076" y="48507"/>
                    <a:pt x="58454" y="46795"/>
                  </a:cubicBezTo>
                  <a:cubicBezTo>
                    <a:pt x="61325" y="45351"/>
                    <a:pt x="64704" y="43567"/>
                    <a:pt x="68060" y="43446"/>
                  </a:cubicBezTo>
                  <a:lnTo>
                    <a:pt x="68060" y="43446"/>
                  </a:lnTo>
                  <a:cubicBezTo>
                    <a:pt x="67156" y="45019"/>
                    <a:pt x="66589" y="46750"/>
                    <a:pt x="66808" y="48621"/>
                  </a:cubicBezTo>
                  <a:cubicBezTo>
                    <a:pt x="67059" y="50904"/>
                    <a:pt x="68429" y="53278"/>
                    <a:pt x="70757" y="53917"/>
                  </a:cubicBezTo>
                  <a:cubicBezTo>
                    <a:pt x="71144" y="54022"/>
                    <a:pt x="71527" y="54072"/>
                    <a:pt x="71901" y="54072"/>
                  </a:cubicBezTo>
                  <a:cubicBezTo>
                    <a:pt x="73799" y="54072"/>
                    <a:pt x="75472" y="52799"/>
                    <a:pt x="76349" y="51064"/>
                  </a:cubicBezTo>
                  <a:cubicBezTo>
                    <a:pt x="77536" y="48713"/>
                    <a:pt x="76988" y="46042"/>
                    <a:pt x="75185" y="44171"/>
                  </a:cubicBezTo>
                  <a:cubicBezTo>
                    <a:pt x="74044" y="42987"/>
                    <a:pt x="72757" y="42266"/>
                    <a:pt x="71390" y="41890"/>
                  </a:cubicBezTo>
                  <a:lnTo>
                    <a:pt x="71390" y="41890"/>
                  </a:lnTo>
                  <a:cubicBezTo>
                    <a:pt x="73251" y="39485"/>
                    <a:pt x="75493" y="37309"/>
                    <a:pt x="77171" y="34767"/>
                  </a:cubicBezTo>
                  <a:cubicBezTo>
                    <a:pt x="79339" y="31503"/>
                    <a:pt x="81097" y="27942"/>
                    <a:pt x="82398" y="24244"/>
                  </a:cubicBezTo>
                  <a:cubicBezTo>
                    <a:pt x="85068" y="16689"/>
                    <a:pt x="85776" y="8609"/>
                    <a:pt x="84566" y="688"/>
                  </a:cubicBezTo>
                  <a:cubicBezTo>
                    <a:pt x="84493" y="207"/>
                    <a:pt x="84158" y="1"/>
                    <a:pt x="8379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 name="Google Shape;797;p27"/>
            <p:cNvSpPr/>
            <p:nvPr/>
          </p:nvSpPr>
          <p:spPr>
            <a:xfrm>
              <a:off x="3828250" y="4498575"/>
              <a:ext cx="134125" cy="142700"/>
            </a:xfrm>
            <a:custGeom>
              <a:rect b="b" l="l" r="r" t="t"/>
              <a:pathLst>
                <a:path extrusionOk="0" h="5708" w="5365">
                  <a:moveTo>
                    <a:pt x="2648" y="1"/>
                  </a:moveTo>
                  <a:lnTo>
                    <a:pt x="0" y="1872"/>
                  </a:lnTo>
                  <a:lnTo>
                    <a:pt x="2694" y="5707"/>
                  </a:lnTo>
                  <a:lnTo>
                    <a:pt x="5364" y="3835"/>
                  </a:lnTo>
                  <a:lnTo>
                    <a:pt x="2648"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 name="Google Shape;798;p27"/>
            <p:cNvSpPr/>
            <p:nvPr/>
          </p:nvSpPr>
          <p:spPr>
            <a:xfrm>
              <a:off x="3877325" y="4594450"/>
              <a:ext cx="394325" cy="476850"/>
            </a:xfrm>
            <a:custGeom>
              <a:rect b="b" l="l" r="r" t="t"/>
              <a:pathLst>
                <a:path extrusionOk="0" h="19074" w="15773">
                  <a:moveTo>
                    <a:pt x="3401" y="0"/>
                  </a:moveTo>
                  <a:lnTo>
                    <a:pt x="731" y="1872"/>
                  </a:lnTo>
                  <a:cubicBezTo>
                    <a:pt x="731" y="1872"/>
                    <a:pt x="0" y="16800"/>
                    <a:pt x="14289" y="19060"/>
                  </a:cubicBezTo>
                  <a:cubicBezTo>
                    <a:pt x="14353" y="19069"/>
                    <a:pt x="14417" y="19074"/>
                    <a:pt x="14480" y="19074"/>
                  </a:cubicBezTo>
                  <a:cubicBezTo>
                    <a:pt x="15178" y="19074"/>
                    <a:pt x="15772" y="18514"/>
                    <a:pt x="15772" y="17781"/>
                  </a:cubicBezTo>
                  <a:cubicBezTo>
                    <a:pt x="15772" y="13901"/>
                    <a:pt x="14882" y="3264"/>
                    <a:pt x="340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 name="Google Shape;799;p27"/>
            <p:cNvSpPr/>
            <p:nvPr/>
          </p:nvSpPr>
          <p:spPr>
            <a:xfrm>
              <a:off x="3912225" y="4571125"/>
              <a:ext cx="388525" cy="525225"/>
            </a:xfrm>
            <a:custGeom>
              <a:rect b="b" l="l" r="r" t="t"/>
              <a:pathLst>
                <a:path extrusionOk="0" h="21009" w="15541">
                  <a:moveTo>
                    <a:pt x="1209" y="1"/>
                  </a:moveTo>
                  <a:cubicBezTo>
                    <a:pt x="298" y="1"/>
                    <a:pt x="1" y="1524"/>
                    <a:pt x="1024" y="1892"/>
                  </a:cubicBezTo>
                  <a:cubicBezTo>
                    <a:pt x="8693" y="4700"/>
                    <a:pt x="13623" y="11935"/>
                    <a:pt x="13578" y="20084"/>
                  </a:cubicBezTo>
                  <a:cubicBezTo>
                    <a:pt x="13566" y="20700"/>
                    <a:pt x="14040" y="21008"/>
                    <a:pt x="14516" y="21008"/>
                  </a:cubicBezTo>
                  <a:cubicBezTo>
                    <a:pt x="14993" y="21008"/>
                    <a:pt x="15472" y="20700"/>
                    <a:pt x="15472" y="20084"/>
                  </a:cubicBezTo>
                  <a:cubicBezTo>
                    <a:pt x="15541" y="11045"/>
                    <a:pt x="9994" y="3147"/>
                    <a:pt x="1549" y="66"/>
                  </a:cubicBezTo>
                  <a:cubicBezTo>
                    <a:pt x="1428" y="21"/>
                    <a:pt x="1314" y="1"/>
                    <a:pt x="120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 name="Google Shape;800;p27"/>
            <p:cNvSpPr/>
            <p:nvPr/>
          </p:nvSpPr>
          <p:spPr>
            <a:xfrm>
              <a:off x="3917275" y="4681975"/>
              <a:ext cx="130925" cy="244075"/>
            </a:xfrm>
            <a:custGeom>
              <a:rect b="b" l="l" r="r" t="t"/>
              <a:pathLst>
                <a:path extrusionOk="0" h="9763" w="5237">
                  <a:moveTo>
                    <a:pt x="744" y="0"/>
                  </a:moveTo>
                  <a:cubicBezTo>
                    <a:pt x="355" y="0"/>
                    <a:pt x="0" y="246"/>
                    <a:pt x="68" y="745"/>
                  </a:cubicBezTo>
                  <a:cubicBezTo>
                    <a:pt x="456" y="4009"/>
                    <a:pt x="1666" y="6908"/>
                    <a:pt x="3675" y="9487"/>
                  </a:cubicBezTo>
                  <a:cubicBezTo>
                    <a:pt x="3825" y="9681"/>
                    <a:pt x="4003" y="9762"/>
                    <a:pt x="4178" y="9762"/>
                  </a:cubicBezTo>
                  <a:cubicBezTo>
                    <a:pt x="4723" y="9762"/>
                    <a:pt x="5237" y="8979"/>
                    <a:pt x="4770" y="8391"/>
                  </a:cubicBezTo>
                  <a:cubicBezTo>
                    <a:pt x="3036" y="6155"/>
                    <a:pt x="1963" y="3552"/>
                    <a:pt x="1621" y="745"/>
                  </a:cubicBezTo>
                  <a:cubicBezTo>
                    <a:pt x="1563" y="251"/>
                    <a:pt x="1136" y="0"/>
                    <a:pt x="74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1" name="Google Shape;801;p27"/>
            <p:cNvSpPr/>
            <p:nvPr/>
          </p:nvSpPr>
          <p:spPr>
            <a:xfrm>
              <a:off x="4031375" y="4920275"/>
              <a:ext cx="50250" cy="38825"/>
            </a:xfrm>
            <a:custGeom>
              <a:rect b="b" l="l" r="r" t="t"/>
              <a:pathLst>
                <a:path extrusionOk="0" h="1553" w="2010">
                  <a:moveTo>
                    <a:pt x="1005" y="1"/>
                  </a:moveTo>
                  <a:cubicBezTo>
                    <a:pt x="1" y="1"/>
                    <a:pt x="1" y="1553"/>
                    <a:pt x="1005" y="1553"/>
                  </a:cubicBezTo>
                  <a:cubicBezTo>
                    <a:pt x="2010" y="1553"/>
                    <a:pt x="2010" y="1"/>
                    <a:pt x="100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 name="Google Shape;802;p27"/>
            <p:cNvSpPr/>
            <p:nvPr/>
          </p:nvSpPr>
          <p:spPr>
            <a:xfrm>
              <a:off x="4191175" y="3900000"/>
              <a:ext cx="134125" cy="107300"/>
            </a:xfrm>
            <a:custGeom>
              <a:rect b="b" l="l" r="r" t="t"/>
              <a:pathLst>
                <a:path extrusionOk="0" h="4292" w="5365">
                  <a:moveTo>
                    <a:pt x="776" y="0"/>
                  </a:moveTo>
                  <a:lnTo>
                    <a:pt x="0" y="3150"/>
                  </a:lnTo>
                  <a:lnTo>
                    <a:pt x="4565" y="4291"/>
                  </a:lnTo>
                  <a:lnTo>
                    <a:pt x="5364" y="1141"/>
                  </a:lnTo>
                  <a:lnTo>
                    <a:pt x="776"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 name="Google Shape;803;p27"/>
            <p:cNvSpPr/>
            <p:nvPr/>
          </p:nvSpPr>
          <p:spPr>
            <a:xfrm>
              <a:off x="4305300" y="3885550"/>
              <a:ext cx="557525" cy="289075"/>
            </a:xfrm>
            <a:custGeom>
              <a:rect b="b" l="l" r="r" t="t"/>
              <a:pathLst>
                <a:path extrusionOk="0" h="11563" w="22301">
                  <a:moveTo>
                    <a:pt x="8059" y="0"/>
                  </a:moveTo>
                  <a:cubicBezTo>
                    <a:pt x="5842" y="0"/>
                    <a:pt x="3413" y="492"/>
                    <a:pt x="799" y="1719"/>
                  </a:cubicBezTo>
                  <a:lnTo>
                    <a:pt x="0" y="4869"/>
                  </a:lnTo>
                  <a:cubicBezTo>
                    <a:pt x="0" y="4869"/>
                    <a:pt x="5251" y="11562"/>
                    <a:pt x="13104" y="11562"/>
                  </a:cubicBezTo>
                  <a:cubicBezTo>
                    <a:pt x="15658" y="11562"/>
                    <a:pt x="18488" y="10854"/>
                    <a:pt x="21502" y="8978"/>
                  </a:cubicBezTo>
                  <a:cubicBezTo>
                    <a:pt x="22164" y="8544"/>
                    <a:pt x="22300" y="7631"/>
                    <a:pt x="21775" y="7038"/>
                  </a:cubicBezTo>
                  <a:cubicBezTo>
                    <a:pt x="19855" y="4823"/>
                    <a:pt x="14998" y="0"/>
                    <a:pt x="805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 name="Google Shape;804;p27"/>
            <p:cNvSpPr/>
            <p:nvPr/>
          </p:nvSpPr>
          <p:spPr>
            <a:xfrm>
              <a:off x="4269975" y="3890675"/>
              <a:ext cx="621225" cy="241375"/>
            </a:xfrm>
            <a:custGeom>
              <a:rect b="b" l="l" r="r" t="t"/>
              <a:pathLst>
                <a:path extrusionOk="0" h="9655" w="24849">
                  <a:moveTo>
                    <a:pt x="8675" y="0"/>
                  </a:moveTo>
                  <a:cubicBezTo>
                    <a:pt x="6110" y="0"/>
                    <a:pt x="3499" y="516"/>
                    <a:pt x="979" y="1583"/>
                  </a:cubicBezTo>
                  <a:cubicBezTo>
                    <a:pt x="1" y="2002"/>
                    <a:pt x="612" y="3313"/>
                    <a:pt x="1530" y="3313"/>
                  </a:cubicBezTo>
                  <a:cubicBezTo>
                    <a:pt x="1661" y="3313"/>
                    <a:pt x="1798" y="3286"/>
                    <a:pt x="1938" y="3226"/>
                  </a:cubicBezTo>
                  <a:cubicBezTo>
                    <a:pt x="4113" y="2305"/>
                    <a:pt x="6386" y="1863"/>
                    <a:pt x="8630" y="1863"/>
                  </a:cubicBezTo>
                  <a:cubicBezTo>
                    <a:pt x="14111" y="1863"/>
                    <a:pt x="19422" y="4500"/>
                    <a:pt x="22709" y="9229"/>
                  </a:cubicBezTo>
                  <a:cubicBezTo>
                    <a:pt x="22921" y="9530"/>
                    <a:pt x="23217" y="9655"/>
                    <a:pt x="23509" y="9655"/>
                  </a:cubicBezTo>
                  <a:cubicBezTo>
                    <a:pt x="24191" y="9655"/>
                    <a:pt x="24848" y="8974"/>
                    <a:pt x="24353" y="8271"/>
                  </a:cubicBezTo>
                  <a:cubicBezTo>
                    <a:pt x="20624" y="2919"/>
                    <a:pt x="14780" y="0"/>
                    <a:pt x="8675"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 name="Google Shape;805;p27"/>
            <p:cNvSpPr/>
            <p:nvPr/>
          </p:nvSpPr>
          <p:spPr>
            <a:xfrm>
              <a:off x="4348075" y="4005000"/>
              <a:ext cx="254850" cy="137925"/>
            </a:xfrm>
            <a:custGeom>
              <a:rect b="b" l="l" r="r" t="t"/>
              <a:pathLst>
                <a:path extrusionOk="0" h="5517" w="10194">
                  <a:moveTo>
                    <a:pt x="1172" y="1"/>
                  </a:moveTo>
                  <a:cubicBezTo>
                    <a:pt x="547" y="1"/>
                    <a:pt x="0" y="788"/>
                    <a:pt x="572" y="1324"/>
                  </a:cubicBezTo>
                  <a:cubicBezTo>
                    <a:pt x="2946" y="3447"/>
                    <a:pt x="5730" y="4885"/>
                    <a:pt x="8857" y="5501"/>
                  </a:cubicBezTo>
                  <a:cubicBezTo>
                    <a:pt x="8913" y="5511"/>
                    <a:pt x="8967" y="5516"/>
                    <a:pt x="9019" y="5516"/>
                  </a:cubicBezTo>
                  <a:cubicBezTo>
                    <a:pt x="9881" y="5516"/>
                    <a:pt x="10194" y="4167"/>
                    <a:pt x="9268" y="3994"/>
                  </a:cubicBezTo>
                  <a:cubicBezTo>
                    <a:pt x="6392" y="3424"/>
                    <a:pt x="3859" y="2168"/>
                    <a:pt x="1690" y="205"/>
                  </a:cubicBezTo>
                  <a:cubicBezTo>
                    <a:pt x="1526" y="61"/>
                    <a:pt x="1346" y="1"/>
                    <a:pt x="117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 name="Google Shape;806;p27"/>
            <p:cNvSpPr/>
            <p:nvPr/>
          </p:nvSpPr>
          <p:spPr>
            <a:xfrm>
              <a:off x="4596875" y="4107700"/>
              <a:ext cx="50825" cy="38825"/>
            </a:xfrm>
            <a:custGeom>
              <a:rect b="b" l="l" r="r" t="t"/>
              <a:pathLst>
                <a:path extrusionOk="0" h="1553" w="2033">
                  <a:moveTo>
                    <a:pt x="1028" y="0"/>
                  </a:moveTo>
                  <a:cubicBezTo>
                    <a:pt x="1" y="0"/>
                    <a:pt x="1" y="1553"/>
                    <a:pt x="1028" y="1553"/>
                  </a:cubicBezTo>
                  <a:cubicBezTo>
                    <a:pt x="2032" y="1553"/>
                    <a:pt x="2032" y="0"/>
                    <a:pt x="102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 name="Google Shape;807;p27"/>
            <p:cNvSpPr/>
            <p:nvPr/>
          </p:nvSpPr>
          <p:spPr>
            <a:xfrm>
              <a:off x="4757800" y="2957300"/>
              <a:ext cx="135275" cy="143250"/>
            </a:xfrm>
            <a:custGeom>
              <a:rect b="b" l="l" r="r" t="t"/>
              <a:pathLst>
                <a:path extrusionOk="0" h="5730" w="5411">
                  <a:moveTo>
                    <a:pt x="2603" y="1"/>
                  </a:moveTo>
                  <a:lnTo>
                    <a:pt x="1" y="1941"/>
                  </a:lnTo>
                  <a:lnTo>
                    <a:pt x="2785" y="5730"/>
                  </a:lnTo>
                  <a:lnTo>
                    <a:pt x="5410" y="3790"/>
                  </a:lnTo>
                  <a:lnTo>
                    <a:pt x="2603"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 name="Google Shape;808;p27"/>
            <p:cNvSpPr/>
            <p:nvPr/>
          </p:nvSpPr>
          <p:spPr>
            <a:xfrm>
              <a:off x="4817150" y="3052025"/>
              <a:ext cx="396000" cy="470000"/>
            </a:xfrm>
            <a:custGeom>
              <a:rect b="b" l="l" r="r" t="t"/>
              <a:pathLst>
                <a:path extrusionOk="0" h="18800" w="15840">
                  <a:moveTo>
                    <a:pt x="3036" y="1"/>
                  </a:moveTo>
                  <a:lnTo>
                    <a:pt x="411" y="1941"/>
                  </a:lnTo>
                  <a:cubicBezTo>
                    <a:pt x="411" y="1941"/>
                    <a:pt x="0" y="16869"/>
                    <a:pt x="14358" y="18786"/>
                  </a:cubicBezTo>
                  <a:cubicBezTo>
                    <a:pt x="14420" y="18795"/>
                    <a:pt x="14482" y="18800"/>
                    <a:pt x="14543" y="18800"/>
                  </a:cubicBezTo>
                  <a:cubicBezTo>
                    <a:pt x="15243" y="18800"/>
                    <a:pt x="15839" y="18219"/>
                    <a:pt x="15818" y="17485"/>
                  </a:cubicBezTo>
                  <a:cubicBezTo>
                    <a:pt x="15704" y="13605"/>
                    <a:pt x="14586" y="2991"/>
                    <a:pt x="303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 name="Google Shape;809;p27"/>
            <p:cNvSpPr/>
            <p:nvPr/>
          </p:nvSpPr>
          <p:spPr>
            <a:xfrm>
              <a:off x="4832650" y="3035700"/>
              <a:ext cx="407925" cy="514950"/>
            </a:xfrm>
            <a:custGeom>
              <a:rect b="b" l="l" r="r" t="t"/>
              <a:pathLst>
                <a:path extrusionOk="0" h="20598" w="16317">
                  <a:moveTo>
                    <a:pt x="1324" y="0"/>
                  </a:moveTo>
                  <a:cubicBezTo>
                    <a:pt x="338" y="0"/>
                    <a:pt x="0" y="1569"/>
                    <a:pt x="1092" y="1863"/>
                  </a:cubicBezTo>
                  <a:cubicBezTo>
                    <a:pt x="9150" y="4009"/>
                    <a:pt x="14354" y="11382"/>
                    <a:pt x="13783" y="19690"/>
                  </a:cubicBezTo>
                  <a:cubicBezTo>
                    <a:pt x="13738" y="20295"/>
                    <a:pt x="14188" y="20597"/>
                    <a:pt x="14662" y="20597"/>
                  </a:cubicBezTo>
                  <a:cubicBezTo>
                    <a:pt x="15136" y="20597"/>
                    <a:pt x="15632" y="20295"/>
                    <a:pt x="15678" y="19690"/>
                  </a:cubicBezTo>
                  <a:cubicBezTo>
                    <a:pt x="16317" y="10560"/>
                    <a:pt x="10428" y="2366"/>
                    <a:pt x="1594" y="37"/>
                  </a:cubicBezTo>
                  <a:cubicBezTo>
                    <a:pt x="1500" y="12"/>
                    <a:pt x="1409" y="0"/>
                    <a:pt x="132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 name="Google Shape;810;p27"/>
            <p:cNvSpPr/>
            <p:nvPr/>
          </p:nvSpPr>
          <p:spPr>
            <a:xfrm>
              <a:off x="4850475" y="3139025"/>
              <a:ext cx="135925" cy="243125"/>
            </a:xfrm>
            <a:custGeom>
              <a:rect b="b" l="l" r="r" t="t"/>
              <a:pathLst>
                <a:path extrusionOk="0" h="9725" w="5437">
                  <a:moveTo>
                    <a:pt x="965" y="0"/>
                  </a:moveTo>
                  <a:cubicBezTo>
                    <a:pt x="514" y="0"/>
                    <a:pt x="0" y="390"/>
                    <a:pt x="83" y="995"/>
                  </a:cubicBezTo>
                  <a:cubicBezTo>
                    <a:pt x="539" y="4144"/>
                    <a:pt x="1840" y="6975"/>
                    <a:pt x="3849" y="9463"/>
                  </a:cubicBezTo>
                  <a:cubicBezTo>
                    <a:pt x="4001" y="9648"/>
                    <a:pt x="4179" y="9725"/>
                    <a:pt x="4354" y="9725"/>
                  </a:cubicBezTo>
                  <a:cubicBezTo>
                    <a:pt x="4913" y="9725"/>
                    <a:pt x="5437" y="8935"/>
                    <a:pt x="4967" y="8344"/>
                  </a:cubicBezTo>
                  <a:cubicBezTo>
                    <a:pt x="3118" y="6085"/>
                    <a:pt x="2000" y="3460"/>
                    <a:pt x="1589" y="561"/>
                  </a:cubicBezTo>
                  <a:cubicBezTo>
                    <a:pt x="1535" y="170"/>
                    <a:pt x="1263" y="0"/>
                    <a:pt x="965" y="0"/>
                  </a:cubicBezTo>
                  <a:close/>
                </a:path>
              </a:pathLst>
            </a:custGeom>
            <a:solidFill>
              <a:srgbClr val="FFFD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 name="Google Shape;811;p27"/>
            <p:cNvSpPr/>
            <p:nvPr/>
          </p:nvSpPr>
          <p:spPr>
            <a:xfrm>
              <a:off x="4970075" y="3375000"/>
              <a:ext cx="50250" cy="39400"/>
            </a:xfrm>
            <a:custGeom>
              <a:rect b="b" l="l" r="r" t="t"/>
              <a:pathLst>
                <a:path extrusionOk="0" h="1576" w="2010">
                  <a:moveTo>
                    <a:pt x="1005" y="1"/>
                  </a:moveTo>
                  <a:cubicBezTo>
                    <a:pt x="1" y="1"/>
                    <a:pt x="1" y="1576"/>
                    <a:pt x="1005" y="1576"/>
                  </a:cubicBezTo>
                  <a:cubicBezTo>
                    <a:pt x="2009" y="1576"/>
                    <a:pt x="2009" y="1"/>
                    <a:pt x="1005" y="1"/>
                  </a:cubicBezTo>
                  <a:close/>
                </a:path>
              </a:pathLst>
            </a:custGeom>
            <a:solidFill>
              <a:srgbClr val="FFFD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12" name="Google Shape;812;p27"/>
          <p:cNvGrpSpPr/>
          <p:nvPr/>
        </p:nvGrpSpPr>
        <p:grpSpPr>
          <a:xfrm flipH="1" rot="-1958128">
            <a:off x="7826373" y="3905232"/>
            <a:ext cx="611109" cy="714948"/>
            <a:chOff x="1667110" y="1547045"/>
            <a:chExt cx="1047905" cy="1226432"/>
          </a:xfrm>
        </p:grpSpPr>
        <p:grpSp>
          <p:nvGrpSpPr>
            <p:cNvPr id="813" name="Google Shape;813;p27"/>
            <p:cNvGrpSpPr/>
            <p:nvPr/>
          </p:nvGrpSpPr>
          <p:grpSpPr>
            <a:xfrm>
              <a:off x="1667110" y="1547045"/>
              <a:ext cx="1047905" cy="922064"/>
              <a:chOff x="1627300" y="2234250"/>
              <a:chExt cx="500050" cy="440000"/>
            </a:xfrm>
          </p:grpSpPr>
          <p:sp>
            <p:nvSpPr>
              <p:cNvPr id="814" name="Google Shape;814;p27"/>
              <p:cNvSpPr/>
              <p:nvPr/>
            </p:nvSpPr>
            <p:spPr>
              <a:xfrm rot="-1958764">
                <a:off x="1769572" y="2297034"/>
                <a:ext cx="189893" cy="290106"/>
              </a:xfrm>
              <a:custGeom>
                <a:rect b="b" l="l" r="r" t="t"/>
                <a:pathLst>
                  <a:path extrusionOk="0" h="11605" w="7595">
                    <a:moveTo>
                      <a:pt x="2155" y="0"/>
                    </a:moveTo>
                    <a:cubicBezTo>
                      <a:pt x="2406" y="2507"/>
                      <a:pt x="2506" y="5940"/>
                      <a:pt x="0" y="6943"/>
                    </a:cubicBezTo>
                    <a:cubicBezTo>
                      <a:pt x="2757" y="6943"/>
                      <a:pt x="4336" y="9123"/>
                      <a:pt x="5589" y="11604"/>
                    </a:cubicBezTo>
                    <a:cubicBezTo>
                      <a:pt x="5589" y="9123"/>
                      <a:pt x="5338" y="6617"/>
                      <a:pt x="7594" y="5113"/>
                    </a:cubicBezTo>
                    <a:lnTo>
                      <a:pt x="7594" y="5113"/>
                    </a:lnTo>
                    <a:cubicBezTo>
                      <a:pt x="7536" y="5115"/>
                      <a:pt x="7479" y="5116"/>
                      <a:pt x="7423" y="5116"/>
                    </a:cubicBezTo>
                    <a:cubicBezTo>
                      <a:pt x="4895" y="5116"/>
                      <a:pt x="3381" y="2942"/>
                      <a:pt x="215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 name="Google Shape;815;p27"/>
              <p:cNvSpPr/>
              <p:nvPr/>
            </p:nvSpPr>
            <p:spPr>
              <a:xfrm>
                <a:off x="2010350" y="2234250"/>
                <a:ext cx="117000" cy="78450"/>
              </a:xfrm>
              <a:custGeom>
                <a:rect b="b" l="l" r="r" t="t"/>
                <a:pathLst>
                  <a:path extrusionOk="0" h="3138" w="4680">
                    <a:moveTo>
                      <a:pt x="2235" y="0"/>
                    </a:moveTo>
                    <a:cubicBezTo>
                      <a:pt x="256" y="0"/>
                      <a:pt x="1" y="3138"/>
                      <a:pt x="2524" y="3138"/>
                    </a:cubicBezTo>
                    <a:cubicBezTo>
                      <a:pt x="4429" y="3138"/>
                      <a:pt x="4680" y="80"/>
                      <a:pt x="2374" y="5"/>
                    </a:cubicBezTo>
                    <a:cubicBezTo>
                      <a:pt x="2327" y="2"/>
                      <a:pt x="2281" y="0"/>
                      <a:pt x="223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6" name="Google Shape;816;p27"/>
              <p:cNvSpPr/>
              <p:nvPr/>
            </p:nvSpPr>
            <p:spPr>
              <a:xfrm>
                <a:off x="1627300" y="2615200"/>
                <a:ext cx="87775" cy="59050"/>
              </a:xfrm>
              <a:custGeom>
                <a:rect b="b" l="l" r="r" t="t"/>
                <a:pathLst>
                  <a:path extrusionOk="0" h="2362" w="3511">
                    <a:moveTo>
                      <a:pt x="1689" y="1"/>
                    </a:moveTo>
                    <a:cubicBezTo>
                      <a:pt x="191" y="1"/>
                      <a:pt x="0" y="2337"/>
                      <a:pt x="1907" y="2361"/>
                    </a:cubicBezTo>
                    <a:cubicBezTo>
                      <a:pt x="3335" y="2361"/>
                      <a:pt x="3511" y="55"/>
                      <a:pt x="1806" y="5"/>
                    </a:cubicBezTo>
                    <a:cubicBezTo>
                      <a:pt x="1766" y="2"/>
                      <a:pt x="1727" y="1"/>
                      <a:pt x="168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17" name="Google Shape;817;p27"/>
            <p:cNvSpPr/>
            <p:nvPr/>
          </p:nvSpPr>
          <p:spPr>
            <a:xfrm rot="-1645867">
              <a:off x="2009262" y="2471311"/>
              <a:ext cx="327109" cy="240312"/>
            </a:xfrm>
            <a:custGeom>
              <a:rect b="b" l="l" r="r" t="t"/>
              <a:pathLst>
                <a:path extrusionOk="0" h="16924" w="23033">
                  <a:moveTo>
                    <a:pt x="18087" y="0"/>
                  </a:moveTo>
                  <a:cubicBezTo>
                    <a:pt x="15558" y="0"/>
                    <a:pt x="12757" y="2011"/>
                    <a:pt x="12181" y="4317"/>
                  </a:cubicBezTo>
                  <a:cubicBezTo>
                    <a:pt x="12181" y="4317"/>
                    <a:pt x="10883" y="321"/>
                    <a:pt x="6682" y="321"/>
                  </a:cubicBezTo>
                  <a:cubicBezTo>
                    <a:pt x="6249" y="321"/>
                    <a:pt x="5785" y="364"/>
                    <a:pt x="5289" y="457"/>
                  </a:cubicBezTo>
                  <a:cubicBezTo>
                    <a:pt x="0" y="1460"/>
                    <a:pt x="6492" y="11610"/>
                    <a:pt x="12381" y="16924"/>
                  </a:cubicBezTo>
                  <a:cubicBezTo>
                    <a:pt x="22381" y="8527"/>
                    <a:pt x="23033" y="2437"/>
                    <a:pt x="20251" y="608"/>
                  </a:cubicBezTo>
                  <a:cubicBezTo>
                    <a:pt x="19602" y="187"/>
                    <a:pt x="18857" y="0"/>
                    <a:pt x="18087"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18" name="Google Shape;818;p27"/>
          <p:cNvSpPr txBox="1"/>
          <p:nvPr>
            <p:ph idx="15" type="title"/>
          </p:nvPr>
        </p:nvSpPr>
        <p:spPr>
          <a:xfrm>
            <a:off x="720000" y="540000"/>
            <a:ext cx="7785900" cy="4776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sz="3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19" name="Google Shape;819;p2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14">
    <p:spTree>
      <p:nvGrpSpPr>
        <p:cNvPr id="820" name="Shape 820"/>
        <p:cNvGrpSpPr/>
        <p:nvPr/>
      </p:nvGrpSpPr>
      <p:grpSpPr>
        <a:xfrm>
          <a:off x="0" y="0"/>
          <a:ext cx="0" cy="0"/>
          <a:chOff x="0" y="0"/>
          <a:chExt cx="0" cy="0"/>
        </a:xfrm>
      </p:grpSpPr>
      <p:grpSp>
        <p:nvGrpSpPr>
          <p:cNvPr id="821" name="Google Shape;821;p28"/>
          <p:cNvGrpSpPr/>
          <p:nvPr/>
        </p:nvGrpSpPr>
        <p:grpSpPr>
          <a:xfrm>
            <a:off x="3709915" y="318648"/>
            <a:ext cx="904827" cy="611139"/>
            <a:chOff x="3709915" y="318648"/>
            <a:chExt cx="904827" cy="611139"/>
          </a:xfrm>
        </p:grpSpPr>
        <p:grpSp>
          <p:nvGrpSpPr>
            <p:cNvPr id="822" name="Google Shape;822;p28"/>
            <p:cNvGrpSpPr/>
            <p:nvPr/>
          </p:nvGrpSpPr>
          <p:grpSpPr>
            <a:xfrm flipH="1" rot="-5400000">
              <a:off x="3955441" y="270486"/>
              <a:ext cx="611138" cy="707464"/>
              <a:chOff x="1667110" y="1547045"/>
              <a:chExt cx="1047905" cy="1213698"/>
            </a:xfrm>
          </p:grpSpPr>
          <p:grpSp>
            <p:nvGrpSpPr>
              <p:cNvPr id="823" name="Google Shape;823;p28"/>
              <p:cNvGrpSpPr/>
              <p:nvPr/>
            </p:nvGrpSpPr>
            <p:grpSpPr>
              <a:xfrm>
                <a:off x="1667110" y="1547045"/>
                <a:ext cx="1047905" cy="922064"/>
                <a:chOff x="1627300" y="2234250"/>
                <a:chExt cx="500050" cy="440000"/>
              </a:xfrm>
            </p:grpSpPr>
            <p:sp>
              <p:nvSpPr>
                <p:cNvPr id="824" name="Google Shape;824;p28"/>
                <p:cNvSpPr/>
                <p:nvPr/>
              </p:nvSpPr>
              <p:spPr>
                <a:xfrm rot="-4336066">
                  <a:off x="1769541" y="2297078"/>
                  <a:ext cx="189957" cy="290011"/>
                </a:xfrm>
                <a:custGeom>
                  <a:rect b="b" l="l" r="r" t="t"/>
                  <a:pathLst>
                    <a:path extrusionOk="0" h="11605" w="7595">
                      <a:moveTo>
                        <a:pt x="2155" y="0"/>
                      </a:moveTo>
                      <a:cubicBezTo>
                        <a:pt x="2406" y="2507"/>
                        <a:pt x="2506" y="5940"/>
                        <a:pt x="0" y="6943"/>
                      </a:cubicBezTo>
                      <a:cubicBezTo>
                        <a:pt x="2757" y="6943"/>
                        <a:pt x="4336" y="9123"/>
                        <a:pt x="5589" y="11604"/>
                      </a:cubicBezTo>
                      <a:cubicBezTo>
                        <a:pt x="5589" y="9123"/>
                        <a:pt x="5338" y="6617"/>
                        <a:pt x="7594" y="5113"/>
                      </a:cubicBezTo>
                      <a:lnTo>
                        <a:pt x="7594" y="5113"/>
                      </a:lnTo>
                      <a:cubicBezTo>
                        <a:pt x="7536" y="5115"/>
                        <a:pt x="7479" y="5116"/>
                        <a:pt x="7423" y="5116"/>
                      </a:cubicBezTo>
                      <a:cubicBezTo>
                        <a:pt x="4895" y="5116"/>
                        <a:pt x="3381" y="2942"/>
                        <a:pt x="215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p28"/>
                <p:cNvSpPr/>
                <p:nvPr/>
              </p:nvSpPr>
              <p:spPr>
                <a:xfrm>
                  <a:off x="2010350" y="2234250"/>
                  <a:ext cx="117000" cy="78450"/>
                </a:xfrm>
                <a:custGeom>
                  <a:rect b="b" l="l" r="r" t="t"/>
                  <a:pathLst>
                    <a:path extrusionOk="0" h="3138" w="4680">
                      <a:moveTo>
                        <a:pt x="2235" y="0"/>
                      </a:moveTo>
                      <a:cubicBezTo>
                        <a:pt x="256" y="0"/>
                        <a:pt x="1" y="3138"/>
                        <a:pt x="2524" y="3138"/>
                      </a:cubicBezTo>
                      <a:cubicBezTo>
                        <a:pt x="4429" y="3138"/>
                        <a:pt x="4680" y="80"/>
                        <a:pt x="2374" y="5"/>
                      </a:cubicBezTo>
                      <a:cubicBezTo>
                        <a:pt x="2327" y="2"/>
                        <a:pt x="2281" y="0"/>
                        <a:pt x="223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 name="Google Shape;826;p28"/>
                <p:cNvSpPr/>
                <p:nvPr/>
              </p:nvSpPr>
              <p:spPr>
                <a:xfrm>
                  <a:off x="1627300" y="2615200"/>
                  <a:ext cx="87775" cy="59050"/>
                </a:xfrm>
                <a:custGeom>
                  <a:rect b="b" l="l" r="r" t="t"/>
                  <a:pathLst>
                    <a:path extrusionOk="0" h="2362" w="3511">
                      <a:moveTo>
                        <a:pt x="1689" y="1"/>
                      </a:moveTo>
                      <a:cubicBezTo>
                        <a:pt x="191" y="1"/>
                        <a:pt x="0" y="2337"/>
                        <a:pt x="1907" y="2361"/>
                      </a:cubicBezTo>
                      <a:cubicBezTo>
                        <a:pt x="3335" y="2361"/>
                        <a:pt x="3511" y="55"/>
                        <a:pt x="1806" y="5"/>
                      </a:cubicBezTo>
                      <a:cubicBezTo>
                        <a:pt x="1766" y="2"/>
                        <a:pt x="1727" y="1"/>
                        <a:pt x="168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27" name="Google Shape;827;p28"/>
              <p:cNvSpPr/>
              <p:nvPr/>
            </p:nvSpPr>
            <p:spPr>
              <a:xfrm rot="-5567032">
                <a:off x="2009203" y="2471373"/>
                <a:ext cx="327224" cy="240224"/>
              </a:xfrm>
              <a:custGeom>
                <a:rect b="b" l="l" r="r" t="t"/>
                <a:pathLst>
                  <a:path extrusionOk="0" h="16924" w="23033">
                    <a:moveTo>
                      <a:pt x="18087" y="0"/>
                    </a:moveTo>
                    <a:cubicBezTo>
                      <a:pt x="15558" y="0"/>
                      <a:pt x="12757" y="2011"/>
                      <a:pt x="12181" y="4317"/>
                    </a:cubicBezTo>
                    <a:cubicBezTo>
                      <a:pt x="12181" y="4317"/>
                      <a:pt x="10883" y="321"/>
                      <a:pt x="6682" y="321"/>
                    </a:cubicBezTo>
                    <a:cubicBezTo>
                      <a:pt x="6249" y="321"/>
                      <a:pt x="5785" y="364"/>
                      <a:pt x="5289" y="457"/>
                    </a:cubicBezTo>
                    <a:cubicBezTo>
                      <a:pt x="0" y="1460"/>
                      <a:pt x="6492" y="11610"/>
                      <a:pt x="12381" y="16924"/>
                    </a:cubicBezTo>
                    <a:cubicBezTo>
                      <a:pt x="22381" y="8527"/>
                      <a:pt x="23033" y="2437"/>
                      <a:pt x="20251" y="608"/>
                    </a:cubicBezTo>
                    <a:cubicBezTo>
                      <a:pt x="19602" y="187"/>
                      <a:pt x="18857" y="0"/>
                      <a:pt x="18087"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28" name="Google Shape;828;p28"/>
            <p:cNvSpPr/>
            <p:nvPr/>
          </p:nvSpPr>
          <p:spPr>
            <a:xfrm flipH="1" rot="167132">
              <a:off x="3713209" y="323201"/>
              <a:ext cx="190766" cy="140085"/>
            </a:xfrm>
            <a:custGeom>
              <a:rect b="b" l="l" r="r" t="t"/>
              <a:pathLst>
                <a:path extrusionOk="0" h="16924" w="23033">
                  <a:moveTo>
                    <a:pt x="18087" y="0"/>
                  </a:moveTo>
                  <a:cubicBezTo>
                    <a:pt x="15558" y="0"/>
                    <a:pt x="12757" y="2011"/>
                    <a:pt x="12181" y="4317"/>
                  </a:cubicBezTo>
                  <a:cubicBezTo>
                    <a:pt x="12181" y="4317"/>
                    <a:pt x="10883" y="321"/>
                    <a:pt x="6682" y="321"/>
                  </a:cubicBezTo>
                  <a:cubicBezTo>
                    <a:pt x="6249" y="321"/>
                    <a:pt x="5785" y="364"/>
                    <a:pt x="5289" y="457"/>
                  </a:cubicBezTo>
                  <a:cubicBezTo>
                    <a:pt x="0" y="1460"/>
                    <a:pt x="6492" y="11610"/>
                    <a:pt x="12381" y="16924"/>
                  </a:cubicBezTo>
                  <a:cubicBezTo>
                    <a:pt x="22381" y="8527"/>
                    <a:pt x="23033" y="2437"/>
                    <a:pt x="20251" y="608"/>
                  </a:cubicBezTo>
                  <a:cubicBezTo>
                    <a:pt x="19602" y="187"/>
                    <a:pt x="18857" y="0"/>
                    <a:pt x="18087"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29" name="Google Shape;829;p28"/>
          <p:cNvGrpSpPr/>
          <p:nvPr/>
        </p:nvGrpSpPr>
        <p:grpSpPr>
          <a:xfrm rot="5400000">
            <a:off x="3758078" y="4080486"/>
            <a:ext cx="611138" cy="707464"/>
            <a:chOff x="1667110" y="1547045"/>
            <a:chExt cx="1047905" cy="1213698"/>
          </a:xfrm>
        </p:grpSpPr>
        <p:grpSp>
          <p:nvGrpSpPr>
            <p:cNvPr id="830" name="Google Shape;830;p28"/>
            <p:cNvGrpSpPr/>
            <p:nvPr/>
          </p:nvGrpSpPr>
          <p:grpSpPr>
            <a:xfrm>
              <a:off x="1667110" y="1547045"/>
              <a:ext cx="1047905" cy="922064"/>
              <a:chOff x="1627300" y="2234250"/>
              <a:chExt cx="500050" cy="440000"/>
            </a:xfrm>
          </p:grpSpPr>
          <p:sp>
            <p:nvSpPr>
              <p:cNvPr id="831" name="Google Shape;831;p28"/>
              <p:cNvSpPr/>
              <p:nvPr/>
            </p:nvSpPr>
            <p:spPr>
              <a:xfrm rot="-4336066">
                <a:off x="1769541" y="2297078"/>
                <a:ext cx="189957" cy="290011"/>
              </a:xfrm>
              <a:custGeom>
                <a:rect b="b" l="l" r="r" t="t"/>
                <a:pathLst>
                  <a:path extrusionOk="0" h="11605" w="7595">
                    <a:moveTo>
                      <a:pt x="2155" y="0"/>
                    </a:moveTo>
                    <a:cubicBezTo>
                      <a:pt x="2406" y="2507"/>
                      <a:pt x="2506" y="5940"/>
                      <a:pt x="0" y="6943"/>
                    </a:cubicBezTo>
                    <a:cubicBezTo>
                      <a:pt x="2757" y="6943"/>
                      <a:pt x="4336" y="9123"/>
                      <a:pt x="5589" y="11604"/>
                    </a:cubicBezTo>
                    <a:cubicBezTo>
                      <a:pt x="5589" y="9123"/>
                      <a:pt x="5338" y="6617"/>
                      <a:pt x="7594" y="5113"/>
                    </a:cubicBezTo>
                    <a:lnTo>
                      <a:pt x="7594" y="5113"/>
                    </a:lnTo>
                    <a:cubicBezTo>
                      <a:pt x="7536" y="5115"/>
                      <a:pt x="7479" y="5116"/>
                      <a:pt x="7423" y="5116"/>
                    </a:cubicBezTo>
                    <a:cubicBezTo>
                      <a:pt x="4895" y="5116"/>
                      <a:pt x="3381" y="2942"/>
                      <a:pt x="215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 name="Google Shape;832;p28"/>
              <p:cNvSpPr/>
              <p:nvPr/>
            </p:nvSpPr>
            <p:spPr>
              <a:xfrm>
                <a:off x="2010350" y="2234250"/>
                <a:ext cx="117000" cy="78450"/>
              </a:xfrm>
              <a:custGeom>
                <a:rect b="b" l="l" r="r" t="t"/>
                <a:pathLst>
                  <a:path extrusionOk="0" h="3138" w="4680">
                    <a:moveTo>
                      <a:pt x="2235" y="0"/>
                    </a:moveTo>
                    <a:cubicBezTo>
                      <a:pt x="256" y="0"/>
                      <a:pt x="1" y="3138"/>
                      <a:pt x="2524" y="3138"/>
                    </a:cubicBezTo>
                    <a:cubicBezTo>
                      <a:pt x="4429" y="3138"/>
                      <a:pt x="4680" y="80"/>
                      <a:pt x="2374" y="5"/>
                    </a:cubicBezTo>
                    <a:cubicBezTo>
                      <a:pt x="2327" y="2"/>
                      <a:pt x="2281" y="0"/>
                      <a:pt x="223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 name="Google Shape;833;p28"/>
              <p:cNvSpPr/>
              <p:nvPr/>
            </p:nvSpPr>
            <p:spPr>
              <a:xfrm>
                <a:off x="1627300" y="2615200"/>
                <a:ext cx="87775" cy="59050"/>
              </a:xfrm>
              <a:custGeom>
                <a:rect b="b" l="l" r="r" t="t"/>
                <a:pathLst>
                  <a:path extrusionOk="0" h="2362" w="3511">
                    <a:moveTo>
                      <a:pt x="1689" y="1"/>
                    </a:moveTo>
                    <a:cubicBezTo>
                      <a:pt x="191" y="1"/>
                      <a:pt x="0" y="2337"/>
                      <a:pt x="1907" y="2361"/>
                    </a:cubicBezTo>
                    <a:cubicBezTo>
                      <a:pt x="3335" y="2361"/>
                      <a:pt x="3511" y="55"/>
                      <a:pt x="1806" y="5"/>
                    </a:cubicBezTo>
                    <a:cubicBezTo>
                      <a:pt x="1766" y="2"/>
                      <a:pt x="1727" y="1"/>
                      <a:pt x="168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34" name="Google Shape;834;p28"/>
            <p:cNvSpPr/>
            <p:nvPr/>
          </p:nvSpPr>
          <p:spPr>
            <a:xfrm rot="-5567032">
              <a:off x="2009203" y="2471373"/>
              <a:ext cx="327224" cy="240224"/>
            </a:xfrm>
            <a:custGeom>
              <a:rect b="b" l="l" r="r" t="t"/>
              <a:pathLst>
                <a:path extrusionOk="0" h="16924" w="23033">
                  <a:moveTo>
                    <a:pt x="18087" y="0"/>
                  </a:moveTo>
                  <a:cubicBezTo>
                    <a:pt x="15558" y="0"/>
                    <a:pt x="12757" y="2011"/>
                    <a:pt x="12181" y="4317"/>
                  </a:cubicBezTo>
                  <a:cubicBezTo>
                    <a:pt x="12181" y="4317"/>
                    <a:pt x="10883" y="321"/>
                    <a:pt x="6682" y="321"/>
                  </a:cubicBezTo>
                  <a:cubicBezTo>
                    <a:pt x="6249" y="321"/>
                    <a:pt x="5785" y="364"/>
                    <a:pt x="5289" y="457"/>
                  </a:cubicBezTo>
                  <a:cubicBezTo>
                    <a:pt x="0" y="1460"/>
                    <a:pt x="6492" y="11610"/>
                    <a:pt x="12381" y="16924"/>
                  </a:cubicBezTo>
                  <a:cubicBezTo>
                    <a:pt x="22381" y="8527"/>
                    <a:pt x="23033" y="2437"/>
                    <a:pt x="20251" y="608"/>
                  </a:cubicBezTo>
                  <a:cubicBezTo>
                    <a:pt x="19602" y="187"/>
                    <a:pt x="18857" y="0"/>
                    <a:pt x="18087"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35" name="Google Shape;835;p28"/>
          <p:cNvSpPr/>
          <p:nvPr/>
        </p:nvSpPr>
        <p:spPr>
          <a:xfrm rot="-167132">
            <a:off x="4420684" y="4133201"/>
            <a:ext cx="190766" cy="140085"/>
          </a:xfrm>
          <a:custGeom>
            <a:rect b="b" l="l" r="r" t="t"/>
            <a:pathLst>
              <a:path extrusionOk="0" h="16924" w="23033">
                <a:moveTo>
                  <a:pt x="18087" y="0"/>
                </a:moveTo>
                <a:cubicBezTo>
                  <a:pt x="15558" y="0"/>
                  <a:pt x="12757" y="2011"/>
                  <a:pt x="12181" y="4317"/>
                </a:cubicBezTo>
                <a:cubicBezTo>
                  <a:pt x="12181" y="4317"/>
                  <a:pt x="10883" y="321"/>
                  <a:pt x="6682" y="321"/>
                </a:cubicBezTo>
                <a:cubicBezTo>
                  <a:pt x="6249" y="321"/>
                  <a:pt x="5785" y="364"/>
                  <a:pt x="5289" y="457"/>
                </a:cubicBezTo>
                <a:cubicBezTo>
                  <a:pt x="0" y="1460"/>
                  <a:pt x="6492" y="11610"/>
                  <a:pt x="12381" y="16924"/>
                </a:cubicBezTo>
                <a:cubicBezTo>
                  <a:pt x="22381" y="8527"/>
                  <a:pt x="23033" y="2437"/>
                  <a:pt x="20251" y="608"/>
                </a:cubicBezTo>
                <a:cubicBezTo>
                  <a:pt x="19602" y="187"/>
                  <a:pt x="18857" y="0"/>
                  <a:pt x="18087"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36" name="Google Shape;836;p28"/>
          <p:cNvGrpSpPr/>
          <p:nvPr/>
        </p:nvGrpSpPr>
        <p:grpSpPr>
          <a:xfrm rot="-2700000">
            <a:off x="227298" y="533706"/>
            <a:ext cx="1662179" cy="1009867"/>
            <a:chOff x="4422200" y="1605489"/>
            <a:chExt cx="3671784" cy="2230815"/>
          </a:xfrm>
        </p:grpSpPr>
        <p:sp>
          <p:nvSpPr>
            <p:cNvPr id="837" name="Google Shape;837;p28"/>
            <p:cNvSpPr/>
            <p:nvPr/>
          </p:nvSpPr>
          <p:spPr>
            <a:xfrm>
              <a:off x="4422200" y="1605489"/>
              <a:ext cx="1800986" cy="1664339"/>
            </a:xfrm>
            <a:custGeom>
              <a:rect b="b" l="l" r="r" t="t"/>
              <a:pathLst>
                <a:path extrusionOk="0" h="31083" w="33635">
                  <a:moveTo>
                    <a:pt x="4965" y="0"/>
                  </a:moveTo>
                  <a:cubicBezTo>
                    <a:pt x="3984" y="0"/>
                    <a:pt x="3162" y="351"/>
                    <a:pt x="2632" y="1160"/>
                  </a:cubicBezTo>
                  <a:cubicBezTo>
                    <a:pt x="0" y="5095"/>
                    <a:pt x="6592" y="9832"/>
                    <a:pt x="11003" y="12238"/>
                  </a:cubicBezTo>
                  <a:cubicBezTo>
                    <a:pt x="10357" y="12170"/>
                    <a:pt x="9768" y="12138"/>
                    <a:pt x="9233" y="12138"/>
                  </a:cubicBezTo>
                  <a:cubicBezTo>
                    <a:pt x="38" y="12138"/>
                    <a:pt x="6883" y="21641"/>
                    <a:pt x="15060" y="21641"/>
                  </a:cubicBezTo>
                  <a:cubicBezTo>
                    <a:pt x="15170" y="21641"/>
                    <a:pt x="15279" y="21640"/>
                    <a:pt x="15389" y="21636"/>
                  </a:cubicBezTo>
                  <a:lnTo>
                    <a:pt x="15389" y="21636"/>
                  </a:lnTo>
                  <a:cubicBezTo>
                    <a:pt x="3991" y="26299"/>
                    <a:pt x="14561" y="31082"/>
                    <a:pt x="25308" y="31082"/>
                  </a:cubicBezTo>
                  <a:cubicBezTo>
                    <a:pt x="27558" y="31082"/>
                    <a:pt x="29815" y="30872"/>
                    <a:pt x="31880" y="30408"/>
                  </a:cubicBezTo>
                  <a:lnTo>
                    <a:pt x="33108" y="29105"/>
                  </a:lnTo>
                  <a:cubicBezTo>
                    <a:pt x="33108" y="22213"/>
                    <a:pt x="33635" y="8228"/>
                    <a:pt x="28948" y="7626"/>
                  </a:cubicBezTo>
                  <a:cubicBezTo>
                    <a:pt x="28713" y="7570"/>
                    <a:pt x="28493" y="7544"/>
                    <a:pt x="28286" y="7544"/>
                  </a:cubicBezTo>
                  <a:cubicBezTo>
                    <a:pt x="26075" y="7544"/>
                    <a:pt x="25306" y="10519"/>
                    <a:pt x="24161" y="12238"/>
                  </a:cubicBezTo>
                  <a:cubicBezTo>
                    <a:pt x="24620" y="7630"/>
                    <a:pt x="21345" y="2528"/>
                    <a:pt x="18500" y="2528"/>
                  </a:cubicBezTo>
                  <a:cubicBezTo>
                    <a:pt x="16996" y="2528"/>
                    <a:pt x="15613" y="3952"/>
                    <a:pt x="14963" y="7626"/>
                  </a:cubicBezTo>
                  <a:cubicBezTo>
                    <a:pt x="13173" y="3835"/>
                    <a:pt x="8207" y="0"/>
                    <a:pt x="496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 name="Google Shape;838;p28"/>
            <p:cNvSpPr/>
            <p:nvPr/>
          </p:nvSpPr>
          <p:spPr>
            <a:xfrm>
              <a:off x="4899939" y="1950753"/>
              <a:ext cx="1248134" cy="1278976"/>
            </a:xfrm>
            <a:custGeom>
              <a:rect b="b" l="l" r="r" t="t"/>
              <a:pathLst>
                <a:path extrusionOk="0" h="23886" w="23310">
                  <a:moveTo>
                    <a:pt x="1" y="0"/>
                  </a:moveTo>
                  <a:cubicBezTo>
                    <a:pt x="1" y="0"/>
                    <a:pt x="352" y="376"/>
                    <a:pt x="928" y="1028"/>
                  </a:cubicBezTo>
                  <a:cubicBezTo>
                    <a:pt x="1229" y="1354"/>
                    <a:pt x="1580" y="1730"/>
                    <a:pt x="2006" y="2181"/>
                  </a:cubicBezTo>
                  <a:cubicBezTo>
                    <a:pt x="2206" y="2431"/>
                    <a:pt x="2432" y="2657"/>
                    <a:pt x="2657" y="2907"/>
                  </a:cubicBezTo>
                  <a:cubicBezTo>
                    <a:pt x="2883" y="3158"/>
                    <a:pt x="3159" y="3409"/>
                    <a:pt x="3409" y="3684"/>
                  </a:cubicBezTo>
                  <a:cubicBezTo>
                    <a:pt x="4462" y="4762"/>
                    <a:pt x="5715" y="5990"/>
                    <a:pt x="7043" y="7319"/>
                  </a:cubicBezTo>
                  <a:cubicBezTo>
                    <a:pt x="7695" y="7970"/>
                    <a:pt x="8397" y="8647"/>
                    <a:pt x="9073" y="9374"/>
                  </a:cubicBezTo>
                  <a:cubicBezTo>
                    <a:pt x="9399" y="9725"/>
                    <a:pt x="9750" y="10075"/>
                    <a:pt x="10101" y="10451"/>
                  </a:cubicBezTo>
                  <a:lnTo>
                    <a:pt x="10602" y="11003"/>
                  </a:lnTo>
                  <a:lnTo>
                    <a:pt x="10878" y="11253"/>
                  </a:lnTo>
                  <a:lnTo>
                    <a:pt x="10928" y="11329"/>
                  </a:lnTo>
                  <a:lnTo>
                    <a:pt x="10953" y="11379"/>
                  </a:lnTo>
                  <a:lnTo>
                    <a:pt x="11078" y="11504"/>
                  </a:lnTo>
                  <a:cubicBezTo>
                    <a:pt x="12407" y="13058"/>
                    <a:pt x="13760" y="14537"/>
                    <a:pt x="14988" y="15940"/>
                  </a:cubicBezTo>
                  <a:cubicBezTo>
                    <a:pt x="15590" y="16642"/>
                    <a:pt x="16166" y="17319"/>
                    <a:pt x="16692" y="17970"/>
                  </a:cubicBezTo>
                  <a:cubicBezTo>
                    <a:pt x="17219" y="18622"/>
                    <a:pt x="17695" y="19248"/>
                    <a:pt x="18096" y="19850"/>
                  </a:cubicBezTo>
                  <a:cubicBezTo>
                    <a:pt x="18522" y="20426"/>
                    <a:pt x="18873" y="20978"/>
                    <a:pt x="19149" y="21454"/>
                  </a:cubicBezTo>
                  <a:cubicBezTo>
                    <a:pt x="19299" y="21705"/>
                    <a:pt x="19399" y="21930"/>
                    <a:pt x="19525" y="22156"/>
                  </a:cubicBezTo>
                  <a:cubicBezTo>
                    <a:pt x="19625" y="22356"/>
                    <a:pt x="19700" y="22532"/>
                    <a:pt x="19775" y="22707"/>
                  </a:cubicBezTo>
                  <a:cubicBezTo>
                    <a:pt x="19850" y="22857"/>
                    <a:pt x="19901" y="22983"/>
                    <a:pt x="19951" y="23133"/>
                  </a:cubicBezTo>
                  <a:cubicBezTo>
                    <a:pt x="20026" y="23284"/>
                    <a:pt x="20051" y="23434"/>
                    <a:pt x="20101" y="23534"/>
                  </a:cubicBezTo>
                  <a:cubicBezTo>
                    <a:pt x="20176" y="23760"/>
                    <a:pt x="20226" y="23885"/>
                    <a:pt x="20226" y="23885"/>
                  </a:cubicBezTo>
                  <a:lnTo>
                    <a:pt x="23309" y="22632"/>
                  </a:lnTo>
                  <a:cubicBezTo>
                    <a:pt x="23309" y="22632"/>
                    <a:pt x="23259" y="22507"/>
                    <a:pt x="23159" y="22306"/>
                  </a:cubicBezTo>
                  <a:cubicBezTo>
                    <a:pt x="23109" y="22206"/>
                    <a:pt x="23058" y="22055"/>
                    <a:pt x="22983" y="21905"/>
                  </a:cubicBezTo>
                  <a:cubicBezTo>
                    <a:pt x="22908" y="21755"/>
                    <a:pt x="22783" y="21529"/>
                    <a:pt x="22657" y="21304"/>
                  </a:cubicBezTo>
                  <a:cubicBezTo>
                    <a:pt x="22582" y="21178"/>
                    <a:pt x="22507" y="21053"/>
                    <a:pt x="22432" y="20928"/>
                  </a:cubicBezTo>
                  <a:cubicBezTo>
                    <a:pt x="22382" y="20802"/>
                    <a:pt x="22281" y="20702"/>
                    <a:pt x="22206" y="20577"/>
                  </a:cubicBezTo>
                  <a:cubicBezTo>
                    <a:pt x="22056" y="20351"/>
                    <a:pt x="21880" y="20075"/>
                    <a:pt x="21680" y="19800"/>
                  </a:cubicBezTo>
                  <a:cubicBezTo>
                    <a:pt x="21304" y="19273"/>
                    <a:pt x="20853" y="18697"/>
                    <a:pt x="20327" y="18096"/>
                  </a:cubicBezTo>
                  <a:cubicBezTo>
                    <a:pt x="19800" y="17519"/>
                    <a:pt x="19224" y="16892"/>
                    <a:pt x="18622" y="16266"/>
                  </a:cubicBezTo>
                  <a:cubicBezTo>
                    <a:pt x="17996" y="15639"/>
                    <a:pt x="17319" y="15013"/>
                    <a:pt x="16617" y="14361"/>
                  </a:cubicBezTo>
                  <a:cubicBezTo>
                    <a:pt x="15239" y="13058"/>
                    <a:pt x="13735" y="11730"/>
                    <a:pt x="12306" y="10376"/>
                  </a:cubicBezTo>
                  <a:lnTo>
                    <a:pt x="12156" y="10251"/>
                  </a:lnTo>
                  <a:lnTo>
                    <a:pt x="12056" y="10151"/>
                  </a:lnTo>
                  <a:lnTo>
                    <a:pt x="12006" y="10075"/>
                  </a:lnTo>
                  <a:lnTo>
                    <a:pt x="11705" y="9850"/>
                  </a:lnTo>
                  <a:lnTo>
                    <a:pt x="11129" y="9349"/>
                  </a:lnTo>
                  <a:cubicBezTo>
                    <a:pt x="10753" y="9023"/>
                    <a:pt x="10377" y="8697"/>
                    <a:pt x="10001" y="8396"/>
                  </a:cubicBezTo>
                  <a:cubicBezTo>
                    <a:pt x="9249" y="7745"/>
                    <a:pt x="8497" y="7118"/>
                    <a:pt x="7770" y="6542"/>
                  </a:cubicBezTo>
                  <a:cubicBezTo>
                    <a:pt x="6291" y="5364"/>
                    <a:pt x="4938" y="4236"/>
                    <a:pt x="3760" y="3308"/>
                  </a:cubicBezTo>
                  <a:cubicBezTo>
                    <a:pt x="3484" y="3058"/>
                    <a:pt x="3184" y="2832"/>
                    <a:pt x="2933" y="2607"/>
                  </a:cubicBezTo>
                  <a:cubicBezTo>
                    <a:pt x="2682" y="2381"/>
                    <a:pt x="2432" y="2181"/>
                    <a:pt x="2206" y="1980"/>
                  </a:cubicBezTo>
                  <a:cubicBezTo>
                    <a:pt x="1755" y="1554"/>
                    <a:pt x="1354" y="1203"/>
                    <a:pt x="1028" y="928"/>
                  </a:cubicBezTo>
                  <a:cubicBezTo>
                    <a:pt x="377" y="326"/>
                    <a:pt x="1" y="0"/>
                    <a:pt x="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 name="Google Shape;839;p28"/>
            <p:cNvSpPr/>
            <p:nvPr/>
          </p:nvSpPr>
          <p:spPr>
            <a:xfrm>
              <a:off x="5458212" y="2008421"/>
              <a:ext cx="77908" cy="495291"/>
            </a:xfrm>
            <a:custGeom>
              <a:rect b="b" l="l" r="r" t="t"/>
              <a:pathLst>
                <a:path extrusionOk="0" h="9250" w="1455">
                  <a:moveTo>
                    <a:pt x="176" y="1"/>
                  </a:moveTo>
                  <a:cubicBezTo>
                    <a:pt x="176" y="1"/>
                    <a:pt x="151" y="577"/>
                    <a:pt x="101" y="1429"/>
                  </a:cubicBezTo>
                  <a:cubicBezTo>
                    <a:pt x="76" y="1881"/>
                    <a:pt x="51" y="2382"/>
                    <a:pt x="26" y="2933"/>
                  </a:cubicBezTo>
                  <a:cubicBezTo>
                    <a:pt x="26" y="3460"/>
                    <a:pt x="26" y="4036"/>
                    <a:pt x="1" y="4612"/>
                  </a:cubicBezTo>
                  <a:cubicBezTo>
                    <a:pt x="26" y="5214"/>
                    <a:pt x="26" y="5790"/>
                    <a:pt x="51" y="6342"/>
                  </a:cubicBezTo>
                  <a:cubicBezTo>
                    <a:pt x="51" y="6617"/>
                    <a:pt x="51" y="6868"/>
                    <a:pt x="76" y="7119"/>
                  </a:cubicBezTo>
                  <a:cubicBezTo>
                    <a:pt x="76" y="7369"/>
                    <a:pt x="101" y="7595"/>
                    <a:pt x="126" y="7820"/>
                  </a:cubicBezTo>
                  <a:cubicBezTo>
                    <a:pt x="176" y="8673"/>
                    <a:pt x="226" y="9249"/>
                    <a:pt x="226" y="9249"/>
                  </a:cubicBezTo>
                  <a:lnTo>
                    <a:pt x="1454" y="9099"/>
                  </a:lnTo>
                  <a:cubicBezTo>
                    <a:pt x="1454" y="9099"/>
                    <a:pt x="1329" y="8522"/>
                    <a:pt x="1154" y="7670"/>
                  </a:cubicBezTo>
                  <a:cubicBezTo>
                    <a:pt x="1129" y="7470"/>
                    <a:pt x="1078" y="7244"/>
                    <a:pt x="1028" y="6993"/>
                  </a:cubicBezTo>
                  <a:cubicBezTo>
                    <a:pt x="953" y="6743"/>
                    <a:pt x="928" y="6492"/>
                    <a:pt x="903" y="6242"/>
                  </a:cubicBezTo>
                  <a:cubicBezTo>
                    <a:pt x="803" y="5715"/>
                    <a:pt x="728" y="5139"/>
                    <a:pt x="627" y="4587"/>
                  </a:cubicBezTo>
                  <a:cubicBezTo>
                    <a:pt x="552" y="4011"/>
                    <a:pt x="502" y="3434"/>
                    <a:pt x="427" y="2908"/>
                  </a:cubicBezTo>
                  <a:cubicBezTo>
                    <a:pt x="352" y="2382"/>
                    <a:pt x="327" y="1881"/>
                    <a:pt x="302" y="1429"/>
                  </a:cubicBezTo>
                  <a:cubicBezTo>
                    <a:pt x="226" y="577"/>
                    <a:pt x="176" y="1"/>
                    <a:pt x="17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 name="Google Shape;840;p28"/>
            <p:cNvSpPr/>
            <p:nvPr/>
          </p:nvSpPr>
          <p:spPr>
            <a:xfrm>
              <a:off x="5834000" y="2378851"/>
              <a:ext cx="100718" cy="463004"/>
            </a:xfrm>
            <a:custGeom>
              <a:rect b="b" l="l" r="r" t="t"/>
              <a:pathLst>
                <a:path extrusionOk="0" h="8647" w="1881">
                  <a:moveTo>
                    <a:pt x="1830" y="0"/>
                  </a:moveTo>
                  <a:cubicBezTo>
                    <a:pt x="1830" y="0"/>
                    <a:pt x="1730" y="527"/>
                    <a:pt x="1579" y="1329"/>
                  </a:cubicBezTo>
                  <a:cubicBezTo>
                    <a:pt x="1504" y="1730"/>
                    <a:pt x="1429" y="2181"/>
                    <a:pt x="1329" y="2682"/>
                  </a:cubicBezTo>
                  <a:cubicBezTo>
                    <a:pt x="1253" y="3183"/>
                    <a:pt x="1153" y="3710"/>
                    <a:pt x="1028" y="4211"/>
                  </a:cubicBezTo>
                  <a:cubicBezTo>
                    <a:pt x="903" y="4737"/>
                    <a:pt x="802" y="5263"/>
                    <a:pt x="677" y="5740"/>
                  </a:cubicBezTo>
                  <a:cubicBezTo>
                    <a:pt x="552" y="6241"/>
                    <a:pt x="426" y="6692"/>
                    <a:pt x="326" y="7068"/>
                  </a:cubicBezTo>
                  <a:cubicBezTo>
                    <a:pt x="126" y="7845"/>
                    <a:pt x="0" y="8371"/>
                    <a:pt x="0" y="8371"/>
                  </a:cubicBezTo>
                  <a:lnTo>
                    <a:pt x="1654" y="8647"/>
                  </a:lnTo>
                  <a:cubicBezTo>
                    <a:pt x="1654" y="8647"/>
                    <a:pt x="1680" y="8095"/>
                    <a:pt x="1730" y="7293"/>
                  </a:cubicBezTo>
                  <a:cubicBezTo>
                    <a:pt x="1755" y="6892"/>
                    <a:pt x="1780" y="6416"/>
                    <a:pt x="1805" y="5915"/>
                  </a:cubicBezTo>
                  <a:cubicBezTo>
                    <a:pt x="1830" y="5414"/>
                    <a:pt x="1830" y="4862"/>
                    <a:pt x="1855" y="4311"/>
                  </a:cubicBezTo>
                  <a:cubicBezTo>
                    <a:pt x="1880" y="3785"/>
                    <a:pt x="1880" y="3233"/>
                    <a:pt x="1855" y="2732"/>
                  </a:cubicBezTo>
                  <a:cubicBezTo>
                    <a:pt x="1855" y="2231"/>
                    <a:pt x="1855" y="1755"/>
                    <a:pt x="1855" y="1354"/>
                  </a:cubicBezTo>
                  <a:cubicBezTo>
                    <a:pt x="1830" y="552"/>
                    <a:pt x="1830" y="0"/>
                    <a:pt x="183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 name="Google Shape;841;p28"/>
            <p:cNvSpPr/>
            <p:nvPr/>
          </p:nvSpPr>
          <p:spPr>
            <a:xfrm>
              <a:off x="4917395" y="2432504"/>
              <a:ext cx="586478" cy="127544"/>
            </a:xfrm>
            <a:custGeom>
              <a:rect b="b" l="l" r="r" t="t"/>
              <a:pathLst>
                <a:path extrusionOk="0" h="2382" w="10953">
                  <a:moveTo>
                    <a:pt x="0" y="1"/>
                  </a:moveTo>
                  <a:cubicBezTo>
                    <a:pt x="1" y="1"/>
                    <a:pt x="677" y="151"/>
                    <a:pt x="1680" y="402"/>
                  </a:cubicBezTo>
                  <a:cubicBezTo>
                    <a:pt x="2181" y="502"/>
                    <a:pt x="2782" y="652"/>
                    <a:pt x="3409" y="803"/>
                  </a:cubicBezTo>
                  <a:cubicBezTo>
                    <a:pt x="4036" y="928"/>
                    <a:pt x="4712" y="1103"/>
                    <a:pt x="5389" y="1254"/>
                  </a:cubicBezTo>
                  <a:cubicBezTo>
                    <a:pt x="8071" y="1805"/>
                    <a:pt x="10752" y="2382"/>
                    <a:pt x="10752" y="2382"/>
                  </a:cubicBezTo>
                  <a:lnTo>
                    <a:pt x="10953" y="1129"/>
                  </a:lnTo>
                  <a:cubicBezTo>
                    <a:pt x="10953" y="1129"/>
                    <a:pt x="8196" y="878"/>
                    <a:pt x="5464" y="627"/>
                  </a:cubicBezTo>
                  <a:cubicBezTo>
                    <a:pt x="4787" y="552"/>
                    <a:pt x="4111" y="477"/>
                    <a:pt x="3459" y="402"/>
                  </a:cubicBezTo>
                  <a:cubicBezTo>
                    <a:pt x="2833" y="327"/>
                    <a:pt x="2231" y="251"/>
                    <a:pt x="1730" y="201"/>
                  </a:cubicBezTo>
                  <a:cubicBezTo>
                    <a:pt x="702" y="76"/>
                    <a:pt x="1" y="1"/>
                    <a:pt x="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28"/>
            <p:cNvSpPr/>
            <p:nvPr/>
          </p:nvSpPr>
          <p:spPr>
            <a:xfrm>
              <a:off x="5252916" y="2829760"/>
              <a:ext cx="603934" cy="107411"/>
            </a:xfrm>
            <a:custGeom>
              <a:rect b="b" l="l" r="r" t="t"/>
              <a:pathLst>
                <a:path extrusionOk="0" h="2006" w="11279">
                  <a:moveTo>
                    <a:pt x="11053" y="0"/>
                  </a:moveTo>
                  <a:cubicBezTo>
                    <a:pt x="11053" y="0"/>
                    <a:pt x="10376" y="151"/>
                    <a:pt x="9324" y="376"/>
                  </a:cubicBezTo>
                  <a:cubicBezTo>
                    <a:pt x="8822" y="502"/>
                    <a:pt x="8221" y="627"/>
                    <a:pt x="7569" y="752"/>
                  </a:cubicBezTo>
                  <a:cubicBezTo>
                    <a:pt x="6943" y="878"/>
                    <a:pt x="6241" y="1003"/>
                    <a:pt x="5564" y="1128"/>
                  </a:cubicBezTo>
                  <a:cubicBezTo>
                    <a:pt x="4862" y="1253"/>
                    <a:pt x="4186" y="1379"/>
                    <a:pt x="3534" y="1479"/>
                  </a:cubicBezTo>
                  <a:cubicBezTo>
                    <a:pt x="3208" y="1529"/>
                    <a:pt x="2882" y="1579"/>
                    <a:pt x="2582" y="1629"/>
                  </a:cubicBezTo>
                  <a:cubicBezTo>
                    <a:pt x="2281" y="1654"/>
                    <a:pt x="2005" y="1705"/>
                    <a:pt x="1755" y="1730"/>
                  </a:cubicBezTo>
                  <a:cubicBezTo>
                    <a:pt x="702" y="1855"/>
                    <a:pt x="0" y="1930"/>
                    <a:pt x="0" y="1930"/>
                  </a:cubicBezTo>
                  <a:cubicBezTo>
                    <a:pt x="0" y="1930"/>
                    <a:pt x="702" y="1955"/>
                    <a:pt x="1755" y="1980"/>
                  </a:cubicBezTo>
                  <a:cubicBezTo>
                    <a:pt x="2030" y="2005"/>
                    <a:pt x="2306" y="2005"/>
                    <a:pt x="2607" y="2005"/>
                  </a:cubicBezTo>
                  <a:lnTo>
                    <a:pt x="3559" y="2005"/>
                  </a:lnTo>
                  <a:cubicBezTo>
                    <a:pt x="4236" y="1980"/>
                    <a:pt x="4938" y="1980"/>
                    <a:pt x="5639" y="1980"/>
                  </a:cubicBezTo>
                  <a:cubicBezTo>
                    <a:pt x="6341" y="1930"/>
                    <a:pt x="7068" y="1905"/>
                    <a:pt x="7720" y="1880"/>
                  </a:cubicBezTo>
                  <a:cubicBezTo>
                    <a:pt x="8396" y="1855"/>
                    <a:pt x="8998" y="1830"/>
                    <a:pt x="9524" y="1780"/>
                  </a:cubicBezTo>
                  <a:cubicBezTo>
                    <a:pt x="10577" y="1705"/>
                    <a:pt x="11278" y="1654"/>
                    <a:pt x="11278" y="1654"/>
                  </a:cubicBezTo>
                  <a:lnTo>
                    <a:pt x="11053"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 name="Google Shape;843;p28"/>
            <p:cNvSpPr/>
            <p:nvPr/>
          </p:nvSpPr>
          <p:spPr>
            <a:xfrm>
              <a:off x="6292944" y="1605489"/>
              <a:ext cx="1801040" cy="1664339"/>
            </a:xfrm>
            <a:custGeom>
              <a:rect b="b" l="l" r="r" t="t"/>
              <a:pathLst>
                <a:path extrusionOk="0" h="31083" w="33636">
                  <a:moveTo>
                    <a:pt x="28670" y="0"/>
                  </a:moveTo>
                  <a:cubicBezTo>
                    <a:pt x="25428" y="0"/>
                    <a:pt x="20462" y="3835"/>
                    <a:pt x="18673" y="7626"/>
                  </a:cubicBezTo>
                  <a:cubicBezTo>
                    <a:pt x="18023" y="3952"/>
                    <a:pt x="16642" y="2528"/>
                    <a:pt x="15143" y="2528"/>
                  </a:cubicBezTo>
                  <a:cubicBezTo>
                    <a:pt x="12304" y="2528"/>
                    <a:pt x="9040" y="7630"/>
                    <a:pt x="9500" y="12238"/>
                  </a:cubicBezTo>
                  <a:cubicBezTo>
                    <a:pt x="8354" y="10519"/>
                    <a:pt x="7564" y="7544"/>
                    <a:pt x="5350" y="7544"/>
                  </a:cubicBezTo>
                  <a:cubicBezTo>
                    <a:pt x="5142" y="7544"/>
                    <a:pt x="4922" y="7570"/>
                    <a:pt x="4688" y="7626"/>
                  </a:cubicBezTo>
                  <a:cubicBezTo>
                    <a:pt x="1" y="8228"/>
                    <a:pt x="527" y="22213"/>
                    <a:pt x="527" y="29105"/>
                  </a:cubicBezTo>
                  <a:lnTo>
                    <a:pt x="1755" y="30408"/>
                  </a:lnTo>
                  <a:cubicBezTo>
                    <a:pt x="3820" y="30872"/>
                    <a:pt x="6079" y="31082"/>
                    <a:pt x="8330" y="31082"/>
                  </a:cubicBezTo>
                  <a:cubicBezTo>
                    <a:pt x="19082" y="31082"/>
                    <a:pt x="29670" y="26299"/>
                    <a:pt x="18272" y="21636"/>
                  </a:cubicBezTo>
                  <a:lnTo>
                    <a:pt x="18272" y="21636"/>
                  </a:lnTo>
                  <a:cubicBezTo>
                    <a:pt x="18376" y="21639"/>
                    <a:pt x="18480" y="21641"/>
                    <a:pt x="18584" y="21641"/>
                  </a:cubicBezTo>
                  <a:cubicBezTo>
                    <a:pt x="22675" y="21641"/>
                    <a:pt x="26432" y="19270"/>
                    <a:pt x="28021" y="16874"/>
                  </a:cubicBezTo>
                  <a:cubicBezTo>
                    <a:pt x="29593" y="14516"/>
                    <a:pt x="29012" y="12138"/>
                    <a:pt x="24420" y="12138"/>
                  </a:cubicBezTo>
                  <a:cubicBezTo>
                    <a:pt x="23887" y="12138"/>
                    <a:pt x="23301" y="12170"/>
                    <a:pt x="22658" y="12238"/>
                  </a:cubicBezTo>
                  <a:cubicBezTo>
                    <a:pt x="27044" y="9832"/>
                    <a:pt x="33635" y="5095"/>
                    <a:pt x="31003" y="1160"/>
                  </a:cubicBezTo>
                  <a:cubicBezTo>
                    <a:pt x="30474" y="351"/>
                    <a:pt x="29651" y="0"/>
                    <a:pt x="2867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 name="Google Shape;844;p28"/>
            <p:cNvSpPr/>
            <p:nvPr/>
          </p:nvSpPr>
          <p:spPr>
            <a:xfrm>
              <a:off x="6360038" y="1950753"/>
              <a:ext cx="1248134" cy="1278976"/>
            </a:xfrm>
            <a:custGeom>
              <a:rect b="b" l="l" r="r" t="t"/>
              <a:pathLst>
                <a:path extrusionOk="0" h="23886" w="23310">
                  <a:moveTo>
                    <a:pt x="23309" y="0"/>
                  </a:moveTo>
                  <a:cubicBezTo>
                    <a:pt x="23309" y="0"/>
                    <a:pt x="22958" y="326"/>
                    <a:pt x="22282" y="928"/>
                  </a:cubicBezTo>
                  <a:cubicBezTo>
                    <a:pt x="21956" y="1203"/>
                    <a:pt x="21580" y="1554"/>
                    <a:pt x="21129" y="1980"/>
                  </a:cubicBezTo>
                  <a:cubicBezTo>
                    <a:pt x="20903" y="2181"/>
                    <a:pt x="20653" y="2381"/>
                    <a:pt x="20402" y="2607"/>
                  </a:cubicBezTo>
                  <a:cubicBezTo>
                    <a:pt x="20126" y="2832"/>
                    <a:pt x="19851" y="3058"/>
                    <a:pt x="19550" y="3308"/>
                  </a:cubicBezTo>
                  <a:cubicBezTo>
                    <a:pt x="18397" y="4236"/>
                    <a:pt x="17044" y="5364"/>
                    <a:pt x="15565" y="6542"/>
                  </a:cubicBezTo>
                  <a:cubicBezTo>
                    <a:pt x="14838" y="7118"/>
                    <a:pt x="14061" y="7745"/>
                    <a:pt x="13334" y="8396"/>
                  </a:cubicBezTo>
                  <a:cubicBezTo>
                    <a:pt x="12958" y="8697"/>
                    <a:pt x="12582" y="9023"/>
                    <a:pt x="12181" y="9349"/>
                  </a:cubicBezTo>
                  <a:lnTo>
                    <a:pt x="11630" y="9850"/>
                  </a:lnTo>
                  <a:lnTo>
                    <a:pt x="11329" y="10075"/>
                  </a:lnTo>
                  <a:lnTo>
                    <a:pt x="11254" y="10151"/>
                  </a:lnTo>
                  <a:lnTo>
                    <a:pt x="11154" y="10251"/>
                  </a:lnTo>
                  <a:lnTo>
                    <a:pt x="11029" y="10376"/>
                  </a:lnTo>
                  <a:cubicBezTo>
                    <a:pt x="9600" y="11730"/>
                    <a:pt x="8096" y="13058"/>
                    <a:pt x="6693" y="14361"/>
                  </a:cubicBezTo>
                  <a:cubicBezTo>
                    <a:pt x="6016" y="15013"/>
                    <a:pt x="5339" y="15639"/>
                    <a:pt x="4713" y="16266"/>
                  </a:cubicBezTo>
                  <a:cubicBezTo>
                    <a:pt x="4086" y="16892"/>
                    <a:pt x="3510" y="17519"/>
                    <a:pt x="3008" y="18096"/>
                  </a:cubicBezTo>
                  <a:cubicBezTo>
                    <a:pt x="2482" y="18697"/>
                    <a:pt x="2031" y="19273"/>
                    <a:pt x="1630" y="19800"/>
                  </a:cubicBezTo>
                  <a:cubicBezTo>
                    <a:pt x="1430" y="20075"/>
                    <a:pt x="1279" y="20351"/>
                    <a:pt x="1104" y="20577"/>
                  </a:cubicBezTo>
                  <a:cubicBezTo>
                    <a:pt x="1029" y="20702"/>
                    <a:pt x="953" y="20802"/>
                    <a:pt x="878" y="20928"/>
                  </a:cubicBezTo>
                  <a:cubicBezTo>
                    <a:pt x="803" y="21053"/>
                    <a:pt x="753" y="21178"/>
                    <a:pt x="678" y="21304"/>
                  </a:cubicBezTo>
                  <a:cubicBezTo>
                    <a:pt x="552" y="21529"/>
                    <a:pt x="427" y="21755"/>
                    <a:pt x="352" y="21905"/>
                  </a:cubicBezTo>
                  <a:cubicBezTo>
                    <a:pt x="277" y="22055"/>
                    <a:pt x="201" y="22206"/>
                    <a:pt x="176" y="22306"/>
                  </a:cubicBezTo>
                  <a:cubicBezTo>
                    <a:pt x="76" y="22507"/>
                    <a:pt x="1" y="22632"/>
                    <a:pt x="1" y="22632"/>
                  </a:cubicBezTo>
                  <a:lnTo>
                    <a:pt x="3109" y="23885"/>
                  </a:lnTo>
                  <a:cubicBezTo>
                    <a:pt x="3109" y="23885"/>
                    <a:pt x="3159" y="23760"/>
                    <a:pt x="3234" y="23534"/>
                  </a:cubicBezTo>
                  <a:cubicBezTo>
                    <a:pt x="3259" y="23434"/>
                    <a:pt x="3309" y="23284"/>
                    <a:pt x="3359" y="23133"/>
                  </a:cubicBezTo>
                  <a:cubicBezTo>
                    <a:pt x="3435" y="22983"/>
                    <a:pt x="3485" y="22857"/>
                    <a:pt x="3560" y="22707"/>
                  </a:cubicBezTo>
                  <a:cubicBezTo>
                    <a:pt x="3610" y="22532"/>
                    <a:pt x="3685" y="22356"/>
                    <a:pt x="3811" y="22156"/>
                  </a:cubicBezTo>
                  <a:cubicBezTo>
                    <a:pt x="3936" y="21930"/>
                    <a:pt x="4036" y="21705"/>
                    <a:pt x="4186" y="21454"/>
                  </a:cubicBezTo>
                  <a:cubicBezTo>
                    <a:pt x="4462" y="20978"/>
                    <a:pt x="4813" y="20426"/>
                    <a:pt x="5214" y="19850"/>
                  </a:cubicBezTo>
                  <a:cubicBezTo>
                    <a:pt x="5640" y="19248"/>
                    <a:pt x="6091" y="18622"/>
                    <a:pt x="6643" y="17970"/>
                  </a:cubicBezTo>
                  <a:cubicBezTo>
                    <a:pt x="7144" y="17319"/>
                    <a:pt x="7745" y="16642"/>
                    <a:pt x="8347" y="15940"/>
                  </a:cubicBezTo>
                  <a:cubicBezTo>
                    <a:pt x="9550" y="14537"/>
                    <a:pt x="10928" y="13058"/>
                    <a:pt x="12232" y="11504"/>
                  </a:cubicBezTo>
                  <a:lnTo>
                    <a:pt x="12357" y="11379"/>
                  </a:lnTo>
                  <a:lnTo>
                    <a:pt x="12407" y="11329"/>
                  </a:lnTo>
                  <a:lnTo>
                    <a:pt x="12457" y="11253"/>
                  </a:lnTo>
                  <a:lnTo>
                    <a:pt x="12708" y="11003"/>
                  </a:lnTo>
                  <a:lnTo>
                    <a:pt x="13234" y="10451"/>
                  </a:lnTo>
                  <a:cubicBezTo>
                    <a:pt x="13585" y="10075"/>
                    <a:pt x="13911" y="9725"/>
                    <a:pt x="14262" y="9374"/>
                  </a:cubicBezTo>
                  <a:cubicBezTo>
                    <a:pt x="14938" y="8647"/>
                    <a:pt x="15615" y="7970"/>
                    <a:pt x="16292" y="7319"/>
                  </a:cubicBezTo>
                  <a:cubicBezTo>
                    <a:pt x="17620" y="5990"/>
                    <a:pt x="18848" y="4762"/>
                    <a:pt x="19926" y="3684"/>
                  </a:cubicBezTo>
                  <a:cubicBezTo>
                    <a:pt x="20177" y="3409"/>
                    <a:pt x="20427" y="3158"/>
                    <a:pt x="20678" y="2907"/>
                  </a:cubicBezTo>
                  <a:cubicBezTo>
                    <a:pt x="20903" y="2657"/>
                    <a:pt x="21129" y="2431"/>
                    <a:pt x="21329" y="2181"/>
                  </a:cubicBezTo>
                  <a:cubicBezTo>
                    <a:pt x="21755" y="1730"/>
                    <a:pt x="22106" y="1354"/>
                    <a:pt x="22407" y="1028"/>
                  </a:cubicBezTo>
                  <a:cubicBezTo>
                    <a:pt x="22983" y="376"/>
                    <a:pt x="23309" y="0"/>
                    <a:pt x="2330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p28"/>
            <p:cNvSpPr/>
            <p:nvPr/>
          </p:nvSpPr>
          <p:spPr>
            <a:xfrm>
              <a:off x="6973356" y="2008421"/>
              <a:ext cx="94025" cy="496630"/>
            </a:xfrm>
            <a:custGeom>
              <a:rect b="b" l="l" r="r" t="t"/>
              <a:pathLst>
                <a:path extrusionOk="0" h="9275" w="1756">
                  <a:moveTo>
                    <a:pt x="1705" y="1"/>
                  </a:moveTo>
                  <a:cubicBezTo>
                    <a:pt x="1705" y="1"/>
                    <a:pt x="1630" y="577"/>
                    <a:pt x="1529" y="1429"/>
                  </a:cubicBezTo>
                  <a:cubicBezTo>
                    <a:pt x="1504" y="1655"/>
                    <a:pt x="1479" y="1881"/>
                    <a:pt x="1454" y="2131"/>
                  </a:cubicBezTo>
                  <a:cubicBezTo>
                    <a:pt x="1429" y="2382"/>
                    <a:pt x="1379" y="2632"/>
                    <a:pt x="1329" y="2908"/>
                  </a:cubicBezTo>
                  <a:cubicBezTo>
                    <a:pt x="1229" y="3434"/>
                    <a:pt x="1128" y="4011"/>
                    <a:pt x="1028" y="4562"/>
                  </a:cubicBezTo>
                  <a:cubicBezTo>
                    <a:pt x="778" y="5690"/>
                    <a:pt x="527" y="6818"/>
                    <a:pt x="326" y="7670"/>
                  </a:cubicBezTo>
                  <a:cubicBezTo>
                    <a:pt x="126" y="8497"/>
                    <a:pt x="1" y="9074"/>
                    <a:pt x="1" y="9074"/>
                  </a:cubicBezTo>
                  <a:lnTo>
                    <a:pt x="1229" y="9274"/>
                  </a:lnTo>
                  <a:cubicBezTo>
                    <a:pt x="1229" y="9274"/>
                    <a:pt x="1279" y="8698"/>
                    <a:pt x="1379" y="7846"/>
                  </a:cubicBezTo>
                  <a:cubicBezTo>
                    <a:pt x="1454" y="6968"/>
                    <a:pt x="1555" y="5815"/>
                    <a:pt x="1655" y="4637"/>
                  </a:cubicBezTo>
                  <a:cubicBezTo>
                    <a:pt x="1680" y="4061"/>
                    <a:pt x="1705" y="3485"/>
                    <a:pt x="1730" y="2933"/>
                  </a:cubicBezTo>
                  <a:cubicBezTo>
                    <a:pt x="1730" y="2658"/>
                    <a:pt x="1755" y="2407"/>
                    <a:pt x="1755" y="2156"/>
                  </a:cubicBezTo>
                  <a:cubicBezTo>
                    <a:pt x="1730" y="1906"/>
                    <a:pt x="1730" y="1680"/>
                    <a:pt x="1730" y="1455"/>
                  </a:cubicBezTo>
                  <a:cubicBezTo>
                    <a:pt x="1705" y="577"/>
                    <a:pt x="1705" y="1"/>
                    <a:pt x="170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 name="Google Shape;846;p28"/>
            <p:cNvSpPr/>
            <p:nvPr/>
          </p:nvSpPr>
          <p:spPr>
            <a:xfrm>
              <a:off x="6576150" y="2334569"/>
              <a:ext cx="99326" cy="507285"/>
            </a:xfrm>
            <a:custGeom>
              <a:rect b="b" l="l" r="r" t="t"/>
              <a:pathLst>
                <a:path extrusionOk="0" h="9474" w="1855">
                  <a:moveTo>
                    <a:pt x="25" y="0"/>
                  </a:moveTo>
                  <a:cubicBezTo>
                    <a:pt x="25" y="0"/>
                    <a:pt x="0" y="2356"/>
                    <a:pt x="0" y="4712"/>
                  </a:cubicBezTo>
                  <a:cubicBezTo>
                    <a:pt x="25" y="5313"/>
                    <a:pt x="25" y="5915"/>
                    <a:pt x="50" y="6466"/>
                  </a:cubicBezTo>
                  <a:cubicBezTo>
                    <a:pt x="50" y="6742"/>
                    <a:pt x="50" y="7018"/>
                    <a:pt x="75" y="7268"/>
                  </a:cubicBezTo>
                  <a:cubicBezTo>
                    <a:pt x="75" y="7519"/>
                    <a:pt x="100" y="7770"/>
                    <a:pt x="100" y="7995"/>
                  </a:cubicBezTo>
                  <a:cubicBezTo>
                    <a:pt x="176" y="8872"/>
                    <a:pt x="201" y="9474"/>
                    <a:pt x="201" y="9474"/>
                  </a:cubicBezTo>
                  <a:lnTo>
                    <a:pt x="1855" y="9198"/>
                  </a:lnTo>
                  <a:cubicBezTo>
                    <a:pt x="1855" y="9198"/>
                    <a:pt x="1704" y="8647"/>
                    <a:pt x="1504" y="7770"/>
                  </a:cubicBezTo>
                  <a:cubicBezTo>
                    <a:pt x="1454" y="7569"/>
                    <a:pt x="1404" y="7318"/>
                    <a:pt x="1328" y="7093"/>
                  </a:cubicBezTo>
                  <a:cubicBezTo>
                    <a:pt x="1278" y="6842"/>
                    <a:pt x="1228" y="6592"/>
                    <a:pt x="1178" y="6316"/>
                  </a:cubicBezTo>
                  <a:cubicBezTo>
                    <a:pt x="1078" y="5790"/>
                    <a:pt x="952" y="5213"/>
                    <a:pt x="852" y="4637"/>
                  </a:cubicBezTo>
                  <a:cubicBezTo>
                    <a:pt x="426" y="2331"/>
                    <a:pt x="25" y="0"/>
                    <a:pt x="2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 name="Google Shape;847;p28"/>
            <p:cNvSpPr/>
            <p:nvPr/>
          </p:nvSpPr>
          <p:spPr>
            <a:xfrm>
              <a:off x="7009607" y="2432504"/>
              <a:ext cx="559652" cy="127544"/>
            </a:xfrm>
            <a:custGeom>
              <a:rect b="b" l="l" r="r" t="t"/>
              <a:pathLst>
                <a:path extrusionOk="0" h="2382" w="10452">
                  <a:moveTo>
                    <a:pt x="10452" y="1"/>
                  </a:moveTo>
                  <a:cubicBezTo>
                    <a:pt x="10451" y="1"/>
                    <a:pt x="9800" y="126"/>
                    <a:pt x="8822" y="327"/>
                  </a:cubicBezTo>
                  <a:cubicBezTo>
                    <a:pt x="8321" y="427"/>
                    <a:pt x="7770" y="527"/>
                    <a:pt x="7143" y="627"/>
                  </a:cubicBezTo>
                  <a:cubicBezTo>
                    <a:pt x="6842" y="677"/>
                    <a:pt x="6517" y="728"/>
                    <a:pt x="6191" y="778"/>
                  </a:cubicBezTo>
                  <a:cubicBezTo>
                    <a:pt x="5890" y="828"/>
                    <a:pt x="5564" y="878"/>
                    <a:pt x="5238" y="903"/>
                  </a:cubicBezTo>
                  <a:cubicBezTo>
                    <a:pt x="4913" y="953"/>
                    <a:pt x="4562" y="978"/>
                    <a:pt x="4261" y="1028"/>
                  </a:cubicBezTo>
                  <a:cubicBezTo>
                    <a:pt x="3935" y="1053"/>
                    <a:pt x="3609" y="1078"/>
                    <a:pt x="3309" y="1103"/>
                  </a:cubicBezTo>
                  <a:cubicBezTo>
                    <a:pt x="3008" y="1103"/>
                    <a:pt x="2707" y="1154"/>
                    <a:pt x="2431" y="1154"/>
                  </a:cubicBezTo>
                  <a:lnTo>
                    <a:pt x="1654" y="1154"/>
                  </a:lnTo>
                  <a:cubicBezTo>
                    <a:pt x="1515" y="1161"/>
                    <a:pt x="1380" y="1164"/>
                    <a:pt x="1251" y="1164"/>
                  </a:cubicBezTo>
                  <a:cubicBezTo>
                    <a:pt x="939" y="1164"/>
                    <a:pt x="664" y="1146"/>
                    <a:pt x="451" y="1129"/>
                  </a:cubicBezTo>
                  <a:lnTo>
                    <a:pt x="0" y="1129"/>
                  </a:lnTo>
                  <a:lnTo>
                    <a:pt x="25" y="2382"/>
                  </a:lnTo>
                  <a:cubicBezTo>
                    <a:pt x="25" y="2382"/>
                    <a:pt x="201" y="2357"/>
                    <a:pt x="477" y="2332"/>
                  </a:cubicBezTo>
                  <a:cubicBezTo>
                    <a:pt x="777" y="2306"/>
                    <a:pt x="1178" y="2306"/>
                    <a:pt x="1705" y="2206"/>
                  </a:cubicBezTo>
                  <a:cubicBezTo>
                    <a:pt x="1955" y="2181"/>
                    <a:pt x="2231" y="2156"/>
                    <a:pt x="2507" y="2106"/>
                  </a:cubicBezTo>
                  <a:cubicBezTo>
                    <a:pt x="2807" y="2056"/>
                    <a:pt x="3108" y="2006"/>
                    <a:pt x="3409" y="1956"/>
                  </a:cubicBezTo>
                  <a:cubicBezTo>
                    <a:pt x="3735" y="1880"/>
                    <a:pt x="4035" y="1830"/>
                    <a:pt x="4361" y="1755"/>
                  </a:cubicBezTo>
                  <a:cubicBezTo>
                    <a:pt x="4687" y="1680"/>
                    <a:pt x="5013" y="1605"/>
                    <a:pt x="5339" y="1530"/>
                  </a:cubicBezTo>
                  <a:cubicBezTo>
                    <a:pt x="5665" y="1454"/>
                    <a:pt x="5990" y="1354"/>
                    <a:pt x="6316" y="1279"/>
                  </a:cubicBezTo>
                  <a:cubicBezTo>
                    <a:pt x="6617" y="1204"/>
                    <a:pt x="6943" y="1103"/>
                    <a:pt x="7244" y="1028"/>
                  </a:cubicBezTo>
                  <a:cubicBezTo>
                    <a:pt x="7845" y="853"/>
                    <a:pt x="8396" y="677"/>
                    <a:pt x="8873" y="527"/>
                  </a:cubicBezTo>
                  <a:cubicBezTo>
                    <a:pt x="9800" y="201"/>
                    <a:pt x="10451" y="1"/>
                    <a:pt x="1045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28"/>
            <p:cNvSpPr/>
            <p:nvPr/>
          </p:nvSpPr>
          <p:spPr>
            <a:xfrm>
              <a:off x="6651276" y="2829760"/>
              <a:ext cx="605273" cy="107411"/>
            </a:xfrm>
            <a:custGeom>
              <a:rect b="b" l="l" r="r" t="t"/>
              <a:pathLst>
                <a:path extrusionOk="0" h="2006" w="11304">
                  <a:moveTo>
                    <a:pt x="251" y="0"/>
                  </a:moveTo>
                  <a:lnTo>
                    <a:pt x="1" y="1654"/>
                  </a:lnTo>
                  <a:cubicBezTo>
                    <a:pt x="1" y="1654"/>
                    <a:pt x="702" y="1705"/>
                    <a:pt x="1755" y="1780"/>
                  </a:cubicBezTo>
                  <a:cubicBezTo>
                    <a:pt x="2281" y="1830"/>
                    <a:pt x="2908" y="1855"/>
                    <a:pt x="3560" y="1880"/>
                  </a:cubicBezTo>
                  <a:cubicBezTo>
                    <a:pt x="4236" y="1905"/>
                    <a:pt x="4938" y="1930"/>
                    <a:pt x="5640" y="1980"/>
                  </a:cubicBezTo>
                  <a:cubicBezTo>
                    <a:pt x="6367" y="1980"/>
                    <a:pt x="7068" y="1980"/>
                    <a:pt x="7720" y="2005"/>
                  </a:cubicBezTo>
                  <a:lnTo>
                    <a:pt x="8672" y="2005"/>
                  </a:lnTo>
                  <a:cubicBezTo>
                    <a:pt x="8998" y="2005"/>
                    <a:pt x="9274" y="2005"/>
                    <a:pt x="9550" y="1980"/>
                  </a:cubicBezTo>
                  <a:cubicBezTo>
                    <a:pt x="10602" y="1955"/>
                    <a:pt x="11304" y="1930"/>
                    <a:pt x="11304" y="1930"/>
                  </a:cubicBezTo>
                  <a:cubicBezTo>
                    <a:pt x="11304" y="1930"/>
                    <a:pt x="10602" y="1855"/>
                    <a:pt x="9550" y="1730"/>
                  </a:cubicBezTo>
                  <a:cubicBezTo>
                    <a:pt x="9299" y="1705"/>
                    <a:pt x="8998" y="1654"/>
                    <a:pt x="8697" y="1629"/>
                  </a:cubicBezTo>
                  <a:cubicBezTo>
                    <a:pt x="8422" y="1579"/>
                    <a:pt x="8096" y="1529"/>
                    <a:pt x="7770" y="1479"/>
                  </a:cubicBezTo>
                  <a:cubicBezTo>
                    <a:pt x="7118" y="1379"/>
                    <a:pt x="6442" y="1253"/>
                    <a:pt x="5740" y="1128"/>
                  </a:cubicBezTo>
                  <a:cubicBezTo>
                    <a:pt x="5063" y="1003"/>
                    <a:pt x="4362" y="878"/>
                    <a:pt x="3710" y="752"/>
                  </a:cubicBezTo>
                  <a:cubicBezTo>
                    <a:pt x="3083" y="627"/>
                    <a:pt x="2482" y="502"/>
                    <a:pt x="1955" y="376"/>
                  </a:cubicBezTo>
                  <a:cubicBezTo>
                    <a:pt x="928" y="151"/>
                    <a:pt x="251" y="0"/>
                    <a:pt x="2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 name="Google Shape;849;p28"/>
            <p:cNvSpPr/>
            <p:nvPr/>
          </p:nvSpPr>
          <p:spPr>
            <a:xfrm>
              <a:off x="5416607" y="3165332"/>
              <a:ext cx="1002041" cy="670972"/>
            </a:xfrm>
            <a:custGeom>
              <a:rect b="b" l="l" r="r" t="t"/>
              <a:pathLst>
                <a:path extrusionOk="0" h="12531" w="18714">
                  <a:moveTo>
                    <a:pt x="8924" y="1"/>
                  </a:moveTo>
                  <a:cubicBezTo>
                    <a:pt x="1021" y="1"/>
                    <a:pt x="1" y="12506"/>
                    <a:pt x="10101" y="12530"/>
                  </a:cubicBezTo>
                  <a:cubicBezTo>
                    <a:pt x="10109" y="12530"/>
                    <a:pt x="10117" y="12530"/>
                    <a:pt x="10124" y="12530"/>
                  </a:cubicBezTo>
                  <a:cubicBezTo>
                    <a:pt x="17747" y="12530"/>
                    <a:pt x="18713" y="249"/>
                    <a:pt x="9525" y="24"/>
                  </a:cubicBezTo>
                  <a:cubicBezTo>
                    <a:pt x="9320" y="8"/>
                    <a:pt x="9120" y="1"/>
                    <a:pt x="892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 name="Google Shape;850;p28"/>
            <p:cNvSpPr/>
            <p:nvPr/>
          </p:nvSpPr>
          <p:spPr>
            <a:xfrm>
              <a:off x="5601823" y="3406823"/>
              <a:ext cx="280522" cy="187943"/>
            </a:xfrm>
            <a:custGeom>
              <a:rect b="b" l="l" r="r" t="t"/>
              <a:pathLst>
                <a:path extrusionOk="0" h="3510" w="5239">
                  <a:moveTo>
                    <a:pt x="2507" y="0"/>
                  </a:moveTo>
                  <a:cubicBezTo>
                    <a:pt x="301" y="0"/>
                    <a:pt x="0" y="3509"/>
                    <a:pt x="2833" y="3509"/>
                  </a:cubicBezTo>
                  <a:cubicBezTo>
                    <a:pt x="4988" y="3509"/>
                    <a:pt x="5239" y="75"/>
                    <a:pt x="2682" y="25"/>
                  </a:cubicBezTo>
                  <a:cubicBezTo>
                    <a:pt x="2607" y="0"/>
                    <a:pt x="2557" y="0"/>
                    <a:pt x="250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 name="Google Shape;851;p28"/>
            <p:cNvSpPr/>
            <p:nvPr/>
          </p:nvSpPr>
          <p:spPr>
            <a:xfrm>
              <a:off x="6110459" y="3165332"/>
              <a:ext cx="1000649" cy="670972"/>
            </a:xfrm>
            <a:custGeom>
              <a:rect b="b" l="l" r="r" t="t"/>
              <a:pathLst>
                <a:path extrusionOk="0" h="12531" w="18688">
                  <a:moveTo>
                    <a:pt x="8923" y="1"/>
                  </a:moveTo>
                  <a:cubicBezTo>
                    <a:pt x="1021" y="1"/>
                    <a:pt x="0" y="12506"/>
                    <a:pt x="10101" y="12530"/>
                  </a:cubicBezTo>
                  <a:cubicBezTo>
                    <a:pt x="10108" y="12530"/>
                    <a:pt x="10116" y="12530"/>
                    <a:pt x="10124" y="12530"/>
                  </a:cubicBezTo>
                  <a:cubicBezTo>
                    <a:pt x="17747" y="12530"/>
                    <a:pt x="18688" y="249"/>
                    <a:pt x="9524" y="24"/>
                  </a:cubicBezTo>
                  <a:cubicBezTo>
                    <a:pt x="9320" y="8"/>
                    <a:pt x="9119" y="1"/>
                    <a:pt x="892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28"/>
            <p:cNvSpPr/>
            <p:nvPr/>
          </p:nvSpPr>
          <p:spPr>
            <a:xfrm>
              <a:off x="6608332" y="3496727"/>
              <a:ext cx="280522" cy="187943"/>
            </a:xfrm>
            <a:custGeom>
              <a:rect b="b" l="l" r="r" t="t"/>
              <a:pathLst>
                <a:path extrusionOk="0" h="3510" w="5239">
                  <a:moveTo>
                    <a:pt x="2507" y="1"/>
                  </a:moveTo>
                  <a:cubicBezTo>
                    <a:pt x="301" y="1"/>
                    <a:pt x="1" y="3509"/>
                    <a:pt x="2833" y="3509"/>
                  </a:cubicBezTo>
                  <a:cubicBezTo>
                    <a:pt x="4988" y="3509"/>
                    <a:pt x="5239" y="76"/>
                    <a:pt x="26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 name="Google Shape;853;p28"/>
            <p:cNvSpPr/>
            <p:nvPr/>
          </p:nvSpPr>
          <p:spPr>
            <a:xfrm>
              <a:off x="5729370" y="2964053"/>
              <a:ext cx="1001988" cy="670972"/>
            </a:xfrm>
            <a:custGeom>
              <a:rect b="b" l="l" r="r" t="t"/>
              <a:pathLst>
                <a:path extrusionOk="0" h="12531" w="18713">
                  <a:moveTo>
                    <a:pt x="8948" y="0"/>
                  </a:moveTo>
                  <a:cubicBezTo>
                    <a:pt x="1044" y="0"/>
                    <a:pt x="0" y="12506"/>
                    <a:pt x="10125" y="12530"/>
                  </a:cubicBezTo>
                  <a:cubicBezTo>
                    <a:pt x="10133" y="12530"/>
                    <a:pt x="10140" y="12530"/>
                    <a:pt x="10148" y="12530"/>
                  </a:cubicBezTo>
                  <a:cubicBezTo>
                    <a:pt x="17771" y="12530"/>
                    <a:pt x="18712" y="249"/>
                    <a:pt x="9548" y="24"/>
                  </a:cubicBezTo>
                  <a:cubicBezTo>
                    <a:pt x="9344" y="8"/>
                    <a:pt x="9144" y="0"/>
                    <a:pt x="894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 name="Google Shape;854;p28"/>
            <p:cNvSpPr/>
            <p:nvPr/>
          </p:nvSpPr>
          <p:spPr>
            <a:xfrm>
              <a:off x="6205718" y="3094116"/>
              <a:ext cx="280522" cy="187943"/>
            </a:xfrm>
            <a:custGeom>
              <a:rect b="b" l="l" r="r" t="t"/>
              <a:pathLst>
                <a:path extrusionOk="0" h="3510" w="5239">
                  <a:moveTo>
                    <a:pt x="2507" y="1"/>
                  </a:moveTo>
                  <a:cubicBezTo>
                    <a:pt x="301" y="1"/>
                    <a:pt x="1" y="3509"/>
                    <a:pt x="2833" y="3509"/>
                  </a:cubicBezTo>
                  <a:cubicBezTo>
                    <a:pt x="4988" y="3509"/>
                    <a:pt x="5239" y="76"/>
                    <a:pt x="268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55" name="Google Shape;855;p28"/>
          <p:cNvGrpSpPr/>
          <p:nvPr/>
        </p:nvGrpSpPr>
        <p:grpSpPr>
          <a:xfrm rot="8100000">
            <a:off x="7254512" y="3599943"/>
            <a:ext cx="1662179" cy="1009867"/>
            <a:chOff x="4422200" y="1605489"/>
            <a:chExt cx="3671784" cy="2230815"/>
          </a:xfrm>
        </p:grpSpPr>
        <p:sp>
          <p:nvSpPr>
            <p:cNvPr id="856" name="Google Shape;856;p28"/>
            <p:cNvSpPr/>
            <p:nvPr/>
          </p:nvSpPr>
          <p:spPr>
            <a:xfrm>
              <a:off x="4422200" y="1605489"/>
              <a:ext cx="1800986" cy="1664339"/>
            </a:xfrm>
            <a:custGeom>
              <a:rect b="b" l="l" r="r" t="t"/>
              <a:pathLst>
                <a:path extrusionOk="0" h="31083" w="33635">
                  <a:moveTo>
                    <a:pt x="4965" y="0"/>
                  </a:moveTo>
                  <a:cubicBezTo>
                    <a:pt x="3984" y="0"/>
                    <a:pt x="3162" y="351"/>
                    <a:pt x="2632" y="1160"/>
                  </a:cubicBezTo>
                  <a:cubicBezTo>
                    <a:pt x="0" y="5095"/>
                    <a:pt x="6592" y="9832"/>
                    <a:pt x="11003" y="12238"/>
                  </a:cubicBezTo>
                  <a:cubicBezTo>
                    <a:pt x="10357" y="12170"/>
                    <a:pt x="9768" y="12138"/>
                    <a:pt x="9233" y="12138"/>
                  </a:cubicBezTo>
                  <a:cubicBezTo>
                    <a:pt x="38" y="12138"/>
                    <a:pt x="6883" y="21641"/>
                    <a:pt x="15060" y="21641"/>
                  </a:cubicBezTo>
                  <a:cubicBezTo>
                    <a:pt x="15170" y="21641"/>
                    <a:pt x="15279" y="21640"/>
                    <a:pt x="15389" y="21636"/>
                  </a:cubicBezTo>
                  <a:lnTo>
                    <a:pt x="15389" y="21636"/>
                  </a:lnTo>
                  <a:cubicBezTo>
                    <a:pt x="3991" y="26299"/>
                    <a:pt x="14561" y="31082"/>
                    <a:pt x="25308" y="31082"/>
                  </a:cubicBezTo>
                  <a:cubicBezTo>
                    <a:pt x="27558" y="31082"/>
                    <a:pt x="29815" y="30872"/>
                    <a:pt x="31880" y="30408"/>
                  </a:cubicBezTo>
                  <a:lnTo>
                    <a:pt x="33108" y="29105"/>
                  </a:lnTo>
                  <a:cubicBezTo>
                    <a:pt x="33108" y="22213"/>
                    <a:pt x="33635" y="8228"/>
                    <a:pt x="28948" y="7626"/>
                  </a:cubicBezTo>
                  <a:cubicBezTo>
                    <a:pt x="28713" y="7570"/>
                    <a:pt x="28493" y="7544"/>
                    <a:pt x="28286" y="7544"/>
                  </a:cubicBezTo>
                  <a:cubicBezTo>
                    <a:pt x="26075" y="7544"/>
                    <a:pt x="25306" y="10519"/>
                    <a:pt x="24161" y="12238"/>
                  </a:cubicBezTo>
                  <a:cubicBezTo>
                    <a:pt x="24620" y="7630"/>
                    <a:pt x="21345" y="2528"/>
                    <a:pt x="18500" y="2528"/>
                  </a:cubicBezTo>
                  <a:cubicBezTo>
                    <a:pt x="16996" y="2528"/>
                    <a:pt x="15613" y="3952"/>
                    <a:pt x="14963" y="7626"/>
                  </a:cubicBezTo>
                  <a:cubicBezTo>
                    <a:pt x="13173" y="3835"/>
                    <a:pt x="8207" y="0"/>
                    <a:pt x="496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 name="Google Shape;857;p28"/>
            <p:cNvSpPr/>
            <p:nvPr/>
          </p:nvSpPr>
          <p:spPr>
            <a:xfrm>
              <a:off x="4899939" y="1950753"/>
              <a:ext cx="1248134" cy="1278976"/>
            </a:xfrm>
            <a:custGeom>
              <a:rect b="b" l="l" r="r" t="t"/>
              <a:pathLst>
                <a:path extrusionOk="0" h="23886" w="23310">
                  <a:moveTo>
                    <a:pt x="1" y="0"/>
                  </a:moveTo>
                  <a:cubicBezTo>
                    <a:pt x="1" y="0"/>
                    <a:pt x="352" y="376"/>
                    <a:pt x="928" y="1028"/>
                  </a:cubicBezTo>
                  <a:cubicBezTo>
                    <a:pt x="1229" y="1354"/>
                    <a:pt x="1580" y="1730"/>
                    <a:pt x="2006" y="2181"/>
                  </a:cubicBezTo>
                  <a:cubicBezTo>
                    <a:pt x="2206" y="2431"/>
                    <a:pt x="2432" y="2657"/>
                    <a:pt x="2657" y="2907"/>
                  </a:cubicBezTo>
                  <a:cubicBezTo>
                    <a:pt x="2883" y="3158"/>
                    <a:pt x="3159" y="3409"/>
                    <a:pt x="3409" y="3684"/>
                  </a:cubicBezTo>
                  <a:cubicBezTo>
                    <a:pt x="4462" y="4762"/>
                    <a:pt x="5715" y="5990"/>
                    <a:pt x="7043" y="7319"/>
                  </a:cubicBezTo>
                  <a:cubicBezTo>
                    <a:pt x="7695" y="7970"/>
                    <a:pt x="8397" y="8647"/>
                    <a:pt x="9073" y="9374"/>
                  </a:cubicBezTo>
                  <a:cubicBezTo>
                    <a:pt x="9399" y="9725"/>
                    <a:pt x="9750" y="10075"/>
                    <a:pt x="10101" y="10451"/>
                  </a:cubicBezTo>
                  <a:lnTo>
                    <a:pt x="10602" y="11003"/>
                  </a:lnTo>
                  <a:lnTo>
                    <a:pt x="10878" y="11253"/>
                  </a:lnTo>
                  <a:lnTo>
                    <a:pt x="10928" y="11329"/>
                  </a:lnTo>
                  <a:lnTo>
                    <a:pt x="10953" y="11379"/>
                  </a:lnTo>
                  <a:lnTo>
                    <a:pt x="11078" y="11504"/>
                  </a:lnTo>
                  <a:cubicBezTo>
                    <a:pt x="12407" y="13058"/>
                    <a:pt x="13760" y="14537"/>
                    <a:pt x="14988" y="15940"/>
                  </a:cubicBezTo>
                  <a:cubicBezTo>
                    <a:pt x="15590" y="16642"/>
                    <a:pt x="16166" y="17319"/>
                    <a:pt x="16692" y="17970"/>
                  </a:cubicBezTo>
                  <a:cubicBezTo>
                    <a:pt x="17219" y="18622"/>
                    <a:pt x="17695" y="19248"/>
                    <a:pt x="18096" y="19850"/>
                  </a:cubicBezTo>
                  <a:cubicBezTo>
                    <a:pt x="18522" y="20426"/>
                    <a:pt x="18873" y="20978"/>
                    <a:pt x="19149" y="21454"/>
                  </a:cubicBezTo>
                  <a:cubicBezTo>
                    <a:pt x="19299" y="21705"/>
                    <a:pt x="19399" y="21930"/>
                    <a:pt x="19525" y="22156"/>
                  </a:cubicBezTo>
                  <a:cubicBezTo>
                    <a:pt x="19625" y="22356"/>
                    <a:pt x="19700" y="22532"/>
                    <a:pt x="19775" y="22707"/>
                  </a:cubicBezTo>
                  <a:cubicBezTo>
                    <a:pt x="19850" y="22857"/>
                    <a:pt x="19901" y="22983"/>
                    <a:pt x="19951" y="23133"/>
                  </a:cubicBezTo>
                  <a:cubicBezTo>
                    <a:pt x="20026" y="23284"/>
                    <a:pt x="20051" y="23434"/>
                    <a:pt x="20101" y="23534"/>
                  </a:cubicBezTo>
                  <a:cubicBezTo>
                    <a:pt x="20176" y="23760"/>
                    <a:pt x="20226" y="23885"/>
                    <a:pt x="20226" y="23885"/>
                  </a:cubicBezTo>
                  <a:lnTo>
                    <a:pt x="23309" y="22632"/>
                  </a:lnTo>
                  <a:cubicBezTo>
                    <a:pt x="23309" y="22632"/>
                    <a:pt x="23259" y="22507"/>
                    <a:pt x="23159" y="22306"/>
                  </a:cubicBezTo>
                  <a:cubicBezTo>
                    <a:pt x="23109" y="22206"/>
                    <a:pt x="23058" y="22055"/>
                    <a:pt x="22983" y="21905"/>
                  </a:cubicBezTo>
                  <a:cubicBezTo>
                    <a:pt x="22908" y="21755"/>
                    <a:pt x="22783" y="21529"/>
                    <a:pt x="22657" y="21304"/>
                  </a:cubicBezTo>
                  <a:cubicBezTo>
                    <a:pt x="22582" y="21178"/>
                    <a:pt x="22507" y="21053"/>
                    <a:pt x="22432" y="20928"/>
                  </a:cubicBezTo>
                  <a:cubicBezTo>
                    <a:pt x="22382" y="20802"/>
                    <a:pt x="22281" y="20702"/>
                    <a:pt x="22206" y="20577"/>
                  </a:cubicBezTo>
                  <a:cubicBezTo>
                    <a:pt x="22056" y="20351"/>
                    <a:pt x="21880" y="20075"/>
                    <a:pt x="21680" y="19800"/>
                  </a:cubicBezTo>
                  <a:cubicBezTo>
                    <a:pt x="21304" y="19273"/>
                    <a:pt x="20853" y="18697"/>
                    <a:pt x="20327" y="18096"/>
                  </a:cubicBezTo>
                  <a:cubicBezTo>
                    <a:pt x="19800" y="17519"/>
                    <a:pt x="19224" y="16892"/>
                    <a:pt x="18622" y="16266"/>
                  </a:cubicBezTo>
                  <a:cubicBezTo>
                    <a:pt x="17996" y="15639"/>
                    <a:pt x="17319" y="15013"/>
                    <a:pt x="16617" y="14361"/>
                  </a:cubicBezTo>
                  <a:cubicBezTo>
                    <a:pt x="15239" y="13058"/>
                    <a:pt x="13735" y="11730"/>
                    <a:pt x="12306" y="10376"/>
                  </a:cubicBezTo>
                  <a:lnTo>
                    <a:pt x="12156" y="10251"/>
                  </a:lnTo>
                  <a:lnTo>
                    <a:pt x="12056" y="10151"/>
                  </a:lnTo>
                  <a:lnTo>
                    <a:pt x="12006" y="10075"/>
                  </a:lnTo>
                  <a:lnTo>
                    <a:pt x="11705" y="9850"/>
                  </a:lnTo>
                  <a:lnTo>
                    <a:pt x="11129" y="9349"/>
                  </a:lnTo>
                  <a:cubicBezTo>
                    <a:pt x="10753" y="9023"/>
                    <a:pt x="10377" y="8697"/>
                    <a:pt x="10001" y="8396"/>
                  </a:cubicBezTo>
                  <a:cubicBezTo>
                    <a:pt x="9249" y="7745"/>
                    <a:pt x="8497" y="7118"/>
                    <a:pt x="7770" y="6542"/>
                  </a:cubicBezTo>
                  <a:cubicBezTo>
                    <a:pt x="6291" y="5364"/>
                    <a:pt x="4938" y="4236"/>
                    <a:pt x="3760" y="3308"/>
                  </a:cubicBezTo>
                  <a:cubicBezTo>
                    <a:pt x="3484" y="3058"/>
                    <a:pt x="3184" y="2832"/>
                    <a:pt x="2933" y="2607"/>
                  </a:cubicBezTo>
                  <a:cubicBezTo>
                    <a:pt x="2682" y="2381"/>
                    <a:pt x="2432" y="2181"/>
                    <a:pt x="2206" y="1980"/>
                  </a:cubicBezTo>
                  <a:cubicBezTo>
                    <a:pt x="1755" y="1554"/>
                    <a:pt x="1354" y="1203"/>
                    <a:pt x="1028" y="928"/>
                  </a:cubicBezTo>
                  <a:cubicBezTo>
                    <a:pt x="377" y="326"/>
                    <a:pt x="1" y="0"/>
                    <a:pt x="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8" name="Google Shape;858;p28"/>
            <p:cNvSpPr/>
            <p:nvPr/>
          </p:nvSpPr>
          <p:spPr>
            <a:xfrm>
              <a:off x="5458212" y="2008421"/>
              <a:ext cx="77908" cy="495291"/>
            </a:xfrm>
            <a:custGeom>
              <a:rect b="b" l="l" r="r" t="t"/>
              <a:pathLst>
                <a:path extrusionOk="0" h="9250" w="1455">
                  <a:moveTo>
                    <a:pt x="176" y="1"/>
                  </a:moveTo>
                  <a:cubicBezTo>
                    <a:pt x="176" y="1"/>
                    <a:pt x="151" y="577"/>
                    <a:pt x="101" y="1429"/>
                  </a:cubicBezTo>
                  <a:cubicBezTo>
                    <a:pt x="76" y="1881"/>
                    <a:pt x="51" y="2382"/>
                    <a:pt x="26" y="2933"/>
                  </a:cubicBezTo>
                  <a:cubicBezTo>
                    <a:pt x="26" y="3460"/>
                    <a:pt x="26" y="4036"/>
                    <a:pt x="1" y="4612"/>
                  </a:cubicBezTo>
                  <a:cubicBezTo>
                    <a:pt x="26" y="5214"/>
                    <a:pt x="26" y="5790"/>
                    <a:pt x="51" y="6342"/>
                  </a:cubicBezTo>
                  <a:cubicBezTo>
                    <a:pt x="51" y="6617"/>
                    <a:pt x="51" y="6868"/>
                    <a:pt x="76" y="7119"/>
                  </a:cubicBezTo>
                  <a:cubicBezTo>
                    <a:pt x="76" y="7369"/>
                    <a:pt x="101" y="7595"/>
                    <a:pt x="126" y="7820"/>
                  </a:cubicBezTo>
                  <a:cubicBezTo>
                    <a:pt x="176" y="8673"/>
                    <a:pt x="226" y="9249"/>
                    <a:pt x="226" y="9249"/>
                  </a:cubicBezTo>
                  <a:lnTo>
                    <a:pt x="1454" y="9099"/>
                  </a:lnTo>
                  <a:cubicBezTo>
                    <a:pt x="1454" y="9099"/>
                    <a:pt x="1329" y="8522"/>
                    <a:pt x="1154" y="7670"/>
                  </a:cubicBezTo>
                  <a:cubicBezTo>
                    <a:pt x="1129" y="7470"/>
                    <a:pt x="1078" y="7244"/>
                    <a:pt x="1028" y="6993"/>
                  </a:cubicBezTo>
                  <a:cubicBezTo>
                    <a:pt x="953" y="6743"/>
                    <a:pt x="928" y="6492"/>
                    <a:pt x="903" y="6242"/>
                  </a:cubicBezTo>
                  <a:cubicBezTo>
                    <a:pt x="803" y="5715"/>
                    <a:pt x="728" y="5139"/>
                    <a:pt x="627" y="4587"/>
                  </a:cubicBezTo>
                  <a:cubicBezTo>
                    <a:pt x="552" y="4011"/>
                    <a:pt x="502" y="3434"/>
                    <a:pt x="427" y="2908"/>
                  </a:cubicBezTo>
                  <a:cubicBezTo>
                    <a:pt x="352" y="2382"/>
                    <a:pt x="327" y="1881"/>
                    <a:pt x="302" y="1429"/>
                  </a:cubicBezTo>
                  <a:cubicBezTo>
                    <a:pt x="226" y="577"/>
                    <a:pt x="176" y="1"/>
                    <a:pt x="17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 name="Google Shape;859;p28"/>
            <p:cNvSpPr/>
            <p:nvPr/>
          </p:nvSpPr>
          <p:spPr>
            <a:xfrm>
              <a:off x="5834000" y="2378851"/>
              <a:ext cx="100718" cy="463004"/>
            </a:xfrm>
            <a:custGeom>
              <a:rect b="b" l="l" r="r" t="t"/>
              <a:pathLst>
                <a:path extrusionOk="0" h="8647" w="1881">
                  <a:moveTo>
                    <a:pt x="1830" y="0"/>
                  </a:moveTo>
                  <a:cubicBezTo>
                    <a:pt x="1830" y="0"/>
                    <a:pt x="1730" y="527"/>
                    <a:pt x="1579" y="1329"/>
                  </a:cubicBezTo>
                  <a:cubicBezTo>
                    <a:pt x="1504" y="1730"/>
                    <a:pt x="1429" y="2181"/>
                    <a:pt x="1329" y="2682"/>
                  </a:cubicBezTo>
                  <a:cubicBezTo>
                    <a:pt x="1253" y="3183"/>
                    <a:pt x="1153" y="3710"/>
                    <a:pt x="1028" y="4211"/>
                  </a:cubicBezTo>
                  <a:cubicBezTo>
                    <a:pt x="903" y="4737"/>
                    <a:pt x="802" y="5263"/>
                    <a:pt x="677" y="5740"/>
                  </a:cubicBezTo>
                  <a:cubicBezTo>
                    <a:pt x="552" y="6241"/>
                    <a:pt x="426" y="6692"/>
                    <a:pt x="326" y="7068"/>
                  </a:cubicBezTo>
                  <a:cubicBezTo>
                    <a:pt x="126" y="7845"/>
                    <a:pt x="0" y="8371"/>
                    <a:pt x="0" y="8371"/>
                  </a:cubicBezTo>
                  <a:lnTo>
                    <a:pt x="1654" y="8647"/>
                  </a:lnTo>
                  <a:cubicBezTo>
                    <a:pt x="1654" y="8647"/>
                    <a:pt x="1680" y="8095"/>
                    <a:pt x="1730" y="7293"/>
                  </a:cubicBezTo>
                  <a:cubicBezTo>
                    <a:pt x="1755" y="6892"/>
                    <a:pt x="1780" y="6416"/>
                    <a:pt x="1805" y="5915"/>
                  </a:cubicBezTo>
                  <a:cubicBezTo>
                    <a:pt x="1830" y="5414"/>
                    <a:pt x="1830" y="4862"/>
                    <a:pt x="1855" y="4311"/>
                  </a:cubicBezTo>
                  <a:cubicBezTo>
                    <a:pt x="1880" y="3785"/>
                    <a:pt x="1880" y="3233"/>
                    <a:pt x="1855" y="2732"/>
                  </a:cubicBezTo>
                  <a:cubicBezTo>
                    <a:pt x="1855" y="2231"/>
                    <a:pt x="1855" y="1755"/>
                    <a:pt x="1855" y="1354"/>
                  </a:cubicBezTo>
                  <a:cubicBezTo>
                    <a:pt x="1830" y="552"/>
                    <a:pt x="1830" y="0"/>
                    <a:pt x="183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 name="Google Shape;860;p28"/>
            <p:cNvSpPr/>
            <p:nvPr/>
          </p:nvSpPr>
          <p:spPr>
            <a:xfrm>
              <a:off x="4917395" y="2432504"/>
              <a:ext cx="586478" cy="127544"/>
            </a:xfrm>
            <a:custGeom>
              <a:rect b="b" l="l" r="r" t="t"/>
              <a:pathLst>
                <a:path extrusionOk="0" h="2382" w="10953">
                  <a:moveTo>
                    <a:pt x="0" y="1"/>
                  </a:moveTo>
                  <a:cubicBezTo>
                    <a:pt x="1" y="1"/>
                    <a:pt x="677" y="151"/>
                    <a:pt x="1680" y="402"/>
                  </a:cubicBezTo>
                  <a:cubicBezTo>
                    <a:pt x="2181" y="502"/>
                    <a:pt x="2782" y="652"/>
                    <a:pt x="3409" y="803"/>
                  </a:cubicBezTo>
                  <a:cubicBezTo>
                    <a:pt x="4036" y="928"/>
                    <a:pt x="4712" y="1103"/>
                    <a:pt x="5389" y="1254"/>
                  </a:cubicBezTo>
                  <a:cubicBezTo>
                    <a:pt x="8071" y="1805"/>
                    <a:pt x="10752" y="2382"/>
                    <a:pt x="10752" y="2382"/>
                  </a:cubicBezTo>
                  <a:lnTo>
                    <a:pt x="10953" y="1129"/>
                  </a:lnTo>
                  <a:cubicBezTo>
                    <a:pt x="10953" y="1129"/>
                    <a:pt x="8196" y="878"/>
                    <a:pt x="5464" y="627"/>
                  </a:cubicBezTo>
                  <a:cubicBezTo>
                    <a:pt x="4787" y="552"/>
                    <a:pt x="4111" y="477"/>
                    <a:pt x="3459" y="402"/>
                  </a:cubicBezTo>
                  <a:cubicBezTo>
                    <a:pt x="2833" y="327"/>
                    <a:pt x="2231" y="251"/>
                    <a:pt x="1730" y="201"/>
                  </a:cubicBezTo>
                  <a:cubicBezTo>
                    <a:pt x="702" y="76"/>
                    <a:pt x="1" y="1"/>
                    <a:pt x="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 name="Google Shape;861;p28"/>
            <p:cNvSpPr/>
            <p:nvPr/>
          </p:nvSpPr>
          <p:spPr>
            <a:xfrm>
              <a:off x="5252916" y="2829760"/>
              <a:ext cx="603934" cy="107411"/>
            </a:xfrm>
            <a:custGeom>
              <a:rect b="b" l="l" r="r" t="t"/>
              <a:pathLst>
                <a:path extrusionOk="0" h="2006" w="11279">
                  <a:moveTo>
                    <a:pt x="11053" y="0"/>
                  </a:moveTo>
                  <a:cubicBezTo>
                    <a:pt x="11053" y="0"/>
                    <a:pt x="10376" y="151"/>
                    <a:pt x="9324" y="376"/>
                  </a:cubicBezTo>
                  <a:cubicBezTo>
                    <a:pt x="8822" y="502"/>
                    <a:pt x="8221" y="627"/>
                    <a:pt x="7569" y="752"/>
                  </a:cubicBezTo>
                  <a:cubicBezTo>
                    <a:pt x="6943" y="878"/>
                    <a:pt x="6241" y="1003"/>
                    <a:pt x="5564" y="1128"/>
                  </a:cubicBezTo>
                  <a:cubicBezTo>
                    <a:pt x="4862" y="1253"/>
                    <a:pt x="4186" y="1379"/>
                    <a:pt x="3534" y="1479"/>
                  </a:cubicBezTo>
                  <a:cubicBezTo>
                    <a:pt x="3208" y="1529"/>
                    <a:pt x="2882" y="1579"/>
                    <a:pt x="2582" y="1629"/>
                  </a:cubicBezTo>
                  <a:cubicBezTo>
                    <a:pt x="2281" y="1654"/>
                    <a:pt x="2005" y="1705"/>
                    <a:pt x="1755" y="1730"/>
                  </a:cubicBezTo>
                  <a:cubicBezTo>
                    <a:pt x="702" y="1855"/>
                    <a:pt x="0" y="1930"/>
                    <a:pt x="0" y="1930"/>
                  </a:cubicBezTo>
                  <a:cubicBezTo>
                    <a:pt x="0" y="1930"/>
                    <a:pt x="702" y="1955"/>
                    <a:pt x="1755" y="1980"/>
                  </a:cubicBezTo>
                  <a:cubicBezTo>
                    <a:pt x="2030" y="2005"/>
                    <a:pt x="2306" y="2005"/>
                    <a:pt x="2607" y="2005"/>
                  </a:cubicBezTo>
                  <a:lnTo>
                    <a:pt x="3559" y="2005"/>
                  </a:lnTo>
                  <a:cubicBezTo>
                    <a:pt x="4236" y="1980"/>
                    <a:pt x="4938" y="1980"/>
                    <a:pt x="5639" y="1980"/>
                  </a:cubicBezTo>
                  <a:cubicBezTo>
                    <a:pt x="6341" y="1930"/>
                    <a:pt x="7068" y="1905"/>
                    <a:pt x="7720" y="1880"/>
                  </a:cubicBezTo>
                  <a:cubicBezTo>
                    <a:pt x="8396" y="1855"/>
                    <a:pt x="8998" y="1830"/>
                    <a:pt x="9524" y="1780"/>
                  </a:cubicBezTo>
                  <a:cubicBezTo>
                    <a:pt x="10577" y="1705"/>
                    <a:pt x="11278" y="1654"/>
                    <a:pt x="11278" y="1654"/>
                  </a:cubicBezTo>
                  <a:lnTo>
                    <a:pt x="11053"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 name="Google Shape;862;p28"/>
            <p:cNvSpPr/>
            <p:nvPr/>
          </p:nvSpPr>
          <p:spPr>
            <a:xfrm>
              <a:off x="6292944" y="1605489"/>
              <a:ext cx="1801040" cy="1664339"/>
            </a:xfrm>
            <a:custGeom>
              <a:rect b="b" l="l" r="r" t="t"/>
              <a:pathLst>
                <a:path extrusionOk="0" h="31083" w="33636">
                  <a:moveTo>
                    <a:pt x="28670" y="0"/>
                  </a:moveTo>
                  <a:cubicBezTo>
                    <a:pt x="25428" y="0"/>
                    <a:pt x="20462" y="3835"/>
                    <a:pt x="18673" y="7626"/>
                  </a:cubicBezTo>
                  <a:cubicBezTo>
                    <a:pt x="18023" y="3952"/>
                    <a:pt x="16642" y="2528"/>
                    <a:pt x="15143" y="2528"/>
                  </a:cubicBezTo>
                  <a:cubicBezTo>
                    <a:pt x="12304" y="2528"/>
                    <a:pt x="9040" y="7630"/>
                    <a:pt x="9500" y="12238"/>
                  </a:cubicBezTo>
                  <a:cubicBezTo>
                    <a:pt x="8354" y="10519"/>
                    <a:pt x="7564" y="7544"/>
                    <a:pt x="5350" y="7544"/>
                  </a:cubicBezTo>
                  <a:cubicBezTo>
                    <a:pt x="5142" y="7544"/>
                    <a:pt x="4922" y="7570"/>
                    <a:pt x="4688" y="7626"/>
                  </a:cubicBezTo>
                  <a:cubicBezTo>
                    <a:pt x="1" y="8228"/>
                    <a:pt x="527" y="22213"/>
                    <a:pt x="527" y="29105"/>
                  </a:cubicBezTo>
                  <a:lnTo>
                    <a:pt x="1755" y="30408"/>
                  </a:lnTo>
                  <a:cubicBezTo>
                    <a:pt x="3820" y="30872"/>
                    <a:pt x="6079" y="31082"/>
                    <a:pt x="8330" y="31082"/>
                  </a:cubicBezTo>
                  <a:cubicBezTo>
                    <a:pt x="19082" y="31082"/>
                    <a:pt x="29670" y="26299"/>
                    <a:pt x="18272" y="21636"/>
                  </a:cubicBezTo>
                  <a:lnTo>
                    <a:pt x="18272" y="21636"/>
                  </a:lnTo>
                  <a:cubicBezTo>
                    <a:pt x="18376" y="21639"/>
                    <a:pt x="18480" y="21641"/>
                    <a:pt x="18584" y="21641"/>
                  </a:cubicBezTo>
                  <a:cubicBezTo>
                    <a:pt x="22675" y="21641"/>
                    <a:pt x="26432" y="19270"/>
                    <a:pt x="28021" y="16874"/>
                  </a:cubicBezTo>
                  <a:cubicBezTo>
                    <a:pt x="29593" y="14516"/>
                    <a:pt x="29012" y="12138"/>
                    <a:pt x="24420" y="12138"/>
                  </a:cubicBezTo>
                  <a:cubicBezTo>
                    <a:pt x="23887" y="12138"/>
                    <a:pt x="23301" y="12170"/>
                    <a:pt x="22658" y="12238"/>
                  </a:cubicBezTo>
                  <a:cubicBezTo>
                    <a:pt x="27044" y="9832"/>
                    <a:pt x="33635" y="5095"/>
                    <a:pt x="31003" y="1160"/>
                  </a:cubicBezTo>
                  <a:cubicBezTo>
                    <a:pt x="30474" y="351"/>
                    <a:pt x="29651" y="0"/>
                    <a:pt x="2867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 name="Google Shape;863;p28"/>
            <p:cNvSpPr/>
            <p:nvPr/>
          </p:nvSpPr>
          <p:spPr>
            <a:xfrm>
              <a:off x="6360038" y="1950753"/>
              <a:ext cx="1248134" cy="1278976"/>
            </a:xfrm>
            <a:custGeom>
              <a:rect b="b" l="l" r="r" t="t"/>
              <a:pathLst>
                <a:path extrusionOk="0" h="23886" w="23310">
                  <a:moveTo>
                    <a:pt x="23309" y="0"/>
                  </a:moveTo>
                  <a:cubicBezTo>
                    <a:pt x="23309" y="0"/>
                    <a:pt x="22958" y="326"/>
                    <a:pt x="22282" y="928"/>
                  </a:cubicBezTo>
                  <a:cubicBezTo>
                    <a:pt x="21956" y="1203"/>
                    <a:pt x="21580" y="1554"/>
                    <a:pt x="21129" y="1980"/>
                  </a:cubicBezTo>
                  <a:cubicBezTo>
                    <a:pt x="20903" y="2181"/>
                    <a:pt x="20653" y="2381"/>
                    <a:pt x="20402" y="2607"/>
                  </a:cubicBezTo>
                  <a:cubicBezTo>
                    <a:pt x="20126" y="2832"/>
                    <a:pt x="19851" y="3058"/>
                    <a:pt x="19550" y="3308"/>
                  </a:cubicBezTo>
                  <a:cubicBezTo>
                    <a:pt x="18397" y="4236"/>
                    <a:pt x="17044" y="5364"/>
                    <a:pt x="15565" y="6542"/>
                  </a:cubicBezTo>
                  <a:cubicBezTo>
                    <a:pt x="14838" y="7118"/>
                    <a:pt x="14061" y="7745"/>
                    <a:pt x="13334" y="8396"/>
                  </a:cubicBezTo>
                  <a:cubicBezTo>
                    <a:pt x="12958" y="8697"/>
                    <a:pt x="12582" y="9023"/>
                    <a:pt x="12181" y="9349"/>
                  </a:cubicBezTo>
                  <a:lnTo>
                    <a:pt x="11630" y="9850"/>
                  </a:lnTo>
                  <a:lnTo>
                    <a:pt x="11329" y="10075"/>
                  </a:lnTo>
                  <a:lnTo>
                    <a:pt x="11254" y="10151"/>
                  </a:lnTo>
                  <a:lnTo>
                    <a:pt x="11154" y="10251"/>
                  </a:lnTo>
                  <a:lnTo>
                    <a:pt x="11029" y="10376"/>
                  </a:lnTo>
                  <a:cubicBezTo>
                    <a:pt x="9600" y="11730"/>
                    <a:pt x="8096" y="13058"/>
                    <a:pt x="6693" y="14361"/>
                  </a:cubicBezTo>
                  <a:cubicBezTo>
                    <a:pt x="6016" y="15013"/>
                    <a:pt x="5339" y="15639"/>
                    <a:pt x="4713" y="16266"/>
                  </a:cubicBezTo>
                  <a:cubicBezTo>
                    <a:pt x="4086" y="16892"/>
                    <a:pt x="3510" y="17519"/>
                    <a:pt x="3008" y="18096"/>
                  </a:cubicBezTo>
                  <a:cubicBezTo>
                    <a:pt x="2482" y="18697"/>
                    <a:pt x="2031" y="19273"/>
                    <a:pt x="1630" y="19800"/>
                  </a:cubicBezTo>
                  <a:cubicBezTo>
                    <a:pt x="1430" y="20075"/>
                    <a:pt x="1279" y="20351"/>
                    <a:pt x="1104" y="20577"/>
                  </a:cubicBezTo>
                  <a:cubicBezTo>
                    <a:pt x="1029" y="20702"/>
                    <a:pt x="953" y="20802"/>
                    <a:pt x="878" y="20928"/>
                  </a:cubicBezTo>
                  <a:cubicBezTo>
                    <a:pt x="803" y="21053"/>
                    <a:pt x="753" y="21178"/>
                    <a:pt x="678" y="21304"/>
                  </a:cubicBezTo>
                  <a:cubicBezTo>
                    <a:pt x="552" y="21529"/>
                    <a:pt x="427" y="21755"/>
                    <a:pt x="352" y="21905"/>
                  </a:cubicBezTo>
                  <a:cubicBezTo>
                    <a:pt x="277" y="22055"/>
                    <a:pt x="201" y="22206"/>
                    <a:pt x="176" y="22306"/>
                  </a:cubicBezTo>
                  <a:cubicBezTo>
                    <a:pt x="76" y="22507"/>
                    <a:pt x="1" y="22632"/>
                    <a:pt x="1" y="22632"/>
                  </a:cubicBezTo>
                  <a:lnTo>
                    <a:pt x="3109" y="23885"/>
                  </a:lnTo>
                  <a:cubicBezTo>
                    <a:pt x="3109" y="23885"/>
                    <a:pt x="3159" y="23760"/>
                    <a:pt x="3234" y="23534"/>
                  </a:cubicBezTo>
                  <a:cubicBezTo>
                    <a:pt x="3259" y="23434"/>
                    <a:pt x="3309" y="23284"/>
                    <a:pt x="3359" y="23133"/>
                  </a:cubicBezTo>
                  <a:cubicBezTo>
                    <a:pt x="3435" y="22983"/>
                    <a:pt x="3485" y="22857"/>
                    <a:pt x="3560" y="22707"/>
                  </a:cubicBezTo>
                  <a:cubicBezTo>
                    <a:pt x="3610" y="22532"/>
                    <a:pt x="3685" y="22356"/>
                    <a:pt x="3811" y="22156"/>
                  </a:cubicBezTo>
                  <a:cubicBezTo>
                    <a:pt x="3936" y="21930"/>
                    <a:pt x="4036" y="21705"/>
                    <a:pt x="4186" y="21454"/>
                  </a:cubicBezTo>
                  <a:cubicBezTo>
                    <a:pt x="4462" y="20978"/>
                    <a:pt x="4813" y="20426"/>
                    <a:pt x="5214" y="19850"/>
                  </a:cubicBezTo>
                  <a:cubicBezTo>
                    <a:pt x="5640" y="19248"/>
                    <a:pt x="6091" y="18622"/>
                    <a:pt x="6643" y="17970"/>
                  </a:cubicBezTo>
                  <a:cubicBezTo>
                    <a:pt x="7144" y="17319"/>
                    <a:pt x="7745" y="16642"/>
                    <a:pt x="8347" y="15940"/>
                  </a:cubicBezTo>
                  <a:cubicBezTo>
                    <a:pt x="9550" y="14537"/>
                    <a:pt x="10928" y="13058"/>
                    <a:pt x="12232" y="11504"/>
                  </a:cubicBezTo>
                  <a:lnTo>
                    <a:pt x="12357" y="11379"/>
                  </a:lnTo>
                  <a:lnTo>
                    <a:pt x="12407" y="11329"/>
                  </a:lnTo>
                  <a:lnTo>
                    <a:pt x="12457" y="11253"/>
                  </a:lnTo>
                  <a:lnTo>
                    <a:pt x="12708" y="11003"/>
                  </a:lnTo>
                  <a:lnTo>
                    <a:pt x="13234" y="10451"/>
                  </a:lnTo>
                  <a:cubicBezTo>
                    <a:pt x="13585" y="10075"/>
                    <a:pt x="13911" y="9725"/>
                    <a:pt x="14262" y="9374"/>
                  </a:cubicBezTo>
                  <a:cubicBezTo>
                    <a:pt x="14938" y="8647"/>
                    <a:pt x="15615" y="7970"/>
                    <a:pt x="16292" y="7319"/>
                  </a:cubicBezTo>
                  <a:cubicBezTo>
                    <a:pt x="17620" y="5990"/>
                    <a:pt x="18848" y="4762"/>
                    <a:pt x="19926" y="3684"/>
                  </a:cubicBezTo>
                  <a:cubicBezTo>
                    <a:pt x="20177" y="3409"/>
                    <a:pt x="20427" y="3158"/>
                    <a:pt x="20678" y="2907"/>
                  </a:cubicBezTo>
                  <a:cubicBezTo>
                    <a:pt x="20903" y="2657"/>
                    <a:pt x="21129" y="2431"/>
                    <a:pt x="21329" y="2181"/>
                  </a:cubicBezTo>
                  <a:cubicBezTo>
                    <a:pt x="21755" y="1730"/>
                    <a:pt x="22106" y="1354"/>
                    <a:pt x="22407" y="1028"/>
                  </a:cubicBezTo>
                  <a:cubicBezTo>
                    <a:pt x="22983" y="376"/>
                    <a:pt x="23309" y="0"/>
                    <a:pt x="2330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 name="Google Shape;864;p28"/>
            <p:cNvSpPr/>
            <p:nvPr/>
          </p:nvSpPr>
          <p:spPr>
            <a:xfrm>
              <a:off x="6973356" y="2008421"/>
              <a:ext cx="94025" cy="496630"/>
            </a:xfrm>
            <a:custGeom>
              <a:rect b="b" l="l" r="r" t="t"/>
              <a:pathLst>
                <a:path extrusionOk="0" h="9275" w="1756">
                  <a:moveTo>
                    <a:pt x="1705" y="1"/>
                  </a:moveTo>
                  <a:cubicBezTo>
                    <a:pt x="1705" y="1"/>
                    <a:pt x="1630" y="577"/>
                    <a:pt x="1529" y="1429"/>
                  </a:cubicBezTo>
                  <a:cubicBezTo>
                    <a:pt x="1504" y="1655"/>
                    <a:pt x="1479" y="1881"/>
                    <a:pt x="1454" y="2131"/>
                  </a:cubicBezTo>
                  <a:cubicBezTo>
                    <a:pt x="1429" y="2382"/>
                    <a:pt x="1379" y="2632"/>
                    <a:pt x="1329" y="2908"/>
                  </a:cubicBezTo>
                  <a:cubicBezTo>
                    <a:pt x="1229" y="3434"/>
                    <a:pt x="1128" y="4011"/>
                    <a:pt x="1028" y="4562"/>
                  </a:cubicBezTo>
                  <a:cubicBezTo>
                    <a:pt x="778" y="5690"/>
                    <a:pt x="527" y="6818"/>
                    <a:pt x="326" y="7670"/>
                  </a:cubicBezTo>
                  <a:cubicBezTo>
                    <a:pt x="126" y="8497"/>
                    <a:pt x="1" y="9074"/>
                    <a:pt x="1" y="9074"/>
                  </a:cubicBezTo>
                  <a:lnTo>
                    <a:pt x="1229" y="9274"/>
                  </a:lnTo>
                  <a:cubicBezTo>
                    <a:pt x="1229" y="9274"/>
                    <a:pt x="1279" y="8698"/>
                    <a:pt x="1379" y="7846"/>
                  </a:cubicBezTo>
                  <a:cubicBezTo>
                    <a:pt x="1454" y="6968"/>
                    <a:pt x="1555" y="5815"/>
                    <a:pt x="1655" y="4637"/>
                  </a:cubicBezTo>
                  <a:cubicBezTo>
                    <a:pt x="1680" y="4061"/>
                    <a:pt x="1705" y="3485"/>
                    <a:pt x="1730" y="2933"/>
                  </a:cubicBezTo>
                  <a:cubicBezTo>
                    <a:pt x="1730" y="2658"/>
                    <a:pt x="1755" y="2407"/>
                    <a:pt x="1755" y="2156"/>
                  </a:cubicBezTo>
                  <a:cubicBezTo>
                    <a:pt x="1730" y="1906"/>
                    <a:pt x="1730" y="1680"/>
                    <a:pt x="1730" y="1455"/>
                  </a:cubicBezTo>
                  <a:cubicBezTo>
                    <a:pt x="1705" y="577"/>
                    <a:pt x="1705" y="1"/>
                    <a:pt x="170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 name="Google Shape;865;p28"/>
            <p:cNvSpPr/>
            <p:nvPr/>
          </p:nvSpPr>
          <p:spPr>
            <a:xfrm>
              <a:off x="6576150" y="2334569"/>
              <a:ext cx="99326" cy="507285"/>
            </a:xfrm>
            <a:custGeom>
              <a:rect b="b" l="l" r="r" t="t"/>
              <a:pathLst>
                <a:path extrusionOk="0" h="9474" w="1855">
                  <a:moveTo>
                    <a:pt x="25" y="0"/>
                  </a:moveTo>
                  <a:cubicBezTo>
                    <a:pt x="25" y="0"/>
                    <a:pt x="0" y="2356"/>
                    <a:pt x="0" y="4712"/>
                  </a:cubicBezTo>
                  <a:cubicBezTo>
                    <a:pt x="25" y="5313"/>
                    <a:pt x="25" y="5915"/>
                    <a:pt x="50" y="6466"/>
                  </a:cubicBezTo>
                  <a:cubicBezTo>
                    <a:pt x="50" y="6742"/>
                    <a:pt x="50" y="7018"/>
                    <a:pt x="75" y="7268"/>
                  </a:cubicBezTo>
                  <a:cubicBezTo>
                    <a:pt x="75" y="7519"/>
                    <a:pt x="100" y="7770"/>
                    <a:pt x="100" y="7995"/>
                  </a:cubicBezTo>
                  <a:cubicBezTo>
                    <a:pt x="176" y="8872"/>
                    <a:pt x="201" y="9474"/>
                    <a:pt x="201" y="9474"/>
                  </a:cubicBezTo>
                  <a:lnTo>
                    <a:pt x="1855" y="9198"/>
                  </a:lnTo>
                  <a:cubicBezTo>
                    <a:pt x="1855" y="9198"/>
                    <a:pt x="1704" y="8647"/>
                    <a:pt x="1504" y="7770"/>
                  </a:cubicBezTo>
                  <a:cubicBezTo>
                    <a:pt x="1454" y="7569"/>
                    <a:pt x="1404" y="7318"/>
                    <a:pt x="1328" y="7093"/>
                  </a:cubicBezTo>
                  <a:cubicBezTo>
                    <a:pt x="1278" y="6842"/>
                    <a:pt x="1228" y="6592"/>
                    <a:pt x="1178" y="6316"/>
                  </a:cubicBezTo>
                  <a:cubicBezTo>
                    <a:pt x="1078" y="5790"/>
                    <a:pt x="952" y="5213"/>
                    <a:pt x="852" y="4637"/>
                  </a:cubicBezTo>
                  <a:cubicBezTo>
                    <a:pt x="426" y="2331"/>
                    <a:pt x="25" y="0"/>
                    <a:pt x="2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 name="Google Shape;866;p28"/>
            <p:cNvSpPr/>
            <p:nvPr/>
          </p:nvSpPr>
          <p:spPr>
            <a:xfrm>
              <a:off x="7009607" y="2432504"/>
              <a:ext cx="559652" cy="127544"/>
            </a:xfrm>
            <a:custGeom>
              <a:rect b="b" l="l" r="r" t="t"/>
              <a:pathLst>
                <a:path extrusionOk="0" h="2382" w="10452">
                  <a:moveTo>
                    <a:pt x="10452" y="1"/>
                  </a:moveTo>
                  <a:cubicBezTo>
                    <a:pt x="10451" y="1"/>
                    <a:pt x="9800" y="126"/>
                    <a:pt x="8822" y="327"/>
                  </a:cubicBezTo>
                  <a:cubicBezTo>
                    <a:pt x="8321" y="427"/>
                    <a:pt x="7770" y="527"/>
                    <a:pt x="7143" y="627"/>
                  </a:cubicBezTo>
                  <a:cubicBezTo>
                    <a:pt x="6842" y="677"/>
                    <a:pt x="6517" y="728"/>
                    <a:pt x="6191" y="778"/>
                  </a:cubicBezTo>
                  <a:cubicBezTo>
                    <a:pt x="5890" y="828"/>
                    <a:pt x="5564" y="878"/>
                    <a:pt x="5238" y="903"/>
                  </a:cubicBezTo>
                  <a:cubicBezTo>
                    <a:pt x="4913" y="953"/>
                    <a:pt x="4562" y="978"/>
                    <a:pt x="4261" y="1028"/>
                  </a:cubicBezTo>
                  <a:cubicBezTo>
                    <a:pt x="3935" y="1053"/>
                    <a:pt x="3609" y="1078"/>
                    <a:pt x="3309" y="1103"/>
                  </a:cubicBezTo>
                  <a:cubicBezTo>
                    <a:pt x="3008" y="1103"/>
                    <a:pt x="2707" y="1154"/>
                    <a:pt x="2431" y="1154"/>
                  </a:cubicBezTo>
                  <a:lnTo>
                    <a:pt x="1654" y="1154"/>
                  </a:lnTo>
                  <a:cubicBezTo>
                    <a:pt x="1515" y="1161"/>
                    <a:pt x="1380" y="1164"/>
                    <a:pt x="1251" y="1164"/>
                  </a:cubicBezTo>
                  <a:cubicBezTo>
                    <a:pt x="939" y="1164"/>
                    <a:pt x="664" y="1146"/>
                    <a:pt x="451" y="1129"/>
                  </a:cubicBezTo>
                  <a:lnTo>
                    <a:pt x="0" y="1129"/>
                  </a:lnTo>
                  <a:lnTo>
                    <a:pt x="25" y="2382"/>
                  </a:lnTo>
                  <a:cubicBezTo>
                    <a:pt x="25" y="2382"/>
                    <a:pt x="201" y="2357"/>
                    <a:pt x="477" y="2332"/>
                  </a:cubicBezTo>
                  <a:cubicBezTo>
                    <a:pt x="777" y="2306"/>
                    <a:pt x="1178" y="2306"/>
                    <a:pt x="1705" y="2206"/>
                  </a:cubicBezTo>
                  <a:cubicBezTo>
                    <a:pt x="1955" y="2181"/>
                    <a:pt x="2231" y="2156"/>
                    <a:pt x="2507" y="2106"/>
                  </a:cubicBezTo>
                  <a:cubicBezTo>
                    <a:pt x="2807" y="2056"/>
                    <a:pt x="3108" y="2006"/>
                    <a:pt x="3409" y="1956"/>
                  </a:cubicBezTo>
                  <a:cubicBezTo>
                    <a:pt x="3735" y="1880"/>
                    <a:pt x="4035" y="1830"/>
                    <a:pt x="4361" y="1755"/>
                  </a:cubicBezTo>
                  <a:cubicBezTo>
                    <a:pt x="4687" y="1680"/>
                    <a:pt x="5013" y="1605"/>
                    <a:pt x="5339" y="1530"/>
                  </a:cubicBezTo>
                  <a:cubicBezTo>
                    <a:pt x="5665" y="1454"/>
                    <a:pt x="5990" y="1354"/>
                    <a:pt x="6316" y="1279"/>
                  </a:cubicBezTo>
                  <a:cubicBezTo>
                    <a:pt x="6617" y="1204"/>
                    <a:pt x="6943" y="1103"/>
                    <a:pt x="7244" y="1028"/>
                  </a:cubicBezTo>
                  <a:cubicBezTo>
                    <a:pt x="7845" y="853"/>
                    <a:pt x="8396" y="677"/>
                    <a:pt x="8873" y="527"/>
                  </a:cubicBezTo>
                  <a:cubicBezTo>
                    <a:pt x="9800" y="201"/>
                    <a:pt x="10451" y="1"/>
                    <a:pt x="1045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 name="Google Shape;867;p28"/>
            <p:cNvSpPr/>
            <p:nvPr/>
          </p:nvSpPr>
          <p:spPr>
            <a:xfrm>
              <a:off x="6651276" y="2829760"/>
              <a:ext cx="605273" cy="107411"/>
            </a:xfrm>
            <a:custGeom>
              <a:rect b="b" l="l" r="r" t="t"/>
              <a:pathLst>
                <a:path extrusionOk="0" h="2006" w="11304">
                  <a:moveTo>
                    <a:pt x="251" y="0"/>
                  </a:moveTo>
                  <a:lnTo>
                    <a:pt x="1" y="1654"/>
                  </a:lnTo>
                  <a:cubicBezTo>
                    <a:pt x="1" y="1654"/>
                    <a:pt x="702" y="1705"/>
                    <a:pt x="1755" y="1780"/>
                  </a:cubicBezTo>
                  <a:cubicBezTo>
                    <a:pt x="2281" y="1830"/>
                    <a:pt x="2908" y="1855"/>
                    <a:pt x="3560" y="1880"/>
                  </a:cubicBezTo>
                  <a:cubicBezTo>
                    <a:pt x="4236" y="1905"/>
                    <a:pt x="4938" y="1930"/>
                    <a:pt x="5640" y="1980"/>
                  </a:cubicBezTo>
                  <a:cubicBezTo>
                    <a:pt x="6367" y="1980"/>
                    <a:pt x="7068" y="1980"/>
                    <a:pt x="7720" y="2005"/>
                  </a:cubicBezTo>
                  <a:lnTo>
                    <a:pt x="8672" y="2005"/>
                  </a:lnTo>
                  <a:cubicBezTo>
                    <a:pt x="8998" y="2005"/>
                    <a:pt x="9274" y="2005"/>
                    <a:pt x="9550" y="1980"/>
                  </a:cubicBezTo>
                  <a:cubicBezTo>
                    <a:pt x="10602" y="1955"/>
                    <a:pt x="11304" y="1930"/>
                    <a:pt x="11304" y="1930"/>
                  </a:cubicBezTo>
                  <a:cubicBezTo>
                    <a:pt x="11304" y="1930"/>
                    <a:pt x="10602" y="1855"/>
                    <a:pt x="9550" y="1730"/>
                  </a:cubicBezTo>
                  <a:cubicBezTo>
                    <a:pt x="9299" y="1705"/>
                    <a:pt x="8998" y="1654"/>
                    <a:pt x="8697" y="1629"/>
                  </a:cubicBezTo>
                  <a:cubicBezTo>
                    <a:pt x="8422" y="1579"/>
                    <a:pt x="8096" y="1529"/>
                    <a:pt x="7770" y="1479"/>
                  </a:cubicBezTo>
                  <a:cubicBezTo>
                    <a:pt x="7118" y="1379"/>
                    <a:pt x="6442" y="1253"/>
                    <a:pt x="5740" y="1128"/>
                  </a:cubicBezTo>
                  <a:cubicBezTo>
                    <a:pt x="5063" y="1003"/>
                    <a:pt x="4362" y="878"/>
                    <a:pt x="3710" y="752"/>
                  </a:cubicBezTo>
                  <a:cubicBezTo>
                    <a:pt x="3083" y="627"/>
                    <a:pt x="2482" y="502"/>
                    <a:pt x="1955" y="376"/>
                  </a:cubicBezTo>
                  <a:cubicBezTo>
                    <a:pt x="928" y="151"/>
                    <a:pt x="251" y="0"/>
                    <a:pt x="2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 name="Google Shape;868;p28"/>
            <p:cNvSpPr/>
            <p:nvPr/>
          </p:nvSpPr>
          <p:spPr>
            <a:xfrm>
              <a:off x="5416607" y="3165332"/>
              <a:ext cx="1002041" cy="670972"/>
            </a:xfrm>
            <a:custGeom>
              <a:rect b="b" l="l" r="r" t="t"/>
              <a:pathLst>
                <a:path extrusionOk="0" h="12531" w="18714">
                  <a:moveTo>
                    <a:pt x="8924" y="1"/>
                  </a:moveTo>
                  <a:cubicBezTo>
                    <a:pt x="1021" y="1"/>
                    <a:pt x="1" y="12506"/>
                    <a:pt x="10101" y="12530"/>
                  </a:cubicBezTo>
                  <a:cubicBezTo>
                    <a:pt x="10109" y="12530"/>
                    <a:pt x="10117" y="12530"/>
                    <a:pt x="10124" y="12530"/>
                  </a:cubicBezTo>
                  <a:cubicBezTo>
                    <a:pt x="17747" y="12530"/>
                    <a:pt x="18713" y="249"/>
                    <a:pt x="9525" y="24"/>
                  </a:cubicBezTo>
                  <a:cubicBezTo>
                    <a:pt x="9320" y="8"/>
                    <a:pt x="9120" y="1"/>
                    <a:pt x="892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 name="Google Shape;869;p28"/>
            <p:cNvSpPr/>
            <p:nvPr/>
          </p:nvSpPr>
          <p:spPr>
            <a:xfrm>
              <a:off x="5601823" y="3406823"/>
              <a:ext cx="280522" cy="187943"/>
            </a:xfrm>
            <a:custGeom>
              <a:rect b="b" l="l" r="r" t="t"/>
              <a:pathLst>
                <a:path extrusionOk="0" h="3510" w="5239">
                  <a:moveTo>
                    <a:pt x="2507" y="0"/>
                  </a:moveTo>
                  <a:cubicBezTo>
                    <a:pt x="301" y="0"/>
                    <a:pt x="0" y="3509"/>
                    <a:pt x="2833" y="3509"/>
                  </a:cubicBezTo>
                  <a:cubicBezTo>
                    <a:pt x="4988" y="3509"/>
                    <a:pt x="5239" y="75"/>
                    <a:pt x="2682" y="25"/>
                  </a:cubicBezTo>
                  <a:cubicBezTo>
                    <a:pt x="2607" y="0"/>
                    <a:pt x="2557" y="0"/>
                    <a:pt x="250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 name="Google Shape;870;p28"/>
            <p:cNvSpPr/>
            <p:nvPr/>
          </p:nvSpPr>
          <p:spPr>
            <a:xfrm>
              <a:off x="6110459" y="3165332"/>
              <a:ext cx="1000649" cy="670972"/>
            </a:xfrm>
            <a:custGeom>
              <a:rect b="b" l="l" r="r" t="t"/>
              <a:pathLst>
                <a:path extrusionOk="0" h="12531" w="18688">
                  <a:moveTo>
                    <a:pt x="8923" y="1"/>
                  </a:moveTo>
                  <a:cubicBezTo>
                    <a:pt x="1021" y="1"/>
                    <a:pt x="0" y="12506"/>
                    <a:pt x="10101" y="12530"/>
                  </a:cubicBezTo>
                  <a:cubicBezTo>
                    <a:pt x="10108" y="12530"/>
                    <a:pt x="10116" y="12530"/>
                    <a:pt x="10124" y="12530"/>
                  </a:cubicBezTo>
                  <a:cubicBezTo>
                    <a:pt x="17747" y="12530"/>
                    <a:pt x="18688" y="249"/>
                    <a:pt x="9524" y="24"/>
                  </a:cubicBezTo>
                  <a:cubicBezTo>
                    <a:pt x="9320" y="8"/>
                    <a:pt x="9119" y="1"/>
                    <a:pt x="892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 name="Google Shape;871;p28"/>
            <p:cNvSpPr/>
            <p:nvPr/>
          </p:nvSpPr>
          <p:spPr>
            <a:xfrm>
              <a:off x="6608332" y="3496727"/>
              <a:ext cx="280522" cy="187943"/>
            </a:xfrm>
            <a:custGeom>
              <a:rect b="b" l="l" r="r" t="t"/>
              <a:pathLst>
                <a:path extrusionOk="0" h="3510" w="5239">
                  <a:moveTo>
                    <a:pt x="2507" y="1"/>
                  </a:moveTo>
                  <a:cubicBezTo>
                    <a:pt x="301" y="1"/>
                    <a:pt x="1" y="3509"/>
                    <a:pt x="2833" y="3509"/>
                  </a:cubicBezTo>
                  <a:cubicBezTo>
                    <a:pt x="4988" y="3509"/>
                    <a:pt x="5239" y="76"/>
                    <a:pt x="26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 name="Google Shape;872;p28"/>
            <p:cNvSpPr/>
            <p:nvPr/>
          </p:nvSpPr>
          <p:spPr>
            <a:xfrm>
              <a:off x="5729370" y="2964053"/>
              <a:ext cx="1001988" cy="670972"/>
            </a:xfrm>
            <a:custGeom>
              <a:rect b="b" l="l" r="r" t="t"/>
              <a:pathLst>
                <a:path extrusionOk="0" h="12531" w="18713">
                  <a:moveTo>
                    <a:pt x="8948" y="0"/>
                  </a:moveTo>
                  <a:cubicBezTo>
                    <a:pt x="1044" y="0"/>
                    <a:pt x="0" y="12506"/>
                    <a:pt x="10125" y="12530"/>
                  </a:cubicBezTo>
                  <a:cubicBezTo>
                    <a:pt x="10133" y="12530"/>
                    <a:pt x="10140" y="12530"/>
                    <a:pt x="10148" y="12530"/>
                  </a:cubicBezTo>
                  <a:cubicBezTo>
                    <a:pt x="17771" y="12530"/>
                    <a:pt x="18712" y="249"/>
                    <a:pt x="9548" y="24"/>
                  </a:cubicBezTo>
                  <a:cubicBezTo>
                    <a:pt x="9344" y="8"/>
                    <a:pt x="9144" y="0"/>
                    <a:pt x="894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 name="Google Shape;873;p28"/>
            <p:cNvSpPr/>
            <p:nvPr/>
          </p:nvSpPr>
          <p:spPr>
            <a:xfrm>
              <a:off x="6205718" y="3094116"/>
              <a:ext cx="280522" cy="187943"/>
            </a:xfrm>
            <a:custGeom>
              <a:rect b="b" l="l" r="r" t="t"/>
              <a:pathLst>
                <a:path extrusionOk="0" h="3510" w="5239">
                  <a:moveTo>
                    <a:pt x="2507" y="1"/>
                  </a:moveTo>
                  <a:cubicBezTo>
                    <a:pt x="301" y="1"/>
                    <a:pt x="1" y="3509"/>
                    <a:pt x="2833" y="3509"/>
                  </a:cubicBezTo>
                  <a:cubicBezTo>
                    <a:pt x="4988" y="3509"/>
                    <a:pt x="5239" y="76"/>
                    <a:pt x="268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74" name="Google Shape;874;p28"/>
          <p:cNvGrpSpPr/>
          <p:nvPr/>
        </p:nvGrpSpPr>
        <p:grpSpPr>
          <a:xfrm rot="-10285185">
            <a:off x="370958" y="4306716"/>
            <a:ext cx="424183" cy="496545"/>
            <a:chOff x="5827575" y="3641525"/>
            <a:chExt cx="202450" cy="236975"/>
          </a:xfrm>
        </p:grpSpPr>
        <p:sp>
          <p:nvSpPr>
            <p:cNvPr id="875" name="Google Shape;875;p28"/>
            <p:cNvSpPr/>
            <p:nvPr/>
          </p:nvSpPr>
          <p:spPr>
            <a:xfrm>
              <a:off x="5942475" y="3641525"/>
              <a:ext cx="87550" cy="58425"/>
            </a:xfrm>
            <a:custGeom>
              <a:rect b="b" l="l" r="r" t="t"/>
              <a:pathLst>
                <a:path extrusionOk="0" h="2337" w="3502">
                  <a:moveTo>
                    <a:pt x="1666" y="0"/>
                  </a:moveTo>
                  <a:cubicBezTo>
                    <a:pt x="192" y="0"/>
                    <a:pt x="0" y="2336"/>
                    <a:pt x="1882" y="2336"/>
                  </a:cubicBezTo>
                  <a:cubicBezTo>
                    <a:pt x="1890" y="2336"/>
                    <a:pt x="1898" y="2336"/>
                    <a:pt x="1905" y="2336"/>
                  </a:cubicBezTo>
                  <a:cubicBezTo>
                    <a:pt x="3337" y="2336"/>
                    <a:pt x="3502" y="55"/>
                    <a:pt x="1782" y="5"/>
                  </a:cubicBezTo>
                  <a:cubicBezTo>
                    <a:pt x="1742" y="2"/>
                    <a:pt x="1704" y="0"/>
                    <a:pt x="166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 name="Google Shape;876;p28"/>
            <p:cNvSpPr/>
            <p:nvPr/>
          </p:nvSpPr>
          <p:spPr>
            <a:xfrm>
              <a:off x="5827575" y="3833275"/>
              <a:ext cx="67350" cy="45225"/>
            </a:xfrm>
            <a:custGeom>
              <a:rect b="b" l="l" r="r" t="t"/>
              <a:pathLst>
                <a:path extrusionOk="0" h="1809" w="2694">
                  <a:moveTo>
                    <a:pt x="1275" y="0"/>
                  </a:moveTo>
                  <a:cubicBezTo>
                    <a:pt x="153" y="0"/>
                    <a:pt x="0" y="1809"/>
                    <a:pt x="1465" y="1809"/>
                  </a:cubicBezTo>
                  <a:cubicBezTo>
                    <a:pt x="2568" y="1809"/>
                    <a:pt x="2693" y="29"/>
                    <a:pt x="1365" y="4"/>
                  </a:cubicBezTo>
                  <a:cubicBezTo>
                    <a:pt x="1334" y="2"/>
                    <a:pt x="1304" y="0"/>
                    <a:pt x="127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77" name="Google Shape;877;p28"/>
          <p:cNvGrpSpPr/>
          <p:nvPr/>
        </p:nvGrpSpPr>
        <p:grpSpPr>
          <a:xfrm flipH="1" rot="1447478">
            <a:off x="8257433" y="296246"/>
            <a:ext cx="424195" cy="496535"/>
            <a:chOff x="5827575" y="3641525"/>
            <a:chExt cx="202450" cy="236975"/>
          </a:xfrm>
        </p:grpSpPr>
        <p:sp>
          <p:nvSpPr>
            <p:cNvPr id="878" name="Google Shape;878;p28"/>
            <p:cNvSpPr/>
            <p:nvPr/>
          </p:nvSpPr>
          <p:spPr>
            <a:xfrm>
              <a:off x="5942475" y="3641525"/>
              <a:ext cx="87550" cy="58425"/>
            </a:xfrm>
            <a:custGeom>
              <a:rect b="b" l="l" r="r" t="t"/>
              <a:pathLst>
                <a:path extrusionOk="0" h="2337" w="3502">
                  <a:moveTo>
                    <a:pt x="1666" y="0"/>
                  </a:moveTo>
                  <a:cubicBezTo>
                    <a:pt x="192" y="0"/>
                    <a:pt x="0" y="2336"/>
                    <a:pt x="1882" y="2336"/>
                  </a:cubicBezTo>
                  <a:cubicBezTo>
                    <a:pt x="1890" y="2336"/>
                    <a:pt x="1898" y="2336"/>
                    <a:pt x="1905" y="2336"/>
                  </a:cubicBezTo>
                  <a:cubicBezTo>
                    <a:pt x="3337" y="2336"/>
                    <a:pt x="3502" y="55"/>
                    <a:pt x="1782" y="5"/>
                  </a:cubicBezTo>
                  <a:cubicBezTo>
                    <a:pt x="1742" y="2"/>
                    <a:pt x="1704" y="0"/>
                    <a:pt x="166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9" name="Google Shape;879;p28"/>
            <p:cNvSpPr/>
            <p:nvPr/>
          </p:nvSpPr>
          <p:spPr>
            <a:xfrm>
              <a:off x="5827575" y="3833275"/>
              <a:ext cx="67350" cy="45225"/>
            </a:xfrm>
            <a:custGeom>
              <a:rect b="b" l="l" r="r" t="t"/>
              <a:pathLst>
                <a:path extrusionOk="0" h="1809" w="2694">
                  <a:moveTo>
                    <a:pt x="1275" y="0"/>
                  </a:moveTo>
                  <a:cubicBezTo>
                    <a:pt x="153" y="0"/>
                    <a:pt x="0" y="1809"/>
                    <a:pt x="1465" y="1809"/>
                  </a:cubicBezTo>
                  <a:cubicBezTo>
                    <a:pt x="2568" y="1809"/>
                    <a:pt x="2693" y="29"/>
                    <a:pt x="1365" y="4"/>
                  </a:cubicBezTo>
                  <a:cubicBezTo>
                    <a:pt x="1334" y="2"/>
                    <a:pt x="1304" y="0"/>
                    <a:pt x="127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80" name="Google Shape;880;p2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2">
  <p:cSld name="CUSTOM_15">
    <p:spTree>
      <p:nvGrpSpPr>
        <p:cNvPr id="881" name="Shape 881"/>
        <p:cNvGrpSpPr/>
        <p:nvPr/>
      </p:nvGrpSpPr>
      <p:grpSpPr>
        <a:xfrm>
          <a:off x="0" y="0"/>
          <a:ext cx="0" cy="0"/>
          <a:chOff x="0" y="0"/>
          <a:chExt cx="0" cy="0"/>
        </a:xfrm>
      </p:grpSpPr>
      <p:grpSp>
        <p:nvGrpSpPr>
          <p:cNvPr id="882" name="Google Shape;882;p29"/>
          <p:cNvGrpSpPr/>
          <p:nvPr/>
        </p:nvGrpSpPr>
        <p:grpSpPr>
          <a:xfrm rot="-5400000">
            <a:off x="-265017" y="2023696"/>
            <a:ext cx="2661231" cy="1000858"/>
            <a:chOff x="720000" y="3829047"/>
            <a:chExt cx="2057547" cy="773819"/>
          </a:xfrm>
        </p:grpSpPr>
        <p:sp>
          <p:nvSpPr>
            <p:cNvPr id="883" name="Google Shape;883;p29"/>
            <p:cNvSpPr/>
            <p:nvPr/>
          </p:nvSpPr>
          <p:spPr>
            <a:xfrm>
              <a:off x="747524" y="4140653"/>
              <a:ext cx="1628264" cy="367137"/>
            </a:xfrm>
            <a:custGeom>
              <a:rect b="b" l="l" r="r" t="t"/>
              <a:pathLst>
                <a:path extrusionOk="0" h="15447" w="68508">
                  <a:moveTo>
                    <a:pt x="43313" y="0"/>
                  </a:moveTo>
                  <a:cubicBezTo>
                    <a:pt x="39438" y="0"/>
                    <a:pt x="35566" y="236"/>
                    <a:pt x="31724" y="725"/>
                  </a:cubicBezTo>
                  <a:cubicBezTo>
                    <a:pt x="20271" y="2178"/>
                    <a:pt x="8842" y="6239"/>
                    <a:pt x="446" y="14384"/>
                  </a:cubicBezTo>
                  <a:cubicBezTo>
                    <a:pt x="0" y="14810"/>
                    <a:pt x="424" y="15447"/>
                    <a:pt x="917" y="15447"/>
                  </a:cubicBezTo>
                  <a:cubicBezTo>
                    <a:pt x="1061" y="15447"/>
                    <a:pt x="1212" y="15392"/>
                    <a:pt x="1348" y="15261"/>
                  </a:cubicBezTo>
                  <a:cubicBezTo>
                    <a:pt x="9820" y="7041"/>
                    <a:pt x="21374" y="3206"/>
                    <a:pt x="32927" y="1828"/>
                  </a:cubicBezTo>
                  <a:cubicBezTo>
                    <a:pt x="36361" y="1423"/>
                    <a:pt x="39826" y="1229"/>
                    <a:pt x="43297" y="1229"/>
                  </a:cubicBezTo>
                  <a:cubicBezTo>
                    <a:pt x="51430" y="1229"/>
                    <a:pt x="59595" y="2294"/>
                    <a:pt x="67464" y="4209"/>
                  </a:cubicBezTo>
                  <a:cubicBezTo>
                    <a:pt x="67523" y="4224"/>
                    <a:pt x="67580" y="4231"/>
                    <a:pt x="67634" y="4231"/>
                  </a:cubicBezTo>
                  <a:cubicBezTo>
                    <a:pt x="68284" y="4231"/>
                    <a:pt x="68507" y="3191"/>
                    <a:pt x="67790" y="3006"/>
                  </a:cubicBezTo>
                  <a:cubicBezTo>
                    <a:pt x="59796" y="1063"/>
                    <a:pt x="51548" y="0"/>
                    <a:pt x="4331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4" name="Google Shape;884;p29"/>
            <p:cNvSpPr/>
            <p:nvPr/>
          </p:nvSpPr>
          <p:spPr>
            <a:xfrm>
              <a:off x="2336731" y="4176923"/>
              <a:ext cx="440816" cy="166681"/>
            </a:xfrm>
            <a:custGeom>
              <a:rect b="b" l="l" r="r" t="t"/>
              <a:pathLst>
                <a:path extrusionOk="0" h="7013" w="18547">
                  <a:moveTo>
                    <a:pt x="6492" y="1"/>
                  </a:moveTo>
                  <a:cubicBezTo>
                    <a:pt x="5890" y="1"/>
                    <a:pt x="5339" y="26"/>
                    <a:pt x="4762" y="101"/>
                  </a:cubicBezTo>
                  <a:cubicBezTo>
                    <a:pt x="4211" y="176"/>
                    <a:pt x="3685" y="277"/>
                    <a:pt x="3183" y="402"/>
                  </a:cubicBezTo>
                  <a:cubicBezTo>
                    <a:pt x="2958" y="477"/>
                    <a:pt x="2707" y="527"/>
                    <a:pt x="2507" y="577"/>
                  </a:cubicBezTo>
                  <a:cubicBezTo>
                    <a:pt x="2281" y="678"/>
                    <a:pt x="2081" y="728"/>
                    <a:pt x="1880" y="828"/>
                  </a:cubicBezTo>
                  <a:cubicBezTo>
                    <a:pt x="1504" y="978"/>
                    <a:pt x="1153" y="1129"/>
                    <a:pt x="878" y="1279"/>
                  </a:cubicBezTo>
                  <a:cubicBezTo>
                    <a:pt x="602" y="1404"/>
                    <a:pt x="376" y="1555"/>
                    <a:pt x="226" y="1655"/>
                  </a:cubicBezTo>
                  <a:cubicBezTo>
                    <a:pt x="76" y="1730"/>
                    <a:pt x="0" y="1805"/>
                    <a:pt x="0" y="1805"/>
                  </a:cubicBezTo>
                  <a:cubicBezTo>
                    <a:pt x="0" y="1805"/>
                    <a:pt x="51" y="1881"/>
                    <a:pt x="176" y="2006"/>
                  </a:cubicBezTo>
                  <a:cubicBezTo>
                    <a:pt x="301" y="2131"/>
                    <a:pt x="502" y="2332"/>
                    <a:pt x="727" y="2507"/>
                  </a:cubicBezTo>
                  <a:cubicBezTo>
                    <a:pt x="978" y="2733"/>
                    <a:pt x="1254" y="2958"/>
                    <a:pt x="1579" y="3209"/>
                  </a:cubicBezTo>
                  <a:cubicBezTo>
                    <a:pt x="1930" y="3434"/>
                    <a:pt x="2281" y="3685"/>
                    <a:pt x="2682" y="3986"/>
                  </a:cubicBezTo>
                  <a:cubicBezTo>
                    <a:pt x="3083" y="4236"/>
                    <a:pt x="3509" y="4512"/>
                    <a:pt x="3960" y="4738"/>
                  </a:cubicBezTo>
                  <a:cubicBezTo>
                    <a:pt x="4412" y="4988"/>
                    <a:pt x="4913" y="5239"/>
                    <a:pt x="5414" y="5439"/>
                  </a:cubicBezTo>
                  <a:cubicBezTo>
                    <a:pt x="6417" y="5866"/>
                    <a:pt x="7519" y="6241"/>
                    <a:pt x="8647" y="6492"/>
                  </a:cubicBezTo>
                  <a:cubicBezTo>
                    <a:pt x="9224" y="6642"/>
                    <a:pt x="9775" y="6743"/>
                    <a:pt x="10351" y="6818"/>
                  </a:cubicBezTo>
                  <a:cubicBezTo>
                    <a:pt x="10928" y="6918"/>
                    <a:pt x="11479" y="6968"/>
                    <a:pt x="12056" y="6993"/>
                  </a:cubicBezTo>
                  <a:cubicBezTo>
                    <a:pt x="12341" y="7006"/>
                    <a:pt x="12624" y="7013"/>
                    <a:pt x="12904" y="7013"/>
                  </a:cubicBezTo>
                  <a:cubicBezTo>
                    <a:pt x="13707" y="7013"/>
                    <a:pt x="14482" y="6961"/>
                    <a:pt x="15189" y="6868"/>
                  </a:cubicBezTo>
                  <a:cubicBezTo>
                    <a:pt x="16141" y="6718"/>
                    <a:pt x="16968" y="6517"/>
                    <a:pt x="17570" y="6342"/>
                  </a:cubicBezTo>
                  <a:cubicBezTo>
                    <a:pt x="17870" y="6241"/>
                    <a:pt x="18121" y="6141"/>
                    <a:pt x="18296" y="6091"/>
                  </a:cubicBezTo>
                  <a:cubicBezTo>
                    <a:pt x="18447" y="6016"/>
                    <a:pt x="18547" y="5966"/>
                    <a:pt x="18547" y="5966"/>
                  </a:cubicBezTo>
                  <a:cubicBezTo>
                    <a:pt x="18547" y="5966"/>
                    <a:pt x="18497" y="5891"/>
                    <a:pt x="18397" y="5740"/>
                  </a:cubicBezTo>
                  <a:cubicBezTo>
                    <a:pt x="18296" y="5615"/>
                    <a:pt x="18146" y="5364"/>
                    <a:pt x="17945" y="5139"/>
                  </a:cubicBezTo>
                  <a:cubicBezTo>
                    <a:pt x="17745" y="4888"/>
                    <a:pt x="17519" y="4612"/>
                    <a:pt x="17219" y="4312"/>
                  </a:cubicBezTo>
                  <a:cubicBezTo>
                    <a:pt x="16918" y="3986"/>
                    <a:pt x="16592" y="3685"/>
                    <a:pt x="16216" y="3384"/>
                  </a:cubicBezTo>
                  <a:cubicBezTo>
                    <a:pt x="15815" y="3058"/>
                    <a:pt x="15414" y="2733"/>
                    <a:pt x="14938" y="2432"/>
                  </a:cubicBezTo>
                  <a:cubicBezTo>
                    <a:pt x="14487" y="2156"/>
                    <a:pt x="13986" y="1881"/>
                    <a:pt x="13459" y="1605"/>
                  </a:cubicBezTo>
                  <a:cubicBezTo>
                    <a:pt x="12958" y="1354"/>
                    <a:pt x="12407" y="1104"/>
                    <a:pt x="11830" y="928"/>
                  </a:cubicBezTo>
                  <a:cubicBezTo>
                    <a:pt x="11254" y="728"/>
                    <a:pt x="10677" y="552"/>
                    <a:pt x="10076" y="402"/>
                  </a:cubicBezTo>
                  <a:cubicBezTo>
                    <a:pt x="9474" y="277"/>
                    <a:pt x="8873" y="176"/>
                    <a:pt x="8271" y="101"/>
                  </a:cubicBezTo>
                  <a:cubicBezTo>
                    <a:pt x="7670" y="26"/>
                    <a:pt x="7068" y="1"/>
                    <a:pt x="649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 name="Google Shape;885;p29"/>
            <p:cNvSpPr/>
            <p:nvPr/>
          </p:nvSpPr>
          <p:spPr>
            <a:xfrm>
              <a:off x="2160393" y="3951383"/>
              <a:ext cx="378878" cy="230925"/>
            </a:xfrm>
            <a:custGeom>
              <a:rect b="b" l="l" r="r" t="t"/>
              <a:pathLst>
                <a:path extrusionOk="0" h="9716" w="15941">
                  <a:moveTo>
                    <a:pt x="13156" y="0"/>
                  </a:moveTo>
                  <a:cubicBezTo>
                    <a:pt x="12955" y="0"/>
                    <a:pt x="12747" y="5"/>
                    <a:pt x="12532" y="16"/>
                  </a:cubicBezTo>
                  <a:cubicBezTo>
                    <a:pt x="12056" y="66"/>
                    <a:pt x="11555" y="116"/>
                    <a:pt x="11029" y="242"/>
                  </a:cubicBezTo>
                  <a:cubicBezTo>
                    <a:pt x="10502" y="342"/>
                    <a:pt x="9951" y="467"/>
                    <a:pt x="9425" y="668"/>
                  </a:cubicBezTo>
                  <a:cubicBezTo>
                    <a:pt x="8873" y="868"/>
                    <a:pt x="8347" y="1069"/>
                    <a:pt x="7821" y="1344"/>
                  </a:cubicBezTo>
                  <a:cubicBezTo>
                    <a:pt x="7294" y="1595"/>
                    <a:pt x="6793" y="1871"/>
                    <a:pt x="6292" y="2197"/>
                  </a:cubicBezTo>
                  <a:cubicBezTo>
                    <a:pt x="5815" y="2522"/>
                    <a:pt x="5364" y="2848"/>
                    <a:pt x="4913" y="3174"/>
                  </a:cubicBezTo>
                  <a:cubicBezTo>
                    <a:pt x="4487" y="3525"/>
                    <a:pt x="4086" y="3901"/>
                    <a:pt x="3710" y="4252"/>
                  </a:cubicBezTo>
                  <a:cubicBezTo>
                    <a:pt x="3334" y="4603"/>
                    <a:pt x="2983" y="4979"/>
                    <a:pt x="2683" y="5354"/>
                  </a:cubicBezTo>
                  <a:cubicBezTo>
                    <a:pt x="2357" y="5705"/>
                    <a:pt x="2081" y="6081"/>
                    <a:pt x="1830" y="6432"/>
                  </a:cubicBezTo>
                  <a:cubicBezTo>
                    <a:pt x="1705" y="6608"/>
                    <a:pt x="1580" y="6783"/>
                    <a:pt x="1455" y="6958"/>
                  </a:cubicBezTo>
                  <a:cubicBezTo>
                    <a:pt x="1329" y="7134"/>
                    <a:pt x="1179" y="7284"/>
                    <a:pt x="1079" y="7460"/>
                  </a:cubicBezTo>
                  <a:cubicBezTo>
                    <a:pt x="828" y="7786"/>
                    <a:pt x="627" y="8086"/>
                    <a:pt x="477" y="8362"/>
                  </a:cubicBezTo>
                  <a:cubicBezTo>
                    <a:pt x="327" y="8613"/>
                    <a:pt x="201" y="8838"/>
                    <a:pt x="126" y="8989"/>
                  </a:cubicBezTo>
                  <a:cubicBezTo>
                    <a:pt x="51" y="9139"/>
                    <a:pt x="1" y="9239"/>
                    <a:pt x="1" y="9239"/>
                  </a:cubicBezTo>
                  <a:cubicBezTo>
                    <a:pt x="1" y="9239"/>
                    <a:pt x="101" y="9264"/>
                    <a:pt x="277" y="9314"/>
                  </a:cubicBezTo>
                  <a:cubicBezTo>
                    <a:pt x="427" y="9365"/>
                    <a:pt x="678" y="9440"/>
                    <a:pt x="978" y="9490"/>
                  </a:cubicBezTo>
                  <a:cubicBezTo>
                    <a:pt x="1279" y="9565"/>
                    <a:pt x="1630" y="9615"/>
                    <a:pt x="2031" y="9665"/>
                  </a:cubicBezTo>
                  <a:cubicBezTo>
                    <a:pt x="2231" y="9690"/>
                    <a:pt x="2432" y="9715"/>
                    <a:pt x="2658" y="9715"/>
                  </a:cubicBezTo>
                  <a:cubicBezTo>
                    <a:pt x="2883" y="9715"/>
                    <a:pt x="3134" y="9690"/>
                    <a:pt x="3384" y="9690"/>
                  </a:cubicBezTo>
                  <a:cubicBezTo>
                    <a:pt x="3886" y="9640"/>
                    <a:pt x="4412" y="9565"/>
                    <a:pt x="4988" y="9465"/>
                  </a:cubicBezTo>
                  <a:cubicBezTo>
                    <a:pt x="5515" y="9339"/>
                    <a:pt x="6041" y="9189"/>
                    <a:pt x="6592" y="8989"/>
                  </a:cubicBezTo>
                  <a:cubicBezTo>
                    <a:pt x="7144" y="8813"/>
                    <a:pt x="7670" y="8588"/>
                    <a:pt x="8171" y="8312"/>
                  </a:cubicBezTo>
                  <a:cubicBezTo>
                    <a:pt x="8698" y="8061"/>
                    <a:pt x="9199" y="7760"/>
                    <a:pt x="9675" y="7460"/>
                  </a:cubicBezTo>
                  <a:cubicBezTo>
                    <a:pt x="10151" y="7159"/>
                    <a:pt x="10602" y="6833"/>
                    <a:pt x="11029" y="6507"/>
                  </a:cubicBezTo>
                  <a:cubicBezTo>
                    <a:pt x="11480" y="6182"/>
                    <a:pt x="11881" y="5831"/>
                    <a:pt x="12257" y="5455"/>
                  </a:cubicBezTo>
                  <a:cubicBezTo>
                    <a:pt x="12633" y="5079"/>
                    <a:pt x="13009" y="4728"/>
                    <a:pt x="13334" y="4352"/>
                  </a:cubicBezTo>
                  <a:cubicBezTo>
                    <a:pt x="13660" y="3976"/>
                    <a:pt x="13961" y="3600"/>
                    <a:pt x="14237" y="3224"/>
                  </a:cubicBezTo>
                  <a:cubicBezTo>
                    <a:pt x="14512" y="2873"/>
                    <a:pt x="14763" y="2522"/>
                    <a:pt x="14963" y="2197"/>
                  </a:cubicBezTo>
                  <a:cubicBezTo>
                    <a:pt x="15189" y="1871"/>
                    <a:pt x="15364" y="1545"/>
                    <a:pt x="15515" y="1269"/>
                  </a:cubicBezTo>
                  <a:cubicBezTo>
                    <a:pt x="15665" y="1019"/>
                    <a:pt x="15765" y="768"/>
                    <a:pt x="15841" y="618"/>
                  </a:cubicBezTo>
                  <a:cubicBezTo>
                    <a:pt x="15916" y="467"/>
                    <a:pt x="15941" y="367"/>
                    <a:pt x="15941" y="367"/>
                  </a:cubicBezTo>
                  <a:cubicBezTo>
                    <a:pt x="15941" y="367"/>
                    <a:pt x="15841" y="342"/>
                    <a:pt x="15690" y="292"/>
                  </a:cubicBezTo>
                  <a:cubicBezTo>
                    <a:pt x="15515" y="267"/>
                    <a:pt x="15264" y="192"/>
                    <a:pt x="14963" y="141"/>
                  </a:cubicBezTo>
                  <a:cubicBezTo>
                    <a:pt x="14494" y="63"/>
                    <a:pt x="13871" y="0"/>
                    <a:pt x="1315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 name="Google Shape;886;p29"/>
            <p:cNvSpPr/>
            <p:nvPr/>
          </p:nvSpPr>
          <p:spPr>
            <a:xfrm>
              <a:off x="2001358" y="4172764"/>
              <a:ext cx="343131" cy="318104"/>
            </a:xfrm>
            <a:custGeom>
              <a:rect b="b" l="l" r="r" t="t"/>
              <a:pathLst>
                <a:path extrusionOk="0" h="13384" w="14437">
                  <a:moveTo>
                    <a:pt x="0" y="0"/>
                  </a:moveTo>
                  <a:cubicBezTo>
                    <a:pt x="0" y="0"/>
                    <a:pt x="25" y="101"/>
                    <a:pt x="50" y="276"/>
                  </a:cubicBezTo>
                  <a:cubicBezTo>
                    <a:pt x="100" y="452"/>
                    <a:pt x="151" y="727"/>
                    <a:pt x="251" y="1028"/>
                  </a:cubicBezTo>
                  <a:cubicBezTo>
                    <a:pt x="426" y="1629"/>
                    <a:pt x="777" y="2482"/>
                    <a:pt x="1278" y="3359"/>
                  </a:cubicBezTo>
                  <a:cubicBezTo>
                    <a:pt x="1755" y="4236"/>
                    <a:pt x="2381" y="5188"/>
                    <a:pt x="3133" y="6091"/>
                  </a:cubicBezTo>
                  <a:cubicBezTo>
                    <a:pt x="3885" y="6968"/>
                    <a:pt x="4737" y="7820"/>
                    <a:pt x="5639" y="8597"/>
                  </a:cubicBezTo>
                  <a:cubicBezTo>
                    <a:pt x="6090" y="8973"/>
                    <a:pt x="6567" y="9349"/>
                    <a:pt x="7043" y="9675"/>
                  </a:cubicBezTo>
                  <a:cubicBezTo>
                    <a:pt x="7494" y="10025"/>
                    <a:pt x="7970" y="10326"/>
                    <a:pt x="8446" y="10627"/>
                  </a:cubicBezTo>
                  <a:cubicBezTo>
                    <a:pt x="8922" y="10903"/>
                    <a:pt x="9374" y="11178"/>
                    <a:pt x="9850" y="11429"/>
                  </a:cubicBezTo>
                  <a:cubicBezTo>
                    <a:pt x="10301" y="11655"/>
                    <a:pt x="10752" y="11880"/>
                    <a:pt x="11178" y="12081"/>
                  </a:cubicBezTo>
                  <a:cubicBezTo>
                    <a:pt x="11404" y="12156"/>
                    <a:pt x="11579" y="12256"/>
                    <a:pt x="11805" y="12356"/>
                  </a:cubicBezTo>
                  <a:cubicBezTo>
                    <a:pt x="12005" y="12432"/>
                    <a:pt x="12206" y="12532"/>
                    <a:pt x="12381" y="12607"/>
                  </a:cubicBezTo>
                  <a:cubicBezTo>
                    <a:pt x="12732" y="12757"/>
                    <a:pt x="13108" y="12883"/>
                    <a:pt x="13384" y="13008"/>
                  </a:cubicBezTo>
                  <a:cubicBezTo>
                    <a:pt x="13659" y="13133"/>
                    <a:pt x="13910" y="13208"/>
                    <a:pt x="14085" y="13284"/>
                  </a:cubicBezTo>
                  <a:cubicBezTo>
                    <a:pt x="14261" y="13359"/>
                    <a:pt x="14361" y="13384"/>
                    <a:pt x="14361" y="13384"/>
                  </a:cubicBezTo>
                  <a:cubicBezTo>
                    <a:pt x="14361" y="13384"/>
                    <a:pt x="14386" y="13284"/>
                    <a:pt x="14386" y="13108"/>
                  </a:cubicBezTo>
                  <a:cubicBezTo>
                    <a:pt x="14411" y="12933"/>
                    <a:pt x="14436" y="12657"/>
                    <a:pt x="14436" y="12331"/>
                  </a:cubicBezTo>
                  <a:cubicBezTo>
                    <a:pt x="14436" y="11980"/>
                    <a:pt x="14386" y="11604"/>
                    <a:pt x="14311" y="11153"/>
                  </a:cubicBezTo>
                  <a:cubicBezTo>
                    <a:pt x="14236" y="10677"/>
                    <a:pt x="14110" y="10226"/>
                    <a:pt x="13935" y="9700"/>
                  </a:cubicBezTo>
                  <a:cubicBezTo>
                    <a:pt x="13760" y="9198"/>
                    <a:pt x="13534" y="8672"/>
                    <a:pt x="13258" y="8146"/>
                  </a:cubicBezTo>
                  <a:cubicBezTo>
                    <a:pt x="12983" y="7645"/>
                    <a:pt x="12657" y="7093"/>
                    <a:pt x="12281" y="6592"/>
                  </a:cubicBezTo>
                  <a:cubicBezTo>
                    <a:pt x="11554" y="5564"/>
                    <a:pt x="10652" y="4637"/>
                    <a:pt x="9699" y="3810"/>
                  </a:cubicBezTo>
                  <a:cubicBezTo>
                    <a:pt x="8697" y="2983"/>
                    <a:pt x="7669" y="2281"/>
                    <a:pt x="6592" y="1755"/>
                  </a:cubicBezTo>
                  <a:cubicBezTo>
                    <a:pt x="6065" y="1479"/>
                    <a:pt x="5539" y="1228"/>
                    <a:pt x="5013" y="1028"/>
                  </a:cubicBezTo>
                  <a:cubicBezTo>
                    <a:pt x="4511" y="827"/>
                    <a:pt x="3985" y="677"/>
                    <a:pt x="3509" y="527"/>
                  </a:cubicBezTo>
                  <a:cubicBezTo>
                    <a:pt x="2557" y="251"/>
                    <a:pt x="1704" y="126"/>
                    <a:pt x="1053" y="76"/>
                  </a:cubicBezTo>
                  <a:cubicBezTo>
                    <a:pt x="727" y="25"/>
                    <a:pt x="476" y="25"/>
                    <a:pt x="27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7" name="Google Shape;887;p29"/>
            <p:cNvSpPr/>
            <p:nvPr/>
          </p:nvSpPr>
          <p:spPr>
            <a:xfrm>
              <a:off x="1844082" y="3844520"/>
              <a:ext cx="282382" cy="310380"/>
            </a:xfrm>
            <a:custGeom>
              <a:rect b="b" l="l" r="r" t="t"/>
              <a:pathLst>
                <a:path extrusionOk="0" h="13059" w="11881">
                  <a:moveTo>
                    <a:pt x="11755" y="1"/>
                  </a:moveTo>
                  <a:cubicBezTo>
                    <a:pt x="11755" y="1"/>
                    <a:pt x="11655" y="1"/>
                    <a:pt x="11479" y="51"/>
                  </a:cubicBezTo>
                  <a:cubicBezTo>
                    <a:pt x="11329" y="126"/>
                    <a:pt x="11078" y="176"/>
                    <a:pt x="10803" y="276"/>
                  </a:cubicBezTo>
                  <a:cubicBezTo>
                    <a:pt x="10527" y="377"/>
                    <a:pt x="10201" y="502"/>
                    <a:pt x="9850" y="652"/>
                  </a:cubicBezTo>
                  <a:cubicBezTo>
                    <a:pt x="9524" y="803"/>
                    <a:pt x="9148" y="953"/>
                    <a:pt x="8747" y="1129"/>
                  </a:cubicBezTo>
                  <a:cubicBezTo>
                    <a:pt x="8346" y="1329"/>
                    <a:pt x="7945" y="1530"/>
                    <a:pt x="7544" y="1780"/>
                  </a:cubicBezTo>
                  <a:cubicBezTo>
                    <a:pt x="7143" y="2006"/>
                    <a:pt x="6692" y="2256"/>
                    <a:pt x="6291" y="2557"/>
                  </a:cubicBezTo>
                  <a:cubicBezTo>
                    <a:pt x="5890" y="2833"/>
                    <a:pt x="5489" y="3159"/>
                    <a:pt x="5088" y="3485"/>
                  </a:cubicBezTo>
                  <a:cubicBezTo>
                    <a:pt x="4687" y="3835"/>
                    <a:pt x="4286" y="4186"/>
                    <a:pt x="3935" y="4562"/>
                  </a:cubicBezTo>
                  <a:cubicBezTo>
                    <a:pt x="3158" y="5339"/>
                    <a:pt x="2507" y="6191"/>
                    <a:pt x="1930" y="7094"/>
                  </a:cubicBezTo>
                  <a:cubicBezTo>
                    <a:pt x="1630" y="7545"/>
                    <a:pt x="1379" y="7996"/>
                    <a:pt x="1153" y="8447"/>
                  </a:cubicBezTo>
                  <a:cubicBezTo>
                    <a:pt x="928" y="8923"/>
                    <a:pt x="752" y="9374"/>
                    <a:pt x="577" y="9800"/>
                  </a:cubicBezTo>
                  <a:cubicBezTo>
                    <a:pt x="427" y="10251"/>
                    <a:pt x="301" y="10678"/>
                    <a:pt x="226" y="11053"/>
                  </a:cubicBezTo>
                  <a:cubicBezTo>
                    <a:pt x="151" y="11429"/>
                    <a:pt x="101" y="11780"/>
                    <a:pt x="51" y="12081"/>
                  </a:cubicBezTo>
                  <a:cubicBezTo>
                    <a:pt x="26" y="12382"/>
                    <a:pt x="26" y="12632"/>
                    <a:pt x="1" y="12783"/>
                  </a:cubicBezTo>
                  <a:cubicBezTo>
                    <a:pt x="1" y="12958"/>
                    <a:pt x="1" y="13058"/>
                    <a:pt x="1" y="13058"/>
                  </a:cubicBezTo>
                  <a:cubicBezTo>
                    <a:pt x="1" y="13058"/>
                    <a:pt x="101" y="13058"/>
                    <a:pt x="276" y="13033"/>
                  </a:cubicBezTo>
                  <a:cubicBezTo>
                    <a:pt x="427" y="13008"/>
                    <a:pt x="702" y="12983"/>
                    <a:pt x="978" y="12933"/>
                  </a:cubicBezTo>
                  <a:cubicBezTo>
                    <a:pt x="1580" y="12833"/>
                    <a:pt x="2356" y="12582"/>
                    <a:pt x="3209" y="12307"/>
                  </a:cubicBezTo>
                  <a:cubicBezTo>
                    <a:pt x="3635" y="12131"/>
                    <a:pt x="4061" y="11981"/>
                    <a:pt x="4487" y="11755"/>
                  </a:cubicBezTo>
                  <a:cubicBezTo>
                    <a:pt x="4938" y="11555"/>
                    <a:pt x="5389" y="11304"/>
                    <a:pt x="5840" y="11028"/>
                  </a:cubicBezTo>
                  <a:cubicBezTo>
                    <a:pt x="6742" y="10477"/>
                    <a:pt x="7620" y="9750"/>
                    <a:pt x="8397" y="8973"/>
                  </a:cubicBezTo>
                  <a:cubicBezTo>
                    <a:pt x="8798" y="8547"/>
                    <a:pt x="9174" y="8121"/>
                    <a:pt x="9524" y="7670"/>
                  </a:cubicBezTo>
                  <a:cubicBezTo>
                    <a:pt x="9875" y="7244"/>
                    <a:pt x="10176" y="6743"/>
                    <a:pt x="10452" y="6266"/>
                  </a:cubicBezTo>
                  <a:cubicBezTo>
                    <a:pt x="10727" y="5765"/>
                    <a:pt x="10978" y="5289"/>
                    <a:pt x="11154" y="4813"/>
                  </a:cubicBezTo>
                  <a:cubicBezTo>
                    <a:pt x="11354" y="4312"/>
                    <a:pt x="11504" y="3810"/>
                    <a:pt x="11630" y="3359"/>
                  </a:cubicBezTo>
                  <a:cubicBezTo>
                    <a:pt x="11680" y="3109"/>
                    <a:pt x="11730" y="2908"/>
                    <a:pt x="11780" y="2682"/>
                  </a:cubicBezTo>
                  <a:cubicBezTo>
                    <a:pt x="11805" y="2457"/>
                    <a:pt x="11830" y="2256"/>
                    <a:pt x="11830" y="2031"/>
                  </a:cubicBezTo>
                  <a:cubicBezTo>
                    <a:pt x="11880" y="1630"/>
                    <a:pt x="11880" y="1254"/>
                    <a:pt x="11855" y="953"/>
                  </a:cubicBezTo>
                  <a:cubicBezTo>
                    <a:pt x="11855" y="652"/>
                    <a:pt x="11805" y="402"/>
                    <a:pt x="11805" y="251"/>
                  </a:cubicBezTo>
                  <a:cubicBezTo>
                    <a:pt x="11780" y="76"/>
                    <a:pt x="11755" y="1"/>
                    <a:pt x="1175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8" name="Google Shape;888;p29"/>
            <p:cNvSpPr/>
            <p:nvPr/>
          </p:nvSpPr>
          <p:spPr>
            <a:xfrm>
              <a:off x="1677893" y="4172764"/>
              <a:ext cx="268668" cy="317510"/>
            </a:xfrm>
            <a:custGeom>
              <a:rect b="b" l="l" r="r" t="t"/>
              <a:pathLst>
                <a:path extrusionOk="0" h="13359" w="11304">
                  <a:moveTo>
                    <a:pt x="0" y="0"/>
                  </a:moveTo>
                  <a:cubicBezTo>
                    <a:pt x="0" y="0"/>
                    <a:pt x="25" y="101"/>
                    <a:pt x="25" y="276"/>
                  </a:cubicBezTo>
                  <a:cubicBezTo>
                    <a:pt x="50" y="426"/>
                    <a:pt x="75" y="677"/>
                    <a:pt x="150" y="978"/>
                  </a:cubicBezTo>
                  <a:cubicBezTo>
                    <a:pt x="201" y="1254"/>
                    <a:pt x="276" y="1604"/>
                    <a:pt x="401" y="1980"/>
                  </a:cubicBezTo>
                  <a:cubicBezTo>
                    <a:pt x="451" y="2181"/>
                    <a:pt x="501" y="2356"/>
                    <a:pt x="576" y="2557"/>
                  </a:cubicBezTo>
                  <a:cubicBezTo>
                    <a:pt x="627" y="2757"/>
                    <a:pt x="702" y="2958"/>
                    <a:pt x="752" y="3183"/>
                  </a:cubicBezTo>
                  <a:cubicBezTo>
                    <a:pt x="877" y="3584"/>
                    <a:pt x="1028" y="4010"/>
                    <a:pt x="1203" y="4436"/>
                  </a:cubicBezTo>
                  <a:cubicBezTo>
                    <a:pt x="1228" y="4537"/>
                    <a:pt x="1278" y="4637"/>
                    <a:pt x="1328" y="4737"/>
                  </a:cubicBezTo>
                  <a:cubicBezTo>
                    <a:pt x="1379" y="4863"/>
                    <a:pt x="1429" y="4963"/>
                    <a:pt x="1479" y="5088"/>
                  </a:cubicBezTo>
                  <a:cubicBezTo>
                    <a:pt x="1579" y="5314"/>
                    <a:pt x="1679" y="5539"/>
                    <a:pt x="1780" y="5765"/>
                  </a:cubicBezTo>
                  <a:cubicBezTo>
                    <a:pt x="2005" y="6216"/>
                    <a:pt x="2281" y="6617"/>
                    <a:pt x="2556" y="7068"/>
                  </a:cubicBezTo>
                  <a:cubicBezTo>
                    <a:pt x="2832" y="7519"/>
                    <a:pt x="3133" y="7945"/>
                    <a:pt x="3459" y="8346"/>
                  </a:cubicBezTo>
                  <a:cubicBezTo>
                    <a:pt x="4110" y="9223"/>
                    <a:pt x="4837" y="9975"/>
                    <a:pt x="5639" y="10677"/>
                  </a:cubicBezTo>
                  <a:cubicBezTo>
                    <a:pt x="6065" y="11028"/>
                    <a:pt x="6466" y="11329"/>
                    <a:pt x="6892" y="11604"/>
                  </a:cubicBezTo>
                  <a:cubicBezTo>
                    <a:pt x="7293" y="11880"/>
                    <a:pt x="7744" y="12131"/>
                    <a:pt x="8145" y="12356"/>
                  </a:cubicBezTo>
                  <a:cubicBezTo>
                    <a:pt x="8346" y="12457"/>
                    <a:pt x="8546" y="12557"/>
                    <a:pt x="8747" y="12632"/>
                  </a:cubicBezTo>
                  <a:cubicBezTo>
                    <a:pt x="8947" y="12707"/>
                    <a:pt x="9123" y="12807"/>
                    <a:pt x="9323" y="12858"/>
                  </a:cubicBezTo>
                  <a:cubicBezTo>
                    <a:pt x="9699" y="13008"/>
                    <a:pt x="10025" y="13108"/>
                    <a:pt x="10326" y="13183"/>
                  </a:cubicBezTo>
                  <a:cubicBezTo>
                    <a:pt x="10602" y="13259"/>
                    <a:pt x="10852" y="13284"/>
                    <a:pt x="11028" y="13334"/>
                  </a:cubicBezTo>
                  <a:cubicBezTo>
                    <a:pt x="11178" y="13359"/>
                    <a:pt x="11278" y="13359"/>
                    <a:pt x="11278" y="13359"/>
                  </a:cubicBezTo>
                  <a:cubicBezTo>
                    <a:pt x="11278" y="13359"/>
                    <a:pt x="11303" y="13259"/>
                    <a:pt x="11303" y="13108"/>
                  </a:cubicBezTo>
                  <a:cubicBezTo>
                    <a:pt x="11303" y="12933"/>
                    <a:pt x="11303" y="12682"/>
                    <a:pt x="11303" y="12381"/>
                  </a:cubicBezTo>
                  <a:cubicBezTo>
                    <a:pt x="11278" y="11780"/>
                    <a:pt x="11178" y="11003"/>
                    <a:pt x="11003" y="10126"/>
                  </a:cubicBezTo>
                  <a:cubicBezTo>
                    <a:pt x="10902" y="9675"/>
                    <a:pt x="10802" y="9223"/>
                    <a:pt x="10652" y="8747"/>
                  </a:cubicBezTo>
                  <a:cubicBezTo>
                    <a:pt x="10501" y="8296"/>
                    <a:pt x="10301" y="7795"/>
                    <a:pt x="10100" y="7319"/>
                  </a:cubicBezTo>
                  <a:cubicBezTo>
                    <a:pt x="9674" y="6366"/>
                    <a:pt x="9073" y="5414"/>
                    <a:pt x="8396" y="4512"/>
                  </a:cubicBezTo>
                  <a:cubicBezTo>
                    <a:pt x="8045" y="4086"/>
                    <a:pt x="7669" y="3634"/>
                    <a:pt x="7268" y="3233"/>
                  </a:cubicBezTo>
                  <a:cubicBezTo>
                    <a:pt x="6892" y="2832"/>
                    <a:pt x="6441" y="2482"/>
                    <a:pt x="5990" y="2131"/>
                  </a:cubicBezTo>
                  <a:cubicBezTo>
                    <a:pt x="5790" y="1980"/>
                    <a:pt x="5564" y="1805"/>
                    <a:pt x="5338" y="1655"/>
                  </a:cubicBezTo>
                  <a:cubicBezTo>
                    <a:pt x="5113" y="1504"/>
                    <a:pt x="4887" y="1379"/>
                    <a:pt x="4637" y="1228"/>
                  </a:cubicBezTo>
                  <a:cubicBezTo>
                    <a:pt x="4160" y="978"/>
                    <a:pt x="3684" y="752"/>
                    <a:pt x="3258" y="577"/>
                  </a:cubicBezTo>
                  <a:cubicBezTo>
                    <a:pt x="3033" y="502"/>
                    <a:pt x="2832" y="401"/>
                    <a:pt x="2607" y="351"/>
                  </a:cubicBezTo>
                  <a:cubicBezTo>
                    <a:pt x="2406" y="301"/>
                    <a:pt x="2206" y="251"/>
                    <a:pt x="2005" y="201"/>
                  </a:cubicBezTo>
                  <a:cubicBezTo>
                    <a:pt x="1629" y="126"/>
                    <a:pt x="1278" y="76"/>
                    <a:pt x="977" y="51"/>
                  </a:cubicBezTo>
                  <a:cubicBezTo>
                    <a:pt x="702" y="0"/>
                    <a:pt x="451" y="25"/>
                    <a:pt x="27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9" name="Google Shape;889;p29"/>
            <p:cNvSpPr/>
            <p:nvPr/>
          </p:nvSpPr>
          <p:spPr>
            <a:xfrm>
              <a:off x="1526583" y="3829047"/>
              <a:ext cx="278793" cy="335977"/>
            </a:xfrm>
            <a:custGeom>
              <a:rect b="b" l="l" r="r" t="t"/>
              <a:pathLst>
                <a:path extrusionOk="0" h="14136" w="11730">
                  <a:moveTo>
                    <a:pt x="11554" y="0"/>
                  </a:moveTo>
                  <a:cubicBezTo>
                    <a:pt x="11554" y="0"/>
                    <a:pt x="11454" y="25"/>
                    <a:pt x="11303" y="75"/>
                  </a:cubicBezTo>
                  <a:cubicBezTo>
                    <a:pt x="11153" y="151"/>
                    <a:pt x="10902" y="226"/>
                    <a:pt x="10627" y="351"/>
                  </a:cubicBezTo>
                  <a:cubicBezTo>
                    <a:pt x="10326" y="476"/>
                    <a:pt x="10025" y="627"/>
                    <a:pt x="9674" y="802"/>
                  </a:cubicBezTo>
                  <a:cubicBezTo>
                    <a:pt x="9349" y="978"/>
                    <a:pt x="8973" y="1178"/>
                    <a:pt x="8547" y="1404"/>
                  </a:cubicBezTo>
                  <a:cubicBezTo>
                    <a:pt x="8171" y="1629"/>
                    <a:pt x="7745" y="1880"/>
                    <a:pt x="7369" y="2156"/>
                  </a:cubicBezTo>
                  <a:cubicBezTo>
                    <a:pt x="6968" y="2431"/>
                    <a:pt x="6541" y="2707"/>
                    <a:pt x="6140" y="3033"/>
                  </a:cubicBezTo>
                  <a:cubicBezTo>
                    <a:pt x="5739" y="3359"/>
                    <a:pt x="5338" y="3709"/>
                    <a:pt x="4937" y="4085"/>
                  </a:cubicBezTo>
                  <a:cubicBezTo>
                    <a:pt x="4536" y="4461"/>
                    <a:pt x="4161" y="4862"/>
                    <a:pt x="3810" y="5263"/>
                  </a:cubicBezTo>
                  <a:cubicBezTo>
                    <a:pt x="3058" y="6090"/>
                    <a:pt x="2406" y="6993"/>
                    <a:pt x="1830" y="7945"/>
                  </a:cubicBezTo>
                  <a:cubicBezTo>
                    <a:pt x="1554" y="8421"/>
                    <a:pt x="1328" y="8897"/>
                    <a:pt x="1103" y="9374"/>
                  </a:cubicBezTo>
                  <a:cubicBezTo>
                    <a:pt x="877" y="9875"/>
                    <a:pt x="702" y="10351"/>
                    <a:pt x="551" y="10802"/>
                  </a:cubicBezTo>
                  <a:cubicBezTo>
                    <a:pt x="401" y="11253"/>
                    <a:pt x="276" y="11679"/>
                    <a:pt x="201" y="12080"/>
                  </a:cubicBezTo>
                  <a:cubicBezTo>
                    <a:pt x="125" y="12481"/>
                    <a:pt x="75" y="12832"/>
                    <a:pt x="50" y="13133"/>
                  </a:cubicBezTo>
                  <a:cubicBezTo>
                    <a:pt x="0" y="13434"/>
                    <a:pt x="25" y="13709"/>
                    <a:pt x="0" y="13860"/>
                  </a:cubicBezTo>
                  <a:cubicBezTo>
                    <a:pt x="0" y="14035"/>
                    <a:pt x="0" y="14136"/>
                    <a:pt x="0" y="14136"/>
                  </a:cubicBezTo>
                  <a:cubicBezTo>
                    <a:pt x="0" y="14136"/>
                    <a:pt x="100" y="14136"/>
                    <a:pt x="276" y="14110"/>
                  </a:cubicBezTo>
                  <a:cubicBezTo>
                    <a:pt x="426" y="14060"/>
                    <a:pt x="702" y="14035"/>
                    <a:pt x="1003" y="13960"/>
                  </a:cubicBezTo>
                  <a:cubicBezTo>
                    <a:pt x="1579" y="13835"/>
                    <a:pt x="2381" y="13534"/>
                    <a:pt x="3258" y="13183"/>
                  </a:cubicBezTo>
                  <a:cubicBezTo>
                    <a:pt x="3684" y="13008"/>
                    <a:pt x="4135" y="12807"/>
                    <a:pt x="4562" y="12557"/>
                  </a:cubicBezTo>
                  <a:cubicBezTo>
                    <a:pt x="5013" y="12331"/>
                    <a:pt x="5464" y="12030"/>
                    <a:pt x="5915" y="11704"/>
                  </a:cubicBezTo>
                  <a:cubicBezTo>
                    <a:pt x="6366" y="11404"/>
                    <a:pt x="6817" y="11053"/>
                    <a:pt x="7243" y="10652"/>
                  </a:cubicBezTo>
                  <a:cubicBezTo>
                    <a:pt x="7669" y="10276"/>
                    <a:pt x="8095" y="9850"/>
                    <a:pt x="8471" y="9424"/>
                  </a:cubicBezTo>
                  <a:cubicBezTo>
                    <a:pt x="8872" y="8973"/>
                    <a:pt x="9248" y="8496"/>
                    <a:pt x="9574" y="8020"/>
                  </a:cubicBezTo>
                  <a:cubicBezTo>
                    <a:pt x="9925" y="7544"/>
                    <a:pt x="10226" y="7018"/>
                    <a:pt x="10476" y="6516"/>
                  </a:cubicBezTo>
                  <a:cubicBezTo>
                    <a:pt x="10752" y="5990"/>
                    <a:pt x="10978" y="5489"/>
                    <a:pt x="11153" y="4963"/>
                  </a:cubicBezTo>
                  <a:cubicBezTo>
                    <a:pt x="11328" y="4436"/>
                    <a:pt x="11454" y="3935"/>
                    <a:pt x="11554" y="3459"/>
                  </a:cubicBezTo>
                  <a:cubicBezTo>
                    <a:pt x="11604" y="3208"/>
                    <a:pt x="11654" y="2983"/>
                    <a:pt x="11679" y="2757"/>
                  </a:cubicBezTo>
                  <a:cubicBezTo>
                    <a:pt x="11704" y="2531"/>
                    <a:pt x="11729" y="2306"/>
                    <a:pt x="11729" y="2080"/>
                  </a:cubicBezTo>
                  <a:cubicBezTo>
                    <a:pt x="11729" y="1654"/>
                    <a:pt x="11729" y="1303"/>
                    <a:pt x="11704" y="978"/>
                  </a:cubicBezTo>
                  <a:cubicBezTo>
                    <a:pt x="11679" y="677"/>
                    <a:pt x="11629" y="426"/>
                    <a:pt x="11629" y="251"/>
                  </a:cubicBezTo>
                  <a:cubicBezTo>
                    <a:pt x="11579" y="100"/>
                    <a:pt x="11554" y="0"/>
                    <a:pt x="1155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 name="Google Shape;890;p29"/>
            <p:cNvSpPr/>
            <p:nvPr/>
          </p:nvSpPr>
          <p:spPr>
            <a:xfrm>
              <a:off x="1299023" y="4221608"/>
              <a:ext cx="316322" cy="278199"/>
            </a:xfrm>
            <a:custGeom>
              <a:rect b="b" l="l" r="r" t="t"/>
              <a:pathLst>
                <a:path extrusionOk="0" h="11705" w="13309">
                  <a:moveTo>
                    <a:pt x="2005" y="1"/>
                  </a:moveTo>
                  <a:cubicBezTo>
                    <a:pt x="1604" y="1"/>
                    <a:pt x="1253" y="1"/>
                    <a:pt x="952" y="51"/>
                  </a:cubicBezTo>
                  <a:cubicBezTo>
                    <a:pt x="677" y="76"/>
                    <a:pt x="426" y="126"/>
                    <a:pt x="251" y="126"/>
                  </a:cubicBezTo>
                  <a:cubicBezTo>
                    <a:pt x="75" y="176"/>
                    <a:pt x="0" y="201"/>
                    <a:pt x="0" y="201"/>
                  </a:cubicBezTo>
                  <a:cubicBezTo>
                    <a:pt x="0" y="201"/>
                    <a:pt x="25" y="276"/>
                    <a:pt x="75" y="452"/>
                  </a:cubicBezTo>
                  <a:cubicBezTo>
                    <a:pt x="125" y="602"/>
                    <a:pt x="201" y="853"/>
                    <a:pt x="326" y="1128"/>
                  </a:cubicBezTo>
                  <a:cubicBezTo>
                    <a:pt x="426" y="1404"/>
                    <a:pt x="577" y="1705"/>
                    <a:pt x="777" y="2056"/>
                  </a:cubicBezTo>
                  <a:cubicBezTo>
                    <a:pt x="852" y="2231"/>
                    <a:pt x="978" y="2407"/>
                    <a:pt x="1078" y="2607"/>
                  </a:cubicBezTo>
                  <a:cubicBezTo>
                    <a:pt x="1153" y="2782"/>
                    <a:pt x="1253" y="2983"/>
                    <a:pt x="1354" y="3184"/>
                  </a:cubicBezTo>
                  <a:cubicBezTo>
                    <a:pt x="1579" y="3559"/>
                    <a:pt x="1780" y="3935"/>
                    <a:pt x="2030" y="4311"/>
                  </a:cubicBezTo>
                  <a:cubicBezTo>
                    <a:pt x="2281" y="4687"/>
                    <a:pt x="2582" y="5113"/>
                    <a:pt x="2882" y="5514"/>
                  </a:cubicBezTo>
                  <a:cubicBezTo>
                    <a:pt x="3183" y="5915"/>
                    <a:pt x="3534" y="6266"/>
                    <a:pt x="3860" y="6667"/>
                  </a:cubicBezTo>
                  <a:cubicBezTo>
                    <a:pt x="4211" y="7043"/>
                    <a:pt x="4587" y="7419"/>
                    <a:pt x="4988" y="7770"/>
                  </a:cubicBezTo>
                  <a:cubicBezTo>
                    <a:pt x="5364" y="8121"/>
                    <a:pt x="5765" y="8447"/>
                    <a:pt x="6191" y="8773"/>
                  </a:cubicBezTo>
                  <a:cubicBezTo>
                    <a:pt x="6617" y="9073"/>
                    <a:pt x="7043" y="9374"/>
                    <a:pt x="7494" y="9650"/>
                  </a:cubicBezTo>
                  <a:cubicBezTo>
                    <a:pt x="8371" y="10176"/>
                    <a:pt x="9273" y="10627"/>
                    <a:pt x="10100" y="10928"/>
                  </a:cubicBezTo>
                  <a:cubicBezTo>
                    <a:pt x="10953" y="11254"/>
                    <a:pt x="11729" y="11479"/>
                    <a:pt x="12331" y="11580"/>
                  </a:cubicBezTo>
                  <a:cubicBezTo>
                    <a:pt x="12607" y="11630"/>
                    <a:pt x="12882" y="11655"/>
                    <a:pt x="13033" y="11680"/>
                  </a:cubicBezTo>
                  <a:cubicBezTo>
                    <a:pt x="13208" y="11705"/>
                    <a:pt x="13308" y="11705"/>
                    <a:pt x="13308" y="11705"/>
                  </a:cubicBezTo>
                  <a:cubicBezTo>
                    <a:pt x="13308" y="11705"/>
                    <a:pt x="13308" y="11605"/>
                    <a:pt x="13308" y="11454"/>
                  </a:cubicBezTo>
                  <a:cubicBezTo>
                    <a:pt x="13283" y="11279"/>
                    <a:pt x="13283" y="11028"/>
                    <a:pt x="13258" y="10727"/>
                  </a:cubicBezTo>
                  <a:cubicBezTo>
                    <a:pt x="13233" y="10427"/>
                    <a:pt x="13158" y="10076"/>
                    <a:pt x="13083" y="9675"/>
                  </a:cubicBezTo>
                  <a:cubicBezTo>
                    <a:pt x="13008" y="9299"/>
                    <a:pt x="12882" y="8873"/>
                    <a:pt x="12732" y="8447"/>
                  </a:cubicBezTo>
                  <a:cubicBezTo>
                    <a:pt x="12582" y="7996"/>
                    <a:pt x="12406" y="7544"/>
                    <a:pt x="12181" y="7068"/>
                  </a:cubicBezTo>
                  <a:cubicBezTo>
                    <a:pt x="11955" y="6617"/>
                    <a:pt x="11679" y="6141"/>
                    <a:pt x="11404" y="5690"/>
                  </a:cubicBezTo>
                  <a:cubicBezTo>
                    <a:pt x="11103" y="5214"/>
                    <a:pt x="10752" y="4762"/>
                    <a:pt x="10376" y="4336"/>
                  </a:cubicBezTo>
                  <a:cubicBezTo>
                    <a:pt x="10000" y="3910"/>
                    <a:pt x="9599" y="3509"/>
                    <a:pt x="9173" y="3108"/>
                  </a:cubicBezTo>
                  <a:cubicBezTo>
                    <a:pt x="8747" y="2732"/>
                    <a:pt x="8271" y="2356"/>
                    <a:pt x="7820" y="2031"/>
                  </a:cubicBezTo>
                  <a:cubicBezTo>
                    <a:pt x="7344" y="1705"/>
                    <a:pt x="6842" y="1429"/>
                    <a:pt x="6341" y="1178"/>
                  </a:cubicBezTo>
                  <a:cubicBezTo>
                    <a:pt x="5815" y="928"/>
                    <a:pt x="5338" y="702"/>
                    <a:pt x="4812" y="527"/>
                  </a:cubicBezTo>
                  <a:cubicBezTo>
                    <a:pt x="4286" y="351"/>
                    <a:pt x="3785" y="226"/>
                    <a:pt x="3308" y="126"/>
                  </a:cubicBezTo>
                  <a:cubicBezTo>
                    <a:pt x="3058" y="76"/>
                    <a:pt x="2832" y="51"/>
                    <a:pt x="2632" y="26"/>
                  </a:cubicBezTo>
                  <a:cubicBezTo>
                    <a:pt x="2406" y="1"/>
                    <a:pt x="2206" y="1"/>
                    <a:pt x="200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 name="Google Shape;891;p29"/>
            <p:cNvSpPr/>
            <p:nvPr/>
          </p:nvSpPr>
          <p:spPr>
            <a:xfrm>
              <a:off x="1184650" y="3876108"/>
              <a:ext cx="247824" cy="357416"/>
            </a:xfrm>
            <a:custGeom>
              <a:rect b="b" l="l" r="r" t="t"/>
              <a:pathLst>
                <a:path extrusionOk="0" h="15038" w="10427">
                  <a:moveTo>
                    <a:pt x="10276" y="0"/>
                  </a:moveTo>
                  <a:cubicBezTo>
                    <a:pt x="10276" y="0"/>
                    <a:pt x="10176" y="25"/>
                    <a:pt x="10025" y="75"/>
                  </a:cubicBezTo>
                  <a:cubicBezTo>
                    <a:pt x="9850" y="125"/>
                    <a:pt x="9599" y="201"/>
                    <a:pt x="9323" y="326"/>
                  </a:cubicBezTo>
                  <a:cubicBezTo>
                    <a:pt x="9048" y="426"/>
                    <a:pt x="8722" y="577"/>
                    <a:pt x="8346" y="777"/>
                  </a:cubicBezTo>
                  <a:cubicBezTo>
                    <a:pt x="7995" y="952"/>
                    <a:pt x="7619" y="1178"/>
                    <a:pt x="7218" y="1404"/>
                  </a:cubicBezTo>
                  <a:cubicBezTo>
                    <a:pt x="6842" y="1679"/>
                    <a:pt x="6441" y="1955"/>
                    <a:pt x="6040" y="2256"/>
                  </a:cubicBezTo>
                  <a:cubicBezTo>
                    <a:pt x="5639" y="2582"/>
                    <a:pt x="5238" y="2907"/>
                    <a:pt x="4837" y="3283"/>
                  </a:cubicBezTo>
                  <a:cubicBezTo>
                    <a:pt x="4060" y="4035"/>
                    <a:pt x="3358" y="4887"/>
                    <a:pt x="2732" y="5815"/>
                  </a:cubicBezTo>
                  <a:cubicBezTo>
                    <a:pt x="2080" y="6742"/>
                    <a:pt x="1529" y="7745"/>
                    <a:pt x="1128" y="8747"/>
                  </a:cubicBezTo>
                  <a:cubicBezTo>
                    <a:pt x="702" y="9750"/>
                    <a:pt x="401" y="10752"/>
                    <a:pt x="226" y="11679"/>
                  </a:cubicBezTo>
                  <a:cubicBezTo>
                    <a:pt x="50" y="12607"/>
                    <a:pt x="0" y="13434"/>
                    <a:pt x="0" y="14035"/>
                  </a:cubicBezTo>
                  <a:cubicBezTo>
                    <a:pt x="0" y="14336"/>
                    <a:pt x="25" y="14612"/>
                    <a:pt x="25" y="14762"/>
                  </a:cubicBezTo>
                  <a:cubicBezTo>
                    <a:pt x="50" y="14938"/>
                    <a:pt x="50" y="15038"/>
                    <a:pt x="50" y="15038"/>
                  </a:cubicBezTo>
                  <a:cubicBezTo>
                    <a:pt x="50" y="15038"/>
                    <a:pt x="150" y="15013"/>
                    <a:pt x="326" y="14988"/>
                  </a:cubicBezTo>
                  <a:cubicBezTo>
                    <a:pt x="476" y="14938"/>
                    <a:pt x="752" y="14862"/>
                    <a:pt x="1028" y="14762"/>
                  </a:cubicBezTo>
                  <a:cubicBezTo>
                    <a:pt x="1604" y="14562"/>
                    <a:pt x="2381" y="14236"/>
                    <a:pt x="3183" y="13760"/>
                  </a:cubicBezTo>
                  <a:cubicBezTo>
                    <a:pt x="3985" y="13283"/>
                    <a:pt x="4862" y="12682"/>
                    <a:pt x="5664" y="11930"/>
                  </a:cubicBezTo>
                  <a:cubicBezTo>
                    <a:pt x="6466" y="11203"/>
                    <a:pt x="7218" y="10326"/>
                    <a:pt x="7870" y="9374"/>
                  </a:cubicBezTo>
                  <a:cubicBezTo>
                    <a:pt x="8521" y="8421"/>
                    <a:pt x="9073" y="7394"/>
                    <a:pt x="9474" y="6366"/>
                  </a:cubicBezTo>
                  <a:cubicBezTo>
                    <a:pt x="9674" y="5865"/>
                    <a:pt x="9875" y="5364"/>
                    <a:pt x="10000" y="4837"/>
                  </a:cubicBezTo>
                  <a:cubicBezTo>
                    <a:pt x="10125" y="4336"/>
                    <a:pt x="10226" y="3835"/>
                    <a:pt x="10276" y="3384"/>
                  </a:cubicBezTo>
                  <a:cubicBezTo>
                    <a:pt x="10351" y="2907"/>
                    <a:pt x="10401" y="2456"/>
                    <a:pt x="10401" y="2055"/>
                  </a:cubicBezTo>
                  <a:cubicBezTo>
                    <a:pt x="10426" y="1654"/>
                    <a:pt x="10426" y="1303"/>
                    <a:pt x="10401" y="978"/>
                  </a:cubicBezTo>
                  <a:cubicBezTo>
                    <a:pt x="10376" y="677"/>
                    <a:pt x="10351" y="426"/>
                    <a:pt x="10326" y="251"/>
                  </a:cubicBezTo>
                  <a:cubicBezTo>
                    <a:pt x="10301" y="100"/>
                    <a:pt x="10276" y="0"/>
                    <a:pt x="1027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 name="Google Shape;892;p29"/>
            <p:cNvSpPr/>
            <p:nvPr/>
          </p:nvSpPr>
          <p:spPr>
            <a:xfrm>
              <a:off x="2017806" y="4040658"/>
              <a:ext cx="147763" cy="126300"/>
            </a:xfrm>
            <a:custGeom>
              <a:rect b="b" l="l" r="r" t="t"/>
              <a:pathLst>
                <a:path extrusionOk="0" h="5314" w="6217">
                  <a:moveTo>
                    <a:pt x="5617" y="1"/>
                  </a:moveTo>
                  <a:cubicBezTo>
                    <a:pt x="5526" y="1"/>
                    <a:pt x="5432" y="36"/>
                    <a:pt x="5348" y="120"/>
                  </a:cubicBezTo>
                  <a:cubicBezTo>
                    <a:pt x="3744" y="1699"/>
                    <a:pt x="2015" y="3152"/>
                    <a:pt x="336" y="4606"/>
                  </a:cubicBezTo>
                  <a:cubicBezTo>
                    <a:pt x="0" y="4882"/>
                    <a:pt x="302" y="5314"/>
                    <a:pt x="641" y="5314"/>
                  </a:cubicBezTo>
                  <a:cubicBezTo>
                    <a:pt x="732" y="5314"/>
                    <a:pt x="827" y="5282"/>
                    <a:pt x="912" y="5207"/>
                  </a:cubicBezTo>
                  <a:cubicBezTo>
                    <a:pt x="2616" y="3729"/>
                    <a:pt x="4321" y="2300"/>
                    <a:pt x="5925" y="721"/>
                  </a:cubicBezTo>
                  <a:cubicBezTo>
                    <a:pt x="6217" y="429"/>
                    <a:pt x="5934" y="1"/>
                    <a:pt x="561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 name="Google Shape;893;p29"/>
            <p:cNvSpPr/>
            <p:nvPr/>
          </p:nvSpPr>
          <p:spPr>
            <a:xfrm>
              <a:off x="1505809" y="4169294"/>
              <a:ext cx="151542" cy="159171"/>
            </a:xfrm>
            <a:custGeom>
              <a:rect b="b" l="l" r="r" t="t"/>
              <a:pathLst>
                <a:path extrusionOk="0" h="6697" w="6376">
                  <a:moveTo>
                    <a:pt x="570" y="0"/>
                  </a:moveTo>
                  <a:cubicBezTo>
                    <a:pt x="272" y="0"/>
                    <a:pt x="1" y="419"/>
                    <a:pt x="248" y="723"/>
                  </a:cubicBezTo>
                  <a:cubicBezTo>
                    <a:pt x="1852" y="2803"/>
                    <a:pt x="3531" y="4808"/>
                    <a:pt x="5461" y="6588"/>
                  </a:cubicBezTo>
                  <a:cubicBezTo>
                    <a:pt x="5548" y="6664"/>
                    <a:pt x="5645" y="6696"/>
                    <a:pt x="5739" y="6696"/>
                  </a:cubicBezTo>
                  <a:cubicBezTo>
                    <a:pt x="6076" y="6696"/>
                    <a:pt x="6376" y="6280"/>
                    <a:pt x="6062" y="5986"/>
                  </a:cubicBezTo>
                  <a:cubicBezTo>
                    <a:pt x="4107" y="4207"/>
                    <a:pt x="2453" y="2227"/>
                    <a:pt x="849" y="146"/>
                  </a:cubicBezTo>
                  <a:cubicBezTo>
                    <a:pt x="764" y="43"/>
                    <a:pt x="666" y="0"/>
                    <a:pt x="57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 name="Google Shape;894;p29"/>
            <p:cNvSpPr/>
            <p:nvPr/>
          </p:nvSpPr>
          <p:spPr>
            <a:xfrm>
              <a:off x="1398732" y="4029059"/>
              <a:ext cx="102747" cy="160312"/>
            </a:xfrm>
            <a:custGeom>
              <a:rect b="b" l="l" r="r" t="t"/>
              <a:pathLst>
                <a:path extrusionOk="0" h="6745" w="4323">
                  <a:moveTo>
                    <a:pt x="3816" y="0"/>
                  </a:moveTo>
                  <a:cubicBezTo>
                    <a:pt x="3649" y="0"/>
                    <a:pt x="3478" y="85"/>
                    <a:pt x="3399" y="282"/>
                  </a:cubicBezTo>
                  <a:cubicBezTo>
                    <a:pt x="2547" y="2337"/>
                    <a:pt x="1369" y="4242"/>
                    <a:pt x="191" y="6122"/>
                  </a:cubicBezTo>
                  <a:cubicBezTo>
                    <a:pt x="0" y="6451"/>
                    <a:pt x="290" y="6745"/>
                    <a:pt x="577" y="6745"/>
                  </a:cubicBezTo>
                  <a:cubicBezTo>
                    <a:pt x="705" y="6745"/>
                    <a:pt x="833" y="6687"/>
                    <a:pt x="918" y="6548"/>
                  </a:cubicBezTo>
                  <a:cubicBezTo>
                    <a:pt x="2146" y="4593"/>
                    <a:pt x="3324" y="2638"/>
                    <a:pt x="4201" y="508"/>
                  </a:cubicBezTo>
                  <a:cubicBezTo>
                    <a:pt x="4323" y="203"/>
                    <a:pt x="4075" y="0"/>
                    <a:pt x="381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 name="Google Shape;895;p29"/>
            <p:cNvSpPr/>
            <p:nvPr/>
          </p:nvSpPr>
          <p:spPr>
            <a:xfrm>
              <a:off x="1866424" y="4157671"/>
              <a:ext cx="125516" cy="137851"/>
            </a:xfrm>
            <a:custGeom>
              <a:rect b="b" l="l" r="r" t="t"/>
              <a:pathLst>
                <a:path extrusionOk="0" h="5800" w="5281">
                  <a:moveTo>
                    <a:pt x="637" y="0"/>
                  </a:moveTo>
                  <a:cubicBezTo>
                    <a:pt x="300" y="0"/>
                    <a:pt x="0" y="417"/>
                    <a:pt x="314" y="711"/>
                  </a:cubicBezTo>
                  <a:cubicBezTo>
                    <a:pt x="1918" y="2139"/>
                    <a:pt x="3020" y="3944"/>
                    <a:pt x="4324" y="5623"/>
                  </a:cubicBezTo>
                  <a:cubicBezTo>
                    <a:pt x="4419" y="5748"/>
                    <a:pt x="4549" y="5799"/>
                    <a:pt x="4677" y="5799"/>
                  </a:cubicBezTo>
                  <a:cubicBezTo>
                    <a:pt x="4985" y="5799"/>
                    <a:pt x="5281" y="5498"/>
                    <a:pt x="5051" y="5197"/>
                  </a:cubicBezTo>
                  <a:cubicBezTo>
                    <a:pt x="3697" y="3467"/>
                    <a:pt x="2569" y="1613"/>
                    <a:pt x="915" y="109"/>
                  </a:cubicBezTo>
                  <a:cubicBezTo>
                    <a:pt x="828" y="33"/>
                    <a:pt x="731" y="0"/>
                    <a:pt x="63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 name="Google Shape;896;p29"/>
            <p:cNvSpPr/>
            <p:nvPr/>
          </p:nvSpPr>
          <p:spPr>
            <a:xfrm>
              <a:off x="1921710" y="4259020"/>
              <a:ext cx="111232" cy="74606"/>
            </a:xfrm>
            <a:custGeom>
              <a:rect b="b" l="l" r="r" t="t"/>
              <a:pathLst>
                <a:path extrusionOk="0" h="3139" w="4680">
                  <a:moveTo>
                    <a:pt x="2235" y="0"/>
                  </a:moveTo>
                  <a:cubicBezTo>
                    <a:pt x="255" y="0"/>
                    <a:pt x="0" y="3138"/>
                    <a:pt x="2524" y="3138"/>
                  </a:cubicBezTo>
                  <a:cubicBezTo>
                    <a:pt x="4429" y="3138"/>
                    <a:pt x="4679" y="81"/>
                    <a:pt x="2374" y="5"/>
                  </a:cubicBezTo>
                  <a:cubicBezTo>
                    <a:pt x="2327" y="2"/>
                    <a:pt x="2280" y="0"/>
                    <a:pt x="22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 name="Google Shape;897;p29"/>
            <p:cNvSpPr/>
            <p:nvPr/>
          </p:nvSpPr>
          <p:spPr>
            <a:xfrm>
              <a:off x="1567869" y="4287019"/>
              <a:ext cx="111232" cy="74606"/>
            </a:xfrm>
            <a:custGeom>
              <a:rect b="b" l="l" r="r" t="t"/>
              <a:pathLst>
                <a:path extrusionOk="0" h="3139" w="4680">
                  <a:moveTo>
                    <a:pt x="2260" y="0"/>
                  </a:moveTo>
                  <a:cubicBezTo>
                    <a:pt x="279" y="0"/>
                    <a:pt x="1" y="3138"/>
                    <a:pt x="2549" y="3138"/>
                  </a:cubicBezTo>
                  <a:cubicBezTo>
                    <a:pt x="4454" y="3138"/>
                    <a:pt x="4679" y="56"/>
                    <a:pt x="2398" y="5"/>
                  </a:cubicBezTo>
                  <a:cubicBezTo>
                    <a:pt x="2351" y="2"/>
                    <a:pt x="2305" y="0"/>
                    <a:pt x="226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8" name="Google Shape;898;p29"/>
            <p:cNvSpPr/>
            <p:nvPr/>
          </p:nvSpPr>
          <p:spPr>
            <a:xfrm>
              <a:off x="1432626" y="3996900"/>
              <a:ext cx="111232" cy="74606"/>
            </a:xfrm>
            <a:custGeom>
              <a:rect b="b" l="l" r="r" t="t"/>
              <a:pathLst>
                <a:path extrusionOk="0" h="3139" w="4680">
                  <a:moveTo>
                    <a:pt x="2259" y="1"/>
                  </a:moveTo>
                  <a:cubicBezTo>
                    <a:pt x="256" y="1"/>
                    <a:pt x="1" y="3139"/>
                    <a:pt x="2525" y="3139"/>
                  </a:cubicBezTo>
                  <a:cubicBezTo>
                    <a:pt x="4454" y="3139"/>
                    <a:pt x="4680" y="56"/>
                    <a:pt x="2399" y="6"/>
                  </a:cubicBezTo>
                  <a:cubicBezTo>
                    <a:pt x="2352" y="2"/>
                    <a:pt x="2305" y="1"/>
                    <a:pt x="225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 name="Google Shape;899;p29"/>
            <p:cNvSpPr/>
            <p:nvPr/>
          </p:nvSpPr>
          <p:spPr>
            <a:xfrm>
              <a:off x="1869062" y="4215547"/>
              <a:ext cx="82854" cy="56115"/>
            </a:xfrm>
            <a:custGeom>
              <a:rect b="b" l="l" r="r" t="t"/>
              <a:pathLst>
                <a:path extrusionOk="0" h="2361" w="3486">
                  <a:moveTo>
                    <a:pt x="1666" y="0"/>
                  </a:moveTo>
                  <a:cubicBezTo>
                    <a:pt x="192" y="0"/>
                    <a:pt x="0" y="2336"/>
                    <a:pt x="1882" y="2361"/>
                  </a:cubicBezTo>
                  <a:cubicBezTo>
                    <a:pt x="3310" y="2361"/>
                    <a:pt x="3486" y="55"/>
                    <a:pt x="1782" y="5"/>
                  </a:cubicBezTo>
                  <a:cubicBezTo>
                    <a:pt x="1742" y="2"/>
                    <a:pt x="1704" y="0"/>
                    <a:pt x="16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 name="Google Shape;900;p29"/>
            <p:cNvSpPr/>
            <p:nvPr/>
          </p:nvSpPr>
          <p:spPr>
            <a:xfrm>
              <a:off x="1573003" y="4215547"/>
              <a:ext cx="83448" cy="56115"/>
            </a:xfrm>
            <a:custGeom>
              <a:rect b="b" l="l" r="r" t="t"/>
              <a:pathLst>
                <a:path extrusionOk="0" h="2361" w="3511">
                  <a:moveTo>
                    <a:pt x="1666" y="0"/>
                  </a:moveTo>
                  <a:cubicBezTo>
                    <a:pt x="191" y="0"/>
                    <a:pt x="0" y="2336"/>
                    <a:pt x="1907" y="2361"/>
                  </a:cubicBezTo>
                  <a:cubicBezTo>
                    <a:pt x="3335" y="2361"/>
                    <a:pt x="3511" y="55"/>
                    <a:pt x="1781" y="5"/>
                  </a:cubicBezTo>
                  <a:cubicBezTo>
                    <a:pt x="1742" y="2"/>
                    <a:pt x="1704" y="0"/>
                    <a:pt x="16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 name="Google Shape;901;p29"/>
            <p:cNvSpPr/>
            <p:nvPr/>
          </p:nvSpPr>
          <p:spPr>
            <a:xfrm>
              <a:off x="1387133" y="4075550"/>
              <a:ext cx="83234" cy="55545"/>
            </a:xfrm>
            <a:custGeom>
              <a:rect b="b" l="l" r="r" t="t"/>
              <a:pathLst>
                <a:path extrusionOk="0" h="2337" w="3502">
                  <a:moveTo>
                    <a:pt x="1667" y="1"/>
                  </a:moveTo>
                  <a:cubicBezTo>
                    <a:pt x="192" y="1"/>
                    <a:pt x="0" y="2336"/>
                    <a:pt x="1882" y="2336"/>
                  </a:cubicBezTo>
                  <a:cubicBezTo>
                    <a:pt x="1890" y="2336"/>
                    <a:pt x="1897" y="2336"/>
                    <a:pt x="1905" y="2336"/>
                  </a:cubicBezTo>
                  <a:cubicBezTo>
                    <a:pt x="3313" y="2336"/>
                    <a:pt x="3502" y="30"/>
                    <a:pt x="1782" y="5"/>
                  </a:cubicBezTo>
                  <a:cubicBezTo>
                    <a:pt x="1743" y="2"/>
                    <a:pt x="1704" y="1"/>
                    <a:pt x="16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 name="Google Shape;902;p29"/>
            <p:cNvSpPr/>
            <p:nvPr/>
          </p:nvSpPr>
          <p:spPr>
            <a:xfrm>
              <a:off x="2095885" y="4001036"/>
              <a:ext cx="110994" cy="74654"/>
            </a:xfrm>
            <a:custGeom>
              <a:rect b="b" l="l" r="r" t="t"/>
              <a:pathLst>
                <a:path extrusionOk="0" h="3141" w="4670">
                  <a:moveTo>
                    <a:pt x="2203" y="1"/>
                  </a:moveTo>
                  <a:cubicBezTo>
                    <a:pt x="244" y="1"/>
                    <a:pt x="0" y="3116"/>
                    <a:pt x="2514" y="3140"/>
                  </a:cubicBezTo>
                  <a:cubicBezTo>
                    <a:pt x="4419" y="3140"/>
                    <a:pt x="4670" y="57"/>
                    <a:pt x="2364" y="7"/>
                  </a:cubicBezTo>
                  <a:cubicBezTo>
                    <a:pt x="2309" y="3"/>
                    <a:pt x="2256" y="1"/>
                    <a:pt x="220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 name="Google Shape;903;p29"/>
            <p:cNvSpPr/>
            <p:nvPr/>
          </p:nvSpPr>
          <p:spPr>
            <a:xfrm>
              <a:off x="2038841" y="4047551"/>
              <a:ext cx="83448" cy="56139"/>
            </a:xfrm>
            <a:custGeom>
              <a:rect b="b" l="l" r="r" t="t"/>
              <a:pathLst>
                <a:path extrusionOk="0" h="2362" w="3511">
                  <a:moveTo>
                    <a:pt x="1666" y="1"/>
                  </a:moveTo>
                  <a:cubicBezTo>
                    <a:pt x="191" y="1"/>
                    <a:pt x="1" y="2337"/>
                    <a:pt x="1907" y="2361"/>
                  </a:cubicBezTo>
                  <a:cubicBezTo>
                    <a:pt x="3335" y="2361"/>
                    <a:pt x="3511" y="55"/>
                    <a:pt x="1782" y="5"/>
                  </a:cubicBezTo>
                  <a:cubicBezTo>
                    <a:pt x="1742" y="2"/>
                    <a:pt x="1704" y="1"/>
                    <a:pt x="16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 name="Google Shape;904;p29"/>
            <p:cNvSpPr/>
            <p:nvPr/>
          </p:nvSpPr>
          <p:spPr>
            <a:xfrm>
              <a:off x="948153" y="3917680"/>
              <a:ext cx="211483" cy="380779"/>
            </a:xfrm>
            <a:custGeom>
              <a:rect b="b" l="l" r="r" t="t"/>
              <a:pathLst>
                <a:path extrusionOk="0" h="16021" w="8898">
                  <a:moveTo>
                    <a:pt x="4239" y="1"/>
                  </a:moveTo>
                  <a:cubicBezTo>
                    <a:pt x="3672" y="1"/>
                    <a:pt x="3052" y="99"/>
                    <a:pt x="2431" y="381"/>
                  </a:cubicBezTo>
                  <a:cubicBezTo>
                    <a:pt x="2005" y="582"/>
                    <a:pt x="1629" y="858"/>
                    <a:pt x="1328" y="1183"/>
                  </a:cubicBezTo>
                  <a:cubicBezTo>
                    <a:pt x="1003" y="1484"/>
                    <a:pt x="777" y="1860"/>
                    <a:pt x="602" y="2186"/>
                  </a:cubicBezTo>
                  <a:cubicBezTo>
                    <a:pt x="251" y="2888"/>
                    <a:pt x="125" y="3564"/>
                    <a:pt x="50" y="4166"/>
                  </a:cubicBezTo>
                  <a:cubicBezTo>
                    <a:pt x="0" y="4767"/>
                    <a:pt x="0" y="5344"/>
                    <a:pt x="25" y="5895"/>
                  </a:cubicBezTo>
                  <a:cubicBezTo>
                    <a:pt x="100" y="6973"/>
                    <a:pt x="301" y="7950"/>
                    <a:pt x="552" y="8853"/>
                  </a:cubicBezTo>
                  <a:cubicBezTo>
                    <a:pt x="802" y="9755"/>
                    <a:pt x="1078" y="10557"/>
                    <a:pt x="1354" y="11309"/>
                  </a:cubicBezTo>
                  <a:cubicBezTo>
                    <a:pt x="1930" y="12788"/>
                    <a:pt x="2557" y="13965"/>
                    <a:pt x="3008" y="14767"/>
                  </a:cubicBezTo>
                  <a:cubicBezTo>
                    <a:pt x="3233" y="15194"/>
                    <a:pt x="3434" y="15494"/>
                    <a:pt x="3559" y="15695"/>
                  </a:cubicBezTo>
                  <a:cubicBezTo>
                    <a:pt x="3684" y="15920"/>
                    <a:pt x="3760" y="16021"/>
                    <a:pt x="3760" y="16021"/>
                  </a:cubicBezTo>
                  <a:cubicBezTo>
                    <a:pt x="3760" y="16021"/>
                    <a:pt x="3760" y="15895"/>
                    <a:pt x="3734" y="15645"/>
                  </a:cubicBezTo>
                  <a:cubicBezTo>
                    <a:pt x="3734" y="15394"/>
                    <a:pt x="3709" y="15018"/>
                    <a:pt x="3659" y="14567"/>
                  </a:cubicBezTo>
                  <a:cubicBezTo>
                    <a:pt x="3609" y="14116"/>
                    <a:pt x="3559" y="13564"/>
                    <a:pt x="3509" y="12938"/>
                  </a:cubicBezTo>
                  <a:cubicBezTo>
                    <a:pt x="3434" y="12311"/>
                    <a:pt x="3359" y="11610"/>
                    <a:pt x="3283" y="10833"/>
                  </a:cubicBezTo>
                  <a:cubicBezTo>
                    <a:pt x="3208" y="10081"/>
                    <a:pt x="3133" y="9279"/>
                    <a:pt x="3058" y="8427"/>
                  </a:cubicBezTo>
                  <a:cubicBezTo>
                    <a:pt x="3008" y="7574"/>
                    <a:pt x="2983" y="6697"/>
                    <a:pt x="3033" y="5845"/>
                  </a:cubicBezTo>
                  <a:cubicBezTo>
                    <a:pt x="3058" y="5419"/>
                    <a:pt x="3083" y="4993"/>
                    <a:pt x="3183" y="4617"/>
                  </a:cubicBezTo>
                  <a:cubicBezTo>
                    <a:pt x="3258" y="4241"/>
                    <a:pt x="3359" y="3915"/>
                    <a:pt x="3484" y="3715"/>
                  </a:cubicBezTo>
                  <a:cubicBezTo>
                    <a:pt x="3634" y="3514"/>
                    <a:pt x="3709" y="3464"/>
                    <a:pt x="3810" y="3414"/>
                  </a:cubicBezTo>
                  <a:cubicBezTo>
                    <a:pt x="3892" y="3373"/>
                    <a:pt x="4074" y="3332"/>
                    <a:pt x="4315" y="3332"/>
                  </a:cubicBezTo>
                  <a:cubicBezTo>
                    <a:pt x="4369" y="3332"/>
                    <a:pt x="4427" y="3334"/>
                    <a:pt x="4486" y="3339"/>
                  </a:cubicBezTo>
                  <a:cubicBezTo>
                    <a:pt x="4562" y="3364"/>
                    <a:pt x="4637" y="3364"/>
                    <a:pt x="4737" y="3389"/>
                  </a:cubicBezTo>
                  <a:lnTo>
                    <a:pt x="4837" y="3389"/>
                  </a:lnTo>
                  <a:lnTo>
                    <a:pt x="4937" y="3414"/>
                  </a:lnTo>
                  <a:lnTo>
                    <a:pt x="4988" y="3439"/>
                  </a:lnTo>
                  <a:lnTo>
                    <a:pt x="5038" y="3439"/>
                  </a:lnTo>
                  <a:lnTo>
                    <a:pt x="5113" y="3464"/>
                  </a:lnTo>
                  <a:cubicBezTo>
                    <a:pt x="5163" y="3489"/>
                    <a:pt x="5213" y="3514"/>
                    <a:pt x="5238" y="3539"/>
                  </a:cubicBezTo>
                  <a:cubicBezTo>
                    <a:pt x="5389" y="3615"/>
                    <a:pt x="5464" y="3690"/>
                    <a:pt x="5589" y="3890"/>
                  </a:cubicBezTo>
                  <a:cubicBezTo>
                    <a:pt x="5689" y="4091"/>
                    <a:pt x="5765" y="4417"/>
                    <a:pt x="5815" y="4792"/>
                  </a:cubicBezTo>
                  <a:cubicBezTo>
                    <a:pt x="5840" y="5168"/>
                    <a:pt x="5840" y="5569"/>
                    <a:pt x="5815" y="5996"/>
                  </a:cubicBezTo>
                  <a:cubicBezTo>
                    <a:pt x="5740" y="6848"/>
                    <a:pt x="5589" y="7725"/>
                    <a:pt x="5414" y="8552"/>
                  </a:cubicBezTo>
                  <a:cubicBezTo>
                    <a:pt x="5238" y="9379"/>
                    <a:pt x="5063" y="10181"/>
                    <a:pt x="4862" y="10933"/>
                  </a:cubicBezTo>
                  <a:cubicBezTo>
                    <a:pt x="4511" y="12412"/>
                    <a:pt x="4186" y="13690"/>
                    <a:pt x="3985" y="14592"/>
                  </a:cubicBezTo>
                  <a:cubicBezTo>
                    <a:pt x="3885" y="15043"/>
                    <a:pt x="3835" y="15394"/>
                    <a:pt x="3810" y="15645"/>
                  </a:cubicBezTo>
                  <a:cubicBezTo>
                    <a:pt x="3760" y="15895"/>
                    <a:pt x="3760" y="16021"/>
                    <a:pt x="3760" y="16021"/>
                  </a:cubicBezTo>
                  <a:cubicBezTo>
                    <a:pt x="3760" y="16021"/>
                    <a:pt x="4060" y="15595"/>
                    <a:pt x="4587" y="14843"/>
                  </a:cubicBezTo>
                  <a:cubicBezTo>
                    <a:pt x="5113" y="14091"/>
                    <a:pt x="5865" y="13013"/>
                    <a:pt x="6617" y="11610"/>
                  </a:cubicBezTo>
                  <a:cubicBezTo>
                    <a:pt x="7018" y="10933"/>
                    <a:pt x="7394" y="10156"/>
                    <a:pt x="7770" y="9304"/>
                  </a:cubicBezTo>
                  <a:cubicBezTo>
                    <a:pt x="8120" y="8427"/>
                    <a:pt x="8471" y="7499"/>
                    <a:pt x="8697" y="6422"/>
                  </a:cubicBezTo>
                  <a:cubicBezTo>
                    <a:pt x="8797" y="5895"/>
                    <a:pt x="8897" y="5319"/>
                    <a:pt x="8897" y="4717"/>
                  </a:cubicBezTo>
                  <a:cubicBezTo>
                    <a:pt x="8897" y="4091"/>
                    <a:pt x="8847" y="3389"/>
                    <a:pt x="8547" y="2662"/>
                  </a:cubicBezTo>
                  <a:cubicBezTo>
                    <a:pt x="8271" y="1935"/>
                    <a:pt x="7694" y="1158"/>
                    <a:pt x="6943" y="707"/>
                  </a:cubicBezTo>
                  <a:cubicBezTo>
                    <a:pt x="6767" y="582"/>
                    <a:pt x="6592" y="507"/>
                    <a:pt x="6391" y="432"/>
                  </a:cubicBezTo>
                  <a:lnTo>
                    <a:pt x="6115" y="306"/>
                  </a:lnTo>
                  <a:lnTo>
                    <a:pt x="5790" y="206"/>
                  </a:lnTo>
                  <a:lnTo>
                    <a:pt x="5664" y="181"/>
                  </a:lnTo>
                  <a:lnTo>
                    <a:pt x="5564" y="156"/>
                  </a:lnTo>
                  <a:lnTo>
                    <a:pt x="5414" y="131"/>
                  </a:lnTo>
                  <a:lnTo>
                    <a:pt x="5288" y="106"/>
                  </a:lnTo>
                  <a:cubicBezTo>
                    <a:pt x="5138" y="81"/>
                    <a:pt x="4963" y="56"/>
                    <a:pt x="4787" y="31"/>
                  </a:cubicBezTo>
                  <a:cubicBezTo>
                    <a:pt x="4612" y="12"/>
                    <a:pt x="4428" y="1"/>
                    <a:pt x="423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 name="Google Shape;905;p29"/>
            <p:cNvSpPr/>
            <p:nvPr/>
          </p:nvSpPr>
          <p:spPr>
            <a:xfrm>
              <a:off x="1037499" y="4294293"/>
              <a:ext cx="316916" cy="300920"/>
            </a:xfrm>
            <a:custGeom>
              <a:rect b="b" l="l" r="r" t="t"/>
              <a:pathLst>
                <a:path extrusionOk="0" h="12661" w="13334">
                  <a:moveTo>
                    <a:pt x="1504" y="0"/>
                  </a:moveTo>
                  <a:cubicBezTo>
                    <a:pt x="1028" y="0"/>
                    <a:pt x="627" y="50"/>
                    <a:pt x="376" y="100"/>
                  </a:cubicBezTo>
                  <a:cubicBezTo>
                    <a:pt x="126" y="151"/>
                    <a:pt x="1" y="176"/>
                    <a:pt x="1" y="176"/>
                  </a:cubicBezTo>
                  <a:cubicBezTo>
                    <a:pt x="1" y="176"/>
                    <a:pt x="1" y="176"/>
                    <a:pt x="1" y="176"/>
                  </a:cubicBezTo>
                  <a:lnTo>
                    <a:pt x="1" y="176"/>
                  </a:lnTo>
                  <a:cubicBezTo>
                    <a:pt x="1" y="176"/>
                    <a:pt x="126" y="226"/>
                    <a:pt x="376" y="276"/>
                  </a:cubicBezTo>
                  <a:cubicBezTo>
                    <a:pt x="602" y="351"/>
                    <a:pt x="953" y="476"/>
                    <a:pt x="1379" y="652"/>
                  </a:cubicBezTo>
                  <a:cubicBezTo>
                    <a:pt x="2206" y="1028"/>
                    <a:pt x="3384" y="1604"/>
                    <a:pt x="4687" y="2406"/>
                  </a:cubicBezTo>
                  <a:cubicBezTo>
                    <a:pt x="5339" y="2807"/>
                    <a:pt x="6041" y="3233"/>
                    <a:pt x="6717" y="3760"/>
                  </a:cubicBezTo>
                  <a:cubicBezTo>
                    <a:pt x="7394" y="4261"/>
                    <a:pt x="8071" y="4812"/>
                    <a:pt x="8672" y="5439"/>
                  </a:cubicBezTo>
                  <a:cubicBezTo>
                    <a:pt x="8948" y="5740"/>
                    <a:pt x="9224" y="6065"/>
                    <a:pt x="9449" y="6391"/>
                  </a:cubicBezTo>
                  <a:cubicBezTo>
                    <a:pt x="9650" y="6717"/>
                    <a:pt x="9800" y="7018"/>
                    <a:pt x="9875" y="7319"/>
                  </a:cubicBezTo>
                  <a:cubicBezTo>
                    <a:pt x="9976" y="7594"/>
                    <a:pt x="9976" y="7845"/>
                    <a:pt x="9925" y="8095"/>
                  </a:cubicBezTo>
                  <a:cubicBezTo>
                    <a:pt x="9875" y="8321"/>
                    <a:pt x="9775" y="8597"/>
                    <a:pt x="9575" y="8872"/>
                  </a:cubicBezTo>
                  <a:lnTo>
                    <a:pt x="9549" y="8923"/>
                  </a:lnTo>
                  <a:lnTo>
                    <a:pt x="9549" y="8923"/>
                  </a:lnTo>
                  <a:lnTo>
                    <a:pt x="9549" y="8923"/>
                  </a:lnTo>
                  <a:lnTo>
                    <a:pt x="9524" y="8948"/>
                  </a:lnTo>
                  <a:cubicBezTo>
                    <a:pt x="9527" y="8945"/>
                    <a:pt x="9529" y="8943"/>
                    <a:pt x="9530" y="8943"/>
                  </a:cubicBezTo>
                  <a:cubicBezTo>
                    <a:pt x="9530" y="8943"/>
                    <a:pt x="9530" y="8945"/>
                    <a:pt x="9529" y="8948"/>
                  </a:cubicBezTo>
                  <a:lnTo>
                    <a:pt x="9529" y="8948"/>
                  </a:lnTo>
                  <a:lnTo>
                    <a:pt x="9424" y="9073"/>
                  </a:lnTo>
                  <a:cubicBezTo>
                    <a:pt x="9374" y="9123"/>
                    <a:pt x="9374" y="9148"/>
                    <a:pt x="9324" y="9198"/>
                  </a:cubicBezTo>
                  <a:cubicBezTo>
                    <a:pt x="9249" y="9273"/>
                    <a:pt x="9174" y="9324"/>
                    <a:pt x="9123" y="9349"/>
                  </a:cubicBezTo>
                  <a:cubicBezTo>
                    <a:pt x="9073" y="9374"/>
                    <a:pt x="9073" y="9374"/>
                    <a:pt x="9023" y="9374"/>
                  </a:cubicBezTo>
                  <a:cubicBezTo>
                    <a:pt x="8998" y="9386"/>
                    <a:pt x="8967" y="9392"/>
                    <a:pt x="8926" y="9392"/>
                  </a:cubicBezTo>
                  <a:cubicBezTo>
                    <a:pt x="8885" y="9392"/>
                    <a:pt x="8835" y="9386"/>
                    <a:pt x="8773" y="9374"/>
                  </a:cubicBezTo>
                  <a:cubicBezTo>
                    <a:pt x="8572" y="9298"/>
                    <a:pt x="8246" y="9148"/>
                    <a:pt x="7920" y="8923"/>
                  </a:cubicBezTo>
                  <a:cubicBezTo>
                    <a:pt x="7595" y="8697"/>
                    <a:pt x="7244" y="8396"/>
                    <a:pt x="6918" y="8095"/>
                  </a:cubicBezTo>
                  <a:cubicBezTo>
                    <a:pt x="6291" y="7494"/>
                    <a:pt x="5665" y="6817"/>
                    <a:pt x="5088" y="6166"/>
                  </a:cubicBezTo>
                  <a:cubicBezTo>
                    <a:pt x="4537" y="5489"/>
                    <a:pt x="3986" y="4837"/>
                    <a:pt x="3509" y="4236"/>
                  </a:cubicBezTo>
                  <a:cubicBezTo>
                    <a:pt x="2507" y="3008"/>
                    <a:pt x="1655" y="1980"/>
                    <a:pt x="1028" y="1253"/>
                  </a:cubicBezTo>
                  <a:cubicBezTo>
                    <a:pt x="727" y="902"/>
                    <a:pt x="452" y="627"/>
                    <a:pt x="276" y="451"/>
                  </a:cubicBezTo>
                  <a:cubicBezTo>
                    <a:pt x="101" y="276"/>
                    <a:pt x="1" y="176"/>
                    <a:pt x="1" y="176"/>
                  </a:cubicBezTo>
                  <a:lnTo>
                    <a:pt x="1" y="176"/>
                  </a:lnTo>
                  <a:cubicBezTo>
                    <a:pt x="1" y="176"/>
                    <a:pt x="151" y="702"/>
                    <a:pt x="452" y="1604"/>
                  </a:cubicBezTo>
                  <a:cubicBezTo>
                    <a:pt x="752" y="2481"/>
                    <a:pt x="1178" y="3760"/>
                    <a:pt x="1855" y="5238"/>
                  </a:cubicBezTo>
                  <a:cubicBezTo>
                    <a:pt x="2181" y="5990"/>
                    <a:pt x="2582" y="6767"/>
                    <a:pt x="3033" y="7594"/>
                  </a:cubicBezTo>
                  <a:cubicBezTo>
                    <a:pt x="3509" y="8421"/>
                    <a:pt x="4061" y="9273"/>
                    <a:pt x="4762" y="10126"/>
                  </a:cubicBezTo>
                  <a:cubicBezTo>
                    <a:pt x="5113" y="10552"/>
                    <a:pt x="5514" y="10978"/>
                    <a:pt x="5991" y="11379"/>
                  </a:cubicBezTo>
                  <a:cubicBezTo>
                    <a:pt x="6467" y="11780"/>
                    <a:pt x="7018" y="12181"/>
                    <a:pt x="7770" y="12456"/>
                  </a:cubicBezTo>
                  <a:cubicBezTo>
                    <a:pt x="8129" y="12569"/>
                    <a:pt x="8508" y="12661"/>
                    <a:pt x="8944" y="12661"/>
                  </a:cubicBezTo>
                  <a:cubicBezTo>
                    <a:pt x="8995" y="12661"/>
                    <a:pt x="9046" y="12660"/>
                    <a:pt x="9098" y="12657"/>
                  </a:cubicBezTo>
                  <a:cubicBezTo>
                    <a:pt x="9139" y="12659"/>
                    <a:pt x="9180" y="12660"/>
                    <a:pt x="9220" y="12660"/>
                  </a:cubicBezTo>
                  <a:cubicBezTo>
                    <a:pt x="9659" y="12660"/>
                    <a:pt x="10112" y="12540"/>
                    <a:pt x="10502" y="12356"/>
                  </a:cubicBezTo>
                  <a:cubicBezTo>
                    <a:pt x="10928" y="12156"/>
                    <a:pt x="11304" y="11905"/>
                    <a:pt x="11605" y="11629"/>
                  </a:cubicBezTo>
                  <a:cubicBezTo>
                    <a:pt x="11755" y="11504"/>
                    <a:pt x="11905" y="11304"/>
                    <a:pt x="12031" y="11153"/>
                  </a:cubicBezTo>
                  <a:lnTo>
                    <a:pt x="12156" y="11003"/>
                  </a:lnTo>
                  <a:lnTo>
                    <a:pt x="12206" y="10953"/>
                  </a:lnTo>
                  <a:lnTo>
                    <a:pt x="12281" y="10852"/>
                  </a:lnTo>
                  <a:lnTo>
                    <a:pt x="12281" y="10827"/>
                  </a:lnTo>
                  <a:lnTo>
                    <a:pt x="12357" y="10727"/>
                  </a:lnTo>
                  <a:cubicBezTo>
                    <a:pt x="12758" y="10126"/>
                    <a:pt x="13083" y="9399"/>
                    <a:pt x="13209" y="8597"/>
                  </a:cubicBezTo>
                  <a:cubicBezTo>
                    <a:pt x="13334" y="7795"/>
                    <a:pt x="13209" y="6968"/>
                    <a:pt x="12958" y="6291"/>
                  </a:cubicBezTo>
                  <a:cubicBezTo>
                    <a:pt x="12707" y="5589"/>
                    <a:pt x="12331" y="5013"/>
                    <a:pt x="11930" y="4511"/>
                  </a:cubicBezTo>
                  <a:cubicBezTo>
                    <a:pt x="11529" y="4010"/>
                    <a:pt x="11103" y="3609"/>
                    <a:pt x="10652" y="3258"/>
                  </a:cubicBezTo>
                  <a:cubicBezTo>
                    <a:pt x="9775" y="2532"/>
                    <a:pt x="8873" y="2005"/>
                    <a:pt x="7996" y="1579"/>
                  </a:cubicBezTo>
                  <a:cubicBezTo>
                    <a:pt x="7118" y="1178"/>
                    <a:pt x="6266" y="852"/>
                    <a:pt x="5464" y="627"/>
                  </a:cubicBezTo>
                  <a:cubicBezTo>
                    <a:pt x="3860" y="151"/>
                    <a:pt x="2482" y="0"/>
                    <a:pt x="150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 name="Google Shape;906;p29"/>
            <p:cNvSpPr/>
            <p:nvPr/>
          </p:nvSpPr>
          <p:spPr>
            <a:xfrm>
              <a:off x="720000" y="4226980"/>
              <a:ext cx="323476" cy="95926"/>
            </a:xfrm>
            <a:custGeom>
              <a:rect b="b" l="l" r="r" t="t"/>
              <a:pathLst>
                <a:path extrusionOk="0" h="4036" w="13610">
                  <a:moveTo>
                    <a:pt x="777" y="0"/>
                  </a:moveTo>
                  <a:lnTo>
                    <a:pt x="0" y="1930"/>
                  </a:lnTo>
                  <a:cubicBezTo>
                    <a:pt x="1529" y="2531"/>
                    <a:pt x="3509" y="3033"/>
                    <a:pt x="5614" y="3409"/>
                  </a:cubicBezTo>
                  <a:cubicBezTo>
                    <a:pt x="7744" y="3810"/>
                    <a:pt x="9950" y="4035"/>
                    <a:pt x="11855" y="4035"/>
                  </a:cubicBezTo>
                  <a:cubicBezTo>
                    <a:pt x="12481" y="4035"/>
                    <a:pt x="13058" y="4010"/>
                    <a:pt x="13609" y="3960"/>
                  </a:cubicBezTo>
                  <a:lnTo>
                    <a:pt x="13384" y="1880"/>
                  </a:lnTo>
                  <a:cubicBezTo>
                    <a:pt x="12932" y="1930"/>
                    <a:pt x="12406" y="1955"/>
                    <a:pt x="11855" y="1955"/>
                  </a:cubicBezTo>
                  <a:cubicBezTo>
                    <a:pt x="10125" y="1955"/>
                    <a:pt x="7995" y="1729"/>
                    <a:pt x="5990" y="1353"/>
                  </a:cubicBezTo>
                  <a:cubicBezTo>
                    <a:pt x="3985" y="1003"/>
                    <a:pt x="2080" y="501"/>
                    <a:pt x="77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 name="Google Shape;907;p29"/>
            <p:cNvSpPr/>
            <p:nvPr/>
          </p:nvSpPr>
          <p:spPr>
            <a:xfrm>
              <a:off x="968404" y="4286544"/>
              <a:ext cx="99491" cy="316322"/>
            </a:xfrm>
            <a:custGeom>
              <a:rect b="b" l="l" r="r" t="t"/>
              <a:pathLst>
                <a:path extrusionOk="0" h="13309" w="4186">
                  <a:moveTo>
                    <a:pt x="2281" y="0"/>
                  </a:moveTo>
                  <a:cubicBezTo>
                    <a:pt x="777" y="3409"/>
                    <a:pt x="25" y="7544"/>
                    <a:pt x="0" y="11229"/>
                  </a:cubicBezTo>
                  <a:cubicBezTo>
                    <a:pt x="0" y="11930"/>
                    <a:pt x="50" y="12632"/>
                    <a:pt x="101" y="13309"/>
                  </a:cubicBezTo>
                  <a:lnTo>
                    <a:pt x="2181" y="13108"/>
                  </a:lnTo>
                  <a:cubicBezTo>
                    <a:pt x="2131" y="12507"/>
                    <a:pt x="2106" y="11880"/>
                    <a:pt x="2106" y="11229"/>
                  </a:cubicBezTo>
                  <a:cubicBezTo>
                    <a:pt x="2106" y="7845"/>
                    <a:pt x="2832" y="3910"/>
                    <a:pt x="4186" y="853"/>
                  </a:cubicBezTo>
                  <a:lnTo>
                    <a:pt x="22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8" name="Google Shape;908;p29"/>
            <p:cNvSpPr/>
            <p:nvPr/>
          </p:nvSpPr>
          <p:spPr>
            <a:xfrm>
              <a:off x="980312" y="4254361"/>
              <a:ext cx="128107" cy="98920"/>
            </a:xfrm>
            <a:custGeom>
              <a:rect b="b" l="l" r="r" t="t"/>
              <a:pathLst>
                <a:path extrusionOk="0" h="4162" w="5390">
                  <a:moveTo>
                    <a:pt x="2707" y="1"/>
                  </a:moveTo>
                  <a:cubicBezTo>
                    <a:pt x="1" y="1"/>
                    <a:pt x="1" y="4161"/>
                    <a:pt x="2707" y="4161"/>
                  </a:cubicBezTo>
                  <a:cubicBezTo>
                    <a:pt x="5389" y="4161"/>
                    <a:pt x="5389" y="1"/>
                    <a:pt x="270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09" name="Google Shape;909;p29"/>
          <p:cNvGrpSpPr/>
          <p:nvPr/>
        </p:nvGrpSpPr>
        <p:grpSpPr>
          <a:xfrm flipH="1" rot="5400000">
            <a:off x="6747783" y="2023696"/>
            <a:ext cx="2661231" cy="1000858"/>
            <a:chOff x="720000" y="3829047"/>
            <a:chExt cx="2057547" cy="773819"/>
          </a:xfrm>
        </p:grpSpPr>
        <p:sp>
          <p:nvSpPr>
            <p:cNvPr id="910" name="Google Shape;910;p29"/>
            <p:cNvSpPr/>
            <p:nvPr/>
          </p:nvSpPr>
          <p:spPr>
            <a:xfrm>
              <a:off x="747524" y="4140653"/>
              <a:ext cx="1628264" cy="367137"/>
            </a:xfrm>
            <a:custGeom>
              <a:rect b="b" l="l" r="r" t="t"/>
              <a:pathLst>
                <a:path extrusionOk="0" h="15447" w="68508">
                  <a:moveTo>
                    <a:pt x="43313" y="0"/>
                  </a:moveTo>
                  <a:cubicBezTo>
                    <a:pt x="39438" y="0"/>
                    <a:pt x="35566" y="236"/>
                    <a:pt x="31724" y="725"/>
                  </a:cubicBezTo>
                  <a:cubicBezTo>
                    <a:pt x="20271" y="2178"/>
                    <a:pt x="8842" y="6239"/>
                    <a:pt x="446" y="14384"/>
                  </a:cubicBezTo>
                  <a:cubicBezTo>
                    <a:pt x="0" y="14810"/>
                    <a:pt x="424" y="15447"/>
                    <a:pt x="917" y="15447"/>
                  </a:cubicBezTo>
                  <a:cubicBezTo>
                    <a:pt x="1061" y="15447"/>
                    <a:pt x="1212" y="15392"/>
                    <a:pt x="1348" y="15261"/>
                  </a:cubicBezTo>
                  <a:cubicBezTo>
                    <a:pt x="9820" y="7041"/>
                    <a:pt x="21374" y="3206"/>
                    <a:pt x="32927" y="1828"/>
                  </a:cubicBezTo>
                  <a:cubicBezTo>
                    <a:pt x="36361" y="1423"/>
                    <a:pt x="39826" y="1229"/>
                    <a:pt x="43297" y="1229"/>
                  </a:cubicBezTo>
                  <a:cubicBezTo>
                    <a:pt x="51430" y="1229"/>
                    <a:pt x="59595" y="2294"/>
                    <a:pt x="67464" y="4209"/>
                  </a:cubicBezTo>
                  <a:cubicBezTo>
                    <a:pt x="67523" y="4224"/>
                    <a:pt x="67580" y="4231"/>
                    <a:pt x="67634" y="4231"/>
                  </a:cubicBezTo>
                  <a:cubicBezTo>
                    <a:pt x="68284" y="4231"/>
                    <a:pt x="68507" y="3191"/>
                    <a:pt x="67790" y="3006"/>
                  </a:cubicBezTo>
                  <a:cubicBezTo>
                    <a:pt x="59796" y="1063"/>
                    <a:pt x="51548" y="0"/>
                    <a:pt x="4331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1" name="Google Shape;911;p29"/>
            <p:cNvSpPr/>
            <p:nvPr/>
          </p:nvSpPr>
          <p:spPr>
            <a:xfrm>
              <a:off x="2336731" y="4176923"/>
              <a:ext cx="440816" cy="166681"/>
            </a:xfrm>
            <a:custGeom>
              <a:rect b="b" l="l" r="r" t="t"/>
              <a:pathLst>
                <a:path extrusionOk="0" h="7013" w="18547">
                  <a:moveTo>
                    <a:pt x="6492" y="1"/>
                  </a:moveTo>
                  <a:cubicBezTo>
                    <a:pt x="5890" y="1"/>
                    <a:pt x="5339" y="26"/>
                    <a:pt x="4762" y="101"/>
                  </a:cubicBezTo>
                  <a:cubicBezTo>
                    <a:pt x="4211" y="176"/>
                    <a:pt x="3685" y="277"/>
                    <a:pt x="3183" y="402"/>
                  </a:cubicBezTo>
                  <a:cubicBezTo>
                    <a:pt x="2958" y="477"/>
                    <a:pt x="2707" y="527"/>
                    <a:pt x="2507" y="577"/>
                  </a:cubicBezTo>
                  <a:cubicBezTo>
                    <a:pt x="2281" y="678"/>
                    <a:pt x="2081" y="728"/>
                    <a:pt x="1880" y="828"/>
                  </a:cubicBezTo>
                  <a:cubicBezTo>
                    <a:pt x="1504" y="978"/>
                    <a:pt x="1153" y="1129"/>
                    <a:pt x="878" y="1279"/>
                  </a:cubicBezTo>
                  <a:cubicBezTo>
                    <a:pt x="602" y="1404"/>
                    <a:pt x="376" y="1555"/>
                    <a:pt x="226" y="1655"/>
                  </a:cubicBezTo>
                  <a:cubicBezTo>
                    <a:pt x="76" y="1730"/>
                    <a:pt x="0" y="1805"/>
                    <a:pt x="0" y="1805"/>
                  </a:cubicBezTo>
                  <a:cubicBezTo>
                    <a:pt x="0" y="1805"/>
                    <a:pt x="51" y="1881"/>
                    <a:pt x="176" y="2006"/>
                  </a:cubicBezTo>
                  <a:cubicBezTo>
                    <a:pt x="301" y="2131"/>
                    <a:pt x="502" y="2332"/>
                    <a:pt x="727" y="2507"/>
                  </a:cubicBezTo>
                  <a:cubicBezTo>
                    <a:pt x="978" y="2733"/>
                    <a:pt x="1254" y="2958"/>
                    <a:pt x="1579" y="3209"/>
                  </a:cubicBezTo>
                  <a:cubicBezTo>
                    <a:pt x="1930" y="3434"/>
                    <a:pt x="2281" y="3685"/>
                    <a:pt x="2682" y="3986"/>
                  </a:cubicBezTo>
                  <a:cubicBezTo>
                    <a:pt x="3083" y="4236"/>
                    <a:pt x="3509" y="4512"/>
                    <a:pt x="3960" y="4738"/>
                  </a:cubicBezTo>
                  <a:cubicBezTo>
                    <a:pt x="4412" y="4988"/>
                    <a:pt x="4913" y="5239"/>
                    <a:pt x="5414" y="5439"/>
                  </a:cubicBezTo>
                  <a:cubicBezTo>
                    <a:pt x="6417" y="5866"/>
                    <a:pt x="7519" y="6241"/>
                    <a:pt x="8647" y="6492"/>
                  </a:cubicBezTo>
                  <a:cubicBezTo>
                    <a:pt x="9224" y="6642"/>
                    <a:pt x="9775" y="6743"/>
                    <a:pt x="10351" y="6818"/>
                  </a:cubicBezTo>
                  <a:cubicBezTo>
                    <a:pt x="10928" y="6918"/>
                    <a:pt x="11479" y="6968"/>
                    <a:pt x="12056" y="6993"/>
                  </a:cubicBezTo>
                  <a:cubicBezTo>
                    <a:pt x="12341" y="7006"/>
                    <a:pt x="12624" y="7013"/>
                    <a:pt x="12904" y="7013"/>
                  </a:cubicBezTo>
                  <a:cubicBezTo>
                    <a:pt x="13707" y="7013"/>
                    <a:pt x="14482" y="6961"/>
                    <a:pt x="15189" y="6868"/>
                  </a:cubicBezTo>
                  <a:cubicBezTo>
                    <a:pt x="16141" y="6718"/>
                    <a:pt x="16968" y="6517"/>
                    <a:pt x="17570" y="6342"/>
                  </a:cubicBezTo>
                  <a:cubicBezTo>
                    <a:pt x="17870" y="6241"/>
                    <a:pt x="18121" y="6141"/>
                    <a:pt x="18296" y="6091"/>
                  </a:cubicBezTo>
                  <a:cubicBezTo>
                    <a:pt x="18447" y="6016"/>
                    <a:pt x="18547" y="5966"/>
                    <a:pt x="18547" y="5966"/>
                  </a:cubicBezTo>
                  <a:cubicBezTo>
                    <a:pt x="18547" y="5966"/>
                    <a:pt x="18497" y="5891"/>
                    <a:pt x="18397" y="5740"/>
                  </a:cubicBezTo>
                  <a:cubicBezTo>
                    <a:pt x="18296" y="5615"/>
                    <a:pt x="18146" y="5364"/>
                    <a:pt x="17945" y="5139"/>
                  </a:cubicBezTo>
                  <a:cubicBezTo>
                    <a:pt x="17745" y="4888"/>
                    <a:pt x="17519" y="4612"/>
                    <a:pt x="17219" y="4312"/>
                  </a:cubicBezTo>
                  <a:cubicBezTo>
                    <a:pt x="16918" y="3986"/>
                    <a:pt x="16592" y="3685"/>
                    <a:pt x="16216" y="3384"/>
                  </a:cubicBezTo>
                  <a:cubicBezTo>
                    <a:pt x="15815" y="3058"/>
                    <a:pt x="15414" y="2733"/>
                    <a:pt x="14938" y="2432"/>
                  </a:cubicBezTo>
                  <a:cubicBezTo>
                    <a:pt x="14487" y="2156"/>
                    <a:pt x="13986" y="1881"/>
                    <a:pt x="13459" y="1605"/>
                  </a:cubicBezTo>
                  <a:cubicBezTo>
                    <a:pt x="12958" y="1354"/>
                    <a:pt x="12407" y="1104"/>
                    <a:pt x="11830" y="928"/>
                  </a:cubicBezTo>
                  <a:cubicBezTo>
                    <a:pt x="11254" y="728"/>
                    <a:pt x="10677" y="552"/>
                    <a:pt x="10076" y="402"/>
                  </a:cubicBezTo>
                  <a:cubicBezTo>
                    <a:pt x="9474" y="277"/>
                    <a:pt x="8873" y="176"/>
                    <a:pt x="8271" y="101"/>
                  </a:cubicBezTo>
                  <a:cubicBezTo>
                    <a:pt x="7670" y="26"/>
                    <a:pt x="7068" y="1"/>
                    <a:pt x="649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 name="Google Shape;912;p29"/>
            <p:cNvSpPr/>
            <p:nvPr/>
          </p:nvSpPr>
          <p:spPr>
            <a:xfrm>
              <a:off x="2160393" y="3951383"/>
              <a:ext cx="378878" cy="230925"/>
            </a:xfrm>
            <a:custGeom>
              <a:rect b="b" l="l" r="r" t="t"/>
              <a:pathLst>
                <a:path extrusionOk="0" h="9716" w="15941">
                  <a:moveTo>
                    <a:pt x="13156" y="0"/>
                  </a:moveTo>
                  <a:cubicBezTo>
                    <a:pt x="12955" y="0"/>
                    <a:pt x="12747" y="5"/>
                    <a:pt x="12532" y="16"/>
                  </a:cubicBezTo>
                  <a:cubicBezTo>
                    <a:pt x="12056" y="66"/>
                    <a:pt x="11555" y="116"/>
                    <a:pt x="11029" y="242"/>
                  </a:cubicBezTo>
                  <a:cubicBezTo>
                    <a:pt x="10502" y="342"/>
                    <a:pt x="9951" y="467"/>
                    <a:pt x="9425" y="668"/>
                  </a:cubicBezTo>
                  <a:cubicBezTo>
                    <a:pt x="8873" y="868"/>
                    <a:pt x="8347" y="1069"/>
                    <a:pt x="7821" y="1344"/>
                  </a:cubicBezTo>
                  <a:cubicBezTo>
                    <a:pt x="7294" y="1595"/>
                    <a:pt x="6793" y="1871"/>
                    <a:pt x="6292" y="2197"/>
                  </a:cubicBezTo>
                  <a:cubicBezTo>
                    <a:pt x="5815" y="2522"/>
                    <a:pt x="5364" y="2848"/>
                    <a:pt x="4913" y="3174"/>
                  </a:cubicBezTo>
                  <a:cubicBezTo>
                    <a:pt x="4487" y="3525"/>
                    <a:pt x="4086" y="3901"/>
                    <a:pt x="3710" y="4252"/>
                  </a:cubicBezTo>
                  <a:cubicBezTo>
                    <a:pt x="3334" y="4603"/>
                    <a:pt x="2983" y="4979"/>
                    <a:pt x="2683" y="5354"/>
                  </a:cubicBezTo>
                  <a:cubicBezTo>
                    <a:pt x="2357" y="5705"/>
                    <a:pt x="2081" y="6081"/>
                    <a:pt x="1830" y="6432"/>
                  </a:cubicBezTo>
                  <a:cubicBezTo>
                    <a:pt x="1705" y="6608"/>
                    <a:pt x="1580" y="6783"/>
                    <a:pt x="1455" y="6958"/>
                  </a:cubicBezTo>
                  <a:cubicBezTo>
                    <a:pt x="1329" y="7134"/>
                    <a:pt x="1179" y="7284"/>
                    <a:pt x="1079" y="7460"/>
                  </a:cubicBezTo>
                  <a:cubicBezTo>
                    <a:pt x="828" y="7786"/>
                    <a:pt x="627" y="8086"/>
                    <a:pt x="477" y="8362"/>
                  </a:cubicBezTo>
                  <a:cubicBezTo>
                    <a:pt x="327" y="8613"/>
                    <a:pt x="201" y="8838"/>
                    <a:pt x="126" y="8989"/>
                  </a:cubicBezTo>
                  <a:cubicBezTo>
                    <a:pt x="51" y="9139"/>
                    <a:pt x="1" y="9239"/>
                    <a:pt x="1" y="9239"/>
                  </a:cubicBezTo>
                  <a:cubicBezTo>
                    <a:pt x="1" y="9239"/>
                    <a:pt x="101" y="9264"/>
                    <a:pt x="277" y="9314"/>
                  </a:cubicBezTo>
                  <a:cubicBezTo>
                    <a:pt x="427" y="9365"/>
                    <a:pt x="678" y="9440"/>
                    <a:pt x="978" y="9490"/>
                  </a:cubicBezTo>
                  <a:cubicBezTo>
                    <a:pt x="1279" y="9565"/>
                    <a:pt x="1630" y="9615"/>
                    <a:pt x="2031" y="9665"/>
                  </a:cubicBezTo>
                  <a:cubicBezTo>
                    <a:pt x="2231" y="9690"/>
                    <a:pt x="2432" y="9715"/>
                    <a:pt x="2658" y="9715"/>
                  </a:cubicBezTo>
                  <a:cubicBezTo>
                    <a:pt x="2883" y="9715"/>
                    <a:pt x="3134" y="9690"/>
                    <a:pt x="3384" y="9690"/>
                  </a:cubicBezTo>
                  <a:cubicBezTo>
                    <a:pt x="3886" y="9640"/>
                    <a:pt x="4412" y="9565"/>
                    <a:pt x="4988" y="9465"/>
                  </a:cubicBezTo>
                  <a:cubicBezTo>
                    <a:pt x="5515" y="9339"/>
                    <a:pt x="6041" y="9189"/>
                    <a:pt x="6592" y="8989"/>
                  </a:cubicBezTo>
                  <a:cubicBezTo>
                    <a:pt x="7144" y="8813"/>
                    <a:pt x="7670" y="8588"/>
                    <a:pt x="8171" y="8312"/>
                  </a:cubicBezTo>
                  <a:cubicBezTo>
                    <a:pt x="8698" y="8061"/>
                    <a:pt x="9199" y="7760"/>
                    <a:pt x="9675" y="7460"/>
                  </a:cubicBezTo>
                  <a:cubicBezTo>
                    <a:pt x="10151" y="7159"/>
                    <a:pt x="10602" y="6833"/>
                    <a:pt x="11029" y="6507"/>
                  </a:cubicBezTo>
                  <a:cubicBezTo>
                    <a:pt x="11480" y="6182"/>
                    <a:pt x="11881" y="5831"/>
                    <a:pt x="12257" y="5455"/>
                  </a:cubicBezTo>
                  <a:cubicBezTo>
                    <a:pt x="12633" y="5079"/>
                    <a:pt x="13009" y="4728"/>
                    <a:pt x="13334" y="4352"/>
                  </a:cubicBezTo>
                  <a:cubicBezTo>
                    <a:pt x="13660" y="3976"/>
                    <a:pt x="13961" y="3600"/>
                    <a:pt x="14237" y="3224"/>
                  </a:cubicBezTo>
                  <a:cubicBezTo>
                    <a:pt x="14512" y="2873"/>
                    <a:pt x="14763" y="2522"/>
                    <a:pt x="14963" y="2197"/>
                  </a:cubicBezTo>
                  <a:cubicBezTo>
                    <a:pt x="15189" y="1871"/>
                    <a:pt x="15364" y="1545"/>
                    <a:pt x="15515" y="1269"/>
                  </a:cubicBezTo>
                  <a:cubicBezTo>
                    <a:pt x="15665" y="1019"/>
                    <a:pt x="15765" y="768"/>
                    <a:pt x="15841" y="618"/>
                  </a:cubicBezTo>
                  <a:cubicBezTo>
                    <a:pt x="15916" y="467"/>
                    <a:pt x="15941" y="367"/>
                    <a:pt x="15941" y="367"/>
                  </a:cubicBezTo>
                  <a:cubicBezTo>
                    <a:pt x="15941" y="367"/>
                    <a:pt x="15841" y="342"/>
                    <a:pt x="15690" y="292"/>
                  </a:cubicBezTo>
                  <a:cubicBezTo>
                    <a:pt x="15515" y="267"/>
                    <a:pt x="15264" y="192"/>
                    <a:pt x="14963" y="141"/>
                  </a:cubicBezTo>
                  <a:cubicBezTo>
                    <a:pt x="14494" y="63"/>
                    <a:pt x="13871" y="0"/>
                    <a:pt x="1315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 name="Google Shape;913;p29"/>
            <p:cNvSpPr/>
            <p:nvPr/>
          </p:nvSpPr>
          <p:spPr>
            <a:xfrm>
              <a:off x="2001358" y="4172764"/>
              <a:ext cx="343131" cy="318104"/>
            </a:xfrm>
            <a:custGeom>
              <a:rect b="b" l="l" r="r" t="t"/>
              <a:pathLst>
                <a:path extrusionOk="0" h="13384" w="14437">
                  <a:moveTo>
                    <a:pt x="0" y="0"/>
                  </a:moveTo>
                  <a:cubicBezTo>
                    <a:pt x="0" y="0"/>
                    <a:pt x="25" y="101"/>
                    <a:pt x="50" y="276"/>
                  </a:cubicBezTo>
                  <a:cubicBezTo>
                    <a:pt x="100" y="452"/>
                    <a:pt x="151" y="727"/>
                    <a:pt x="251" y="1028"/>
                  </a:cubicBezTo>
                  <a:cubicBezTo>
                    <a:pt x="426" y="1629"/>
                    <a:pt x="777" y="2482"/>
                    <a:pt x="1278" y="3359"/>
                  </a:cubicBezTo>
                  <a:cubicBezTo>
                    <a:pt x="1755" y="4236"/>
                    <a:pt x="2381" y="5188"/>
                    <a:pt x="3133" y="6091"/>
                  </a:cubicBezTo>
                  <a:cubicBezTo>
                    <a:pt x="3885" y="6968"/>
                    <a:pt x="4737" y="7820"/>
                    <a:pt x="5639" y="8597"/>
                  </a:cubicBezTo>
                  <a:cubicBezTo>
                    <a:pt x="6090" y="8973"/>
                    <a:pt x="6567" y="9349"/>
                    <a:pt x="7043" y="9675"/>
                  </a:cubicBezTo>
                  <a:cubicBezTo>
                    <a:pt x="7494" y="10025"/>
                    <a:pt x="7970" y="10326"/>
                    <a:pt x="8446" y="10627"/>
                  </a:cubicBezTo>
                  <a:cubicBezTo>
                    <a:pt x="8922" y="10903"/>
                    <a:pt x="9374" y="11178"/>
                    <a:pt x="9850" y="11429"/>
                  </a:cubicBezTo>
                  <a:cubicBezTo>
                    <a:pt x="10301" y="11655"/>
                    <a:pt x="10752" y="11880"/>
                    <a:pt x="11178" y="12081"/>
                  </a:cubicBezTo>
                  <a:cubicBezTo>
                    <a:pt x="11404" y="12156"/>
                    <a:pt x="11579" y="12256"/>
                    <a:pt x="11805" y="12356"/>
                  </a:cubicBezTo>
                  <a:cubicBezTo>
                    <a:pt x="12005" y="12432"/>
                    <a:pt x="12206" y="12532"/>
                    <a:pt x="12381" y="12607"/>
                  </a:cubicBezTo>
                  <a:cubicBezTo>
                    <a:pt x="12732" y="12757"/>
                    <a:pt x="13108" y="12883"/>
                    <a:pt x="13384" y="13008"/>
                  </a:cubicBezTo>
                  <a:cubicBezTo>
                    <a:pt x="13659" y="13133"/>
                    <a:pt x="13910" y="13208"/>
                    <a:pt x="14085" y="13284"/>
                  </a:cubicBezTo>
                  <a:cubicBezTo>
                    <a:pt x="14261" y="13359"/>
                    <a:pt x="14361" y="13384"/>
                    <a:pt x="14361" y="13384"/>
                  </a:cubicBezTo>
                  <a:cubicBezTo>
                    <a:pt x="14361" y="13384"/>
                    <a:pt x="14386" y="13284"/>
                    <a:pt x="14386" y="13108"/>
                  </a:cubicBezTo>
                  <a:cubicBezTo>
                    <a:pt x="14411" y="12933"/>
                    <a:pt x="14436" y="12657"/>
                    <a:pt x="14436" y="12331"/>
                  </a:cubicBezTo>
                  <a:cubicBezTo>
                    <a:pt x="14436" y="11980"/>
                    <a:pt x="14386" y="11604"/>
                    <a:pt x="14311" y="11153"/>
                  </a:cubicBezTo>
                  <a:cubicBezTo>
                    <a:pt x="14236" y="10677"/>
                    <a:pt x="14110" y="10226"/>
                    <a:pt x="13935" y="9700"/>
                  </a:cubicBezTo>
                  <a:cubicBezTo>
                    <a:pt x="13760" y="9198"/>
                    <a:pt x="13534" y="8672"/>
                    <a:pt x="13258" y="8146"/>
                  </a:cubicBezTo>
                  <a:cubicBezTo>
                    <a:pt x="12983" y="7645"/>
                    <a:pt x="12657" y="7093"/>
                    <a:pt x="12281" y="6592"/>
                  </a:cubicBezTo>
                  <a:cubicBezTo>
                    <a:pt x="11554" y="5564"/>
                    <a:pt x="10652" y="4637"/>
                    <a:pt x="9699" y="3810"/>
                  </a:cubicBezTo>
                  <a:cubicBezTo>
                    <a:pt x="8697" y="2983"/>
                    <a:pt x="7669" y="2281"/>
                    <a:pt x="6592" y="1755"/>
                  </a:cubicBezTo>
                  <a:cubicBezTo>
                    <a:pt x="6065" y="1479"/>
                    <a:pt x="5539" y="1228"/>
                    <a:pt x="5013" y="1028"/>
                  </a:cubicBezTo>
                  <a:cubicBezTo>
                    <a:pt x="4511" y="827"/>
                    <a:pt x="3985" y="677"/>
                    <a:pt x="3509" y="527"/>
                  </a:cubicBezTo>
                  <a:cubicBezTo>
                    <a:pt x="2557" y="251"/>
                    <a:pt x="1704" y="126"/>
                    <a:pt x="1053" y="76"/>
                  </a:cubicBezTo>
                  <a:cubicBezTo>
                    <a:pt x="727" y="25"/>
                    <a:pt x="476" y="25"/>
                    <a:pt x="27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 name="Google Shape;914;p29"/>
            <p:cNvSpPr/>
            <p:nvPr/>
          </p:nvSpPr>
          <p:spPr>
            <a:xfrm>
              <a:off x="1844082" y="3844520"/>
              <a:ext cx="282382" cy="310380"/>
            </a:xfrm>
            <a:custGeom>
              <a:rect b="b" l="l" r="r" t="t"/>
              <a:pathLst>
                <a:path extrusionOk="0" h="13059" w="11881">
                  <a:moveTo>
                    <a:pt x="11755" y="1"/>
                  </a:moveTo>
                  <a:cubicBezTo>
                    <a:pt x="11755" y="1"/>
                    <a:pt x="11655" y="1"/>
                    <a:pt x="11479" y="51"/>
                  </a:cubicBezTo>
                  <a:cubicBezTo>
                    <a:pt x="11329" y="126"/>
                    <a:pt x="11078" y="176"/>
                    <a:pt x="10803" y="276"/>
                  </a:cubicBezTo>
                  <a:cubicBezTo>
                    <a:pt x="10527" y="377"/>
                    <a:pt x="10201" y="502"/>
                    <a:pt x="9850" y="652"/>
                  </a:cubicBezTo>
                  <a:cubicBezTo>
                    <a:pt x="9524" y="803"/>
                    <a:pt x="9148" y="953"/>
                    <a:pt x="8747" y="1129"/>
                  </a:cubicBezTo>
                  <a:cubicBezTo>
                    <a:pt x="8346" y="1329"/>
                    <a:pt x="7945" y="1530"/>
                    <a:pt x="7544" y="1780"/>
                  </a:cubicBezTo>
                  <a:cubicBezTo>
                    <a:pt x="7143" y="2006"/>
                    <a:pt x="6692" y="2256"/>
                    <a:pt x="6291" y="2557"/>
                  </a:cubicBezTo>
                  <a:cubicBezTo>
                    <a:pt x="5890" y="2833"/>
                    <a:pt x="5489" y="3159"/>
                    <a:pt x="5088" y="3485"/>
                  </a:cubicBezTo>
                  <a:cubicBezTo>
                    <a:pt x="4687" y="3835"/>
                    <a:pt x="4286" y="4186"/>
                    <a:pt x="3935" y="4562"/>
                  </a:cubicBezTo>
                  <a:cubicBezTo>
                    <a:pt x="3158" y="5339"/>
                    <a:pt x="2507" y="6191"/>
                    <a:pt x="1930" y="7094"/>
                  </a:cubicBezTo>
                  <a:cubicBezTo>
                    <a:pt x="1630" y="7545"/>
                    <a:pt x="1379" y="7996"/>
                    <a:pt x="1153" y="8447"/>
                  </a:cubicBezTo>
                  <a:cubicBezTo>
                    <a:pt x="928" y="8923"/>
                    <a:pt x="752" y="9374"/>
                    <a:pt x="577" y="9800"/>
                  </a:cubicBezTo>
                  <a:cubicBezTo>
                    <a:pt x="427" y="10251"/>
                    <a:pt x="301" y="10678"/>
                    <a:pt x="226" y="11053"/>
                  </a:cubicBezTo>
                  <a:cubicBezTo>
                    <a:pt x="151" y="11429"/>
                    <a:pt x="101" y="11780"/>
                    <a:pt x="51" y="12081"/>
                  </a:cubicBezTo>
                  <a:cubicBezTo>
                    <a:pt x="26" y="12382"/>
                    <a:pt x="26" y="12632"/>
                    <a:pt x="1" y="12783"/>
                  </a:cubicBezTo>
                  <a:cubicBezTo>
                    <a:pt x="1" y="12958"/>
                    <a:pt x="1" y="13058"/>
                    <a:pt x="1" y="13058"/>
                  </a:cubicBezTo>
                  <a:cubicBezTo>
                    <a:pt x="1" y="13058"/>
                    <a:pt x="101" y="13058"/>
                    <a:pt x="276" y="13033"/>
                  </a:cubicBezTo>
                  <a:cubicBezTo>
                    <a:pt x="427" y="13008"/>
                    <a:pt x="702" y="12983"/>
                    <a:pt x="978" y="12933"/>
                  </a:cubicBezTo>
                  <a:cubicBezTo>
                    <a:pt x="1580" y="12833"/>
                    <a:pt x="2356" y="12582"/>
                    <a:pt x="3209" y="12307"/>
                  </a:cubicBezTo>
                  <a:cubicBezTo>
                    <a:pt x="3635" y="12131"/>
                    <a:pt x="4061" y="11981"/>
                    <a:pt x="4487" y="11755"/>
                  </a:cubicBezTo>
                  <a:cubicBezTo>
                    <a:pt x="4938" y="11555"/>
                    <a:pt x="5389" y="11304"/>
                    <a:pt x="5840" y="11028"/>
                  </a:cubicBezTo>
                  <a:cubicBezTo>
                    <a:pt x="6742" y="10477"/>
                    <a:pt x="7620" y="9750"/>
                    <a:pt x="8397" y="8973"/>
                  </a:cubicBezTo>
                  <a:cubicBezTo>
                    <a:pt x="8798" y="8547"/>
                    <a:pt x="9174" y="8121"/>
                    <a:pt x="9524" y="7670"/>
                  </a:cubicBezTo>
                  <a:cubicBezTo>
                    <a:pt x="9875" y="7244"/>
                    <a:pt x="10176" y="6743"/>
                    <a:pt x="10452" y="6266"/>
                  </a:cubicBezTo>
                  <a:cubicBezTo>
                    <a:pt x="10727" y="5765"/>
                    <a:pt x="10978" y="5289"/>
                    <a:pt x="11154" y="4813"/>
                  </a:cubicBezTo>
                  <a:cubicBezTo>
                    <a:pt x="11354" y="4312"/>
                    <a:pt x="11504" y="3810"/>
                    <a:pt x="11630" y="3359"/>
                  </a:cubicBezTo>
                  <a:cubicBezTo>
                    <a:pt x="11680" y="3109"/>
                    <a:pt x="11730" y="2908"/>
                    <a:pt x="11780" y="2682"/>
                  </a:cubicBezTo>
                  <a:cubicBezTo>
                    <a:pt x="11805" y="2457"/>
                    <a:pt x="11830" y="2256"/>
                    <a:pt x="11830" y="2031"/>
                  </a:cubicBezTo>
                  <a:cubicBezTo>
                    <a:pt x="11880" y="1630"/>
                    <a:pt x="11880" y="1254"/>
                    <a:pt x="11855" y="953"/>
                  </a:cubicBezTo>
                  <a:cubicBezTo>
                    <a:pt x="11855" y="652"/>
                    <a:pt x="11805" y="402"/>
                    <a:pt x="11805" y="251"/>
                  </a:cubicBezTo>
                  <a:cubicBezTo>
                    <a:pt x="11780" y="76"/>
                    <a:pt x="11755" y="1"/>
                    <a:pt x="1175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 name="Google Shape;915;p29"/>
            <p:cNvSpPr/>
            <p:nvPr/>
          </p:nvSpPr>
          <p:spPr>
            <a:xfrm>
              <a:off x="1677893" y="4172764"/>
              <a:ext cx="268668" cy="317510"/>
            </a:xfrm>
            <a:custGeom>
              <a:rect b="b" l="l" r="r" t="t"/>
              <a:pathLst>
                <a:path extrusionOk="0" h="13359" w="11304">
                  <a:moveTo>
                    <a:pt x="0" y="0"/>
                  </a:moveTo>
                  <a:cubicBezTo>
                    <a:pt x="0" y="0"/>
                    <a:pt x="25" y="101"/>
                    <a:pt x="25" y="276"/>
                  </a:cubicBezTo>
                  <a:cubicBezTo>
                    <a:pt x="50" y="426"/>
                    <a:pt x="75" y="677"/>
                    <a:pt x="150" y="978"/>
                  </a:cubicBezTo>
                  <a:cubicBezTo>
                    <a:pt x="201" y="1254"/>
                    <a:pt x="276" y="1604"/>
                    <a:pt x="401" y="1980"/>
                  </a:cubicBezTo>
                  <a:cubicBezTo>
                    <a:pt x="451" y="2181"/>
                    <a:pt x="501" y="2356"/>
                    <a:pt x="576" y="2557"/>
                  </a:cubicBezTo>
                  <a:cubicBezTo>
                    <a:pt x="627" y="2757"/>
                    <a:pt x="702" y="2958"/>
                    <a:pt x="752" y="3183"/>
                  </a:cubicBezTo>
                  <a:cubicBezTo>
                    <a:pt x="877" y="3584"/>
                    <a:pt x="1028" y="4010"/>
                    <a:pt x="1203" y="4436"/>
                  </a:cubicBezTo>
                  <a:cubicBezTo>
                    <a:pt x="1228" y="4537"/>
                    <a:pt x="1278" y="4637"/>
                    <a:pt x="1328" y="4737"/>
                  </a:cubicBezTo>
                  <a:cubicBezTo>
                    <a:pt x="1379" y="4863"/>
                    <a:pt x="1429" y="4963"/>
                    <a:pt x="1479" y="5088"/>
                  </a:cubicBezTo>
                  <a:cubicBezTo>
                    <a:pt x="1579" y="5314"/>
                    <a:pt x="1679" y="5539"/>
                    <a:pt x="1780" y="5765"/>
                  </a:cubicBezTo>
                  <a:cubicBezTo>
                    <a:pt x="2005" y="6216"/>
                    <a:pt x="2281" y="6617"/>
                    <a:pt x="2556" y="7068"/>
                  </a:cubicBezTo>
                  <a:cubicBezTo>
                    <a:pt x="2832" y="7519"/>
                    <a:pt x="3133" y="7945"/>
                    <a:pt x="3459" y="8346"/>
                  </a:cubicBezTo>
                  <a:cubicBezTo>
                    <a:pt x="4110" y="9223"/>
                    <a:pt x="4837" y="9975"/>
                    <a:pt x="5639" y="10677"/>
                  </a:cubicBezTo>
                  <a:cubicBezTo>
                    <a:pt x="6065" y="11028"/>
                    <a:pt x="6466" y="11329"/>
                    <a:pt x="6892" y="11604"/>
                  </a:cubicBezTo>
                  <a:cubicBezTo>
                    <a:pt x="7293" y="11880"/>
                    <a:pt x="7744" y="12131"/>
                    <a:pt x="8145" y="12356"/>
                  </a:cubicBezTo>
                  <a:cubicBezTo>
                    <a:pt x="8346" y="12457"/>
                    <a:pt x="8546" y="12557"/>
                    <a:pt x="8747" y="12632"/>
                  </a:cubicBezTo>
                  <a:cubicBezTo>
                    <a:pt x="8947" y="12707"/>
                    <a:pt x="9123" y="12807"/>
                    <a:pt x="9323" y="12858"/>
                  </a:cubicBezTo>
                  <a:cubicBezTo>
                    <a:pt x="9699" y="13008"/>
                    <a:pt x="10025" y="13108"/>
                    <a:pt x="10326" y="13183"/>
                  </a:cubicBezTo>
                  <a:cubicBezTo>
                    <a:pt x="10602" y="13259"/>
                    <a:pt x="10852" y="13284"/>
                    <a:pt x="11028" y="13334"/>
                  </a:cubicBezTo>
                  <a:cubicBezTo>
                    <a:pt x="11178" y="13359"/>
                    <a:pt x="11278" y="13359"/>
                    <a:pt x="11278" y="13359"/>
                  </a:cubicBezTo>
                  <a:cubicBezTo>
                    <a:pt x="11278" y="13359"/>
                    <a:pt x="11303" y="13259"/>
                    <a:pt x="11303" y="13108"/>
                  </a:cubicBezTo>
                  <a:cubicBezTo>
                    <a:pt x="11303" y="12933"/>
                    <a:pt x="11303" y="12682"/>
                    <a:pt x="11303" y="12381"/>
                  </a:cubicBezTo>
                  <a:cubicBezTo>
                    <a:pt x="11278" y="11780"/>
                    <a:pt x="11178" y="11003"/>
                    <a:pt x="11003" y="10126"/>
                  </a:cubicBezTo>
                  <a:cubicBezTo>
                    <a:pt x="10902" y="9675"/>
                    <a:pt x="10802" y="9223"/>
                    <a:pt x="10652" y="8747"/>
                  </a:cubicBezTo>
                  <a:cubicBezTo>
                    <a:pt x="10501" y="8296"/>
                    <a:pt x="10301" y="7795"/>
                    <a:pt x="10100" y="7319"/>
                  </a:cubicBezTo>
                  <a:cubicBezTo>
                    <a:pt x="9674" y="6366"/>
                    <a:pt x="9073" y="5414"/>
                    <a:pt x="8396" y="4512"/>
                  </a:cubicBezTo>
                  <a:cubicBezTo>
                    <a:pt x="8045" y="4086"/>
                    <a:pt x="7669" y="3634"/>
                    <a:pt x="7268" y="3233"/>
                  </a:cubicBezTo>
                  <a:cubicBezTo>
                    <a:pt x="6892" y="2832"/>
                    <a:pt x="6441" y="2482"/>
                    <a:pt x="5990" y="2131"/>
                  </a:cubicBezTo>
                  <a:cubicBezTo>
                    <a:pt x="5790" y="1980"/>
                    <a:pt x="5564" y="1805"/>
                    <a:pt x="5338" y="1655"/>
                  </a:cubicBezTo>
                  <a:cubicBezTo>
                    <a:pt x="5113" y="1504"/>
                    <a:pt x="4887" y="1379"/>
                    <a:pt x="4637" y="1228"/>
                  </a:cubicBezTo>
                  <a:cubicBezTo>
                    <a:pt x="4160" y="978"/>
                    <a:pt x="3684" y="752"/>
                    <a:pt x="3258" y="577"/>
                  </a:cubicBezTo>
                  <a:cubicBezTo>
                    <a:pt x="3033" y="502"/>
                    <a:pt x="2832" y="401"/>
                    <a:pt x="2607" y="351"/>
                  </a:cubicBezTo>
                  <a:cubicBezTo>
                    <a:pt x="2406" y="301"/>
                    <a:pt x="2206" y="251"/>
                    <a:pt x="2005" y="201"/>
                  </a:cubicBezTo>
                  <a:cubicBezTo>
                    <a:pt x="1629" y="126"/>
                    <a:pt x="1278" y="76"/>
                    <a:pt x="977" y="51"/>
                  </a:cubicBezTo>
                  <a:cubicBezTo>
                    <a:pt x="702" y="0"/>
                    <a:pt x="451" y="25"/>
                    <a:pt x="27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6" name="Google Shape;916;p29"/>
            <p:cNvSpPr/>
            <p:nvPr/>
          </p:nvSpPr>
          <p:spPr>
            <a:xfrm>
              <a:off x="1526583" y="3829047"/>
              <a:ext cx="278793" cy="335977"/>
            </a:xfrm>
            <a:custGeom>
              <a:rect b="b" l="l" r="r" t="t"/>
              <a:pathLst>
                <a:path extrusionOk="0" h="14136" w="11730">
                  <a:moveTo>
                    <a:pt x="11554" y="0"/>
                  </a:moveTo>
                  <a:cubicBezTo>
                    <a:pt x="11554" y="0"/>
                    <a:pt x="11454" y="25"/>
                    <a:pt x="11303" y="75"/>
                  </a:cubicBezTo>
                  <a:cubicBezTo>
                    <a:pt x="11153" y="151"/>
                    <a:pt x="10902" y="226"/>
                    <a:pt x="10627" y="351"/>
                  </a:cubicBezTo>
                  <a:cubicBezTo>
                    <a:pt x="10326" y="476"/>
                    <a:pt x="10025" y="627"/>
                    <a:pt x="9674" y="802"/>
                  </a:cubicBezTo>
                  <a:cubicBezTo>
                    <a:pt x="9349" y="978"/>
                    <a:pt x="8973" y="1178"/>
                    <a:pt x="8547" y="1404"/>
                  </a:cubicBezTo>
                  <a:cubicBezTo>
                    <a:pt x="8171" y="1629"/>
                    <a:pt x="7745" y="1880"/>
                    <a:pt x="7369" y="2156"/>
                  </a:cubicBezTo>
                  <a:cubicBezTo>
                    <a:pt x="6968" y="2431"/>
                    <a:pt x="6541" y="2707"/>
                    <a:pt x="6140" y="3033"/>
                  </a:cubicBezTo>
                  <a:cubicBezTo>
                    <a:pt x="5739" y="3359"/>
                    <a:pt x="5338" y="3709"/>
                    <a:pt x="4937" y="4085"/>
                  </a:cubicBezTo>
                  <a:cubicBezTo>
                    <a:pt x="4536" y="4461"/>
                    <a:pt x="4161" y="4862"/>
                    <a:pt x="3810" y="5263"/>
                  </a:cubicBezTo>
                  <a:cubicBezTo>
                    <a:pt x="3058" y="6090"/>
                    <a:pt x="2406" y="6993"/>
                    <a:pt x="1830" y="7945"/>
                  </a:cubicBezTo>
                  <a:cubicBezTo>
                    <a:pt x="1554" y="8421"/>
                    <a:pt x="1328" y="8897"/>
                    <a:pt x="1103" y="9374"/>
                  </a:cubicBezTo>
                  <a:cubicBezTo>
                    <a:pt x="877" y="9875"/>
                    <a:pt x="702" y="10351"/>
                    <a:pt x="551" y="10802"/>
                  </a:cubicBezTo>
                  <a:cubicBezTo>
                    <a:pt x="401" y="11253"/>
                    <a:pt x="276" y="11679"/>
                    <a:pt x="201" y="12080"/>
                  </a:cubicBezTo>
                  <a:cubicBezTo>
                    <a:pt x="125" y="12481"/>
                    <a:pt x="75" y="12832"/>
                    <a:pt x="50" y="13133"/>
                  </a:cubicBezTo>
                  <a:cubicBezTo>
                    <a:pt x="0" y="13434"/>
                    <a:pt x="25" y="13709"/>
                    <a:pt x="0" y="13860"/>
                  </a:cubicBezTo>
                  <a:cubicBezTo>
                    <a:pt x="0" y="14035"/>
                    <a:pt x="0" y="14136"/>
                    <a:pt x="0" y="14136"/>
                  </a:cubicBezTo>
                  <a:cubicBezTo>
                    <a:pt x="0" y="14136"/>
                    <a:pt x="100" y="14136"/>
                    <a:pt x="276" y="14110"/>
                  </a:cubicBezTo>
                  <a:cubicBezTo>
                    <a:pt x="426" y="14060"/>
                    <a:pt x="702" y="14035"/>
                    <a:pt x="1003" y="13960"/>
                  </a:cubicBezTo>
                  <a:cubicBezTo>
                    <a:pt x="1579" y="13835"/>
                    <a:pt x="2381" y="13534"/>
                    <a:pt x="3258" y="13183"/>
                  </a:cubicBezTo>
                  <a:cubicBezTo>
                    <a:pt x="3684" y="13008"/>
                    <a:pt x="4135" y="12807"/>
                    <a:pt x="4562" y="12557"/>
                  </a:cubicBezTo>
                  <a:cubicBezTo>
                    <a:pt x="5013" y="12331"/>
                    <a:pt x="5464" y="12030"/>
                    <a:pt x="5915" y="11704"/>
                  </a:cubicBezTo>
                  <a:cubicBezTo>
                    <a:pt x="6366" y="11404"/>
                    <a:pt x="6817" y="11053"/>
                    <a:pt x="7243" y="10652"/>
                  </a:cubicBezTo>
                  <a:cubicBezTo>
                    <a:pt x="7669" y="10276"/>
                    <a:pt x="8095" y="9850"/>
                    <a:pt x="8471" y="9424"/>
                  </a:cubicBezTo>
                  <a:cubicBezTo>
                    <a:pt x="8872" y="8973"/>
                    <a:pt x="9248" y="8496"/>
                    <a:pt x="9574" y="8020"/>
                  </a:cubicBezTo>
                  <a:cubicBezTo>
                    <a:pt x="9925" y="7544"/>
                    <a:pt x="10226" y="7018"/>
                    <a:pt x="10476" y="6516"/>
                  </a:cubicBezTo>
                  <a:cubicBezTo>
                    <a:pt x="10752" y="5990"/>
                    <a:pt x="10978" y="5489"/>
                    <a:pt x="11153" y="4963"/>
                  </a:cubicBezTo>
                  <a:cubicBezTo>
                    <a:pt x="11328" y="4436"/>
                    <a:pt x="11454" y="3935"/>
                    <a:pt x="11554" y="3459"/>
                  </a:cubicBezTo>
                  <a:cubicBezTo>
                    <a:pt x="11604" y="3208"/>
                    <a:pt x="11654" y="2983"/>
                    <a:pt x="11679" y="2757"/>
                  </a:cubicBezTo>
                  <a:cubicBezTo>
                    <a:pt x="11704" y="2531"/>
                    <a:pt x="11729" y="2306"/>
                    <a:pt x="11729" y="2080"/>
                  </a:cubicBezTo>
                  <a:cubicBezTo>
                    <a:pt x="11729" y="1654"/>
                    <a:pt x="11729" y="1303"/>
                    <a:pt x="11704" y="978"/>
                  </a:cubicBezTo>
                  <a:cubicBezTo>
                    <a:pt x="11679" y="677"/>
                    <a:pt x="11629" y="426"/>
                    <a:pt x="11629" y="251"/>
                  </a:cubicBezTo>
                  <a:cubicBezTo>
                    <a:pt x="11579" y="100"/>
                    <a:pt x="11554" y="0"/>
                    <a:pt x="1155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 name="Google Shape;917;p29"/>
            <p:cNvSpPr/>
            <p:nvPr/>
          </p:nvSpPr>
          <p:spPr>
            <a:xfrm>
              <a:off x="1299023" y="4221608"/>
              <a:ext cx="316322" cy="278199"/>
            </a:xfrm>
            <a:custGeom>
              <a:rect b="b" l="l" r="r" t="t"/>
              <a:pathLst>
                <a:path extrusionOk="0" h="11705" w="13309">
                  <a:moveTo>
                    <a:pt x="2005" y="1"/>
                  </a:moveTo>
                  <a:cubicBezTo>
                    <a:pt x="1604" y="1"/>
                    <a:pt x="1253" y="1"/>
                    <a:pt x="952" y="51"/>
                  </a:cubicBezTo>
                  <a:cubicBezTo>
                    <a:pt x="677" y="76"/>
                    <a:pt x="426" y="126"/>
                    <a:pt x="251" y="126"/>
                  </a:cubicBezTo>
                  <a:cubicBezTo>
                    <a:pt x="75" y="176"/>
                    <a:pt x="0" y="201"/>
                    <a:pt x="0" y="201"/>
                  </a:cubicBezTo>
                  <a:cubicBezTo>
                    <a:pt x="0" y="201"/>
                    <a:pt x="25" y="276"/>
                    <a:pt x="75" y="452"/>
                  </a:cubicBezTo>
                  <a:cubicBezTo>
                    <a:pt x="125" y="602"/>
                    <a:pt x="201" y="853"/>
                    <a:pt x="326" y="1128"/>
                  </a:cubicBezTo>
                  <a:cubicBezTo>
                    <a:pt x="426" y="1404"/>
                    <a:pt x="577" y="1705"/>
                    <a:pt x="777" y="2056"/>
                  </a:cubicBezTo>
                  <a:cubicBezTo>
                    <a:pt x="852" y="2231"/>
                    <a:pt x="978" y="2407"/>
                    <a:pt x="1078" y="2607"/>
                  </a:cubicBezTo>
                  <a:cubicBezTo>
                    <a:pt x="1153" y="2782"/>
                    <a:pt x="1253" y="2983"/>
                    <a:pt x="1354" y="3184"/>
                  </a:cubicBezTo>
                  <a:cubicBezTo>
                    <a:pt x="1579" y="3559"/>
                    <a:pt x="1780" y="3935"/>
                    <a:pt x="2030" y="4311"/>
                  </a:cubicBezTo>
                  <a:cubicBezTo>
                    <a:pt x="2281" y="4687"/>
                    <a:pt x="2582" y="5113"/>
                    <a:pt x="2882" y="5514"/>
                  </a:cubicBezTo>
                  <a:cubicBezTo>
                    <a:pt x="3183" y="5915"/>
                    <a:pt x="3534" y="6266"/>
                    <a:pt x="3860" y="6667"/>
                  </a:cubicBezTo>
                  <a:cubicBezTo>
                    <a:pt x="4211" y="7043"/>
                    <a:pt x="4587" y="7419"/>
                    <a:pt x="4988" y="7770"/>
                  </a:cubicBezTo>
                  <a:cubicBezTo>
                    <a:pt x="5364" y="8121"/>
                    <a:pt x="5765" y="8447"/>
                    <a:pt x="6191" y="8773"/>
                  </a:cubicBezTo>
                  <a:cubicBezTo>
                    <a:pt x="6617" y="9073"/>
                    <a:pt x="7043" y="9374"/>
                    <a:pt x="7494" y="9650"/>
                  </a:cubicBezTo>
                  <a:cubicBezTo>
                    <a:pt x="8371" y="10176"/>
                    <a:pt x="9273" y="10627"/>
                    <a:pt x="10100" y="10928"/>
                  </a:cubicBezTo>
                  <a:cubicBezTo>
                    <a:pt x="10953" y="11254"/>
                    <a:pt x="11729" y="11479"/>
                    <a:pt x="12331" y="11580"/>
                  </a:cubicBezTo>
                  <a:cubicBezTo>
                    <a:pt x="12607" y="11630"/>
                    <a:pt x="12882" y="11655"/>
                    <a:pt x="13033" y="11680"/>
                  </a:cubicBezTo>
                  <a:cubicBezTo>
                    <a:pt x="13208" y="11705"/>
                    <a:pt x="13308" y="11705"/>
                    <a:pt x="13308" y="11705"/>
                  </a:cubicBezTo>
                  <a:cubicBezTo>
                    <a:pt x="13308" y="11705"/>
                    <a:pt x="13308" y="11605"/>
                    <a:pt x="13308" y="11454"/>
                  </a:cubicBezTo>
                  <a:cubicBezTo>
                    <a:pt x="13283" y="11279"/>
                    <a:pt x="13283" y="11028"/>
                    <a:pt x="13258" y="10727"/>
                  </a:cubicBezTo>
                  <a:cubicBezTo>
                    <a:pt x="13233" y="10427"/>
                    <a:pt x="13158" y="10076"/>
                    <a:pt x="13083" y="9675"/>
                  </a:cubicBezTo>
                  <a:cubicBezTo>
                    <a:pt x="13008" y="9299"/>
                    <a:pt x="12882" y="8873"/>
                    <a:pt x="12732" y="8447"/>
                  </a:cubicBezTo>
                  <a:cubicBezTo>
                    <a:pt x="12582" y="7996"/>
                    <a:pt x="12406" y="7544"/>
                    <a:pt x="12181" y="7068"/>
                  </a:cubicBezTo>
                  <a:cubicBezTo>
                    <a:pt x="11955" y="6617"/>
                    <a:pt x="11679" y="6141"/>
                    <a:pt x="11404" y="5690"/>
                  </a:cubicBezTo>
                  <a:cubicBezTo>
                    <a:pt x="11103" y="5214"/>
                    <a:pt x="10752" y="4762"/>
                    <a:pt x="10376" y="4336"/>
                  </a:cubicBezTo>
                  <a:cubicBezTo>
                    <a:pt x="10000" y="3910"/>
                    <a:pt x="9599" y="3509"/>
                    <a:pt x="9173" y="3108"/>
                  </a:cubicBezTo>
                  <a:cubicBezTo>
                    <a:pt x="8747" y="2732"/>
                    <a:pt x="8271" y="2356"/>
                    <a:pt x="7820" y="2031"/>
                  </a:cubicBezTo>
                  <a:cubicBezTo>
                    <a:pt x="7344" y="1705"/>
                    <a:pt x="6842" y="1429"/>
                    <a:pt x="6341" y="1178"/>
                  </a:cubicBezTo>
                  <a:cubicBezTo>
                    <a:pt x="5815" y="928"/>
                    <a:pt x="5338" y="702"/>
                    <a:pt x="4812" y="527"/>
                  </a:cubicBezTo>
                  <a:cubicBezTo>
                    <a:pt x="4286" y="351"/>
                    <a:pt x="3785" y="226"/>
                    <a:pt x="3308" y="126"/>
                  </a:cubicBezTo>
                  <a:cubicBezTo>
                    <a:pt x="3058" y="76"/>
                    <a:pt x="2832" y="51"/>
                    <a:pt x="2632" y="26"/>
                  </a:cubicBezTo>
                  <a:cubicBezTo>
                    <a:pt x="2406" y="1"/>
                    <a:pt x="2206" y="1"/>
                    <a:pt x="200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8" name="Google Shape;918;p29"/>
            <p:cNvSpPr/>
            <p:nvPr/>
          </p:nvSpPr>
          <p:spPr>
            <a:xfrm>
              <a:off x="1184650" y="3876108"/>
              <a:ext cx="247824" cy="357416"/>
            </a:xfrm>
            <a:custGeom>
              <a:rect b="b" l="l" r="r" t="t"/>
              <a:pathLst>
                <a:path extrusionOk="0" h="15038" w="10427">
                  <a:moveTo>
                    <a:pt x="10276" y="0"/>
                  </a:moveTo>
                  <a:cubicBezTo>
                    <a:pt x="10276" y="0"/>
                    <a:pt x="10176" y="25"/>
                    <a:pt x="10025" y="75"/>
                  </a:cubicBezTo>
                  <a:cubicBezTo>
                    <a:pt x="9850" y="125"/>
                    <a:pt x="9599" y="201"/>
                    <a:pt x="9323" y="326"/>
                  </a:cubicBezTo>
                  <a:cubicBezTo>
                    <a:pt x="9048" y="426"/>
                    <a:pt x="8722" y="577"/>
                    <a:pt x="8346" y="777"/>
                  </a:cubicBezTo>
                  <a:cubicBezTo>
                    <a:pt x="7995" y="952"/>
                    <a:pt x="7619" y="1178"/>
                    <a:pt x="7218" y="1404"/>
                  </a:cubicBezTo>
                  <a:cubicBezTo>
                    <a:pt x="6842" y="1679"/>
                    <a:pt x="6441" y="1955"/>
                    <a:pt x="6040" y="2256"/>
                  </a:cubicBezTo>
                  <a:cubicBezTo>
                    <a:pt x="5639" y="2582"/>
                    <a:pt x="5238" y="2907"/>
                    <a:pt x="4837" y="3283"/>
                  </a:cubicBezTo>
                  <a:cubicBezTo>
                    <a:pt x="4060" y="4035"/>
                    <a:pt x="3358" y="4887"/>
                    <a:pt x="2732" y="5815"/>
                  </a:cubicBezTo>
                  <a:cubicBezTo>
                    <a:pt x="2080" y="6742"/>
                    <a:pt x="1529" y="7745"/>
                    <a:pt x="1128" y="8747"/>
                  </a:cubicBezTo>
                  <a:cubicBezTo>
                    <a:pt x="702" y="9750"/>
                    <a:pt x="401" y="10752"/>
                    <a:pt x="226" y="11679"/>
                  </a:cubicBezTo>
                  <a:cubicBezTo>
                    <a:pt x="50" y="12607"/>
                    <a:pt x="0" y="13434"/>
                    <a:pt x="0" y="14035"/>
                  </a:cubicBezTo>
                  <a:cubicBezTo>
                    <a:pt x="0" y="14336"/>
                    <a:pt x="25" y="14612"/>
                    <a:pt x="25" y="14762"/>
                  </a:cubicBezTo>
                  <a:cubicBezTo>
                    <a:pt x="50" y="14938"/>
                    <a:pt x="50" y="15038"/>
                    <a:pt x="50" y="15038"/>
                  </a:cubicBezTo>
                  <a:cubicBezTo>
                    <a:pt x="50" y="15038"/>
                    <a:pt x="150" y="15013"/>
                    <a:pt x="326" y="14988"/>
                  </a:cubicBezTo>
                  <a:cubicBezTo>
                    <a:pt x="476" y="14938"/>
                    <a:pt x="752" y="14862"/>
                    <a:pt x="1028" y="14762"/>
                  </a:cubicBezTo>
                  <a:cubicBezTo>
                    <a:pt x="1604" y="14562"/>
                    <a:pt x="2381" y="14236"/>
                    <a:pt x="3183" y="13760"/>
                  </a:cubicBezTo>
                  <a:cubicBezTo>
                    <a:pt x="3985" y="13283"/>
                    <a:pt x="4862" y="12682"/>
                    <a:pt x="5664" y="11930"/>
                  </a:cubicBezTo>
                  <a:cubicBezTo>
                    <a:pt x="6466" y="11203"/>
                    <a:pt x="7218" y="10326"/>
                    <a:pt x="7870" y="9374"/>
                  </a:cubicBezTo>
                  <a:cubicBezTo>
                    <a:pt x="8521" y="8421"/>
                    <a:pt x="9073" y="7394"/>
                    <a:pt x="9474" y="6366"/>
                  </a:cubicBezTo>
                  <a:cubicBezTo>
                    <a:pt x="9674" y="5865"/>
                    <a:pt x="9875" y="5364"/>
                    <a:pt x="10000" y="4837"/>
                  </a:cubicBezTo>
                  <a:cubicBezTo>
                    <a:pt x="10125" y="4336"/>
                    <a:pt x="10226" y="3835"/>
                    <a:pt x="10276" y="3384"/>
                  </a:cubicBezTo>
                  <a:cubicBezTo>
                    <a:pt x="10351" y="2907"/>
                    <a:pt x="10401" y="2456"/>
                    <a:pt x="10401" y="2055"/>
                  </a:cubicBezTo>
                  <a:cubicBezTo>
                    <a:pt x="10426" y="1654"/>
                    <a:pt x="10426" y="1303"/>
                    <a:pt x="10401" y="978"/>
                  </a:cubicBezTo>
                  <a:cubicBezTo>
                    <a:pt x="10376" y="677"/>
                    <a:pt x="10351" y="426"/>
                    <a:pt x="10326" y="251"/>
                  </a:cubicBezTo>
                  <a:cubicBezTo>
                    <a:pt x="10301" y="100"/>
                    <a:pt x="10276" y="0"/>
                    <a:pt x="1027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 name="Google Shape;919;p29"/>
            <p:cNvSpPr/>
            <p:nvPr/>
          </p:nvSpPr>
          <p:spPr>
            <a:xfrm>
              <a:off x="2017806" y="4040658"/>
              <a:ext cx="147763" cy="126300"/>
            </a:xfrm>
            <a:custGeom>
              <a:rect b="b" l="l" r="r" t="t"/>
              <a:pathLst>
                <a:path extrusionOk="0" h="5314" w="6217">
                  <a:moveTo>
                    <a:pt x="5617" y="1"/>
                  </a:moveTo>
                  <a:cubicBezTo>
                    <a:pt x="5526" y="1"/>
                    <a:pt x="5432" y="36"/>
                    <a:pt x="5348" y="120"/>
                  </a:cubicBezTo>
                  <a:cubicBezTo>
                    <a:pt x="3744" y="1699"/>
                    <a:pt x="2015" y="3152"/>
                    <a:pt x="336" y="4606"/>
                  </a:cubicBezTo>
                  <a:cubicBezTo>
                    <a:pt x="0" y="4882"/>
                    <a:pt x="302" y="5314"/>
                    <a:pt x="641" y="5314"/>
                  </a:cubicBezTo>
                  <a:cubicBezTo>
                    <a:pt x="732" y="5314"/>
                    <a:pt x="827" y="5282"/>
                    <a:pt x="912" y="5207"/>
                  </a:cubicBezTo>
                  <a:cubicBezTo>
                    <a:pt x="2616" y="3729"/>
                    <a:pt x="4321" y="2300"/>
                    <a:pt x="5925" y="721"/>
                  </a:cubicBezTo>
                  <a:cubicBezTo>
                    <a:pt x="6217" y="429"/>
                    <a:pt x="5934" y="1"/>
                    <a:pt x="561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 name="Google Shape;920;p29"/>
            <p:cNvSpPr/>
            <p:nvPr/>
          </p:nvSpPr>
          <p:spPr>
            <a:xfrm>
              <a:off x="1505809" y="4169294"/>
              <a:ext cx="151542" cy="159171"/>
            </a:xfrm>
            <a:custGeom>
              <a:rect b="b" l="l" r="r" t="t"/>
              <a:pathLst>
                <a:path extrusionOk="0" h="6697" w="6376">
                  <a:moveTo>
                    <a:pt x="570" y="0"/>
                  </a:moveTo>
                  <a:cubicBezTo>
                    <a:pt x="272" y="0"/>
                    <a:pt x="1" y="419"/>
                    <a:pt x="248" y="723"/>
                  </a:cubicBezTo>
                  <a:cubicBezTo>
                    <a:pt x="1852" y="2803"/>
                    <a:pt x="3531" y="4808"/>
                    <a:pt x="5461" y="6588"/>
                  </a:cubicBezTo>
                  <a:cubicBezTo>
                    <a:pt x="5548" y="6664"/>
                    <a:pt x="5645" y="6696"/>
                    <a:pt x="5739" y="6696"/>
                  </a:cubicBezTo>
                  <a:cubicBezTo>
                    <a:pt x="6076" y="6696"/>
                    <a:pt x="6376" y="6280"/>
                    <a:pt x="6062" y="5986"/>
                  </a:cubicBezTo>
                  <a:cubicBezTo>
                    <a:pt x="4107" y="4207"/>
                    <a:pt x="2453" y="2227"/>
                    <a:pt x="849" y="146"/>
                  </a:cubicBezTo>
                  <a:cubicBezTo>
                    <a:pt x="764" y="43"/>
                    <a:pt x="666" y="0"/>
                    <a:pt x="57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 name="Google Shape;921;p29"/>
            <p:cNvSpPr/>
            <p:nvPr/>
          </p:nvSpPr>
          <p:spPr>
            <a:xfrm>
              <a:off x="1398732" y="4029059"/>
              <a:ext cx="102747" cy="160312"/>
            </a:xfrm>
            <a:custGeom>
              <a:rect b="b" l="l" r="r" t="t"/>
              <a:pathLst>
                <a:path extrusionOk="0" h="6745" w="4323">
                  <a:moveTo>
                    <a:pt x="3816" y="0"/>
                  </a:moveTo>
                  <a:cubicBezTo>
                    <a:pt x="3649" y="0"/>
                    <a:pt x="3478" y="85"/>
                    <a:pt x="3399" y="282"/>
                  </a:cubicBezTo>
                  <a:cubicBezTo>
                    <a:pt x="2547" y="2337"/>
                    <a:pt x="1369" y="4242"/>
                    <a:pt x="191" y="6122"/>
                  </a:cubicBezTo>
                  <a:cubicBezTo>
                    <a:pt x="0" y="6451"/>
                    <a:pt x="290" y="6745"/>
                    <a:pt x="577" y="6745"/>
                  </a:cubicBezTo>
                  <a:cubicBezTo>
                    <a:pt x="705" y="6745"/>
                    <a:pt x="833" y="6687"/>
                    <a:pt x="918" y="6548"/>
                  </a:cubicBezTo>
                  <a:cubicBezTo>
                    <a:pt x="2146" y="4593"/>
                    <a:pt x="3324" y="2638"/>
                    <a:pt x="4201" y="508"/>
                  </a:cubicBezTo>
                  <a:cubicBezTo>
                    <a:pt x="4323" y="203"/>
                    <a:pt x="4075" y="0"/>
                    <a:pt x="381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 name="Google Shape;922;p29"/>
            <p:cNvSpPr/>
            <p:nvPr/>
          </p:nvSpPr>
          <p:spPr>
            <a:xfrm>
              <a:off x="1866424" y="4157671"/>
              <a:ext cx="125516" cy="137851"/>
            </a:xfrm>
            <a:custGeom>
              <a:rect b="b" l="l" r="r" t="t"/>
              <a:pathLst>
                <a:path extrusionOk="0" h="5800" w="5281">
                  <a:moveTo>
                    <a:pt x="637" y="0"/>
                  </a:moveTo>
                  <a:cubicBezTo>
                    <a:pt x="300" y="0"/>
                    <a:pt x="0" y="417"/>
                    <a:pt x="314" y="711"/>
                  </a:cubicBezTo>
                  <a:cubicBezTo>
                    <a:pt x="1918" y="2139"/>
                    <a:pt x="3020" y="3944"/>
                    <a:pt x="4324" y="5623"/>
                  </a:cubicBezTo>
                  <a:cubicBezTo>
                    <a:pt x="4419" y="5748"/>
                    <a:pt x="4549" y="5799"/>
                    <a:pt x="4677" y="5799"/>
                  </a:cubicBezTo>
                  <a:cubicBezTo>
                    <a:pt x="4985" y="5799"/>
                    <a:pt x="5281" y="5498"/>
                    <a:pt x="5051" y="5197"/>
                  </a:cubicBezTo>
                  <a:cubicBezTo>
                    <a:pt x="3697" y="3467"/>
                    <a:pt x="2569" y="1613"/>
                    <a:pt x="915" y="109"/>
                  </a:cubicBezTo>
                  <a:cubicBezTo>
                    <a:pt x="828" y="33"/>
                    <a:pt x="731" y="0"/>
                    <a:pt x="63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3" name="Google Shape;923;p29"/>
            <p:cNvSpPr/>
            <p:nvPr/>
          </p:nvSpPr>
          <p:spPr>
            <a:xfrm>
              <a:off x="1921710" y="4259020"/>
              <a:ext cx="111232" cy="74606"/>
            </a:xfrm>
            <a:custGeom>
              <a:rect b="b" l="l" r="r" t="t"/>
              <a:pathLst>
                <a:path extrusionOk="0" h="3139" w="4680">
                  <a:moveTo>
                    <a:pt x="2235" y="0"/>
                  </a:moveTo>
                  <a:cubicBezTo>
                    <a:pt x="255" y="0"/>
                    <a:pt x="0" y="3138"/>
                    <a:pt x="2524" y="3138"/>
                  </a:cubicBezTo>
                  <a:cubicBezTo>
                    <a:pt x="4429" y="3138"/>
                    <a:pt x="4679" y="81"/>
                    <a:pt x="2374" y="5"/>
                  </a:cubicBezTo>
                  <a:cubicBezTo>
                    <a:pt x="2327" y="2"/>
                    <a:pt x="2280" y="0"/>
                    <a:pt x="22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4" name="Google Shape;924;p29"/>
            <p:cNvSpPr/>
            <p:nvPr/>
          </p:nvSpPr>
          <p:spPr>
            <a:xfrm>
              <a:off x="1567869" y="4287019"/>
              <a:ext cx="111232" cy="74606"/>
            </a:xfrm>
            <a:custGeom>
              <a:rect b="b" l="l" r="r" t="t"/>
              <a:pathLst>
                <a:path extrusionOk="0" h="3139" w="4680">
                  <a:moveTo>
                    <a:pt x="2260" y="0"/>
                  </a:moveTo>
                  <a:cubicBezTo>
                    <a:pt x="279" y="0"/>
                    <a:pt x="1" y="3138"/>
                    <a:pt x="2549" y="3138"/>
                  </a:cubicBezTo>
                  <a:cubicBezTo>
                    <a:pt x="4454" y="3138"/>
                    <a:pt x="4679" y="56"/>
                    <a:pt x="2398" y="5"/>
                  </a:cubicBezTo>
                  <a:cubicBezTo>
                    <a:pt x="2351" y="2"/>
                    <a:pt x="2305" y="0"/>
                    <a:pt x="226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 name="Google Shape;925;p29"/>
            <p:cNvSpPr/>
            <p:nvPr/>
          </p:nvSpPr>
          <p:spPr>
            <a:xfrm>
              <a:off x="1432626" y="3996900"/>
              <a:ext cx="111232" cy="74606"/>
            </a:xfrm>
            <a:custGeom>
              <a:rect b="b" l="l" r="r" t="t"/>
              <a:pathLst>
                <a:path extrusionOk="0" h="3139" w="4680">
                  <a:moveTo>
                    <a:pt x="2259" y="1"/>
                  </a:moveTo>
                  <a:cubicBezTo>
                    <a:pt x="256" y="1"/>
                    <a:pt x="1" y="3139"/>
                    <a:pt x="2525" y="3139"/>
                  </a:cubicBezTo>
                  <a:cubicBezTo>
                    <a:pt x="4454" y="3139"/>
                    <a:pt x="4680" y="56"/>
                    <a:pt x="2399" y="6"/>
                  </a:cubicBezTo>
                  <a:cubicBezTo>
                    <a:pt x="2352" y="2"/>
                    <a:pt x="2305" y="1"/>
                    <a:pt x="225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6" name="Google Shape;926;p29"/>
            <p:cNvSpPr/>
            <p:nvPr/>
          </p:nvSpPr>
          <p:spPr>
            <a:xfrm>
              <a:off x="1869062" y="4215547"/>
              <a:ext cx="82854" cy="56115"/>
            </a:xfrm>
            <a:custGeom>
              <a:rect b="b" l="l" r="r" t="t"/>
              <a:pathLst>
                <a:path extrusionOk="0" h="2361" w="3486">
                  <a:moveTo>
                    <a:pt x="1666" y="0"/>
                  </a:moveTo>
                  <a:cubicBezTo>
                    <a:pt x="192" y="0"/>
                    <a:pt x="0" y="2336"/>
                    <a:pt x="1882" y="2361"/>
                  </a:cubicBezTo>
                  <a:cubicBezTo>
                    <a:pt x="3310" y="2361"/>
                    <a:pt x="3486" y="55"/>
                    <a:pt x="1782" y="5"/>
                  </a:cubicBezTo>
                  <a:cubicBezTo>
                    <a:pt x="1742" y="2"/>
                    <a:pt x="1704" y="0"/>
                    <a:pt x="16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7" name="Google Shape;927;p29"/>
            <p:cNvSpPr/>
            <p:nvPr/>
          </p:nvSpPr>
          <p:spPr>
            <a:xfrm>
              <a:off x="1573003" y="4215547"/>
              <a:ext cx="83448" cy="56115"/>
            </a:xfrm>
            <a:custGeom>
              <a:rect b="b" l="l" r="r" t="t"/>
              <a:pathLst>
                <a:path extrusionOk="0" h="2361" w="3511">
                  <a:moveTo>
                    <a:pt x="1666" y="0"/>
                  </a:moveTo>
                  <a:cubicBezTo>
                    <a:pt x="191" y="0"/>
                    <a:pt x="0" y="2336"/>
                    <a:pt x="1907" y="2361"/>
                  </a:cubicBezTo>
                  <a:cubicBezTo>
                    <a:pt x="3335" y="2361"/>
                    <a:pt x="3511" y="55"/>
                    <a:pt x="1781" y="5"/>
                  </a:cubicBezTo>
                  <a:cubicBezTo>
                    <a:pt x="1742" y="2"/>
                    <a:pt x="1704" y="0"/>
                    <a:pt x="16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8" name="Google Shape;928;p29"/>
            <p:cNvSpPr/>
            <p:nvPr/>
          </p:nvSpPr>
          <p:spPr>
            <a:xfrm>
              <a:off x="1387133" y="4075550"/>
              <a:ext cx="83234" cy="55545"/>
            </a:xfrm>
            <a:custGeom>
              <a:rect b="b" l="l" r="r" t="t"/>
              <a:pathLst>
                <a:path extrusionOk="0" h="2337" w="3502">
                  <a:moveTo>
                    <a:pt x="1667" y="1"/>
                  </a:moveTo>
                  <a:cubicBezTo>
                    <a:pt x="192" y="1"/>
                    <a:pt x="0" y="2336"/>
                    <a:pt x="1882" y="2336"/>
                  </a:cubicBezTo>
                  <a:cubicBezTo>
                    <a:pt x="1890" y="2336"/>
                    <a:pt x="1897" y="2336"/>
                    <a:pt x="1905" y="2336"/>
                  </a:cubicBezTo>
                  <a:cubicBezTo>
                    <a:pt x="3313" y="2336"/>
                    <a:pt x="3502" y="30"/>
                    <a:pt x="1782" y="5"/>
                  </a:cubicBezTo>
                  <a:cubicBezTo>
                    <a:pt x="1743" y="2"/>
                    <a:pt x="1704" y="1"/>
                    <a:pt x="16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9" name="Google Shape;929;p29"/>
            <p:cNvSpPr/>
            <p:nvPr/>
          </p:nvSpPr>
          <p:spPr>
            <a:xfrm>
              <a:off x="2095885" y="4001036"/>
              <a:ext cx="110994" cy="74654"/>
            </a:xfrm>
            <a:custGeom>
              <a:rect b="b" l="l" r="r" t="t"/>
              <a:pathLst>
                <a:path extrusionOk="0" h="3141" w="4670">
                  <a:moveTo>
                    <a:pt x="2203" y="1"/>
                  </a:moveTo>
                  <a:cubicBezTo>
                    <a:pt x="244" y="1"/>
                    <a:pt x="0" y="3116"/>
                    <a:pt x="2514" y="3140"/>
                  </a:cubicBezTo>
                  <a:cubicBezTo>
                    <a:pt x="4419" y="3140"/>
                    <a:pt x="4670" y="57"/>
                    <a:pt x="2364" y="7"/>
                  </a:cubicBezTo>
                  <a:cubicBezTo>
                    <a:pt x="2309" y="3"/>
                    <a:pt x="2256" y="1"/>
                    <a:pt x="220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0" name="Google Shape;930;p29"/>
            <p:cNvSpPr/>
            <p:nvPr/>
          </p:nvSpPr>
          <p:spPr>
            <a:xfrm>
              <a:off x="2038841" y="4047551"/>
              <a:ext cx="83448" cy="56139"/>
            </a:xfrm>
            <a:custGeom>
              <a:rect b="b" l="l" r="r" t="t"/>
              <a:pathLst>
                <a:path extrusionOk="0" h="2362" w="3511">
                  <a:moveTo>
                    <a:pt x="1666" y="1"/>
                  </a:moveTo>
                  <a:cubicBezTo>
                    <a:pt x="191" y="1"/>
                    <a:pt x="1" y="2337"/>
                    <a:pt x="1907" y="2361"/>
                  </a:cubicBezTo>
                  <a:cubicBezTo>
                    <a:pt x="3335" y="2361"/>
                    <a:pt x="3511" y="55"/>
                    <a:pt x="1782" y="5"/>
                  </a:cubicBezTo>
                  <a:cubicBezTo>
                    <a:pt x="1742" y="2"/>
                    <a:pt x="1704" y="1"/>
                    <a:pt x="16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1" name="Google Shape;931;p29"/>
            <p:cNvSpPr/>
            <p:nvPr/>
          </p:nvSpPr>
          <p:spPr>
            <a:xfrm>
              <a:off x="948153" y="3917680"/>
              <a:ext cx="211483" cy="380779"/>
            </a:xfrm>
            <a:custGeom>
              <a:rect b="b" l="l" r="r" t="t"/>
              <a:pathLst>
                <a:path extrusionOk="0" h="16021" w="8898">
                  <a:moveTo>
                    <a:pt x="4239" y="1"/>
                  </a:moveTo>
                  <a:cubicBezTo>
                    <a:pt x="3672" y="1"/>
                    <a:pt x="3052" y="99"/>
                    <a:pt x="2431" y="381"/>
                  </a:cubicBezTo>
                  <a:cubicBezTo>
                    <a:pt x="2005" y="582"/>
                    <a:pt x="1629" y="858"/>
                    <a:pt x="1328" y="1183"/>
                  </a:cubicBezTo>
                  <a:cubicBezTo>
                    <a:pt x="1003" y="1484"/>
                    <a:pt x="777" y="1860"/>
                    <a:pt x="602" y="2186"/>
                  </a:cubicBezTo>
                  <a:cubicBezTo>
                    <a:pt x="251" y="2888"/>
                    <a:pt x="125" y="3564"/>
                    <a:pt x="50" y="4166"/>
                  </a:cubicBezTo>
                  <a:cubicBezTo>
                    <a:pt x="0" y="4767"/>
                    <a:pt x="0" y="5344"/>
                    <a:pt x="25" y="5895"/>
                  </a:cubicBezTo>
                  <a:cubicBezTo>
                    <a:pt x="100" y="6973"/>
                    <a:pt x="301" y="7950"/>
                    <a:pt x="552" y="8853"/>
                  </a:cubicBezTo>
                  <a:cubicBezTo>
                    <a:pt x="802" y="9755"/>
                    <a:pt x="1078" y="10557"/>
                    <a:pt x="1354" y="11309"/>
                  </a:cubicBezTo>
                  <a:cubicBezTo>
                    <a:pt x="1930" y="12788"/>
                    <a:pt x="2557" y="13965"/>
                    <a:pt x="3008" y="14767"/>
                  </a:cubicBezTo>
                  <a:cubicBezTo>
                    <a:pt x="3233" y="15194"/>
                    <a:pt x="3434" y="15494"/>
                    <a:pt x="3559" y="15695"/>
                  </a:cubicBezTo>
                  <a:cubicBezTo>
                    <a:pt x="3684" y="15920"/>
                    <a:pt x="3760" y="16021"/>
                    <a:pt x="3760" y="16021"/>
                  </a:cubicBezTo>
                  <a:cubicBezTo>
                    <a:pt x="3760" y="16021"/>
                    <a:pt x="3760" y="15895"/>
                    <a:pt x="3734" y="15645"/>
                  </a:cubicBezTo>
                  <a:cubicBezTo>
                    <a:pt x="3734" y="15394"/>
                    <a:pt x="3709" y="15018"/>
                    <a:pt x="3659" y="14567"/>
                  </a:cubicBezTo>
                  <a:cubicBezTo>
                    <a:pt x="3609" y="14116"/>
                    <a:pt x="3559" y="13564"/>
                    <a:pt x="3509" y="12938"/>
                  </a:cubicBezTo>
                  <a:cubicBezTo>
                    <a:pt x="3434" y="12311"/>
                    <a:pt x="3359" y="11610"/>
                    <a:pt x="3283" y="10833"/>
                  </a:cubicBezTo>
                  <a:cubicBezTo>
                    <a:pt x="3208" y="10081"/>
                    <a:pt x="3133" y="9279"/>
                    <a:pt x="3058" y="8427"/>
                  </a:cubicBezTo>
                  <a:cubicBezTo>
                    <a:pt x="3008" y="7574"/>
                    <a:pt x="2983" y="6697"/>
                    <a:pt x="3033" y="5845"/>
                  </a:cubicBezTo>
                  <a:cubicBezTo>
                    <a:pt x="3058" y="5419"/>
                    <a:pt x="3083" y="4993"/>
                    <a:pt x="3183" y="4617"/>
                  </a:cubicBezTo>
                  <a:cubicBezTo>
                    <a:pt x="3258" y="4241"/>
                    <a:pt x="3359" y="3915"/>
                    <a:pt x="3484" y="3715"/>
                  </a:cubicBezTo>
                  <a:cubicBezTo>
                    <a:pt x="3634" y="3514"/>
                    <a:pt x="3709" y="3464"/>
                    <a:pt x="3810" y="3414"/>
                  </a:cubicBezTo>
                  <a:cubicBezTo>
                    <a:pt x="3892" y="3373"/>
                    <a:pt x="4074" y="3332"/>
                    <a:pt x="4315" y="3332"/>
                  </a:cubicBezTo>
                  <a:cubicBezTo>
                    <a:pt x="4369" y="3332"/>
                    <a:pt x="4427" y="3334"/>
                    <a:pt x="4486" y="3339"/>
                  </a:cubicBezTo>
                  <a:cubicBezTo>
                    <a:pt x="4562" y="3364"/>
                    <a:pt x="4637" y="3364"/>
                    <a:pt x="4737" y="3389"/>
                  </a:cubicBezTo>
                  <a:lnTo>
                    <a:pt x="4837" y="3389"/>
                  </a:lnTo>
                  <a:lnTo>
                    <a:pt x="4937" y="3414"/>
                  </a:lnTo>
                  <a:lnTo>
                    <a:pt x="4988" y="3439"/>
                  </a:lnTo>
                  <a:lnTo>
                    <a:pt x="5038" y="3439"/>
                  </a:lnTo>
                  <a:lnTo>
                    <a:pt x="5113" y="3464"/>
                  </a:lnTo>
                  <a:cubicBezTo>
                    <a:pt x="5163" y="3489"/>
                    <a:pt x="5213" y="3514"/>
                    <a:pt x="5238" y="3539"/>
                  </a:cubicBezTo>
                  <a:cubicBezTo>
                    <a:pt x="5389" y="3615"/>
                    <a:pt x="5464" y="3690"/>
                    <a:pt x="5589" y="3890"/>
                  </a:cubicBezTo>
                  <a:cubicBezTo>
                    <a:pt x="5689" y="4091"/>
                    <a:pt x="5765" y="4417"/>
                    <a:pt x="5815" y="4792"/>
                  </a:cubicBezTo>
                  <a:cubicBezTo>
                    <a:pt x="5840" y="5168"/>
                    <a:pt x="5840" y="5569"/>
                    <a:pt x="5815" y="5996"/>
                  </a:cubicBezTo>
                  <a:cubicBezTo>
                    <a:pt x="5740" y="6848"/>
                    <a:pt x="5589" y="7725"/>
                    <a:pt x="5414" y="8552"/>
                  </a:cubicBezTo>
                  <a:cubicBezTo>
                    <a:pt x="5238" y="9379"/>
                    <a:pt x="5063" y="10181"/>
                    <a:pt x="4862" y="10933"/>
                  </a:cubicBezTo>
                  <a:cubicBezTo>
                    <a:pt x="4511" y="12412"/>
                    <a:pt x="4186" y="13690"/>
                    <a:pt x="3985" y="14592"/>
                  </a:cubicBezTo>
                  <a:cubicBezTo>
                    <a:pt x="3885" y="15043"/>
                    <a:pt x="3835" y="15394"/>
                    <a:pt x="3810" y="15645"/>
                  </a:cubicBezTo>
                  <a:cubicBezTo>
                    <a:pt x="3760" y="15895"/>
                    <a:pt x="3760" y="16021"/>
                    <a:pt x="3760" y="16021"/>
                  </a:cubicBezTo>
                  <a:cubicBezTo>
                    <a:pt x="3760" y="16021"/>
                    <a:pt x="4060" y="15595"/>
                    <a:pt x="4587" y="14843"/>
                  </a:cubicBezTo>
                  <a:cubicBezTo>
                    <a:pt x="5113" y="14091"/>
                    <a:pt x="5865" y="13013"/>
                    <a:pt x="6617" y="11610"/>
                  </a:cubicBezTo>
                  <a:cubicBezTo>
                    <a:pt x="7018" y="10933"/>
                    <a:pt x="7394" y="10156"/>
                    <a:pt x="7770" y="9304"/>
                  </a:cubicBezTo>
                  <a:cubicBezTo>
                    <a:pt x="8120" y="8427"/>
                    <a:pt x="8471" y="7499"/>
                    <a:pt x="8697" y="6422"/>
                  </a:cubicBezTo>
                  <a:cubicBezTo>
                    <a:pt x="8797" y="5895"/>
                    <a:pt x="8897" y="5319"/>
                    <a:pt x="8897" y="4717"/>
                  </a:cubicBezTo>
                  <a:cubicBezTo>
                    <a:pt x="8897" y="4091"/>
                    <a:pt x="8847" y="3389"/>
                    <a:pt x="8547" y="2662"/>
                  </a:cubicBezTo>
                  <a:cubicBezTo>
                    <a:pt x="8271" y="1935"/>
                    <a:pt x="7694" y="1158"/>
                    <a:pt x="6943" y="707"/>
                  </a:cubicBezTo>
                  <a:cubicBezTo>
                    <a:pt x="6767" y="582"/>
                    <a:pt x="6592" y="507"/>
                    <a:pt x="6391" y="432"/>
                  </a:cubicBezTo>
                  <a:lnTo>
                    <a:pt x="6115" y="306"/>
                  </a:lnTo>
                  <a:lnTo>
                    <a:pt x="5790" y="206"/>
                  </a:lnTo>
                  <a:lnTo>
                    <a:pt x="5664" y="181"/>
                  </a:lnTo>
                  <a:lnTo>
                    <a:pt x="5564" y="156"/>
                  </a:lnTo>
                  <a:lnTo>
                    <a:pt x="5414" y="131"/>
                  </a:lnTo>
                  <a:lnTo>
                    <a:pt x="5288" y="106"/>
                  </a:lnTo>
                  <a:cubicBezTo>
                    <a:pt x="5138" y="81"/>
                    <a:pt x="4963" y="56"/>
                    <a:pt x="4787" y="31"/>
                  </a:cubicBezTo>
                  <a:cubicBezTo>
                    <a:pt x="4612" y="12"/>
                    <a:pt x="4428" y="1"/>
                    <a:pt x="423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2" name="Google Shape;932;p29"/>
            <p:cNvSpPr/>
            <p:nvPr/>
          </p:nvSpPr>
          <p:spPr>
            <a:xfrm>
              <a:off x="1037499" y="4294293"/>
              <a:ext cx="316916" cy="300920"/>
            </a:xfrm>
            <a:custGeom>
              <a:rect b="b" l="l" r="r" t="t"/>
              <a:pathLst>
                <a:path extrusionOk="0" h="12661" w="13334">
                  <a:moveTo>
                    <a:pt x="1504" y="0"/>
                  </a:moveTo>
                  <a:cubicBezTo>
                    <a:pt x="1028" y="0"/>
                    <a:pt x="627" y="50"/>
                    <a:pt x="376" y="100"/>
                  </a:cubicBezTo>
                  <a:cubicBezTo>
                    <a:pt x="126" y="151"/>
                    <a:pt x="1" y="176"/>
                    <a:pt x="1" y="176"/>
                  </a:cubicBezTo>
                  <a:cubicBezTo>
                    <a:pt x="1" y="176"/>
                    <a:pt x="1" y="176"/>
                    <a:pt x="1" y="176"/>
                  </a:cubicBezTo>
                  <a:lnTo>
                    <a:pt x="1" y="176"/>
                  </a:lnTo>
                  <a:cubicBezTo>
                    <a:pt x="1" y="176"/>
                    <a:pt x="126" y="226"/>
                    <a:pt x="376" y="276"/>
                  </a:cubicBezTo>
                  <a:cubicBezTo>
                    <a:pt x="602" y="351"/>
                    <a:pt x="953" y="476"/>
                    <a:pt x="1379" y="652"/>
                  </a:cubicBezTo>
                  <a:cubicBezTo>
                    <a:pt x="2206" y="1028"/>
                    <a:pt x="3384" y="1604"/>
                    <a:pt x="4687" y="2406"/>
                  </a:cubicBezTo>
                  <a:cubicBezTo>
                    <a:pt x="5339" y="2807"/>
                    <a:pt x="6041" y="3233"/>
                    <a:pt x="6717" y="3760"/>
                  </a:cubicBezTo>
                  <a:cubicBezTo>
                    <a:pt x="7394" y="4261"/>
                    <a:pt x="8071" y="4812"/>
                    <a:pt x="8672" y="5439"/>
                  </a:cubicBezTo>
                  <a:cubicBezTo>
                    <a:pt x="8948" y="5740"/>
                    <a:pt x="9224" y="6065"/>
                    <a:pt x="9449" y="6391"/>
                  </a:cubicBezTo>
                  <a:cubicBezTo>
                    <a:pt x="9650" y="6717"/>
                    <a:pt x="9800" y="7018"/>
                    <a:pt x="9875" y="7319"/>
                  </a:cubicBezTo>
                  <a:cubicBezTo>
                    <a:pt x="9976" y="7594"/>
                    <a:pt x="9976" y="7845"/>
                    <a:pt x="9925" y="8095"/>
                  </a:cubicBezTo>
                  <a:cubicBezTo>
                    <a:pt x="9875" y="8321"/>
                    <a:pt x="9775" y="8597"/>
                    <a:pt x="9575" y="8872"/>
                  </a:cubicBezTo>
                  <a:lnTo>
                    <a:pt x="9549" y="8923"/>
                  </a:lnTo>
                  <a:lnTo>
                    <a:pt x="9549" y="8923"/>
                  </a:lnTo>
                  <a:lnTo>
                    <a:pt x="9549" y="8923"/>
                  </a:lnTo>
                  <a:lnTo>
                    <a:pt x="9524" y="8948"/>
                  </a:lnTo>
                  <a:cubicBezTo>
                    <a:pt x="9527" y="8945"/>
                    <a:pt x="9529" y="8943"/>
                    <a:pt x="9530" y="8943"/>
                  </a:cubicBezTo>
                  <a:cubicBezTo>
                    <a:pt x="9530" y="8943"/>
                    <a:pt x="9530" y="8945"/>
                    <a:pt x="9529" y="8948"/>
                  </a:cubicBezTo>
                  <a:lnTo>
                    <a:pt x="9529" y="8948"/>
                  </a:lnTo>
                  <a:lnTo>
                    <a:pt x="9424" y="9073"/>
                  </a:lnTo>
                  <a:cubicBezTo>
                    <a:pt x="9374" y="9123"/>
                    <a:pt x="9374" y="9148"/>
                    <a:pt x="9324" y="9198"/>
                  </a:cubicBezTo>
                  <a:cubicBezTo>
                    <a:pt x="9249" y="9273"/>
                    <a:pt x="9174" y="9324"/>
                    <a:pt x="9123" y="9349"/>
                  </a:cubicBezTo>
                  <a:cubicBezTo>
                    <a:pt x="9073" y="9374"/>
                    <a:pt x="9073" y="9374"/>
                    <a:pt x="9023" y="9374"/>
                  </a:cubicBezTo>
                  <a:cubicBezTo>
                    <a:pt x="8998" y="9386"/>
                    <a:pt x="8967" y="9392"/>
                    <a:pt x="8926" y="9392"/>
                  </a:cubicBezTo>
                  <a:cubicBezTo>
                    <a:pt x="8885" y="9392"/>
                    <a:pt x="8835" y="9386"/>
                    <a:pt x="8773" y="9374"/>
                  </a:cubicBezTo>
                  <a:cubicBezTo>
                    <a:pt x="8572" y="9298"/>
                    <a:pt x="8246" y="9148"/>
                    <a:pt x="7920" y="8923"/>
                  </a:cubicBezTo>
                  <a:cubicBezTo>
                    <a:pt x="7595" y="8697"/>
                    <a:pt x="7244" y="8396"/>
                    <a:pt x="6918" y="8095"/>
                  </a:cubicBezTo>
                  <a:cubicBezTo>
                    <a:pt x="6291" y="7494"/>
                    <a:pt x="5665" y="6817"/>
                    <a:pt x="5088" y="6166"/>
                  </a:cubicBezTo>
                  <a:cubicBezTo>
                    <a:pt x="4537" y="5489"/>
                    <a:pt x="3986" y="4837"/>
                    <a:pt x="3509" y="4236"/>
                  </a:cubicBezTo>
                  <a:cubicBezTo>
                    <a:pt x="2507" y="3008"/>
                    <a:pt x="1655" y="1980"/>
                    <a:pt x="1028" y="1253"/>
                  </a:cubicBezTo>
                  <a:cubicBezTo>
                    <a:pt x="727" y="902"/>
                    <a:pt x="452" y="627"/>
                    <a:pt x="276" y="451"/>
                  </a:cubicBezTo>
                  <a:cubicBezTo>
                    <a:pt x="101" y="276"/>
                    <a:pt x="1" y="176"/>
                    <a:pt x="1" y="176"/>
                  </a:cubicBezTo>
                  <a:lnTo>
                    <a:pt x="1" y="176"/>
                  </a:lnTo>
                  <a:cubicBezTo>
                    <a:pt x="1" y="176"/>
                    <a:pt x="151" y="702"/>
                    <a:pt x="452" y="1604"/>
                  </a:cubicBezTo>
                  <a:cubicBezTo>
                    <a:pt x="752" y="2481"/>
                    <a:pt x="1178" y="3760"/>
                    <a:pt x="1855" y="5238"/>
                  </a:cubicBezTo>
                  <a:cubicBezTo>
                    <a:pt x="2181" y="5990"/>
                    <a:pt x="2582" y="6767"/>
                    <a:pt x="3033" y="7594"/>
                  </a:cubicBezTo>
                  <a:cubicBezTo>
                    <a:pt x="3509" y="8421"/>
                    <a:pt x="4061" y="9273"/>
                    <a:pt x="4762" y="10126"/>
                  </a:cubicBezTo>
                  <a:cubicBezTo>
                    <a:pt x="5113" y="10552"/>
                    <a:pt x="5514" y="10978"/>
                    <a:pt x="5991" y="11379"/>
                  </a:cubicBezTo>
                  <a:cubicBezTo>
                    <a:pt x="6467" y="11780"/>
                    <a:pt x="7018" y="12181"/>
                    <a:pt x="7770" y="12456"/>
                  </a:cubicBezTo>
                  <a:cubicBezTo>
                    <a:pt x="8129" y="12569"/>
                    <a:pt x="8508" y="12661"/>
                    <a:pt x="8944" y="12661"/>
                  </a:cubicBezTo>
                  <a:cubicBezTo>
                    <a:pt x="8995" y="12661"/>
                    <a:pt x="9046" y="12660"/>
                    <a:pt x="9098" y="12657"/>
                  </a:cubicBezTo>
                  <a:cubicBezTo>
                    <a:pt x="9139" y="12659"/>
                    <a:pt x="9180" y="12660"/>
                    <a:pt x="9220" y="12660"/>
                  </a:cubicBezTo>
                  <a:cubicBezTo>
                    <a:pt x="9659" y="12660"/>
                    <a:pt x="10112" y="12540"/>
                    <a:pt x="10502" y="12356"/>
                  </a:cubicBezTo>
                  <a:cubicBezTo>
                    <a:pt x="10928" y="12156"/>
                    <a:pt x="11304" y="11905"/>
                    <a:pt x="11605" y="11629"/>
                  </a:cubicBezTo>
                  <a:cubicBezTo>
                    <a:pt x="11755" y="11504"/>
                    <a:pt x="11905" y="11304"/>
                    <a:pt x="12031" y="11153"/>
                  </a:cubicBezTo>
                  <a:lnTo>
                    <a:pt x="12156" y="11003"/>
                  </a:lnTo>
                  <a:lnTo>
                    <a:pt x="12206" y="10953"/>
                  </a:lnTo>
                  <a:lnTo>
                    <a:pt x="12281" y="10852"/>
                  </a:lnTo>
                  <a:lnTo>
                    <a:pt x="12281" y="10827"/>
                  </a:lnTo>
                  <a:lnTo>
                    <a:pt x="12357" y="10727"/>
                  </a:lnTo>
                  <a:cubicBezTo>
                    <a:pt x="12758" y="10126"/>
                    <a:pt x="13083" y="9399"/>
                    <a:pt x="13209" y="8597"/>
                  </a:cubicBezTo>
                  <a:cubicBezTo>
                    <a:pt x="13334" y="7795"/>
                    <a:pt x="13209" y="6968"/>
                    <a:pt x="12958" y="6291"/>
                  </a:cubicBezTo>
                  <a:cubicBezTo>
                    <a:pt x="12707" y="5589"/>
                    <a:pt x="12331" y="5013"/>
                    <a:pt x="11930" y="4511"/>
                  </a:cubicBezTo>
                  <a:cubicBezTo>
                    <a:pt x="11529" y="4010"/>
                    <a:pt x="11103" y="3609"/>
                    <a:pt x="10652" y="3258"/>
                  </a:cubicBezTo>
                  <a:cubicBezTo>
                    <a:pt x="9775" y="2532"/>
                    <a:pt x="8873" y="2005"/>
                    <a:pt x="7996" y="1579"/>
                  </a:cubicBezTo>
                  <a:cubicBezTo>
                    <a:pt x="7118" y="1178"/>
                    <a:pt x="6266" y="852"/>
                    <a:pt x="5464" y="627"/>
                  </a:cubicBezTo>
                  <a:cubicBezTo>
                    <a:pt x="3860" y="151"/>
                    <a:pt x="2482" y="0"/>
                    <a:pt x="150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3" name="Google Shape;933;p29"/>
            <p:cNvSpPr/>
            <p:nvPr/>
          </p:nvSpPr>
          <p:spPr>
            <a:xfrm>
              <a:off x="720000" y="4226980"/>
              <a:ext cx="323476" cy="95926"/>
            </a:xfrm>
            <a:custGeom>
              <a:rect b="b" l="l" r="r" t="t"/>
              <a:pathLst>
                <a:path extrusionOk="0" h="4036" w="13610">
                  <a:moveTo>
                    <a:pt x="777" y="0"/>
                  </a:moveTo>
                  <a:lnTo>
                    <a:pt x="0" y="1930"/>
                  </a:lnTo>
                  <a:cubicBezTo>
                    <a:pt x="1529" y="2531"/>
                    <a:pt x="3509" y="3033"/>
                    <a:pt x="5614" y="3409"/>
                  </a:cubicBezTo>
                  <a:cubicBezTo>
                    <a:pt x="7744" y="3810"/>
                    <a:pt x="9950" y="4035"/>
                    <a:pt x="11855" y="4035"/>
                  </a:cubicBezTo>
                  <a:cubicBezTo>
                    <a:pt x="12481" y="4035"/>
                    <a:pt x="13058" y="4010"/>
                    <a:pt x="13609" y="3960"/>
                  </a:cubicBezTo>
                  <a:lnTo>
                    <a:pt x="13384" y="1880"/>
                  </a:lnTo>
                  <a:cubicBezTo>
                    <a:pt x="12932" y="1930"/>
                    <a:pt x="12406" y="1955"/>
                    <a:pt x="11855" y="1955"/>
                  </a:cubicBezTo>
                  <a:cubicBezTo>
                    <a:pt x="10125" y="1955"/>
                    <a:pt x="7995" y="1729"/>
                    <a:pt x="5990" y="1353"/>
                  </a:cubicBezTo>
                  <a:cubicBezTo>
                    <a:pt x="3985" y="1003"/>
                    <a:pt x="2080" y="501"/>
                    <a:pt x="77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4" name="Google Shape;934;p29"/>
            <p:cNvSpPr/>
            <p:nvPr/>
          </p:nvSpPr>
          <p:spPr>
            <a:xfrm>
              <a:off x="968404" y="4286544"/>
              <a:ext cx="99491" cy="316322"/>
            </a:xfrm>
            <a:custGeom>
              <a:rect b="b" l="l" r="r" t="t"/>
              <a:pathLst>
                <a:path extrusionOk="0" h="13309" w="4186">
                  <a:moveTo>
                    <a:pt x="2281" y="0"/>
                  </a:moveTo>
                  <a:cubicBezTo>
                    <a:pt x="777" y="3409"/>
                    <a:pt x="25" y="7544"/>
                    <a:pt x="0" y="11229"/>
                  </a:cubicBezTo>
                  <a:cubicBezTo>
                    <a:pt x="0" y="11930"/>
                    <a:pt x="50" y="12632"/>
                    <a:pt x="101" y="13309"/>
                  </a:cubicBezTo>
                  <a:lnTo>
                    <a:pt x="2181" y="13108"/>
                  </a:lnTo>
                  <a:cubicBezTo>
                    <a:pt x="2131" y="12507"/>
                    <a:pt x="2106" y="11880"/>
                    <a:pt x="2106" y="11229"/>
                  </a:cubicBezTo>
                  <a:cubicBezTo>
                    <a:pt x="2106" y="7845"/>
                    <a:pt x="2832" y="3910"/>
                    <a:pt x="4186" y="853"/>
                  </a:cubicBezTo>
                  <a:lnTo>
                    <a:pt x="22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5" name="Google Shape;935;p29"/>
            <p:cNvSpPr/>
            <p:nvPr/>
          </p:nvSpPr>
          <p:spPr>
            <a:xfrm>
              <a:off x="980312" y="4254361"/>
              <a:ext cx="128107" cy="98920"/>
            </a:xfrm>
            <a:custGeom>
              <a:rect b="b" l="l" r="r" t="t"/>
              <a:pathLst>
                <a:path extrusionOk="0" h="4162" w="5390">
                  <a:moveTo>
                    <a:pt x="2707" y="1"/>
                  </a:moveTo>
                  <a:cubicBezTo>
                    <a:pt x="1" y="1"/>
                    <a:pt x="1" y="4161"/>
                    <a:pt x="2707" y="4161"/>
                  </a:cubicBezTo>
                  <a:cubicBezTo>
                    <a:pt x="5389" y="4161"/>
                    <a:pt x="5389" y="1"/>
                    <a:pt x="270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36" name="Google Shape;936;p29"/>
          <p:cNvGrpSpPr/>
          <p:nvPr/>
        </p:nvGrpSpPr>
        <p:grpSpPr>
          <a:xfrm rot="-725642">
            <a:off x="344028" y="4262208"/>
            <a:ext cx="1004947" cy="678762"/>
            <a:chOff x="3709915" y="318648"/>
            <a:chExt cx="904827" cy="611139"/>
          </a:xfrm>
        </p:grpSpPr>
        <p:grpSp>
          <p:nvGrpSpPr>
            <p:cNvPr id="937" name="Google Shape;937;p29"/>
            <p:cNvGrpSpPr/>
            <p:nvPr/>
          </p:nvGrpSpPr>
          <p:grpSpPr>
            <a:xfrm flipH="1" rot="-5400000">
              <a:off x="3955441" y="270486"/>
              <a:ext cx="611138" cy="707464"/>
              <a:chOff x="1667110" y="1547045"/>
              <a:chExt cx="1047905" cy="1213698"/>
            </a:xfrm>
          </p:grpSpPr>
          <p:grpSp>
            <p:nvGrpSpPr>
              <p:cNvPr id="938" name="Google Shape;938;p29"/>
              <p:cNvGrpSpPr/>
              <p:nvPr/>
            </p:nvGrpSpPr>
            <p:grpSpPr>
              <a:xfrm>
                <a:off x="1667110" y="1547045"/>
                <a:ext cx="1047905" cy="922064"/>
                <a:chOff x="1627300" y="2234250"/>
                <a:chExt cx="500050" cy="440000"/>
              </a:xfrm>
            </p:grpSpPr>
            <p:sp>
              <p:nvSpPr>
                <p:cNvPr id="939" name="Google Shape;939;p29"/>
                <p:cNvSpPr/>
                <p:nvPr/>
              </p:nvSpPr>
              <p:spPr>
                <a:xfrm rot="-4336066">
                  <a:off x="1769541" y="2297078"/>
                  <a:ext cx="189957" cy="290011"/>
                </a:xfrm>
                <a:custGeom>
                  <a:rect b="b" l="l" r="r" t="t"/>
                  <a:pathLst>
                    <a:path extrusionOk="0" h="11605" w="7595">
                      <a:moveTo>
                        <a:pt x="2155" y="0"/>
                      </a:moveTo>
                      <a:cubicBezTo>
                        <a:pt x="2406" y="2507"/>
                        <a:pt x="2506" y="5940"/>
                        <a:pt x="0" y="6943"/>
                      </a:cubicBezTo>
                      <a:cubicBezTo>
                        <a:pt x="2757" y="6943"/>
                        <a:pt x="4336" y="9123"/>
                        <a:pt x="5589" y="11604"/>
                      </a:cubicBezTo>
                      <a:cubicBezTo>
                        <a:pt x="5589" y="9123"/>
                        <a:pt x="5338" y="6617"/>
                        <a:pt x="7594" y="5113"/>
                      </a:cubicBezTo>
                      <a:lnTo>
                        <a:pt x="7594" y="5113"/>
                      </a:lnTo>
                      <a:cubicBezTo>
                        <a:pt x="7536" y="5115"/>
                        <a:pt x="7479" y="5116"/>
                        <a:pt x="7423" y="5116"/>
                      </a:cubicBezTo>
                      <a:cubicBezTo>
                        <a:pt x="4895" y="5116"/>
                        <a:pt x="3381" y="2942"/>
                        <a:pt x="215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0" name="Google Shape;940;p29"/>
                <p:cNvSpPr/>
                <p:nvPr/>
              </p:nvSpPr>
              <p:spPr>
                <a:xfrm>
                  <a:off x="2010350" y="2234250"/>
                  <a:ext cx="117000" cy="78450"/>
                </a:xfrm>
                <a:custGeom>
                  <a:rect b="b" l="l" r="r" t="t"/>
                  <a:pathLst>
                    <a:path extrusionOk="0" h="3138" w="4680">
                      <a:moveTo>
                        <a:pt x="2235" y="0"/>
                      </a:moveTo>
                      <a:cubicBezTo>
                        <a:pt x="256" y="0"/>
                        <a:pt x="1" y="3138"/>
                        <a:pt x="2524" y="3138"/>
                      </a:cubicBezTo>
                      <a:cubicBezTo>
                        <a:pt x="4429" y="3138"/>
                        <a:pt x="4680" y="80"/>
                        <a:pt x="2374" y="5"/>
                      </a:cubicBezTo>
                      <a:cubicBezTo>
                        <a:pt x="2327" y="2"/>
                        <a:pt x="2281" y="0"/>
                        <a:pt x="223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1" name="Google Shape;941;p29"/>
                <p:cNvSpPr/>
                <p:nvPr/>
              </p:nvSpPr>
              <p:spPr>
                <a:xfrm>
                  <a:off x="1627300" y="2615200"/>
                  <a:ext cx="87775" cy="59050"/>
                </a:xfrm>
                <a:custGeom>
                  <a:rect b="b" l="l" r="r" t="t"/>
                  <a:pathLst>
                    <a:path extrusionOk="0" h="2362" w="3511">
                      <a:moveTo>
                        <a:pt x="1689" y="1"/>
                      </a:moveTo>
                      <a:cubicBezTo>
                        <a:pt x="191" y="1"/>
                        <a:pt x="0" y="2337"/>
                        <a:pt x="1907" y="2361"/>
                      </a:cubicBezTo>
                      <a:cubicBezTo>
                        <a:pt x="3335" y="2361"/>
                        <a:pt x="3511" y="55"/>
                        <a:pt x="1806" y="5"/>
                      </a:cubicBezTo>
                      <a:cubicBezTo>
                        <a:pt x="1766" y="2"/>
                        <a:pt x="1727" y="1"/>
                        <a:pt x="168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42" name="Google Shape;942;p29"/>
              <p:cNvSpPr/>
              <p:nvPr/>
            </p:nvSpPr>
            <p:spPr>
              <a:xfrm rot="-5567032">
                <a:off x="2009203" y="2471373"/>
                <a:ext cx="327224" cy="240224"/>
              </a:xfrm>
              <a:custGeom>
                <a:rect b="b" l="l" r="r" t="t"/>
                <a:pathLst>
                  <a:path extrusionOk="0" h="16924" w="23033">
                    <a:moveTo>
                      <a:pt x="18087" y="0"/>
                    </a:moveTo>
                    <a:cubicBezTo>
                      <a:pt x="15558" y="0"/>
                      <a:pt x="12757" y="2011"/>
                      <a:pt x="12181" y="4317"/>
                    </a:cubicBezTo>
                    <a:cubicBezTo>
                      <a:pt x="12181" y="4317"/>
                      <a:pt x="10883" y="321"/>
                      <a:pt x="6682" y="321"/>
                    </a:cubicBezTo>
                    <a:cubicBezTo>
                      <a:pt x="6249" y="321"/>
                      <a:pt x="5785" y="364"/>
                      <a:pt x="5289" y="457"/>
                    </a:cubicBezTo>
                    <a:cubicBezTo>
                      <a:pt x="0" y="1460"/>
                      <a:pt x="6492" y="11610"/>
                      <a:pt x="12381" y="16924"/>
                    </a:cubicBezTo>
                    <a:cubicBezTo>
                      <a:pt x="22381" y="8527"/>
                      <a:pt x="23033" y="2437"/>
                      <a:pt x="20251" y="608"/>
                    </a:cubicBezTo>
                    <a:cubicBezTo>
                      <a:pt x="19602" y="187"/>
                      <a:pt x="18857" y="0"/>
                      <a:pt x="18087"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43" name="Google Shape;943;p29"/>
            <p:cNvSpPr/>
            <p:nvPr/>
          </p:nvSpPr>
          <p:spPr>
            <a:xfrm flipH="1" rot="167132">
              <a:off x="3713209" y="323201"/>
              <a:ext cx="190766" cy="140085"/>
            </a:xfrm>
            <a:custGeom>
              <a:rect b="b" l="l" r="r" t="t"/>
              <a:pathLst>
                <a:path extrusionOk="0" h="16924" w="23033">
                  <a:moveTo>
                    <a:pt x="18087" y="0"/>
                  </a:moveTo>
                  <a:cubicBezTo>
                    <a:pt x="15558" y="0"/>
                    <a:pt x="12757" y="2011"/>
                    <a:pt x="12181" y="4317"/>
                  </a:cubicBezTo>
                  <a:cubicBezTo>
                    <a:pt x="12181" y="4317"/>
                    <a:pt x="10883" y="321"/>
                    <a:pt x="6682" y="321"/>
                  </a:cubicBezTo>
                  <a:cubicBezTo>
                    <a:pt x="6249" y="321"/>
                    <a:pt x="5785" y="364"/>
                    <a:pt x="5289" y="457"/>
                  </a:cubicBezTo>
                  <a:cubicBezTo>
                    <a:pt x="0" y="1460"/>
                    <a:pt x="6492" y="11610"/>
                    <a:pt x="12381" y="16924"/>
                  </a:cubicBezTo>
                  <a:cubicBezTo>
                    <a:pt x="22381" y="8527"/>
                    <a:pt x="23033" y="2437"/>
                    <a:pt x="20251" y="608"/>
                  </a:cubicBezTo>
                  <a:cubicBezTo>
                    <a:pt x="19602" y="187"/>
                    <a:pt x="18857" y="0"/>
                    <a:pt x="18087"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44" name="Google Shape;944;p29"/>
          <p:cNvGrpSpPr/>
          <p:nvPr/>
        </p:nvGrpSpPr>
        <p:grpSpPr>
          <a:xfrm flipH="1" rot="725642">
            <a:off x="7906878" y="288233"/>
            <a:ext cx="1004947" cy="678762"/>
            <a:chOff x="3709915" y="318648"/>
            <a:chExt cx="904827" cy="611139"/>
          </a:xfrm>
        </p:grpSpPr>
        <p:grpSp>
          <p:nvGrpSpPr>
            <p:cNvPr id="945" name="Google Shape;945;p29"/>
            <p:cNvGrpSpPr/>
            <p:nvPr/>
          </p:nvGrpSpPr>
          <p:grpSpPr>
            <a:xfrm flipH="1" rot="-5400000">
              <a:off x="3955441" y="270486"/>
              <a:ext cx="611138" cy="707464"/>
              <a:chOff x="1667110" y="1547045"/>
              <a:chExt cx="1047905" cy="1213698"/>
            </a:xfrm>
          </p:grpSpPr>
          <p:grpSp>
            <p:nvGrpSpPr>
              <p:cNvPr id="946" name="Google Shape;946;p29"/>
              <p:cNvGrpSpPr/>
              <p:nvPr/>
            </p:nvGrpSpPr>
            <p:grpSpPr>
              <a:xfrm>
                <a:off x="1667110" y="1547045"/>
                <a:ext cx="1047905" cy="922064"/>
                <a:chOff x="1627300" y="2234250"/>
                <a:chExt cx="500050" cy="440000"/>
              </a:xfrm>
            </p:grpSpPr>
            <p:sp>
              <p:nvSpPr>
                <p:cNvPr id="947" name="Google Shape;947;p29"/>
                <p:cNvSpPr/>
                <p:nvPr/>
              </p:nvSpPr>
              <p:spPr>
                <a:xfrm rot="-4336066">
                  <a:off x="1769541" y="2297078"/>
                  <a:ext cx="189957" cy="290011"/>
                </a:xfrm>
                <a:custGeom>
                  <a:rect b="b" l="l" r="r" t="t"/>
                  <a:pathLst>
                    <a:path extrusionOk="0" h="11605" w="7595">
                      <a:moveTo>
                        <a:pt x="2155" y="0"/>
                      </a:moveTo>
                      <a:cubicBezTo>
                        <a:pt x="2406" y="2507"/>
                        <a:pt x="2506" y="5940"/>
                        <a:pt x="0" y="6943"/>
                      </a:cubicBezTo>
                      <a:cubicBezTo>
                        <a:pt x="2757" y="6943"/>
                        <a:pt x="4336" y="9123"/>
                        <a:pt x="5589" y="11604"/>
                      </a:cubicBezTo>
                      <a:cubicBezTo>
                        <a:pt x="5589" y="9123"/>
                        <a:pt x="5338" y="6617"/>
                        <a:pt x="7594" y="5113"/>
                      </a:cubicBezTo>
                      <a:lnTo>
                        <a:pt x="7594" y="5113"/>
                      </a:lnTo>
                      <a:cubicBezTo>
                        <a:pt x="7536" y="5115"/>
                        <a:pt x="7479" y="5116"/>
                        <a:pt x="7423" y="5116"/>
                      </a:cubicBezTo>
                      <a:cubicBezTo>
                        <a:pt x="4895" y="5116"/>
                        <a:pt x="3381" y="2942"/>
                        <a:pt x="215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8" name="Google Shape;948;p29"/>
                <p:cNvSpPr/>
                <p:nvPr/>
              </p:nvSpPr>
              <p:spPr>
                <a:xfrm>
                  <a:off x="2010350" y="2234250"/>
                  <a:ext cx="117000" cy="78450"/>
                </a:xfrm>
                <a:custGeom>
                  <a:rect b="b" l="l" r="r" t="t"/>
                  <a:pathLst>
                    <a:path extrusionOk="0" h="3138" w="4680">
                      <a:moveTo>
                        <a:pt x="2235" y="0"/>
                      </a:moveTo>
                      <a:cubicBezTo>
                        <a:pt x="256" y="0"/>
                        <a:pt x="1" y="3138"/>
                        <a:pt x="2524" y="3138"/>
                      </a:cubicBezTo>
                      <a:cubicBezTo>
                        <a:pt x="4429" y="3138"/>
                        <a:pt x="4680" y="80"/>
                        <a:pt x="2374" y="5"/>
                      </a:cubicBezTo>
                      <a:cubicBezTo>
                        <a:pt x="2327" y="2"/>
                        <a:pt x="2281" y="0"/>
                        <a:pt x="223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9" name="Google Shape;949;p29"/>
                <p:cNvSpPr/>
                <p:nvPr/>
              </p:nvSpPr>
              <p:spPr>
                <a:xfrm>
                  <a:off x="1627300" y="2615200"/>
                  <a:ext cx="87775" cy="59050"/>
                </a:xfrm>
                <a:custGeom>
                  <a:rect b="b" l="l" r="r" t="t"/>
                  <a:pathLst>
                    <a:path extrusionOk="0" h="2362" w="3511">
                      <a:moveTo>
                        <a:pt x="1689" y="1"/>
                      </a:moveTo>
                      <a:cubicBezTo>
                        <a:pt x="191" y="1"/>
                        <a:pt x="0" y="2337"/>
                        <a:pt x="1907" y="2361"/>
                      </a:cubicBezTo>
                      <a:cubicBezTo>
                        <a:pt x="3335" y="2361"/>
                        <a:pt x="3511" y="55"/>
                        <a:pt x="1806" y="5"/>
                      </a:cubicBezTo>
                      <a:cubicBezTo>
                        <a:pt x="1766" y="2"/>
                        <a:pt x="1727" y="1"/>
                        <a:pt x="168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0" name="Google Shape;950;p29"/>
              <p:cNvSpPr/>
              <p:nvPr/>
            </p:nvSpPr>
            <p:spPr>
              <a:xfrm rot="-5567032">
                <a:off x="2009203" y="2471373"/>
                <a:ext cx="327224" cy="240224"/>
              </a:xfrm>
              <a:custGeom>
                <a:rect b="b" l="l" r="r" t="t"/>
                <a:pathLst>
                  <a:path extrusionOk="0" h="16924" w="23033">
                    <a:moveTo>
                      <a:pt x="18087" y="0"/>
                    </a:moveTo>
                    <a:cubicBezTo>
                      <a:pt x="15558" y="0"/>
                      <a:pt x="12757" y="2011"/>
                      <a:pt x="12181" y="4317"/>
                    </a:cubicBezTo>
                    <a:cubicBezTo>
                      <a:pt x="12181" y="4317"/>
                      <a:pt x="10883" y="321"/>
                      <a:pt x="6682" y="321"/>
                    </a:cubicBezTo>
                    <a:cubicBezTo>
                      <a:pt x="6249" y="321"/>
                      <a:pt x="5785" y="364"/>
                      <a:pt x="5289" y="457"/>
                    </a:cubicBezTo>
                    <a:cubicBezTo>
                      <a:pt x="0" y="1460"/>
                      <a:pt x="6492" y="11610"/>
                      <a:pt x="12381" y="16924"/>
                    </a:cubicBezTo>
                    <a:cubicBezTo>
                      <a:pt x="22381" y="8527"/>
                      <a:pt x="23033" y="2437"/>
                      <a:pt x="20251" y="608"/>
                    </a:cubicBezTo>
                    <a:cubicBezTo>
                      <a:pt x="19602" y="187"/>
                      <a:pt x="18857" y="0"/>
                      <a:pt x="18087"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1" name="Google Shape;951;p29"/>
            <p:cNvSpPr/>
            <p:nvPr/>
          </p:nvSpPr>
          <p:spPr>
            <a:xfrm flipH="1" rot="167132">
              <a:off x="3713209" y="323201"/>
              <a:ext cx="190766" cy="140085"/>
            </a:xfrm>
            <a:custGeom>
              <a:rect b="b" l="l" r="r" t="t"/>
              <a:pathLst>
                <a:path extrusionOk="0" h="16924" w="23033">
                  <a:moveTo>
                    <a:pt x="18087" y="0"/>
                  </a:moveTo>
                  <a:cubicBezTo>
                    <a:pt x="15558" y="0"/>
                    <a:pt x="12757" y="2011"/>
                    <a:pt x="12181" y="4317"/>
                  </a:cubicBezTo>
                  <a:cubicBezTo>
                    <a:pt x="12181" y="4317"/>
                    <a:pt x="10883" y="321"/>
                    <a:pt x="6682" y="321"/>
                  </a:cubicBezTo>
                  <a:cubicBezTo>
                    <a:pt x="6249" y="321"/>
                    <a:pt x="5785" y="364"/>
                    <a:pt x="5289" y="457"/>
                  </a:cubicBezTo>
                  <a:cubicBezTo>
                    <a:pt x="0" y="1460"/>
                    <a:pt x="6492" y="11610"/>
                    <a:pt x="12381" y="16924"/>
                  </a:cubicBezTo>
                  <a:cubicBezTo>
                    <a:pt x="22381" y="8527"/>
                    <a:pt x="23033" y="2437"/>
                    <a:pt x="20251" y="608"/>
                  </a:cubicBezTo>
                  <a:cubicBezTo>
                    <a:pt x="19602" y="187"/>
                    <a:pt x="18857" y="0"/>
                    <a:pt x="18087"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2" name="Google Shape;952;p2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theme" Target="../theme/theme1.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2"/>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11265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Font typeface="Jua"/>
              <a:buNone/>
              <a:defRPr b="1" sz="2800">
                <a:solidFill>
                  <a:schemeClr val="dk1"/>
                </a:solidFill>
                <a:latin typeface="Jua"/>
                <a:ea typeface="Jua"/>
                <a:cs typeface="Jua"/>
                <a:sym typeface="Jua"/>
              </a:defRPr>
            </a:lvl1pPr>
            <a:lvl2pPr lvl="1">
              <a:spcBef>
                <a:spcPts val="0"/>
              </a:spcBef>
              <a:spcAft>
                <a:spcPts val="0"/>
              </a:spcAft>
              <a:buClr>
                <a:schemeClr val="dk1"/>
              </a:buClr>
              <a:buSzPts val="2800"/>
              <a:buFont typeface="Jua"/>
              <a:buNone/>
              <a:defRPr sz="2800">
                <a:solidFill>
                  <a:schemeClr val="dk1"/>
                </a:solidFill>
                <a:latin typeface="Jua"/>
                <a:ea typeface="Jua"/>
                <a:cs typeface="Jua"/>
                <a:sym typeface="Jua"/>
              </a:defRPr>
            </a:lvl2pPr>
            <a:lvl3pPr lvl="2">
              <a:spcBef>
                <a:spcPts val="0"/>
              </a:spcBef>
              <a:spcAft>
                <a:spcPts val="0"/>
              </a:spcAft>
              <a:buClr>
                <a:schemeClr val="dk1"/>
              </a:buClr>
              <a:buSzPts val="2800"/>
              <a:buFont typeface="Jua"/>
              <a:buNone/>
              <a:defRPr sz="2800">
                <a:solidFill>
                  <a:schemeClr val="dk1"/>
                </a:solidFill>
                <a:latin typeface="Jua"/>
                <a:ea typeface="Jua"/>
                <a:cs typeface="Jua"/>
                <a:sym typeface="Jua"/>
              </a:defRPr>
            </a:lvl3pPr>
            <a:lvl4pPr lvl="3">
              <a:spcBef>
                <a:spcPts val="0"/>
              </a:spcBef>
              <a:spcAft>
                <a:spcPts val="0"/>
              </a:spcAft>
              <a:buClr>
                <a:schemeClr val="dk1"/>
              </a:buClr>
              <a:buSzPts val="2800"/>
              <a:buFont typeface="Jua"/>
              <a:buNone/>
              <a:defRPr sz="2800">
                <a:solidFill>
                  <a:schemeClr val="dk1"/>
                </a:solidFill>
                <a:latin typeface="Jua"/>
                <a:ea typeface="Jua"/>
                <a:cs typeface="Jua"/>
                <a:sym typeface="Jua"/>
              </a:defRPr>
            </a:lvl4pPr>
            <a:lvl5pPr lvl="4">
              <a:spcBef>
                <a:spcPts val="0"/>
              </a:spcBef>
              <a:spcAft>
                <a:spcPts val="0"/>
              </a:spcAft>
              <a:buClr>
                <a:schemeClr val="dk1"/>
              </a:buClr>
              <a:buSzPts val="2800"/>
              <a:buFont typeface="Jua"/>
              <a:buNone/>
              <a:defRPr sz="2800">
                <a:solidFill>
                  <a:schemeClr val="dk1"/>
                </a:solidFill>
                <a:latin typeface="Jua"/>
                <a:ea typeface="Jua"/>
                <a:cs typeface="Jua"/>
                <a:sym typeface="Jua"/>
              </a:defRPr>
            </a:lvl5pPr>
            <a:lvl6pPr lvl="5">
              <a:spcBef>
                <a:spcPts val="0"/>
              </a:spcBef>
              <a:spcAft>
                <a:spcPts val="0"/>
              </a:spcAft>
              <a:buClr>
                <a:schemeClr val="dk1"/>
              </a:buClr>
              <a:buSzPts val="2800"/>
              <a:buFont typeface="Jua"/>
              <a:buNone/>
              <a:defRPr sz="2800">
                <a:solidFill>
                  <a:schemeClr val="dk1"/>
                </a:solidFill>
                <a:latin typeface="Jua"/>
                <a:ea typeface="Jua"/>
                <a:cs typeface="Jua"/>
                <a:sym typeface="Jua"/>
              </a:defRPr>
            </a:lvl6pPr>
            <a:lvl7pPr lvl="6">
              <a:spcBef>
                <a:spcPts val="0"/>
              </a:spcBef>
              <a:spcAft>
                <a:spcPts val="0"/>
              </a:spcAft>
              <a:buClr>
                <a:schemeClr val="dk1"/>
              </a:buClr>
              <a:buSzPts val="2800"/>
              <a:buFont typeface="Jua"/>
              <a:buNone/>
              <a:defRPr sz="2800">
                <a:solidFill>
                  <a:schemeClr val="dk1"/>
                </a:solidFill>
                <a:latin typeface="Jua"/>
                <a:ea typeface="Jua"/>
                <a:cs typeface="Jua"/>
                <a:sym typeface="Jua"/>
              </a:defRPr>
            </a:lvl7pPr>
            <a:lvl8pPr lvl="7">
              <a:spcBef>
                <a:spcPts val="0"/>
              </a:spcBef>
              <a:spcAft>
                <a:spcPts val="0"/>
              </a:spcAft>
              <a:buClr>
                <a:schemeClr val="dk1"/>
              </a:buClr>
              <a:buSzPts val="2800"/>
              <a:buFont typeface="Jua"/>
              <a:buNone/>
              <a:defRPr sz="2800">
                <a:solidFill>
                  <a:schemeClr val="dk1"/>
                </a:solidFill>
                <a:latin typeface="Jua"/>
                <a:ea typeface="Jua"/>
                <a:cs typeface="Jua"/>
                <a:sym typeface="Jua"/>
              </a:defRPr>
            </a:lvl8pPr>
            <a:lvl9pPr lvl="8">
              <a:spcBef>
                <a:spcPts val="0"/>
              </a:spcBef>
              <a:spcAft>
                <a:spcPts val="0"/>
              </a:spcAft>
              <a:buClr>
                <a:schemeClr val="dk1"/>
              </a:buClr>
              <a:buSzPts val="2800"/>
              <a:buFont typeface="Jua"/>
              <a:buNone/>
              <a:defRPr sz="2800">
                <a:solidFill>
                  <a:schemeClr val="dk1"/>
                </a:solidFill>
                <a:latin typeface="Jua"/>
                <a:ea typeface="Jua"/>
                <a:cs typeface="Jua"/>
                <a:sym typeface="Jua"/>
              </a:defRPr>
            </a:lvl9pPr>
          </a:lstStyle>
          <a:p/>
        </p:txBody>
      </p:sp>
      <p:sp>
        <p:nvSpPr>
          <p:cNvPr id="7" name="Google Shape;7;p1"/>
          <p:cNvSpPr txBox="1"/>
          <p:nvPr>
            <p:ph idx="1" type="body"/>
          </p:nvPr>
        </p:nvSpPr>
        <p:spPr>
          <a:xfrm>
            <a:off x="311700" y="1152475"/>
            <a:ext cx="8520600" cy="39909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accent3"/>
              </a:buClr>
              <a:buSzPts val="1800"/>
              <a:buFont typeface="Roboto"/>
              <a:buChar char="●"/>
              <a:defRPr sz="1800">
                <a:solidFill>
                  <a:schemeClr val="accent3"/>
                </a:solidFill>
                <a:latin typeface="Roboto"/>
                <a:ea typeface="Roboto"/>
                <a:cs typeface="Roboto"/>
                <a:sym typeface="Roboto"/>
              </a:defRPr>
            </a:lvl1pPr>
            <a:lvl2pPr indent="-317500" lvl="1" marL="914400">
              <a:lnSpc>
                <a:spcPct val="115000"/>
              </a:lnSpc>
              <a:spcBef>
                <a:spcPts val="0"/>
              </a:spcBef>
              <a:spcAft>
                <a:spcPts val="0"/>
              </a:spcAft>
              <a:buClr>
                <a:schemeClr val="accent3"/>
              </a:buClr>
              <a:buSzPts val="1400"/>
              <a:buFont typeface="Roboto"/>
              <a:buChar char="○"/>
              <a:defRPr>
                <a:solidFill>
                  <a:schemeClr val="accent3"/>
                </a:solidFill>
                <a:latin typeface="Roboto"/>
                <a:ea typeface="Roboto"/>
                <a:cs typeface="Roboto"/>
                <a:sym typeface="Roboto"/>
              </a:defRPr>
            </a:lvl2pPr>
            <a:lvl3pPr indent="-317500" lvl="2" marL="1371600">
              <a:lnSpc>
                <a:spcPct val="115000"/>
              </a:lnSpc>
              <a:spcBef>
                <a:spcPts val="0"/>
              </a:spcBef>
              <a:spcAft>
                <a:spcPts val="0"/>
              </a:spcAft>
              <a:buClr>
                <a:schemeClr val="accent3"/>
              </a:buClr>
              <a:buSzPts val="1400"/>
              <a:buFont typeface="Roboto"/>
              <a:buChar char="■"/>
              <a:defRPr>
                <a:solidFill>
                  <a:schemeClr val="accent3"/>
                </a:solidFill>
                <a:latin typeface="Roboto"/>
                <a:ea typeface="Roboto"/>
                <a:cs typeface="Roboto"/>
                <a:sym typeface="Roboto"/>
              </a:defRPr>
            </a:lvl3pPr>
            <a:lvl4pPr indent="-317500" lvl="3" marL="1828800">
              <a:lnSpc>
                <a:spcPct val="115000"/>
              </a:lnSpc>
              <a:spcBef>
                <a:spcPts val="1600"/>
              </a:spcBef>
              <a:spcAft>
                <a:spcPts val="0"/>
              </a:spcAft>
              <a:buClr>
                <a:schemeClr val="accent3"/>
              </a:buClr>
              <a:buSzPts val="1400"/>
              <a:buFont typeface="Roboto"/>
              <a:buChar char="●"/>
              <a:defRPr>
                <a:solidFill>
                  <a:schemeClr val="accent3"/>
                </a:solidFill>
                <a:latin typeface="Roboto"/>
                <a:ea typeface="Roboto"/>
                <a:cs typeface="Roboto"/>
                <a:sym typeface="Roboto"/>
              </a:defRPr>
            </a:lvl4pPr>
            <a:lvl5pPr indent="-317500" lvl="4" marL="2286000">
              <a:lnSpc>
                <a:spcPct val="115000"/>
              </a:lnSpc>
              <a:spcBef>
                <a:spcPts val="1600"/>
              </a:spcBef>
              <a:spcAft>
                <a:spcPts val="0"/>
              </a:spcAft>
              <a:buClr>
                <a:schemeClr val="accent3"/>
              </a:buClr>
              <a:buSzPts val="1400"/>
              <a:buFont typeface="Roboto"/>
              <a:buChar char="○"/>
              <a:defRPr>
                <a:solidFill>
                  <a:schemeClr val="accent3"/>
                </a:solidFill>
                <a:latin typeface="Roboto"/>
                <a:ea typeface="Roboto"/>
                <a:cs typeface="Roboto"/>
                <a:sym typeface="Roboto"/>
              </a:defRPr>
            </a:lvl5pPr>
            <a:lvl6pPr indent="-317500" lvl="5" marL="2743200">
              <a:lnSpc>
                <a:spcPct val="115000"/>
              </a:lnSpc>
              <a:spcBef>
                <a:spcPts val="0"/>
              </a:spcBef>
              <a:spcAft>
                <a:spcPts val="0"/>
              </a:spcAft>
              <a:buClr>
                <a:schemeClr val="accent3"/>
              </a:buClr>
              <a:buSzPts val="1400"/>
              <a:buFont typeface="Roboto"/>
              <a:buChar char="■"/>
              <a:defRPr>
                <a:solidFill>
                  <a:schemeClr val="accent3"/>
                </a:solidFill>
                <a:latin typeface="Roboto"/>
                <a:ea typeface="Roboto"/>
                <a:cs typeface="Roboto"/>
                <a:sym typeface="Roboto"/>
              </a:defRPr>
            </a:lvl6pPr>
            <a:lvl7pPr indent="-317500" lvl="6" marL="3200400">
              <a:lnSpc>
                <a:spcPct val="115000"/>
              </a:lnSpc>
              <a:spcBef>
                <a:spcPts val="1600"/>
              </a:spcBef>
              <a:spcAft>
                <a:spcPts val="0"/>
              </a:spcAft>
              <a:buClr>
                <a:schemeClr val="accent3"/>
              </a:buClr>
              <a:buSzPts val="1400"/>
              <a:buFont typeface="Roboto"/>
              <a:buChar char="●"/>
              <a:defRPr>
                <a:solidFill>
                  <a:schemeClr val="accent3"/>
                </a:solidFill>
                <a:latin typeface="Roboto"/>
                <a:ea typeface="Roboto"/>
                <a:cs typeface="Roboto"/>
                <a:sym typeface="Roboto"/>
              </a:defRPr>
            </a:lvl7pPr>
            <a:lvl8pPr indent="-317500" lvl="7" marL="3657600">
              <a:lnSpc>
                <a:spcPct val="115000"/>
              </a:lnSpc>
              <a:spcBef>
                <a:spcPts val="1600"/>
              </a:spcBef>
              <a:spcAft>
                <a:spcPts val="0"/>
              </a:spcAft>
              <a:buClr>
                <a:schemeClr val="accent3"/>
              </a:buClr>
              <a:buSzPts val="1400"/>
              <a:buFont typeface="Roboto"/>
              <a:buChar char="○"/>
              <a:defRPr>
                <a:solidFill>
                  <a:schemeClr val="accent3"/>
                </a:solidFill>
                <a:latin typeface="Roboto"/>
                <a:ea typeface="Roboto"/>
                <a:cs typeface="Roboto"/>
                <a:sym typeface="Roboto"/>
              </a:defRPr>
            </a:lvl8pPr>
            <a:lvl9pPr indent="-317500" lvl="8" marL="4114800">
              <a:lnSpc>
                <a:spcPct val="115000"/>
              </a:lnSpc>
              <a:spcBef>
                <a:spcPts val="1600"/>
              </a:spcBef>
              <a:spcAft>
                <a:spcPts val="1600"/>
              </a:spcAft>
              <a:buClr>
                <a:schemeClr val="dk2"/>
              </a:buClr>
              <a:buSzPts val="1400"/>
              <a:buFont typeface="Roboto"/>
              <a:buChar char="■"/>
              <a:defRPr>
                <a:solidFill>
                  <a:schemeClr val="dk2"/>
                </a:solidFill>
                <a:latin typeface="Roboto"/>
                <a:ea typeface="Roboto"/>
                <a:cs typeface="Roboto"/>
                <a:sym typeface="Roboto"/>
              </a:defRPr>
            </a:lvl9pPr>
          </a:lstStyle>
          <a:p/>
        </p:txBody>
      </p:sp>
      <p:sp>
        <p:nvSpPr>
          <p:cNvPr id="8" name="Google Shape;8;p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lgn="r">
              <a:buNone/>
              <a:defRPr sz="1300">
                <a:solidFill>
                  <a:schemeClr val="accent3"/>
                </a:solidFill>
                <a:latin typeface="Roboto"/>
                <a:ea typeface="Roboto"/>
                <a:cs typeface="Roboto"/>
                <a:sym typeface="Roboto"/>
              </a:defRPr>
            </a:lvl1pPr>
            <a:lvl2pPr lvl="1" algn="r">
              <a:buNone/>
              <a:defRPr sz="1300">
                <a:solidFill>
                  <a:schemeClr val="accent3"/>
                </a:solidFill>
                <a:latin typeface="Roboto"/>
                <a:ea typeface="Roboto"/>
                <a:cs typeface="Roboto"/>
                <a:sym typeface="Roboto"/>
              </a:defRPr>
            </a:lvl2pPr>
            <a:lvl3pPr lvl="2" algn="r">
              <a:buNone/>
              <a:defRPr sz="1300">
                <a:solidFill>
                  <a:schemeClr val="accent3"/>
                </a:solidFill>
                <a:latin typeface="Roboto"/>
                <a:ea typeface="Roboto"/>
                <a:cs typeface="Roboto"/>
                <a:sym typeface="Roboto"/>
              </a:defRPr>
            </a:lvl3pPr>
            <a:lvl4pPr lvl="3" algn="r">
              <a:buNone/>
              <a:defRPr sz="1300">
                <a:solidFill>
                  <a:schemeClr val="accent3"/>
                </a:solidFill>
                <a:latin typeface="Roboto"/>
                <a:ea typeface="Roboto"/>
                <a:cs typeface="Roboto"/>
                <a:sym typeface="Roboto"/>
              </a:defRPr>
            </a:lvl4pPr>
            <a:lvl5pPr lvl="4" algn="r">
              <a:buNone/>
              <a:defRPr sz="1300">
                <a:solidFill>
                  <a:schemeClr val="accent3"/>
                </a:solidFill>
                <a:latin typeface="Roboto"/>
                <a:ea typeface="Roboto"/>
                <a:cs typeface="Roboto"/>
                <a:sym typeface="Roboto"/>
              </a:defRPr>
            </a:lvl5pPr>
            <a:lvl6pPr lvl="5" algn="r">
              <a:buNone/>
              <a:defRPr sz="1300">
                <a:solidFill>
                  <a:schemeClr val="accent3"/>
                </a:solidFill>
                <a:latin typeface="Roboto"/>
                <a:ea typeface="Roboto"/>
                <a:cs typeface="Roboto"/>
                <a:sym typeface="Roboto"/>
              </a:defRPr>
            </a:lvl6pPr>
            <a:lvl7pPr lvl="6" algn="r">
              <a:buNone/>
              <a:defRPr sz="1300">
                <a:solidFill>
                  <a:schemeClr val="accent3"/>
                </a:solidFill>
                <a:latin typeface="Roboto"/>
                <a:ea typeface="Roboto"/>
                <a:cs typeface="Roboto"/>
                <a:sym typeface="Roboto"/>
              </a:defRPr>
            </a:lvl7pPr>
            <a:lvl8pPr lvl="7" algn="r">
              <a:buNone/>
              <a:defRPr sz="1300">
                <a:solidFill>
                  <a:schemeClr val="accent3"/>
                </a:solidFill>
                <a:latin typeface="Roboto"/>
                <a:ea typeface="Roboto"/>
                <a:cs typeface="Roboto"/>
                <a:sym typeface="Roboto"/>
              </a:defRPr>
            </a:lvl8pPr>
            <a:lvl9pPr lvl="8" algn="r">
              <a:buNone/>
              <a:defRPr sz="1300">
                <a:solidFill>
                  <a:schemeClr val="accent3"/>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7.xml"/><Relationship Id="rId3" Type="http://schemas.openxmlformats.org/officeDocument/2006/relationships/image" Target="../media/image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956" name="Shape 956"/>
        <p:cNvGrpSpPr/>
        <p:nvPr/>
      </p:nvGrpSpPr>
      <p:grpSpPr>
        <a:xfrm>
          <a:off x="0" y="0"/>
          <a:ext cx="0" cy="0"/>
          <a:chOff x="0" y="0"/>
          <a:chExt cx="0" cy="0"/>
        </a:xfrm>
      </p:grpSpPr>
      <p:sp>
        <p:nvSpPr>
          <p:cNvPr id="957" name="Google Shape;957;p30"/>
          <p:cNvSpPr/>
          <p:nvPr/>
        </p:nvSpPr>
        <p:spPr>
          <a:xfrm>
            <a:off x="2336400" y="3471125"/>
            <a:ext cx="4471200" cy="3669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8" name="Google Shape;958;p30"/>
          <p:cNvSpPr txBox="1"/>
          <p:nvPr>
            <p:ph idx="1" type="subTitle"/>
          </p:nvPr>
        </p:nvSpPr>
        <p:spPr>
          <a:xfrm>
            <a:off x="2096400" y="3438375"/>
            <a:ext cx="4951200" cy="486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a:t>TUẦN 07 - THÁNG 12 NĂM 2024</a:t>
            </a:r>
            <a:endParaRPr b="1"/>
          </a:p>
        </p:txBody>
      </p:sp>
      <p:sp>
        <p:nvSpPr>
          <p:cNvPr id="959" name="Google Shape;959;p30"/>
          <p:cNvSpPr txBox="1"/>
          <p:nvPr>
            <p:ph type="ctrTitle"/>
          </p:nvPr>
        </p:nvSpPr>
        <p:spPr>
          <a:xfrm>
            <a:off x="1384650" y="1354600"/>
            <a:ext cx="6374700" cy="1913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STACKS</a:t>
            </a:r>
            <a:endParaRPr/>
          </a:p>
          <a:p>
            <a:pPr indent="0" lvl="0" marL="0" rtl="0" algn="ctr">
              <a:spcBef>
                <a:spcPts val="0"/>
              </a:spcBef>
              <a:spcAft>
                <a:spcPts val="0"/>
              </a:spcAft>
              <a:buNone/>
            </a:pPr>
            <a:r>
              <a:rPr lang="en"/>
              <a:t>QUEUES</a:t>
            </a:r>
            <a:endParaRPr/>
          </a:p>
        </p:txBody>
      </p:sp>
      <p:grpSp>
        <p:nvGrpSpPr>
          <p:cNvPr id="960" name="Google Shape;960;p30"/>
          <p:cNvGrpSpPr/>
          <p:nvPr/>
        </p:nvGrpSpPr>
        <p:grpSpPr>
          <a:xfrm>
            <a:off x="6275129" y="1391342"/>
            <a:ext cx="959162" cy="1038017"/>
            <a:chOff x="6342808" y="1372951"/>
            <a:chExt cx="1029585" cy="1114230"/>
          </a:xfrm>
        </p:grpSpPr>
        <p:grpSp>
          <p:nvGrpSpPr>
            <p:cNvPr id="961" name="Google Shape;961;p30"/>
            <p:cNvGrpSpPr/>
            <p:nvPr/>
          </p:nvGrpSpPr>
          <p:grpSpPr>
            <a:xfrm flipH="1">
              <a:off x="6342808" y="1650082"/>
              <a:ext cx="1029585" cy="837100"/>
              <a:chOff x="1627300" y="2234250"/>
              <a:chExt cx="541175" cy="440000"/>
            </a:xfrm>
          </p:grpSpPr>
          <p:sp>
            <p:nvSpPr>
              <p:cNvPr id="962" name="Google Shape;962;p30"/>
              <p:cNvSpPr/>
              <p:nvPr/>
            </p:nvSpPr>
            <p:spPr>
              <a:xfrm>
                <a:off x="1769575" y="2297025"/>
                <a:ext cx="189875" cy="290125"/>
              </a:xfrm>
              <a:custGeom>
                <a:rect b="b" l="l" r="r" t="t"/>
                <a:pathLst>
                  <a:path extrusionOk="0" h="11605" w="7595">
                    <a:moveTo>
                      <a:pt x="2155" y="0"/>
                    </a:moveTo>
                    <a:cubicBezTo>
                      <a:pt x="2406" y="2507"/>
                      <a:pt x="2506" y="5940"/>
                      <a:pt x="0" y="6943"/>
                    </a:cubicBezTo>
                    <a:cubicBezTo>
                      <a:pt x="2757" y="6943"/>
                      <a:pt x="4336" y="9123"/>
                      <a:pt x="5589" y="11604"/>
                    </a:cubicBezTo>
                    <a:cubicBezTo>
                      <a:pt x="5589" y="9123"/>
                      <a:pt x="5338" y="6617"/>
                      <a:pt x="7594" y="5113"/>
                    </a:cubicBezTo>
                    <a:lnTo>
                      <a:pt x="7594" y="5113"/>
                    </a:lnTo>
                    <a:cubicBezTo>
                      <a:pt x="7536" y="5115"/>
                      <a:pt x="7479" y="5116"/>
                      <a:pt x="7423" y="5116"/>
                    </a:cubicBezTo>
                    <a:cubicBezTo>
                      <a:pt x="4895" y="5116"/>
                      <a:pt x="3381" y="2942"/>
                      <a:pt x="215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3" name="Google Shape;963;p30"/>
              <p:cNvSpPr/>
              <p:nvPr/>
            </p:nvSpPr>
            <p:spPr>
              <a:xfrm>
                <a:off x="2010350" y="2234250"/>
                <a:ext cx="117000" cy="78450"/>
              </a:xfrm>
              <a:custGeom>
                <a:rect b="b" l="l" r="r" t="t"/>
                <a:pathLst>
                  <a:path extrusionOk="0" h="3138" w="4680">
                    <a:moveTo>
                      <a:pt x="2235" y="0"/>
                    </a:moveTo>
                    <a:cubicBezTo>
                      <a:pt x="256" y="0"/>
                      <a:pt x="1" y="3138"/>
                      <a:pt x="2524" y="3138"/>
                    </a:cubicBezTo>
                    <a:cubicBezTo>
                      <a:pt x="4429" y="3138"/>
                      <a:pt x="4680" y="80"/>
                      <a:pt x="2374" y="5"/>
                    </a:cubicBezTo>
                    <a:cubicBezTo>
                      <a:pt x="2327" y="2"/>
                      <a:pt x="2281" y="0"/>
                      <a:pt x="223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4" name="Google Shape;964;p30"/>
              <p:cNvSpPr/>
              <p:nvPr/>
            </p:nvSpPr>
            <p:spPr>
              <a:xfrm>
                <a:off x="1627300" y="2615200"/>
                <a:ext cx="87775" cy="59050"/>
              </a:xfrm>
              <a:custGeom>
                <a:rect b="b" l="l" r="r" t="t"/>
                <a:pathLst>
                  <a:path extrusionOk="0" h="2362" w="3511">
                    <a:moveTo>
                      <a:pt x="1689" y="1"/>
                    </a:moveTo>
                    <a:cubicBezTo>
                      <a:pt x="191" y="1"/>
                      <a:pt x="0" y="2337"/>
                      <a:pt x="1907" y="2361"/>
                    </a:cubicBezTo>
                    <a:cubicBezTo>
                      <a:pt x="3335" y="2361"/>
                      <a:pt x="3511" y="55"/>
                      <a:pt x="1806" y="5"/>
                    </a:cubicBezTo>
                    <a:cubicBezTo>
                      <a:pt x="1766" y="2"/>
                      <a:pt x="1727" y="1"/>
                      <a:pt x="168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5" name="Google Shape;965;p30"/>
              <p:cNvSpPr/>
              <p:nvPr/>
            </p:nvSpPr>
            <p:spPr>
              <a:xfrm>
                <a:off x="2101125" y="2584550"/>
                <a:ext cx="67350" cy="45200"/>
              </a:xfrm>
              <a:custGeom>
                <a:rect b="b" l="l" r="r" t="t"/>
                <a:pathLst>
                  <a:path extrusionOk="0" h="1808" w="2694">
                    <a:moveTo>
                      <a:pt x="1304" y="1"/>
                    </a:moveTo>
                    <a:cubicBezTo>
                      <a:pt x="140" y="1"/>
                      <a:pt x="0" y="1808"/>
                      <a:pt x="1450" y="1808"/>
                    </a:cubicBezTo>
                    <a:cubicBezTo>
                      <a:pt x="1458" y="1808"/>
                      <a:pt x="1465" y="1808"/>
                      <a:pt x="1473" y="1808"/>
                    </a:cubicBezTo>
                    <a:cubicBezTo>
                      <a:pt x="2555" y="1808"/>
                      <a:pt x="2694" y="53"/>
                      <a:pt x="1375" y="3"/>
                    </a:cubicBezTo>
                    <a:cubicBezTo>
                      <a:pt x="1351" y="2"/>
                      <a:pt x="1327" y="1"/>
                      <a:pt x="130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66" name="Google Shape;966;p30"/>
            <p:cNvSpPr/>
            <p:nvPr/>
          </p:nvSpPr>
          <p:spPr>
            <a:xfrm>
              <a:off x="6616380" y="1372951"/>
              <a:ext cx="376993" cy="277004"/>
            </a:xfrm>
            <a:custGeom>
              <a:rect b="b" l="l" r="r" t="t"/>
              <a:pathLst>
                <a:path extrusionOk="0" h="16924" w="23033">
                  <a:moveTo>
                    <a:pt x="18087" y="0"/>
                  </a:moveTo>
                  <a:cubicBezTo>
                    <a:pt x="15558" y="0"/>
                    <a:pt x="12757" y="2011"/>
                    <a:pt x="12181" y="4317"/>
                  </a:cubicBezTo>
                  <a:cubicBezTo>
                    <a:pt x="12181" y="4317"/>
                    <a:pt x="10883" y="321"/>
                    <a:pt x="6682" y="321"/>
                  </a:cubicBezTo>
                  <a:cubicBezTo>
                    <a:pt x="6249" y="321"/>
                    <a:pt x="5785" y="364"/>
                    <a:pt x="5289" y="457"/>
                  </a:cubicBezTo>
                  <a:cubicBezTo>
                    <a:pt x="0" y="1460"/>
                    <a:pt x="6492" y="11610"/>
                    <a:pt x="12381" y="16924"/>
                  </a:cubicBezTo>
                  <a:cubicBezTo>
                    <a:pt x="22381" y="8527"/>
                    <a:pt x="23033" y="2437"/>
                    <a:pt x="20251" y="608"/>
                  </a:cubicBezTo>
                  <a:cubicBezTo>
                    <a:pt x="19602" y="187"/>
                    <a:pt x="18857" y="0"/>
                    <a:pt x="18087"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67" name="Google Shape;967;p30"/>
          <p:cNvGrpSpPr/>
          <p:nvPr/>
        </p:nvGrpSpPr>
        <p:grpSpPr>
          <a:xfrm>
            <a:off x="1909724" y="1354608"/>
            <a:ext cx="1056515" cy="1074750"/>
            <a:chOff x="1667110" y="1547045"/>
            <a:chExt cx="1134086" cy="1153660"/>
          </a:xfrm>
        </p:grpSpPr>
        <p:grpSp>
          <p:nvGrpSpPr>
            <p:cNvPr id="968" name="Google Shape;968;p30"/>
            <p:cNvGrpSpPr/>
            <p:nvPr/>
          </p:nvGrpSpPr>
          <p:grpSpPr>
            <a:xfrm>
              <a:off x="1667110" y="1547045"/>
              <a:ext cx="1134086" cy="922064"/>
              <a:chOff x="1627300" y="2234250"/>
              <a:chExt cx="541175" cy="440000"/>
            </a:xfrm>
          </p:grpSpPr>
          <p:sp>
            <p:nvSpPr>
              <p:cNvPr id="969" name="Google Shape;969;p30"/>
              <p:cNvSpPr/>
              <p:nvPr/>
            </p:nvSpPr>
            <p:spPr>
              <a:xfrm>
                <a:off x="1769575" y="2297025"/>
                <a:ext cx="189875" cy="290125"/>
              </a:xfrm>
              <a:custGeom>
                <a:rect b="b" l="l" r="r" t="t"/>
                <a:pathLst>
                  <a:path extrusionOk="0" h="11605" w="7595">
                    <a:moveTo>
                      <a:pt x="2155" y="0"/>
                    </a:moveTo>
                    <a:cubicBezTo>
                      <a:pt x="2406" y="2507"/>
                      <a:pt x="2506" y="5940"/>
                      <a:pt x="0" y="6943"/>
                    </a:cubicBezTo>
                    <a:cubicBezTo>
                      <a:pt x="2757" y="6943"/>
                      <a:pt x="4336" y="9123"/>
                      <a:pt x="5589" y="11604"/>
                    </a:cubicBezTo>
                    <a:cubicBezTo>
                      <a:pt x="5589" y="9123"/>
                      <a:pt x="5338" y="6617"/>
                      <a:pt x="7594" y="5113"/>
                    </a:cubicBezTo>
                    <a:lnTo>
                      <a:pt x="7594" y="5113"/>
                    </a:lnTo>
                    <a:cubicBezTo>
                      <a:pt x="7536" y="5115"/>
                      <a:pt x="7479" y="5116"/>
                      <a:pt x="7423" y="5116"/>
                    </a:cubicBezTo>
                    <a:cubicBezTo>
                      <a:pt x="4895" y="5116"/>
                      <a:pt x="3381" y="2942"/>
                      <a:pt x="215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0" name="Google Shape;970;p30"/>
              <p:cNvSpPr/>
              <p:nvPr/>
            </p:nvSpPr>
            <p:spPr>
              <a:xfrm>
                <a:off x="2010350" y="2234250"/>
                <a:ext cx="117000" cy="78450"/>
              </a:xfrm>
              <a:custGeom>
                <a:rect b="b" l="l" r="r" t="t"/>
                <a:pathLst>
                  <a:path extrusionOk="0" h="3138" w="4680">
                    <a:moveTo>
                      <a:pt x="2235" y="0"/>
                    </a:moveTo>
                    <a:cubicBezTo>
                      <a:pt x="256" y="0"/>
                      <a:pt x="1" y="3138"/>
                      <a:pt x="2524" y="3138"/>
                    </a:cubicBezTo>
                    <a:cubicBezTo>
                      <a:pt x="4429" y="3138"/>
                      <a:pt x="4680" y="80"/>
                      <a:pt x="2374" y="5"/>
                    </a:cubicBezTo>
                    <a:cubicBezTo>
                      <a:pt x="2327" y="2"/>
                      <a:pt x="2281" y="0"/>
                      <a:pt x="223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1" name="Google Shape;971;p30"/>
              <p:cNvSpPr/>
              <p:nvPr/>
            </p:nvSpPr>
            <p:spPr>
              <a:xfrm>
                <a:off x="1627300" y="2615200"/>
                <a:ext cx="87775" cy="59050"/>
              </a:xfrm>
              <a:custGeom>
                <a:rect b="b" l="l" r="r" t="t"/>
                <a:pathLst>
                  <a:path extrusionOk="0" h="2362" w="3511">
                    <a:moveTo>
                      <a:pt x="1689" y="1"/>
                    </a:moveTo>
                    <a:cubicBezTo>
                      <a:pt x="191" y="1"/>
                      <a:pt x="0" y="2337"/>
                      <a:pt x="1907" y="2361"/>
                    </a:cubicBezTo>
                    <a:cubicBezTo>
                      <a:pt x="3335" y="2361"/>
                      <a:pt x="3511" y="55"/>
                      <a:pt x="1806" y="5"/>
                    </a:cubicBezTo>
                    <a:cubicBezTo>
                      <a:pt x="1766" y="2"/>
                      <a:pt x="1727" y="1"/>
                      <a:pt x="168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2" name="Google Shape;972;p30"/>
              <p:cNvSpPr/>
              <p:nvPr/>
            </p:nvSpPr>
            <p:spPr>
              <a:xfrm>
                <a:off x="2101125" y="2584550"/>
                <a:ext cx="67350" cy="45200"/>
              </a:xfrm>
              <a:custGeom>
                <a:rect b="b" l="l" r="r" t="t"/>
                <a:pathLst>
                  <a:path extrusionOk="0" h="1808" w="2694">
                    <a:moveTo>
                      <a:pt x="1304" y="1"/>
                    </a:moveTo>
                    <a:cubicBezTo>
                      <a:pt x="140" y="1"/>
                      <a:pt x="0" y="1808"/>
                      <a:pt x="1450" y="1808"/>
                    </a:cubicBezTo>
                    <a:cubicBezTo>
                      <a:pt x="1458" y="1808"/>
                      <a:pt x="1465" y="1808"/>
                      <a:pt x="1473" y="1808"/>
                    </a:cubicBezTo>
                    <a:cubicBezTo>
                      <a:pt x="2555" y="1808"/>
                      <a:pt x="2694" y="53"/>
                      <a:pt x="1375" y="3"/>
                    </a:cubicBezTo>
                    <a:cubicBezTo>
                      <a:pt x="1351" y="2"/>
                      <a:pt x="1327" y="1"/>
                      <a:pt x="130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73" name="Google Shape;973;p30"/>
            <p:cNvSpPr/>
            <p:nvPr/>
          </p:nvSpPr>
          <p:spPr>
            <a:xfrm>
              <a:off x="2018423" y="2469101"/>
              <a:ext cx="315207" cy="231605"/>
            </a:xfrm>
            <a:custGeom>
              <a:rect b="b" l="l" r="r" t="t"/>
              <a:pathLst>
                <a:path extrusionOk="0" h="16924" w="23033">
                  <a:moveTo>
                    <a:pt x="18087" y="0"/>
                  </a:moveTo>
                  <a:cubicBezTo>
                    <a:pt x="15558" y="0"/>
                    <a:pt x="12757" y="2011"/>
                    <a:pt x="12181" y="4317"/>
                  </a:cubicBezTo>
                  <a:cubicBezTo>
                    <a:pt x="12181" y="4317"/>
                    <a:pt x="10883" y="321"/>
                    <a:pt x="6682" y="321"/>
                  </a:cubicBezTo>
                  <a:cubicBezTo>
                    <a:pt x="6249" y="321"/>
                    <a:pt x="5785" y="364"/>
                    <a:pt x="5289" y="457"/>
                  </a:cubicBezTo>
                  <a:cubicBezTo>
                    <a:pt x="0" y="1460"/>
                    <a:pt x="6492" y="11610"/>
                    <a:pt x="12381" y="16924"/>
                  </a:cubicBezTo>
                  <a:cubicBezTo>
                    <a:pt x="22381" y="8527"/>
                    <a:pt x="23033" y="2437"/>
                    <a:pt x="20251" y="608"/>
                  </a:cubicBezTo>
                  <a:cubicBezTo>
                    <a:pt x="19602" y="187"/>
                    <a:pt x="18857" y="0"/>
                    <a:pt x="18087"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74" name="Google Shape;974;p30"/>
          <p:cNvGrpSpPr/>
          <p:nvPr/>
        </p:nvGrpSpPr>
        <p:grpSpPr>
          <a:xfrm>
            <a:off x="3459300" y="272189"/>
            <a:ext cx="2225399" cy="649616"/>
            <a:chOff x="3459300" y="300775"/>
            <a:chExt cx="2225399" cy="649616"/>
          </a:xfrm>
        </p:grpSpPr>
        <p:sp>
          <p:nvSpPr>
            <p:cNvPr id="975" name="Google Shape;975;p30"/>
            <p:cNvSpPr/>
            <p:nvPr/>
          </p:nvSpPr>
          <p:spPr>
            <a:xfrm>
              <a:off x="3542700" y="300775"/>
              <a:ext cx="2029201" cy="649616"/>
            </a:xfrm>
            <a:custGeom>
              <a:rect b="b" l="l" r="r" t="t"/>
              <a:pathLst>
                <a:path extrusionOk="0" h="13857" w="43285">
                  <a:moveTo>
                    <a:pt x="13184" y="2854"/>
                  </a:moveTo>
                  <a:cubicBezTo>
                    <a:pt x="13435" y="3255"/>
                    <a:pt x="13560" y="3682"/>
                    <a:pt x="13610" y="4057"/>
                  </a:cubicBezTo>
                  <a:cubicBezTo>
                    <a:pt x="13786" y="5411"/>
                    <a:pt x="13009" y="6940"/>
                    <a:pt x="11831" y="7616"/>
                  </a:cubicBezTo>
                  <a:cubicBezTo>
                    <a:pt x="11590" y="7758"/>
                    <a:pt x="11214" y="7923"/>
                    <a:pt x="10774" y="7923"/>
                  </a:cubicBezTo>
                  <a:cubicBezTo>
                    <a:pt x="10434" y="7923"/>
                    <a:pt x="10057" y="7825"/>
                    <a:pt x="9675" y="7541"/>
                  </a:cubicBezTo>
                  <a:cubicBezTo>
                    <a:pt x="8422" y="6564"/>
                    <a:pt x="9124" y="5336"/>
                    <a:pt x="9475" y="4859"/>
                  </a:cubicBezTo>
                  <a:cubicBezTo>
                    <a:pt x="10176" y="3882"/>
                    <a:pt x="11605" y="3005"/>
                    <a:pt x="13184" y="2854"/>
                  </a:cubicBezTo>
                  <a:close/>
                  <a:moveTo>
                    <a:pt x="20928" y="8143"/>
                  </a:moveTo>
                  <a:cubicBezTo>
                    <a:pt x="21480" y="9095"/>
                    <a:pt x="21831" y="10022"/>
                    <a:pt x="21856" y="10824"/>
                  </a:cubicBezTo>
                  <a:cubicBezTo>
                    <a:pt x="21881" y="11576"/>
                    <a:pt x="21655" y="12203"/>
                    <a:pt x="21129" y="12629"/>
                  </a:cubicBezTo>
                  <a:cubicBezTo>
                    <a:pt x="20779" y="12925"/>
                    <a:pt x="20449" y="13031"/>
                    <a:pt x="20155" y="13031"/>
                  </a:cubicBezTo>
                  <a:cubicBezTo>
                    <a:pt x="19627" y="13031"/>
                    <a:pt x="19217" y="12688"/>
                    <a:pt x="19024" y="12479"/>
                  </a:cubicBezTo>
                  <a:cubicBezTo>
                    <a:pt x="18272" y="11651"/>
                    <a:pt x="17996" y="10173"/>
                    <a:pt x="18923" y="9220"/>
                  </a:cubicBezTo>
                  <a:cubicBezTo>
                    <a:pt x="19450" y="8669"/>
                    <a:pt x="20126" y="8318"/>
                    <a:pt x="20928" y="8143"/>
                  </a:cubicBezTo>
                  <a:close/>
                  <a:moveTo>
                    <a:pt x="8675" y="0"/>
                  </a:moveTo>
                  <a:cubicBezTo>
                    <a:pt x="2993" y="0"/>
                    <a:pt x="23" y="7073"/>
                    <a:pt x="1" y="7140"/>
                  </a:cubicBezTo>
                  <a:lnTo>
                    <a:pt x="778" y="7466"/>
                  </a:lnTo>
                  <a:cubicBezTo>
                    <a:pt x="800" y="7398"/>
                    <a:pt x="3542" y="838"/>
                    <a:pt x="8692" y="838"/>
                  </a:cubicBezTo>
                  <a:cubicBezTo>
                    <a:pt x="9266" y="838"/>
                    <a:pt x="9869" y="919"/>
                    <a:pt x="10502" y="1100"/>
                  </a:cubicBezTo>
                  <a:cubicBezTo>
                    <a:pt x="11405" y="1376"/>
                    <a:pt x="12056" y="1727"/>
                    <a:pt x="12532" y="2103"/>
                  </a:cubicBezTo>
                  <a:cubicBezTo>
                    <a:pt x="10928" y="2428"/>
                    <a:pt x="9550" y="3356"/>
                    <a:pt x="8798" y="4358"/>
                  </a:cubicBezTo>
                  <a:cubicBezTo>
                    <a:pt x="7770" y="5762"/>
                    <a:pt x="7921" y="7240"/>
                    <a:pt x="9174" y="8193"/>
                  </a:cubicBezTo>
                  <a:cubicBezTo>
                    <a:pt x="9660" y="8571"/>
                    <a:pt x="10211" y="8760"/>
                    <a:pt x="10781" y="8760"/>
                  </a:cubicBezTo>
                  <a:cubicBezTo>
                    <a:pt x="11269" y="8760"/>
                    <a:pt x="11771" y="8621"/>
                    <a:pt x="12257" y="8343"/>
                  </a:cubicBezTo>
                  <a:cubicBezTo>
                    <a:pt x="13710" y="7516"/>
                    <a:pt x="14638" y="5611"/>
                    <a:pt x="14437" y="3957"/>
                  </a:cubicBezTo>
                  <a:cubicBezTo>
                    <a:pt x="14412" y="3631"/>
                    <a:pt x="14312" y="3255"/>
                    <a:pt x="14111" y="2829"/>
                  </a:cubicBezTo>
                  <a:lnTo>
                    <a:pt x="14111" y="2829"/>
                  </a:lnTo>
                  <a:cubicBezTo>
                    <a:pt x="14963" y="2905"/>
                    <a:pt x="15816" y="3180"/>
                    <a:pt x="16643" y="3757"/>
                  </a:cubicBezTo>
                  <a:cubicBezTo>
                    <a:pt x="18197" y="4859"/>
                    <a:pt x="19525" y="6138"/>
                    <a:pt x="20427" y="7416"/>
                  </a:cubicBezTo>
                  <a:cubicBezTo>
                    <a:pt x="19600" y="7641"/>
                    <a:pt x="18898" y="8042"/>
                    <a:pt x="18322" y="8644"/>
                  </a:cubicBezTo>
                  <a:cubicBezTo>
                    <a:pt x="17069" y="9947"/>
                    <a:pt x="17395" y="11952"/>
                    <a:pt x="18422" y="13030"/>
                  </a:cubicBezTo>
                  <a:cubicBezTo>
                    <a:pt x="18923" y="13581"/>
                    <a:pt x="19525" y="13857"/>
                    <a:pt x="20151" y="13857"/>
                  </a:cubicBezTo>
                  <a:cubicBezTo>
                    <a:pt x="20678" y="13857"/>
                    <a:pt x="21204" y="13656"/>
                    <a:pt x="21680" y="13255"/>
                  </a:cubicBezTo>
                  <a:cubicBezTo>
                    <a:pt x="22382" y="12654"/>
                    <a:pt x="22733" y="11802"/>
                    <a:pt x="22683" y="10799"/>
                  </a:cubicBezTo>
                  <a:cubicBezTo>
                    <a:pt x="22658" y="9947"/>
                    <a:pt x="22357" y="8995"/>
                    <a:pt x="21831" y="8042"/>
                  </a:cubicBezTo>
                  <a:cubicBezTo>
                    <a:pt x="21920" y="8039"/>
                    <a:pt x="22009" y="8037"/>
                    <a:pt x="22100" y="8037"/>
                  </a:cubicBezTo>
                  <a:cubicBezTo>
                    <a:pt x="23826" y="8037"/>
                    <a:pt x="25873" y="8717"/>
                    <a:pt x="27921" y="10098"/>
                  </a:cubicBezTo>
                  <a:cubicBezTo>
                    <a:pt x="29784" y="11322"/>
                    <a:pt x="32602" y="12019"/>
                    <a:pt x="35290" y="12019"/>
                  </a:cubicBezTo>
                  <a:cubicBezTo>
                    <a:pt x="36398" y="12019"/>
                    <a:pt x="37485" y="11900"/>
                    <a:pt x="38472" y="11651"/>
                  </a:cubicBezTo>
                  <a:cubicBezTo>
                    <a:pt x="40728" y="11100"/>
                    <a:pt x="42407" y="9922"/>
                    <a:pt x="43284" y="8268"/>
                  </a:cubicBezTo>
                  <a:lnTo>
                    <a:pt x="42558" y="7867"/>
                  </a:lnTo>
                  <a:cubicBezTo>
                    <a:pt x="41580" y="9697"/>
                    <a:pt x="39675" y="10499"/>
                    <a:pt x="38272" y="10849"/>
                  </a:cubicBezTo>
                  <a:cubicBezTo>
                    <a:pt x="37338" y="11085"/>
                    <a:pt x="36310" y="11197"/>
                    <a:pt x="35264" y="11197"/>
                  </a:cubicBezTo>
                  <a:cubicBezTo>
                    <a:pt x="32745" y="11197"/>
                    <a:pt x="30115" y="10547"/>
                    <a:pt x="28397" y="9396"/>
                  </a:cubicBezTo>
                  <a:cubicBezTo>
                    <a:pt x="26210" y="7938"/>
                    <a:pt x="23984" y="7200"/>
                    <a:pt x="22080" y="7200"/>
                  </a:cubicBezTo>
                  <a:cubicBezTo>
                    <a:pt x="21824" y="7200"/>
                    <a:pt x="21573" y="7214"/>
                    <a:pt x="21329" y="7240"/>
                  </a:cubicBezTo>
                  <a:cubicBezTo>
                    <a:pt x="20352" y="5787"/>
                    <a:pt x="18898" y="4333"/>
                    <a:pt x="17119" y="3055"/>
                  </a:cubicBezTo>
                  <a:cubicBezTo>
                    <a:pt x="16010" y="2283"/>
                    <a:pt x="14831" y="1976"/>
                    <a:pt x="13717" y="1976"/>
                  </a:cubicBezTo>
                  <a:cubicBezTo>
                    <a:pt x="13673" y="1976"/>
                    <a:pt x="13629" y="1976"/>
                    <a:pt x="13585" y="1977"/>
                  </a:cubicBezTo>
                  <a:cubicBezTo>
                    <a:pt x="13034" y="1326"/>
                    <a:pt x="12131" y="699"/>
                    <a:pt x="10728" y="298"/>
                  </a:cubicBezTo>
                  <a:cubicBezTo>
                    <a:pt x="10008" y="92"/>
                    <a:pt x="9324" y="0"/>
                    <a:pt x="867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6" name="Google Shape;976;p30"/>
            <p:cNvSpPr/>
            <p:nvPr/>
          </p:nvSpPr>
          <p:spPr>
            <a:xfrm>
              <a:off x="3459300" y="570854"/>
              <a:ext cx="198631" cy="199803"/>
            </a:xfrm>
            <a:custGeom>
              <a:rect b="b" l="l" r="r" t="t"/>
              <a:pathLst>
                <a:path extrusionOk="0" h="4262" w="4237">
                  <a:moveTo>
                    <a:pt x="2131" y="1"/>
                  </a:moveTo>
                  <a:cubicBezTo>
                    <a:pt x="953" y="1"/>
                    <a:pt x="1" y="953"/>
                    <a:pt x="1" y="2131"/>
                  </a:cubicBezTo>
                  <a:cubicBezTo>
                    <a:pt x="1" y="3309"/>
                    <a:pt x="953" y="4261"/>
                    <a:pt x="2131" y="4261"/>
                  </a:cubicBezTo>
                  <a:cubicBezTo>
                    <a:pt x="3309" y="4261"/>
                    <a:pt x="4236" y="3309"/>
                    <a:pt x="4236" y="2131"/>
                  </a:cubicBezTo>
                  <a:cubicBezTo>
                    <a:pt x="4236" y="953"/>
                    <a:pt x="3309" y="1"/>
                    <a:pt x="21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7" name="Google Shape;977;p30"/>
            <p:cNvSpPr/>
            <p:nvPr/>
          </p:nvSpPr>
          <p:spPr>
            <a:xfrm>
              <a:off x="5486069" y="570854"/>
              <a:ext cx="198631" cy="199803"/>
            </a:xfrm>
            <a:custGeom>
              <a:rect b="b" l="l" r="r" t="t"/>
              <a:pathLst>
                <a:path extrusionOk="0" h="4262" w="4237">
                  <a:moveTo>
                    <a:pt x="2131" y="1"/>
                  </a:moveTo>
                  <a:cubicBezTo>
                    <a:pt x="953" y="1"/>
                    <a:pt x="1" y="953"/>
                    <a:pt x="1" y="2131"/>
                  </a:cubicBezTo>
                  <a:cubicBezTo>
                    <a:pt x="1" y="3309"/>
                    <a:pt x="953" y="4261"/>
                    <a:pt x="2131" y="4261"/>
                  </a:cubicBezTo>
                  <a:cubicBezTo>
                    <a:pt x="3284" y="4261"/>
                    <a:pt x="4236" y="3309"/>
                    <a:pt x="4236" y="2131"/>
                  </a:cubicBezTo>
                  <a:cubicBezTo>
                    <a:pt x="4236" y="953"/>
                    <a:pt x="3284" y="1"/>
                    <a:pt x="21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78" name="Google Shape;978;p30"/>
          <p:cNvGrpSpPr/>
          <p:nvPr/>
        </p:nvGrpSpPr>
        <p:grpSpPr>
          <a:xfrm>
            <a:off x="3542700" y="4169048"/>
            <a:ext cx="2225399" cy="649616"/>
            <a:chOff x="3542700" y="4123475"/>
            <a:chExt cx="2225399" cy="649616"/>
          </a:xfrm>
        </p:grpSpPr>
        <p:sp>
          <p:nvSpPr>
            <p:cNvPr id="979" name="Google Shape;979;p30"/>
            <p:cNvSpPr/>
            <p:nvPr/>
          </p:nvSpPr>
          <p:spPr>
            <a:xfrm flipH="1">
              <a:off x="3655499" y="4123475"/>
              <a:ext cx="2029201" cy="649616"/>
            </a:xfrm>
            <a:custGeom>
              <a:rect b="b" l="l" r="r" t="t"/>
              <a:pathLst>
                <a:path extrusionOk="0" h="13857" w="43285">
                  <a:moveTo>
                    <a:pt x="13184" y="2854"/>
                  </a:moveTo>
                  <a:cubicBezTo>
                    <a:pt x="13435" y="3255"/>
                    <a:pt x="13560" y="3682"/>
                    <a:pt x="13610" y="4057"/>
                  </a:cubicBezTo>
                  <a:cubicBezTo>
                    <a:pt x="13786" y="5411"/>
                    <a:pt x="13009" y="6940"/>
                    <a:pt x="11831" y="7616"/>
                  </a:cubicBezTo>
                  <a:cubicBezTo>
                    <a:pt x="11590" y="7758"/>
                    <a:pt x="11214" y="7923"/>
                    <a:pt x="10774" y="7923"/>
                  </a:cubicBezTo>
                  <a:cubicBezTo>
                    <a:pt x="10434" y="7923"/>
                    <a:pt x="10057" y="7825"/>
                    <a:pt x="9675" y="7541"/>
                  </a:cubicBezTo>
                  <a:cubicBezTo>
                    <a:pt x="8422" y="6564"/>
                    <a:pt x="9124" y="5336"/>
                    <a:pt x="9475" y="4859"/>
                  </a:cubicBezTo>
                  <a:cubicBezTo>
                    <a:pt x="10176" y="3882"/>
                    <a:pt x="11605" y="3005"/>
                    <a:pt x="13184" y="2854"/>
                  </a:cubicBezTo>
                  <a:close/>
                  <a:moveTo>
                    <a:pt x="20928" y="8143"/>
                  </a:moveTo>
                  <a:cubicBezTo>
                    <a:pt x="21480" y="9095"/>
                    <a:pt x="21831" y="10022"/>
                    <a:pt x="21856" y="10824"/>
                  </a:cubicBezTo>
                  <a:cubicBezTo>
                    <a:pt x="21881" y="11576"/>
                    <a:pt x="21655" y="12203"/>
                    <a:pt x="21129" y="12629"/>
                  </a:cubicBezTo>
                  <a:cubicBezTo>
                    <a:pt x="20779" y="12925"/>
                    <a:pt x="20449" y="13031"/>
                    <a:pt x="20155" y="13031"/>
                  </a:cubicBezTo>
                  <a:cubicBezTo>
                    <a:pt x="19627" y="13031"/>
                    <a:pt x="19217" y="12688"/>
                    <a:pt x="19024" y="12479"/>
                  </a:cubicBezTo>
                  <a:cubicBezTo>
                    <a:pt x="18272" y="11651"/>
                    <a:pt x="17996" y="10173"/>
                    <a:pt x="18923" y="9220"/>
                  </a:cubicBezTo>
                  <a:cubicBezTo>
                    <a:pt x="19450" y="8669"/>
                    <a:pt x="20126" y="8318"/>
                    <a:pt x="20928" y="8143"/>
                  </a:cubicBezTo>
                  <a:close/>
                  <a:moveTo>
                    <a:pt x="8675" y="0"/>
                  </a:moveTo>
                  <a:cubicBezTo>
                    <a:pt x="2993" y="0"/>
                    <a:pt x="23" y="7073"/>
                    <a:pt x="1" y="7140"/>
                  </a:cubicBezTo>
                  <a:lnTo>
                    <a:pt x="778" y="7466"/>
                  </a:lnTo>
                  <a:cubicBezTo>
                    <a:pt x="800" y="7398"/>
                    <a:pt x="3542" y="838"/>
                    <a:pt x="8692" y="838"/>
                  </a:cubicBezTo>
                  <a:cubicBezTo>
                    <a:pt x="9266" y="838"/>
                    <a:pt x="9869" y="919"/>
                    <a:pt x="10502" y="1100"/>
                  </a:cubicBezTo>
                  <a:cubicBezTo>
                    <a:pt x="11405" y="1376"/>
                    <a:pt x="12056" y="1727"/>
                    <a:pt x="12532" y="2103"/>
                  </a:cubicBezTo>
                  <a:cubicBezTo>
                    <a:pt x="10928" y="2428"/>
                    <a:pt x="9550" y="3356"/>
                    <a:pt x="8798" y="4358"/>
                  </a:cubicBezTo>
                  <a:cubicBezTo>
                    <a:pt x="7770" y="5762"/>
                    <a:pt x="7921" y="7240"/>
                    <a:pt x="9174" y="8193"/>
                  </a:cubicBezTo>
                  <a:cubicBezTo>
                    <a:pt x="9660" y="8571"/>
                    <a:pt x="10211" y="8760"/>
                    <a:pt x="10781" y="8760"/>
                  </a:cubicBezTo>
                  <a:cubicBezTo>
                    <a:pt x="11269" y="8760"/>
                    <a:pt x="11771" y="8621"/>
                    <a:pt x="12257" y="8343"/>
                  </a:cubicBezTo>
                  <a:cubicBezTo>
                    <a:pt x="13710" y="7516"/>
                    <a:pt x="14638" y="5611"/>
                    <a:pt x="14437" y="3957"/>
                  </a:cubicBezTo>
                  <a:cubicBezTo>
                    <a:pt x="14412" y="3631"/>
                    <a:pt x="14312" y="3255"/>
                    <a:pt x="14111" y="2829"/>
                  </a:cubicBezTo>
                  <a:lnTo>
                    <a:pt x="14111" y="2829"/>
                  </a:lnTo>
                  <a:cubicBezTo>
                    <a:pt x="14963" y="2905"/>
                    <a:pt x="15816" y="3180"/>
                    <a:pt x="16643" y="3757"/>
                  </a:cubicBezTo>
                  <a:cubicBezTo>
                    <a:pt x="18197" y="4859"/>
                    <a:pt x="19525" y="6138"/>
                    <a:pt x="20427" y="7416"/>
                  </a:cubicBezTo>
                  <a:cubicBezTo>
                    <a:pt x="19600" y="7641"/>
                    <a:pt x="18898" y="8042"/>
                    <a:pt x="18322" y="8644"/>
                  </a:cubicBezTo>
                  <a:cubicBezTo>
                    <a:pt x="17069" y="9947"/>
                    <a:pt x="17395" y="11952"/>
                    <a:pt x="18422" y="13030"/>
                  </a:cubicBezTo>
                  <a:cubicBezTo>
                    <a:pt x="18923" y="13581"/>
                    <a:pt x="19525" y="13857"/>
                    <a:pt x="20151" y="13857"/>
                  </a:cubicBezTo>
                  <a:cubicBezTo>
                    <a:pt x="20678" y="13857"/>
                    <a:pt x="21204" y="13656"/>
                    <a:pt x="21680" y="13255"/>
                  </a:cubicBezTo>
                  <a:cubicBezTo>
                    <a:pt x="22382" y="12654"/>
                    <a:pt x="22733" y="11802"/>
                    <a:pt x="22683" y="10799"/>
                  </a:cubicBezTo>
                  <a:cubicBezTo>
                    <a:pt x="22658" y="9947"/>
                    <a:pt x="22357" y="8995"/>
                    <a:pt x="21831" y="8042"/>
                  </a:cubicBezTo>
                  <a:cubicBezTo>
                    <a:pt x="21920" y="8039"/>
                    <a:pt x="22009" y="8037"/>
                    <a:pt x="22100" y="8037"/>
                  </a:cubicBezTo>
                  <a:cubicBezTo>
                    <a:pt x="23826" y="8037"/>
                    <a:pt x="25873" y="8717"/>
                    <a:pt x="27921" y="10098"/>
                  </a:cubicBezTo>
                  <a:cubicBezTo>
                    <a:pt x="29784" y="11322"/>
                    <a:pt x="32602" y="12019"/>
                    <a:pt x="35290" y="12019"/>
                  </a:cubicBezTo>
                  <a:cubicBezTo>
                    <a:pt x="36398" y="12019"/>
                    <a:pt x="37485" y="11900"/>
                    <a:pt x="38472" y="11651"/>
                  </a:cubicBezTo>
                  <a:cubicBezTo>
                    <a:pt x="40728" y="11100"/>
                    <a:pt x="42407" y="9922"/>
                    <a:pt x="43284" y="8268"/>
                  </a:cubicBezTo>
                  <a:lnTo>
                    <a:pt x="42558" y="7867"/>
                  </a:lnTo>
                  <a:cubicBezTo>
                    <a:pt x="41580" y="9697"/>
                    <a:pt x="39675" y="10499"/>
                    <a:pt x="38272" y="10849"/>
                  </a:cubicBezTo>
                  <a:cubicBezTo>
                    <a:pt x="37338" y="11085"/>
                    <a:pt x="36310" y="11197"/>
                    <a:pt x="35264" y="11197"/>
                  </a:cubicBezTo>
                  <a:cubicBezTo>
                    <a:pt x="32745" y="11197"/>
                    <a:pt x="30115" y="10547"/>
                    <a:pt x="28397" y="9396"/>
                  </a:cubicBezTo>
                  <a:cubicBezTo>
                    <a:pt x="26210" y="7938"/>
                    <a:pt x="23984" y="7200"/>
                    <a:pt x="22080" y="7200"/>
                  </a:cubicBezTo>
                  <a:cubicBezTo>
                    <a:pt x="21824" y="7200"/>
                    <a:pt x="21573" y="7214"/>
                    <a:pt x="21329" y="7240"/>
                  </a:cubicBezTo>
                  <a:cubicBezTo>
                    <a:pt x="20352" y="5787"/>
                    <a:pt x="18898" y="4333"/>
                    <a:pt x="17119" y="3055"/>
                  </a:cubicBezTo>
                  <a:cubicBezTo>
                    <a:pt x="16010" y="2283"/>
                    <a:pt x="14831" y="1976"/>
                    <a:pt x="13717" y="1976"/>
                  </a:cubicBezTo>
                  <a:cubicBezTo>
                    <a:pt x="13673" y="1976"/>
                    <a:pt x="13629" y="1976"/>
                    <a:pt x="13585" y="1977"/>
                  </a:cubicBezTo>
                  <a:cubicBezTo>
                    <a:pt x="13034" y="1326"/>
                    <a:pt x="12131" y="699"/>
                    <a:pt x="10728" y="298"/>
                  </a:cubicBezTo>
                  <a:cubicBezTo>
                    <a:pt x="10008" y="92"/>
                    <a:pt x="9324" y="0"/>
                    <a:pt x="867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0" name="Google Shape;980;p30"/>
            <p:cNvSpPr/>
            <p:nvPr/>
          </p:nvSpPr>
          <p:spPr>
            <a:xfrm flipH="1">
              <a:off x="5569469" y="4393554"/>
              <a:ext cx="198631" cy="199803"/>
            </a:xfrm>
            <a:custGeom>
              <a:rect b="b" l="l" r="r" t="t"/>
              <a:pathLst>
                <a:path extrusionOk="0" h="4262" w="4237">
                  <a:moveTo>
                    <a:pt x="2131" y="1"/>
                  </a:moveTo>
                  <a:cubicBezTo>
                    <a:pt x="953" y="1"/>
                    <a:pt x="1" y="953"/>
                    <a:pt x="1" y="2131"/>
                  </a:cubicBezTo>
                  <a:cubicBezTo>
                    <a:pt x="1" y="3309"/>
                    <a:pt x="953" y="4261"/>
                    <a:pt x="2131" y="4261"/>
                  </a:cubicBezTo>
                  <a:cubicBezTo>
                    <a:pt x="3309" y="4261"/>
                    <a:pt x="4236" y="3309"/>
                    <a:pt x="4236" y="2131"/>
                  </a:cubicBezTo>
                  <a:cubicBezTo>
                    <a:pt x="4236" y="953"/>
                    <a:pt x="3309" y="1"/>
                    <a:pt x="21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1" name="Google Shape;981;p30"/>
            <p:cNvSpPr/>
            <p:nvPr/>
          </p:nvSpPr>
          <p:spPr>
            <a:xfrm flipH="1">
              <a:off x="3542700" y="4393554"/>
              <a:ext cx="198631" cy="199803"/>
            </a:xfrm>
            <a:custGeom>
              <a:rect b="b" l="l" r="r" t="t"/>
              <a:pathLst>
                <a:path extrusionOk="0" h="4262" w="4237">
                  <a:moveTo>
                    <a:pt x="2131" y="1"/>
                  </a:moveTo>
                  <a:cubicBezTo>
                    <a:pt x="953" y="1"/>
                    <a:pt x="1" y="953"/>
                    <a:pt x="1" y="2131"/>
                  </a:cubicBezTo>
                  <a:cubicBezTo>
                    <a:pt x="1" y="3309"/>
                    <a:pt x="953" y="4261"/>
                    <a:pt x="2131" y="4261"/>
                  </a:cubicBezTo>
                  <a:cubicBezTo>
                    <a:pt x="3284" y="4261"/>
                    <a:pt x="4236" y="3309"/>
                    <a:pt x="4236" y="2131"/>
                  </a:cubicBezTo>
                  <a:cubicBezTo>
                    <a:pt x="4236" y="953"/>
                    <a:pt x="3284" y="1"/>
                    <a:pt x="21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82" name="Google Shape;982;p30"/>
          <p:cNvGrpSpPr/>
          <p:nvPr/>
        </p:nvGrpSpPr>
        <p:grpSpPr>
          <a:xfrm flipH="1" rot="-686168">
            <a:off x="6137986" y="2554794"/>
            <a:ext cx="584273" cy="875171"/>
            <a:chOff x="720000" y="2713250"/>
            <a:chExt cx="1261950" cy="1890250"/>
          </a:xfrm>
        </p:grpSpPr>
        <p:sp>
          <p:nvSpPr>
            <p:cNvPr id="983" name="Google Shape;983;p30"/>
            <p:cNvSpPr/>
            <p:nvPr/>
          </p:nvSpPr>
          <p:spPr>
            <a:xfrm>
              <a:off x="720000" y="3441225"/>
              <a:ext cx="1261950" cy="1162275"/>
            </a:xfrm>
            <a:custGeom>
              <a:rect b="b" l="l" r="r" t="t"/>
              <a:pathLst>
                <a:path extrusionOk="0" h="46491" w="50478">
                  <a:moveTo>
                    <a:pt x="42357" y="1"/>
                  </a:moveTo>
                  <a:lnTo>
                    <a:pt x="10978" y="6667"/>
                  </a:lnTo>
                  <a:cubicBezTo>
                    <a:pt x="11680" y="12256"/>
                    <a:pt x="14638" y="29174"/>
                    <a:pt x="13861" y="29650"/>
                  </a:cubicBezTo>
                  <a:cubicBezTo>
                    <a:pt x="7069" y="33836"/>
                    <a:pt x="252" y="31981"/>
                    <a:pt x="1" y="40227"/>
                  </a:cubicBezTo>
                  <a:cubicBezTo>
                    <a:pt x="76" y="45891"/>
                    <a:pt x="7094" y="46292"/>
                    <a:pt x="10878" y="46442"/>
                  </a:cubicBezTo>
                  <a:cubicBezTo>
                    <a:pt x="11318" y="46475"/>
                    <a:pt x="11815" y="46490"/>
                    <a:pt x="12362" y="46490"/>
                  </a:cubicBezTo>
                  <a:cubicBezTo>
                    <a:pt x="19766" y="46490"/>
                    <a:pt x="36243" y="43661"/>
                    <a:pt x="41355" y="42658"/>
                  </a:cubicBezTo>
                  <a:cubicBezTo>
                    <a:pt x="50477" y="40853"/>
                    <a:pt x="47821" y="34011"/>
                    <a:pt x="4235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4" name="Google Shape;984;p30"/>
            <p:cNvSpPr/>
            <p:nvPr/>
          </p:nvSpPr>
          <p:spPr>
            <a:xfrm>
              <a:off x="1528250" y="2713250"/>
              <a:ext cx="451200" cy="555000"/>
            </a:xfrm>
            <a:custGeom>
              <a:rect b="b" l="l" r="r" t="t"/>
              <a:pathLst>
                <a:path extrusionOk="0" h="22200" w="18048">
                  <a:moveTo>
                    <a:pt x="8520" y="1563"/>
                  </a:moveTo>
                  <a:cubicBezTo>
                    <a:pt x="14072" y="1563"/>
                    <a:pt x="8179" y="13801"/>
                    <a:pt x="5973" y="19170"/>
                  </a:cubicBezTo>
                  <a:lnTo>
                    <a:pt x="5973" y="19170"/>
                  </a:lnTo>
                  <a:cubicBezTo>
                    <a:pt x="5551" y="16350"/>
                    <a:pt x="5004" y="13551"/>
                    <a:pt x="4814" y="10699"/>
                  </a:cubicBezTo>
                  <a:cubicBezTo>
                    <a:pt x="4639" y="7942"/>
                    <a:pt x="4263" y="1902"/>
                    <a:pt x="8197" y="1576"/>
                  </a:cubicBezTo>
                  <a:cubicBezTo>
                    <a:pt x="8309" y="1567"/>
                    <a:pt x="8417" y="1563"/>
                    <a:pt x="8520" y="1563"/>
                  </a:cubicBezTo>
                  <a:close/>
                  <a:moveTo>
                    <a:pt x="8102" y="1"/>
                  </a:moveTo>
                  <a:cubicBezTo>
                    <a:pt x="1" y="1"/>
                    <a:pt x="4055" y="16395"/>
                    <a:pt x="4639" y="20749"/>
                  </a:cubicBezTo>
                  <a:cubicBezTo>
                    <a:pt x="4686" y="21117"/>
                    <a:pt x="4936" y="21351"/>
                    <a:pt x="5223" y="21444"/>
                  </a:cubicBezTo>
                  <a:lnTo>
                    <a:pt x="5223" y="21444"/>
                  </a:lnTo>
                  <a:cubicBezTo>
                    <a:pt x="5250" y="21906"/>
                    <a:pt x="5683" y="22199"/>
                    <a:pt x="6086" y="22199"/>
                  </a:cubicBezTo>
                  <a:cubicBezTo>
                    <a:pt x="6396" y="22199"/>
                    <a:pt x="6689" y="22027"/>
                    <a:pt x="6769" y="21626"/>
                  </a:cubicBezTo>
                  <a:cubicBezTo>
                    <a:pt x="7621" y="17415"/>
                    <a:pt x="18047" y="1075"/>
                    <a:pt x="8874" y="47"/>
                  </a:cubicBezTo>
                  <a:cubicBezTo>
                    <a:pt x="8605" y="16"/>
                    <a:pt x="8348" y="1"/>
                    <a:pt x="810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5" name="Google Shape;985;p30"/>
            <p:cNvSpPr/>
            <p:nvPr/>
          </p:nvSpPr>
          <p:spPr>
            <a:xfrm>
              <a:off x="818375" y="3186025"/>
              <a:ext cx="1102900" cy="463975"/>
            </a:xfrm>
            <a:custGeom>
              <a:rect b="b" l="l" r="r" t="t"/>
              <a:pathLst>
                <a:path extrusionOk="0" h="18559" w="44116">
                  <a:moveTo>
                    <a:pt x="35840" y="0"/>
                  </a:moveTo>
                  <a:cubicBezTo>
                    <a:pt x="35455" y="0"/>
                    <a:pt x="35054" y="51"/>
                    <a:pt x="34638" y="159"/>
                  </a:cubicBezTo>
                  <a:cubicBezTo>
                    <a:pt x="27795" y="1011"/>
                    <a:pt x="10652" y="3016"/>
                    <a:pt x="4662" y="4545"/>
                  </a:cubicBezTo>
                  <a:cubicBezTo>
                    <a:pt x="1129" y="5422"/>
                    <a:pt x="1" y="9607"/>
                    <a:pt x="1229" y="14018"/>
                  </a:cubicBezTo>
                  <a:cubicBezTo>
                    <a:pt x="2229" y="17687"/>
                    <a:pt x="3606" y="18559"/>
                    <a:pt x="5873" y="18559"/>
                  </a:cubicBezTo>
                  <a:cubicBezTo>
                    <a:pt x="7355" y="18559"/>
                    <a:pt x="9218" y="18186"/>
                    <a:pt x="11605" y="17978"/>
                  </a:cubicBezTo>
                  <a:cubicBezTo>
                    <a:pt x="19124" y="17327"/>
                    <a:pt x="23986" y="16399"/>
                    <a:pt x="38898" y="14169"/>
                  </a:cubicBezTo>
                  <a:cubicBezTo>
                    <a:pt x="44115" y="13366"/>
                    <a:pt x="42084" y="0"/>
                    <a:pt x="3584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86" name="Google Shape;986;p30"/>
          <p:cNvSpPr txBox="1"/>
          <p:nvPr/>
        </p:nvSpPr>
        <p:spPr>
          <a:xfrm rot="237009">
            <a:off x="6173048" y="3045114"/>
            <a:ext cx="714197" cy="486262"/>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accent5"/>
                </a:solidFill>
                <a:latin typeface="Jua"/>
                <a:ea typeface="Jua"/>
                <a:cs typeface="Jua"/>
                <a:sym typeface="Jua"/>
              </a:rPr>
              <a:t>DSA</a:t>
            </a:r>
            <a:endParaRPr sz="1300">
              <a:solidFill>
                <a:schemeClr val="accent5"/>
              </a:solidFill>
              <a:latin typeface="Jua"/>
              <a:ea typeface="Jua"/>
              <a:cs typeface="Jua"/>
              <a:sym typeface="Jua"/>
            </a:endParaRPr>
          </a:p>
        </p:txBody>
      </p:sp>
      <p:grpSp>
        <p:nvGrpSpPr>
          <p:cNvPr id="987" name="Google Shape;987;p30"/>
          <p:cNvGrpSpPr/>
          <p:nvPr/>
        </p:nvGrpSpPr>
        <p:grpSpPr>
          <a:xfrm rot="-2066174">
            <a:off x="2306559" y="733697"/>
            <a:ext cx="927330" cy="950899"/>
            <a:chOff x="9341035" y="120303"/>
            <a:chExt cx="1721019" cy="1699630"/>
          </a:xfrm>
        </p:grpSpPr>
        <p:sp>
          <p:nvSpPr>
            <p:cNvPr id="988" name="Google Shape;988;p30"/>
            <p:cNvSpPr/>
            <p:nvPr/>
          </p:nvSpPr>
          <p:spPr>
            <a:xfrm rot="1100226">
              <a:off x="9696227" y="380362"/>
              <a:ext cx="1243721" cy="976977"/>
            </a:xfrm>
            <a:custGeom>
              <a:rect b="b" l="l" r="r" t="t"/>
              <a:pathLst>
                <a:path extrusionOk="0" h="39080" w="49750">
                  <a:moveTo>
                    <a:pt x="25442" y="0"/>
                  </a:moveTo>
                  <a:cubicBezTo>
                    <a:pt x="24313" y="0"/>
                    <a:pt x="23159" y="104"/>
                    <a:pt x="21980" y="314"/>
                  </a:cubicBezTo>
                  <a:cubicBezTo>
                    <a:pt x="251" y="4549"/>
                    <a:pt x="0" y="30915"/>
                    <a:pt x="0" y="30915"/>
                  </a:cubicBezTo>
                  <a:cubicBezTo>
                    <a:pt x="0" y="30915"/>
                    <a:pt x="4300" y="39080"/>
                    <a:pt x="18640" y="39080"/>
                  </a:cubicBezTo>
                  <a:cubicBezTo>
                    <a:pt x="26058" y="39080"/>
                    <a:pt x="36163" y="36895"/>
                    <a:pt x="49750" y="30264"/>
                  </a:cubicBezTo>
                  <a:cubicBezTo>
                    <a:pt x="46384" y="11534"/>
                    <a:pt x="37370" y="0"/>
                    <a:pt x="2544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9" name="Google Shape;989;p30"/>
            <p:cNvSpPr/>
            <p:nvPr/>
          </p:nvSpPr>
          <p:spPr>
            <a:xfrm rot="1100226">
              <a:off x="9844172" y="314949"/>
              <a:ext cx="418565" cy="934203"/>
            </a:xfrm>
            <a:custGeom>
              <a:rect b="b" l="l" r="r" t="t"/>
              <a:pathLst>
                <a:path extrusionOk="0" h="37369" w="16743">
                  <a:moveTo>
                    <a:pt x="16642" y="0"/>
                  </a:moveTo>
                  <a:cubicBezTo>
                    <a:pt x="12031" y="0"/>
                    <a:pt x="9123" y="4587"/>
                    <a:pt x="7444" y="8346"/>
                  </a:cubicBezTo>
                  <a:cubicBezTo>
                    <a:pt x="4462" y="16968"/>
                    <a:pt x="1204" y="25865"/>
                    <a:pt x="1" y="35013"/>
                  </a:cubicBezTo>
                  <a:cubicBezTo>
                    <a:pt x="1580" y="35940"/>
                    <a:pt x="3534" y="36767"/>
                    <a:pt x="5966" y="37369"/>
                  </a:cubicBezTo>
                  <a:cubicBezTo>
                    <a:pt x="7996" y="25088"/>
                    <a:pt x="7093" y="9900"/>
                    <a:pt x="16467" y="952"/>
                  </a:cubicBezTo>
                  <a:cubicBezTo>
                    <a:pt x="16567" y="877"/>
                    <a:pt x="16642" y="777"/>
                    <a:pt x="16743" y="702"/>
                  </a:cubicBezTo>
                  <a:cubicBezTo>
                    <a:pt x="16717" y="451"/>
                    <a:pt x="16667" y="226"/>
                    <a:pt x="1664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0" name="Google Shape;990;p30"/>
            <p:cNvSpPr/>
            <p:nvPr/>
          </p:nvSpPr>
          <p:spPr>
            <a:xfrm rot="1100226">
              <a:off x="9733627" y="301359"/>
              <a:ext cx="416040" cy="775707"/>
            </a:xfrm>
            <a:custGeom>
              <a:rect b="b" l="l" r="r" t="t"/>
              <a:pathLst>
                <a:path extrusionOk="0" h="31029" w="16642">
                  <a:moveTo>
                    <a:pt x="16642" y="1"/>
                  </a:moveTo>
                  <a:lnTo>
                    <a:pt x="16642" y="1"/>
                  </a:lnTo>
                  <a:cubicBezTo>
                    <a:pt x="201" y="7119"/>
                    <a:pt x="0" y="28973"/>
                    <a:pt x="0" y="28973"/>
                  </a:cubicBezTo>
                  <a:cubicBezTo>
                    <a:pt x="0" y="28973"/>
                    <a:pt x="451" y="29850"/>
                    <a:pt x="1579" y="31028"/>
                  </a:cubicBezTo>
                  <a:cubicBezTo>
                    <a:pt x="4136" y="19449"/>
                    <a:pt x="7243" y="6868"/>
                    <a:pt x="1664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1" name="Google Shape;991;p30"/>
            <p:cNvSpPr/>
            <p:nvPr/>
          </p:nvSpPr>
          <p:spPr>
            <a:xfrm rot="1100226">
              <a:off x="10084218" y="387401"/>
              <a:ext cx="263794" cy="937028"/>
            </a:xfrm>
            <a:custGeom>
              <a:rect b="b" l="l" r="r" t="t"/>
              <a:pathLst>
                <a:path extrusionOk="0" h="37482" w="10552">
                  <a:moveTo>
                    <a:pt x="6542" y="1"/>
                  </a:moveTo>
                  <a:cubicBezTo>
                    <a:pt x="6441" y="76"/>
                    <a:pt x="6366" y="176"/>
                    <a:pt x="6266" y="251"/>
                  </a:cubicBezTo>
                  <a:cubicBezTo>
                    <a:pt x="3484" y="9274"/>
                    <a:pt x="2657" y="18272"/>
                    <a:pt x="1830" y="27695"/>
                  </a:cubicBezTo>
                  <a:cubicBezTo>
                    <a:pt x="1830" y="30201"/>
                    <a:pt x="577" y="32708"/>
                    <a:pt x="176" y="35640"/>
                  </a:cubicBezTo>
                  <a:cubicBezTo>
                    <a:pt x="75" y="36217"/>
                    <a:pt x="25" y="36793"/>
                    <a:pt x="0" y="37344"/>
                  </a:cubicBezTo>
                  <a:cubicBezTo>
                    <a:pt x="1003" y="37433"/>
                    <a:pt x="2059" y="37482"/>
                    <a:pt x="3174" y="37482"/>
                  </a:cubicBezTo>
                  <a:cubicBezTo>
                    <a:pt x="4596" y="37482"/>
                    <a:pt x="6115" y="37402"/>
                    <a:pt x="7745" y="37219"/>
                  </a:cubicBezTo>
                  <a:cubicBezTo>
                    <a:pt x="10552" y="24813"/>
                    <a:pt x="8446" y="12407"/>
                    <a:pt x="654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2" name="Google Shape;992;p30"/>
            <p:cNvSpPr/>
            <p:nvPr/>
          </p:nvSpPr>
          <p:spPr>
            <a:xfrm rot="1100226">
              <a:off x="10246160" y="414595"/>
              <a:ext cx="342117" cy="941728"/>
            </a:xfrm>
            <a:custGeom>
              <a:rect b="b" l="l" r="r" t="t"/>
              <a:pathLst>
                <a:path extrusionOk="0" h="37670" w="13685">
                  <a:moveTo>
                    <a:pt x="1780" y="0"/>
                  </a:moveTo>
                  <a:cubicBezTo>
                    <a:pt x="1203" y="50"/>
                    <a:pt x="602" y="100"/>
                    <a:pt x="0" y="226"/>
                  </a:cubicBezTo>
                  <a:cubicBezTo>
                    <a:pt x="4938" y="11704"/>
                    <a:pt x="7820" y="24837"/>
                    <a:pt x="7469" y="37669"/>
                  </a:cubicBezTo>
                  <a:cubicBezTo>
                    <a:pt x="9349" y="37243"/>
                    <a:pt x="11304" y="36692"/>
                    <a:pt x="13409" y="36040"/>
                  </a:cubicBezTo>
                  <a:cubicBezTo>
                    <a:pt x="13685" y="23308"/>
                    <a:pt x="9248" y="10376"/>
                    <a:pt x="178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3" name="Google Shape;993;p30"/>
            <p:cNvSpPr/>
            <p:nvPr/>
          </p:nvSpPr>
          <p:spPr>
            <a:xfrm rot="1100226">
              <a:off x="10328290" y="468098"/>
              <a:ext cx="528838" cy="851130"/>
            </a:xfrm>
            <a:custGeom>
              <a:rect b="b" l="l" r="r" t="t"/>
              <a:pathLst>
                <a:path extrusionOk="0" h="34046" w="21154">
                  <a:moveTo>
                    <a:pt x="560" y="0"/>
                  </a:moveTo>
                  <a:cubicBezTo>
                    <a:pt x="375" y="0"/>
                    <a:pt x="189" y="4"/>
                    <a:pt x="1" y="10"/>
                  </a:cubicBezTo>
                  <a:cubicBezTo>
                    <a:pt x="10001" y="5047"/>
                    <a:pt x="10903" y="16100"/>
                    <a:pt x="13660" y="26777"/>
                  </a:cubicBezTo>
                  <a:cubicBezTo>
                    <a:pt x="14086" y="28030"/>
                    <a:pt x="14913" y="30110"/>
                    <a:pt x="15339" y="31363"/>
                  </a:cubicBezTo>
                  <a:cubicBezTo>
                    <a:pt x="15665" y="32266"/>
                    <a:pt x="15941" y="33168"/>
                    <a:pt x="16166" y="34045"/>
                  </a:cubicBezTo>
                  <a:cubicBezTo>
                    <a:pt x="17770" y="33419"/>
                    <a:pt x="19450" y="32717"/>
                    <a:pt x="21154" y="31940"/>
                  </a:cubicBezTo>
                  <a:cubicBezTo>
                    <a:pt x="19675" y="18807"/>
                    <a:pt x="14888" y="5574"/>
                    <a:pt x="2181" y="85"/>
                  </a:cubicBezTo>
                  <a:cubicBezTo>
                    <a:pt x="1655" y="29"/>
                    <a:pt x="1115" y="0"/>
                    <a:pt x="56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4" name="Google Shape;994;p30"/>
            <p:cNvSpPr/>
            <p:nvPr/>
          </p:nvSpPr>
          <p:spPr>
            <a:xfrm rot="1100226">
              <a:off x="9393397" y="1003892"/>
              <a:ext cx="1562639" cy="585086"/>
            </a:xfrm>
            <a:custGeom>
              <a:rect b="b" l="l" r="r" t="t"/>
              <a:pathLst>
                <a:path extrusionOk="0" h="23404" w="62507">
                  <a:moveTo>
                    <a:pt x="55263" y="1"/>
                  </a:moveTo>
                  <a:cubicBezTo>
                    <a:pt x="55264" y="1"/>
                    <a:pt x="58296" y="3936"/>
                    <a:pt x="49775" y="7118"/>
                  </a:cubicBezTo>
                  <a:cubicBezTo>
                    <a:pt x="43371" y="9511"/>
                    <a:pt x="34009" y="10685"/>
                    <a:pt x="26496" y="10685"/>
                  </a:cubicBezTo>
                  <a:cubicBezTo>
                    <a:pt x="24012" y="10685"/>
                    <a:pt x="21730" y="10557"/>
                    <a:pt x="19825" y="10301"/>
                  </a:cubicBezTo>
                  <a:cubicBezTo>
                    <a:pt x="12155" y="9274"/>
                    <a:pt x="5865" y="7545"/>
                    <a:pt x="6566" y="3008"/>
                  </a:cubicBezTo>
                  <a:lnTo>
                    <a:pt x="6566" y="3008"/>
                  </a:lnTo>
                  <a:cubicBezTo>
                    <a:pt x="6566" y="3009"/>
                    <a:pt x="0" y="8322"/>
                    <a:pt x="4286" y="17369"/>
                  </a:cubicBezTo>
                  <a:cubicBezTo>
                    <a:pt x="7263" y="20803"/>
                    <a:pt x="15160" y="23404"/>
                    <a:pt x="26309" y="23404"/>
                  </a:cubicBezTo>
                  <a:cubicBezTo>
                    <a:pt x="29238" y="23404"/>
                    <a:pt x="32392" y="23224"/>
                    <a:pt x="35740" y="22833"/>
                  </a:cubicBezTo>
                  <a:cubicBezTo>
                    <a:pt x="51830" y="20953"/>
                    <a:pt x="59499" y="18171"/>
                    <a:pt x="61003" y="10026"/>
                  </a:cubicBezTo>
                  <a:cubicBezTo>
                    <a:pt x="62507" y="1881"/>
                    <a:pt x="55264" y="1"/>
                    <a:pt x="55263"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5" name="Google Shape;995;p30"/>
            <p:cNvSpPr/>
            <p:nvPr/>
          </p:nvSpPr>
          <p:spPr>
            <a:xfrm rot="1100226">
              <a:off x="10249215" y="173387"/>
              <a:ext cx="396016" cy="362792"/>
            </a:xfrm>
            <a:custGeom>
              <a:rect b="b" l="l" r="r" t="t"/>
              <a:pathLst>
                <a:path extrusionOk="0" h="14512" w="15841">
                  <a:moveTo>
                    <a:pt x="7921" y="1"/>
                  </a:moveTo>
                  <a:cubicBezTo>
                    <a:pt x="3535" y="1"/>
                    <a:pt x="1" y="3234"/>
                    <a:pt x="1" y="7269"/>
                  </a:cubicBezTo>
                  <a:cubicBezTo>
                    <a:pt x="1" y="11279"/>
                    <a:pt x="3535" y="14512"/>
                    <a:pt x="7921" y="14512"/>
                  </a:cubicBezTo>
                  <a:cubicBezTo>
                    <a:pt x="12307" y="14512"/>
                    <a:pt x="15840" y="11279"/>
                    <a:pt x="15840" y="7269"/>
                  </a:cubicBezTo>
                  <a:cubicBezTo>
                    <a:pt x="15840" y="3234"/>
                    <a:pt x="12307" y="1"/>
                    <a:pt x="7921"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6" name="Google Shape;996;p30"/>
            <p:cNvSpPr/>
            <p:nvPr/>
          </p:nvSpPr>
          <p:spPr>
            <a:xfrm rot="1100226">
              <a:off x="9621459" y="975052"/>
              <a:ext cx="1216172" cy="258144"/>
            </a:xfrm>
            <a:custGeom>
              <a:rect b="b" l="l" r="r" t="t"/>
              <a:pathLst>
                <a:path extrusionOk="0" h="10326" w="48648">
                  <a:moveTo>
                    <a:pt x="48297" y="0"/>
                  </a:moveTo>
                  <a:cubicBezTo>
                    <a:pt x="48096" y="777"/>
                    <a:pt x="47645" y="1529"/>
                    <a:pt x="46993" y="2256"/>
                  </a:cubicBezTo>
                  <a:cubicBezTo>
                    <a:pt x="43359" y="6316"/>
                    <a:pt x="33234" y="8998"/>
                    <a:pt x="19951" y="9449"/>
                  </a:cubicBezTo>
                  <a:cubicBezTo>
                    <a:pt x="19381" y="9468"/>
                    <a:pt x="18827" y="9478"/>
                    <a:pt x="18288" y="9478"/>
                  </a:cubicBezTo>
                  <a:cubicBezTo>
                    <a:pt x="6428" y="9478"/>
                    <a:pt x="1661" y="4896"/>
                    <a:pt x="151" y="2882"/>
                  </a:cubicBezTo>
                  <a:cubicBezTo>
                    <a:pt x="76" y="3308"/>
                    <a:pt x="51" y="3709"/>
                    <a:pt x="1" y="4060"/>
                  </a:cubicBezTo>
                  <a:cubicBezTo>
                    <a:pt x="2056" y="6441"/>
                    <a:pt x="7118" y="10326"/>
                    <a:pt x="18246" y="10326"/>
                  </a:cubicBezTo>
                  <a:cubicBezTo>
                    <a:pt x="18798" y="10326"/>
                    <a:pt x="19374" y="10326"/>
                    <a:pt x="19976" y="10301"/>
                  </a:cubicBezTo>
                  <a:cubicBezTo>
                    <a:pt x="33685" y="9825"/>
                    <a:pt x="43760" y="7093"/>
                    <a:pt x="47620" y="2832"/>
                  </a:cubicBezTo>
                  <a:cubicBezTo>
                    <a:pt x="48046" y="2356"/>
                    <a:pt x="48372" y="1855"/>
                    <a:pt x="48647" y="1378"/>
                  </a:cubicBezTo>
                  <a:cubicBezTo>
                    <a:pt x="48522" y="902"/>
                    <a:pt x="48422" y="451"/>
                    <a:pt x="4829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7" name="Google Shape;997;p30"/>
            <p:cNvSpPr/>
            <p:nvPr/>
          </p:nvSpPr>
          <p:spPr>
            <a:xfrm rot="1100226">
              <a:off x="9650012" y="937208"/>
              <a:ext cx="1192347" cy="217445"/>
            </a:xfrm>
            <a:custGeom>
              <a:rect b="b" l="l" r="r" t="t"/>
              <a:pathLst>
                <a:path extrusionOk="0" h="8698" w="47695">
                  <a:moveTo>
                    <a:pt x="47469" y="1"/>
                  </a:moveTo>
                  <a:cubicBezTo>
                    <a:pt x="47144" y="176"/>
                    <a:pt x="46642" y="252"/>
                    <a:pt x="46116" y="327"/>
                  </a:cubicBezTo>
                  <a:cubicBezTo>
                    <a:pt x="45414" y="427"/>
                    <a:pt x="44587" y="527"/>
                    <a:pt x="43961" y="928"/>
                  </a:cubicBezTo>
                  <a:cubicBezTo>
                    <a:pt x="43459" y="1254"/>
                    <a:pt x="43159" y="1856"/>
                    <a:pt x="42808" y="2482"/>
                  </a:cubicBezTo>
                  <a:cubicBezTo>
                    <a:pt x="42457" y="3134"/>
                    <a:pt x="42081" y="3836"/>
                    <a:pt x="41530" y="4061"/>
                  </a:cubicBezTo>
                  <a:cubicBezTo>
                    <a:pt x="41412" y="4113"/>
                    <a:pt x="41275" y="4134"/>
                    <a:pt x="41124" y="4134"/>
                  </a:cubicBezTo>
                  <a:cubicBezTo>
                    <a:pt x="40757" y="4134"/>
                    <a:pt x="40304" y="4010"/>
                    <a:pt x="39825" y="3886"/>
                  </a:cubicBezTo>
                  <a:cubicBezTo>
                    <a:pt x="39279" y="3745"/>
                    <a:pt x="38719" y="3591"/>
                    <a:pt x="38183" y="3591"/>
                  </a:cubicBezTo>
                  <a:cubicBezTo>
                    <a:pt x="37957" y="3591"/>
                    <a:pt x="37735" y="3618"/>
                    <a:pt x="37519" y="3685"/>
                  </a:cubicBezTo>
                  <a:cubicBezTo>
                    <a:pt x="36868" y="3886"/>
                    <a:pt x="36367" y="4437"/>
                    <a:pt x="35865" y="4988"/>
                  </a:cubicBezTo>
                  <a:cubicBezTo>
                    <a:pt x="35389" y="5540"/>
                    <a:pt x="34913" y="6091"/>
                    <a:pt x="34362" y="6192"/>
                  </a:cubicBezTo>
                  <a:cubicBezTo>
                    <a:pt x="34292" y="6207"/>
                    <a:pt x="34220" y="6214"/>
                    <a:pt x="34145" y="6214"/>
                  </a:cubicBezTo>
                  <a:cubicBezTo>
                    <a:pt x="33732" y="6214"/>
                    <a:pt x="33238" y="5999"/>
                    <a:pt x="32707" y="5765"/>
                  </a:cubicBezTo>
                  <a:cubicBezTo>
                    <a:pt x="32062" y="5486"/>
                    <a:pt x="31418" y="5188"/>
                    <a:pt x="30773" y="5188"/>
                  </a:cubicBezTo>
                  <a:cubicBezTo>
                    <a:pt x="30666" y="5188"/>
                    <a:pt x="30559" y="5196"/>
                    <a:pt x="30452" y="5214"/>
                  </a:cubicBezTo>
                  <a:cubicBezTo>
                    <a:pt x="29750" y="5314"/>
                    <a:pt x="29174" y="5841"/>
                    <a:pt x="28597" y="6342"/>
                  </a:cubicBezTo>
                  <a:cubicBezTo>
                    <a:pt x="28071" y="6818"/>
                    <a:pt x="27544" y="7294"/>
                    <a:pt x="27018" y="7344"/>
                  </a:cubicBezTo>
                  <a:cubicBezTo>
                    <a:pt x="26985" y="7348"/>
                    <a:pt x="26952" y="7350"/>
                    <a:pt x="26918" y="7350"/>
                  </a:cubicBezTo>
                  <a:cubicBezTo>
                    <a:pt x="26466" y="7350"/>
                    <a:pt x="25949" y="7046"/>
                    <a:pt x="25389" y="6743"/>
                  </a:cubicBezTo>
                  <a:cubicBezTo>
                    <a:pt x="24727" y="6365"/>
                    <a:pt x="24044" y="5987"/>
                    <a:pt x="23337" y="5987"/>
                  </a:cubicBezTo>
                  <a:cubicBezTo>
                    <a:pt x="23295" y="5987"/>
                    <a:pt x="23252" y="5988"/>
                    <a:pt x="23209" y="5991"/>
                  </a:cubicBezTo>
                  <a:cubicBezTo>
                    <a:pt x="22482" y="6041"/>
                    <a:pt x="21855" y="6517"/>
                    <a:pt x="21254" y="6994"/>
                  </a:cubicBezTo>
                  <a:cubicBezTo>
                    <a:pt x="20702" y="7420"/>
                    <a:pt x="20126" y="7846"/>
                    <a:pt x="19600" y="7846"/>
                  </a:cubicBezTo>
                  <a:cubicBezTo>
                    <a:pt x="19591" y="7846"/>
                    <a:pt x="19583" y="7847"/>
                    <a:pt x="19574" y="7847"/>
                  </a:cubicBezTo>
                  <a:cubicBezTo>
                    <a:pt x="19298" y="7847"/>
                    <a:pt x="18887" y="7459"/>
                    <a:pt x="18522" y="7119"/>
                  </a:cubicBezTo>
                  <a:cubicBezTo>
                    <a:pt x="18071" y="6668"/>
                    <a:pt x="17595" y="6217"/>
                    <a:pt x="17018" y="6217"/>
                  </a:cubicBezTo>
                  <a:cubicBezTo>
                    <a:pt x="16417" y="6217"/>
                    <a:pt x="15890" y="6668"/>
                    <a:pt x="15364" y="7119"/>
                  </a:cubicBezTo>
                  <a:cubicBezTo>
                    <a:pt x="15049" y="7386"/>
                    <a:pt x="14639" y="7747"/>
                    <a:pt x="14409" y="7747"/>
                  </a:cubicBezTo>
                  <a:cubicBezTo>
                    <a:pt x="14401" y="7747"/>
                    <a:pt x="14394" y="7746"/>
                    <a:pt x="14387" y="7745"/>
                  </a:cubicBezTo>
                  <a:cubicBezTo>
                    <a:pt x="14086" y="7720"/>
                    <a:pt x="13735" y="7269"/>
                    <a:pt x="13409" y="6868"/>
                  </a:cubicBezTo>
                  <a:cubicBezTo>
                    <a:pt x="13008" y="6392"/>
                    <a:pt x="12582" y="5866"/>
                    <a:pt x="12031" y="5791"/>
                  </a:cubicBezTo>
                  <a:cubicBezTo>
                    <a:pt x="11964" y="5779"/>
                    <a:pt x="11897" y="5774"/>
                    <a:pt x="11830" y="5774"/>
                  </a:cubicBezTo>
                  <a:cubicBezTo>
                    <a:pt x="11296" y="5774"/>
                    <a:pt x="10766" y="6108"/>
                    <a:pt x="10276" y="6442"/>
                  </a:cubicBezTo>
                  <a:cubicBezTo>
                    <a:pt x="9931" y="6673"/>
                    <a:pt x="9500" y="6924"/>
                    <a:pt x="9277" y="6924"/>
                  </a:cubicBezTo>
                  <a:cubicBezTo>
                    <a:pt x="9258" y="6924"/>
                    <a:pt x="9240" y="6922"/>
                    <a:pt x="9224" y="6918"/>
                  </a:cubicBezTo>
                  <a:cubicBezTo>
                    <a:pt x="8923" y="6843"/>
                    <a:pt x="8622" y="6342"/>
                    <a:pt x="8371" y="5891"/>
                  </a:cubicBezTo>
                  <a:cubicBezTo>
                    <a:pt x="8071" y="5339"/>
                    <a:pt x="7770" y="4788"/>
                    <a:pt x="7269" y="4587"/>
                  </a:cubicBezTo>
                  <a:cubicBezTo>
                    <a:pt x="7114" y="4536"/>
                    <a:pt x="6956" y="4514"/>
                    <a:pt x="6796" y="4514"/>
                  </a:cubicBezTo>
                  <a:cubicBezTo>
                    <a:pt x="6334" y="4514"/>
                    <a:pt x="5854" y="4696"/>
                    <a:pt x="5389" y="4863"/>
                  </a:cubicBezTo>
                  <a:cubicBezTo>
                    <a:pt x="5043" y="4985"/>
                    <a:pt x="4647" y="5141"/>
                    <a:pt x="4416" y="5141"/>
                  </a:cubicBezTo>
                  <a:cubicBezTo>
                    <a:pt x="4363" y="5141"/>
                    <a:pt x="4319" y="5133"/>
                    <a:pt x="4286" y="5114"/>
                  </a:cubicBezTo>
                  <a:cubicBezTo>
                    <a:pt x="3985" y="4963"/>
                    <a:pt x="3835" y="4387"/>
                    <a:pt x="3685" y="3861"/>
                  </a:cubicBezTo>
                  <a:cubicBezTo>
                    <a:pt x="3534" y="3259"/>
                    <a:pt x="3384" y="2683"/>
                    <a:pt x="2983" y="2382"/>
                  </a:cubicBezTo>
                  <a:cubicBezTo>
                    <a:pt x="2613" y="2118"/>
                    <a:pt x="2120" y="2064"/>
                    <a:pt x="1633" y="2064"/>
                  </a:cubicBezTo>
                  <a:cubicBezTo>
                    <a:pt x="1427" y="2064"/>
                    <a:pt x="1222" y="2074"/>
                    <a:pt x="1028" y="2081"/>
                  </a:cubicBezTo>
                  <a:cubicBezTo>
                    <a:pt x="844" y="2081"/>
                    <a:pt x="616" y="2092"/>
                    <a:pt x="417" y="2092"/>
                  </a:cubicBezTo>
                  <a:cubicBezTo>
                    <a:pt x="318" y="2092"/>
                    <a:pt x="226" y="2090"/>
                    <a:pt x="151" y="2081"/>
                  </a:cubicBezTo>
                  <a:cubicBezTo>
                    <a:pt x="101" y="2357"/>
                    <a:pt x="51" y="2633"/>
                    <a:pt x="0" y="2883"/>
                  </a:cubicBezTo>
                  <a:cubicBezTo>
                    <a:pt x="163" y="2921"/>
                    <a:pt x="333" y="2933"/>
                    <a:pt x="508" y="2933"/>
                  </a:cubicBezTo>
                  <a:cubicBezTo>
                    <a:pt x="683" y="2933"/>
                    <a:pt x="865" y="2921"/>
                    <a:pt x="1053" y="2908"/>
                  </a:cubicBezTo>
                  <a:cubicBezTo>
                    <a:pt x="1227" y="2900"/>
                    <a:pt x="1407" y="2892"/>
                    <a:pt x="1580" y="2892"/>
                  </a:cubicBezTo>
                  <a:cubicBezTo>
                    <a:pt x="1955" y="2892"/>
                    <a:pt x="2301" y="2929"/>
                    <a:pt x="2507" y="3084"/>
                  </a:cubicBezTo>
                  <a:cubicBezTo>
                    <a:pt x="2657" y="3184"/>
                    <a:pt x="2782" y="3685"/>
                    <a:pt x="2883" y="4061"/>
                  </a:cubicBezTo>
                  <a:cubicBezTo>
                    <a:pt x="3058" y="4763"/>
                    <a:pt x="3259" y="5540"/>
                    <a:pt x="3885" y="5866"/>
                  </a:cubicBezTo>
                  <a:cubicBezTo>
                    <a:pt x="4049" y="5944"/>
                    <a:pt x="4226" y="5976"/>
                    <a:pt x="4409" y="5976"/>
                  </a:cubicBezTo>
                  <a:cubicBezTo>
                    <a:pt x="4813" y="5976"/>
                    <a:pt x="5251" y="5820"/>
                    <a:pt x="5665" y="5665"/>
                  </a:cubicBezTo>
                  <a:cubicBezTo>
                    <a:pt x="6038" y="5508"/>
                    <a:pt x="6458" y="5351"/>
                    <a:pt x="6755" y="5351"/>
                  </a:cubicBezTo>
                  <a:cubicBezTo>
                    <a:pt x="6836" y="5351"/>
                    <a:pt x="6909" y="5362"/>
                    <a:pt x="6968" y="5389"/>
                  </a:cubicBezTo>
                  <a:cubicBezTo>
                    <a:pt x="7193" y="5465"/>
                    <a:pt x="7444" y="5916"/>
                    <a:pt x="7645" y="6292"/>
                  </a:cubicBezTo>
                  <a:cubicBezTo>
                    <a:pt x="7970" y="6893"/>
                    <a:pt x="8371" y="7570"/>
                    <a:pt x="9023" y="7745"/>
                  </a:cubicBezTo>
                  <a:cubicBezTo>
                    <a:pt x="9097" y="7762"/>
                    <a:pt x="9172" y="7770"/>
                    <a:pt x="9247" y="7770"/>
                  </a:cubicBezTo>
                  <a:cubicBezTo>
                    <a:pt x="9730" y="7770"/>
                    <a:pt x="10228" y="7448"/>
                    <a:pt x="10727" y="7144"/>
                  </a:cubicBezTo>
                  <a:cubicBezTo>
                    <a:pt x="11099" y="6889"/>
                    <a:pt x="11534" y="6612"/>
                    <a:pt x="11835" y="6612"/>
                  </a:cubicBezTo>
                  <a:cubicBezTo>
                    <a:pt x="11860" y="6612"/>
                    <a:pt x="11883" y="6614"/>
                    <a:pt x="11905" y="6618"/>
                  </a:cubicBezTo>
                  <a:cubicBezTo>
                    <a:pt x="12131" y="6643"/>
                    <a:pt x="12482" y="7069"/>
                    <a:pt x="12757" y="7395"/>
                  </a:cubicBezTo>
                  <a:cubicBezTo>
                    <a:pt x="13209" y="7946"/>
                    <a:pt x="13660" y="8522"/>
                    <a:pt x="14311" y="8572"/>
                  </a:cubicBezTo>
                  <a:cubicBezTo>
                    <a:pt x="14341" y="8575"/>
                    <a:pt x="14370" y="8576"/>
                    <a:pt x="14400" y="8576"/>
                  </a:cubicBezTo>
                  <a:cubicBezTo>
                    <a:pt x="14942" y="8576"/>
                    <a:pt x="15440" y="8150"/>
                    <a:pt x="15915" y="7745"/>
                  </a:cubicBezTo>
                  <a:cubicBezTo>
                    <a:pt x="16291" y="7420"/>
                    <a:pt x="16717" y="7044"/>
                    <a:pt x="16993" y="7044"/>
                  </a:cubicBezTo>
                  <a:lnTo>
                    <a:pt x="17018" y="7044"/>
                  </a:lnTo>
                  <a:cubicBezTo>
                    <a:pt x="17244" y="7044"/>
                    <a:pt x="17645" y="7420"/>
                    <a:pt x="17945" y="7720"/>
                  </a:cubicBezTo>
                  <a:cubicBezTo>
                    <a:pt x="18447" y="8197"/>
                    <a:pt x="18973" y="8698"/>
                    <a:pt x="19600" y="8698"/>
                  </a:cubicBezTo>
                  <a:lnTo>
                    <a:pt x="19625" y="8698"/>
                  </a:lnTo>
                  <a:cubicBezTo>
                    <a:pt x="20427" y="8673"/>
                    <a:pt x="21103" y="8146"/>
                    <a:pt x="21755" y="7645"/>
                  </a:cubicBezTo>
                  <a:cubicBezTo>
                    <a:pt x="22281" y="7244"/>
                    <a:pt x="22808" y="6868"/>
                    <a:pt x="23259" y="6843"/>
                  </a:cubicBezTo>
                  <a:cubicBezTo>
                    <a:pt x="23291" y="6840"/>
                    <a:pt x="23324" y="6838"/>
                    <a:pt x="23358" y="6838"/>
                  </a:cubicBezTo>
                  <a:cubicBezTo>
                    <a:pt x="23841" y="6838"/>
                    <a:pt x="24426" y="7165"/>
                    <a:pt x="24988" y="7470"/>
                  </a:cubicBezTo>
                  <a:cubicBezTo>
                    <a:pt x="25609" y="7815"/>
                    <a:pt x="26272" y="8181"/>
                    <a:pt x="26919" y="8181"/>
                  </a:cubicBezTo>
                  <a:cubicBezTo>
                    <a:pt x="26977" y="8181"/>
                    <a:pt x="27035" y="8178"/>
                    <a:pt x="27093" y="8171"/>
                  </a:cubicBezTo>
                  <a:cubicBezTo>
                    <a:pt x="27895" y="8096"/>
                    <a:pt x="28547" y="7520"/>
                    <a:pt x="29148" y="6968"/>
                  </a:cubicBezTo>
                  <a:cubicBezTo>
                    <a:pt x="29650" y="6517"/>
                    <a:pt x="30126" y="6116"/>
                    <a:pt x="30577" y="6041"/>
                  </a:cubicBezTo>
                  <a:cubicBezTo>
                    <a:pt x="30637" y="6033"/>
                    <a:pt x="30698" y="6029"/>
                    <a:pt x="30760" y="6029"/>
                  </a:cubicBezTo>
                  <a:cubicBezTo>
                    <a:pt x="31246" y="6029"/>
                    <a:pt x="31801" y="6273"/>
                    <a:pt x="32357" y="6517"/>
                  </a:cubicBezTo>
                  <a:cubicBezTo>
                    <a:pt x="32958" y="6787"/>
                    <a:pt x="33576" y="7056"/>
                    <a:pt x="34169" y="7056"/>
                  </a:cubicBezTo>
                  <a:cubicBezTo>
                    <a:pt x="34293" y="7056"/>
                    <a:pt x="34416" y="7045"/>
                    <a:pt x="34537" y="7019"/>
                  </a:cubicBezTo>
                  <a:cubicBezTo>
                    <a:pt x="35339" y="6843"/>
                    <a:pt x="35941" y="6192"/>
                    <a:pt x="36492" y="5565"/>
                  </a:cubicBezTo>
                  <a:cubicBezTo>
                    <a:pt x="36918" y="5064"/>
                    <a:pt x="37344" y="4613"/>
                    <a:pt x="37745" y="4487"/>
                  </a:cubicBezTo>
                  <a:cubicBezTo>
                    <a:pt x="37885" y="4447"/>
                    <a:pt x="38036" y="4430"/>
                    <a:pt x="38194" y="4430"/>
                  </a:cubicBezTo>
                  <a:cubicBezTo>
                    <a:pt x="38632" y="4430"/>
                    <a:pt x="39128" y="4559"/>
                    <a:pt x="39625" y="4688"/>
                  </a:cubicBezTo>
                  <a:cubicBezTo>
                    <a:pt x="40126" y="4821"/>
                    <a:pt x="40650" y="4966"/>
                    <a:pt x="41136" y="4966"/>
                  </a:cubicBezTo>
                  <a:cubicBezTo>
                    <a:pt x="41379" y="4966"/>
                    <a:pt x="41613" y="4930"/>
                    <a:pt x="41830" y="4838"/>
                  </a:cubicBezTo>
                  <a:cubicBezTo>
                    <a:pt x="42682" y="4487"/>
                    <a:pt x="43134" y="3635"/>
                    <a:pt x="43535" y="2883"/>
                  </a:cubicBezTo>
                  <a:cubicBezTo>
                    <a:pt x="43835" y="2357"/>
                    <a:pt x="44086" y="1856"/>
                    <a:pt x="44412" y="1630"/>
                  </a:cubicBezTo>
                  <a:cubicBezTo>
                    <a:pt x="44888" y="1329"/>
                    <a:pt x="45565" y="1229"/>
                    <a:pt x="46241" y="1154"/>
                  </a:cubicBezTo>
                  <a:cubicBezTo>
                    <a:pt x="46768" y="1054"/>
                    <a:pt x="47294" y="978"/>
                    <a:pt x="47695" y="803"/>
                  </a:cubicBezTo>
                  <a:cubicBezTo>
                    <a:pt x="47620" y="527"/>
                    <a:pt x="47545" y="277"/>
                    <a:pt x="4746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98" name="Google Shape;998;p30"/>
          <p:cNvSpPr txBox="1"/>
          <p:nvPr/>
        </p:nvSpPr>
        <p:spPr>
          <a:xfrm rot="-892628">
            <a:off x="2534375" y="1295817"/>
            <a:ext cx="713932" cy="486674"/>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700">
                <a:solidFill>
                  <a:schemeClr val="dk1"/>
                </a:solidFill>
                <a:latin typeface="Jua"/>
                <a:ea typeface="Jua"/>
                <a:cs typeface="Jua"/>
                <a:sym typeface="Jua"/>
              </a:rPr>
              <a:t>TTH-HCMUS</a:t>
            </a:r>
            <a:endParaRPr sz="700">
              <a:solidFill>
                <a:schemeClr val="dk1"/>
              </a:solidFill>
              <a:latin typeface="Jua"/>
              <a:ea typeface="Jua"/>
              <a:cs typeface="Jua"/>
              <a:sym typeface="Ju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2" name="Shape 1002"/>
        <p:cNvGrpSpPr/>
        <p:nvPr/>
      </p:nvGrpSpPr>
      <p:grpSpPr>
        <a:xfrm>
          <a:off x="0" y="0"/>
          <a:ext cx="0" cy="0"/>
          <a:chOff x="0" y="0"/>
          <a:chExt cx="0" cy="0"/>
        </a:xfrm>
      </p:grpSpPr>
      <p:sp>
        <p:nvSpPr>
          <p:cNvPr id="1003" name="Google Shape;1003;p31"/>
          <p:cNvSpPr txBox="1"/>
          <p:nvPr>
            <p:ph idx="15" type="title"/>
          </p:nvPr>
        </p:nvSpPr>
        <p:spPr>
          <a:xfrm>
            <a:off x="720000" y="540000"/>
            <a:ext cx="7785900" cy="477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TABLE OF CONTENTS</a:t>
            </a:r>
            <a:endParaRPr/>
          </a:p>
        </p:txBody>
      </p:sp>
      <p:sp>
        <p:nvSpPr>
          <p:cNvPr id="1004" name="Google Shape;1004;p31"/>
          <p:cNvSpPr/>
          <p:nvPr/>
        </p:nvSpPr>
        <p:spPr>
          <a:xfrm>
            <a:off x="1818938" y="3452058"/>
            <a:ext cx="2628600" cy="6147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5" name="Google Shape;1005;p31"/>
          <p:cNvSpPr txBox="1"/>
          <p:nvPr>
            <p:ph idx="14" type="title"/>
          </p:nvPr>
        </p:nvSpPr>
        <p:spPr>
          <a:xfrm>
            <a:off x="4903000" y="2982919"/>
            <a:ext cx="2234100" cy="441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04</a:t>
            </a:r>
            <a:endParaRPr/>
          </a:p>
        </p:txBody>
      </p:sp>
      <p:sp>
        <p:nvSpPr>
          <p:cNvPr id="1006" name="Google Shape;1006;p31"/>
          <p:cNvSpPr txBox="1"/>
          <p:nvPr>
            <p:ph idx="5" type="title"/>
          </p:nvPr>
        </p:nvSpPr>
        <p:spPr>
          <a:xfrm>
            <a:off x="2002175" y="2982919"/>
            <a:ext cx="2234100" cy="441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02</a:t>
            </a:r>
            <a:endParaRPr/>
          </a:p>
        </p:txBody>
      </p:sp>
      <p:sp>
        <p:nvSpPr>
          <p:cNvPr id="1007" name="Google Shape;1007;p31"/>
          <p:cNvSpPr txBox="1"/>
          <p:nvPr>
            <p:ph idx="13" type="title"/>
          </p:nvPr>
        </p:nvSpPr>
        <p:spPr>
          <a:xfrm>
            <a:off x="4903000" y="1284847"/>
            <a:ext cx="2234100" cy="441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03</a:t>
            </a:r>
            <a:endParaRPr/>
          </a:p>
        </p:txBody>
      </p:sp>
      <p:sp>
        <p:nvSpPr>
          <p:cNvPr id="1008" name="Google Shape;1008;p31"/>
          <p:cNvSpPr txBox="1"/>
          <p:nvPr>
            <p:ph type="title"/>
          </p:nvPr>
        </p:nvSpPr>
        <p:spPr>
          <a:xfrm>
            <a:off x="2002175" y="1284847"/>
            <a:ext cx="2234100" cy="441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01</a:t>
            </a:r>
            <a:endParaRPr/>
          </a:p>
        </p:txBody>
      </p:sp>
      <p:sp>
        <p:nvSpPr>
          <p:cNvPr id="1009" name="Google Shape;1009;p31"/>
          <p:cNvSpPr txBox="1"/>
          <p:nvPr>
            <p:ph idx="1" type="body"/>
          </p:nvPr>
        </p:nvSpPr>
        <p:spPr>
          <a:xfrm>
            <a:off x="2002188" y="4005711"/>
            <a:ext cx="2234100" cy="614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Some famous problems using Stacks and Queues</a:t>
            </a:r>
            <a:endParaRPr/>
          </a:p>
        </p:txBody>
      </p:sp>
      <p:sp>
        <p:nvSpPr>
          <p:cNvPr id="1010" name="Google Shape;1010;p31"/>
          <p:cNvSpPr/>
          <p:nvPr/>
        </p:nvSpPr>
        <p:spPr>
          <a:xfrm>
            <a:off x="1809638" y="1767658"/>
            <a:ext cx="2628600" cy="6147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1" name="Google Shape;1011;p31"/>
          <p:cNvSpPr txBox="1"/>
          <p:nvPr>
            <p:ph idx="2" type="subTitle"/>
          </p:nvPr>
        </p:nvSpPr>
        <p:spPr>
          <a:xfrm>
            <a:off x="1891175" y="3529775"/>
            <a:ext cx="2453400" cy="477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PRACTICES</a:t>
            </a:r>
            <a:endParaRPr/>
          </a:p>
        </p:txBody>
      </p:sp>
      <p:sp>
        <p:nvSpPr>
          <p:cNvPr id="1012" name="Google Shape;1012;p31"/>
          <p:cNvSpPr txBox="1"/>
          <p:nvPr>
            <p:ph idx="3" type="body"/>
          </p:nvPr>
        </p:nvSpPr>
        <p:spPr>
          <a:xfrm>
            <a:off x="2002188" y="2310389"/>
            <a:ext cx="2234100" cy="614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LAST IN FIRST OUT</a:t>
            </a:r>
            <a:endParaRPr/>
          </a:p>
          <a:p>
            <a:pPr indent="0" lvl="0" marL="0" rtl="0" algn="ctr">
              <a:spcBef>
                <a:spcPts val="0"/>
              </a:spcBef>
              <a:spcAft>
                <a:spcPts val="0"/>
              </a:spcAft>
              <a:buNone/>
            </a:pPr>
            <a:r>
              <a:rPr lang="en"/>
              <a:t>LIFO</a:t>
            </a:r>
            <a:endParaRPr/>
          </a:p>
        </p:txBody>
      </p:sp>
      <p:sp>
        <p:nvSpPr>
          <p:cNvPr id="1013" name="Google Shape;1013;p31"/>
          <p:cNvSpPr/>
          <p:nvPr/>
        </p:nvSpPr>
        <p:spPr>
          <a:xfrm>
            <a:off x="4705762" y="3452058"/>
            <a:ext cx="2628600" cy="6147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4" name="Google Shape;1014;p31"/>
          <p:cNvSpPr txBox="1"/>
          <p:nvPr>
            <p:ph idx="4" type="subTitle"/>
          </p:nvPr>
        </p:nvSpPr>
        <p:spPr>
          <a:xfrm>
            <a:off x="1892075" y="1774850"/>
            <a:ext cx="2453400" cy="614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STACKS</a:t>
            </a:r>
            <a:endParaRPr/>
          </a:p>
        </p:txBody>
      </p:sp>
      <p:sp>
        <p:nvSpPr>
          <p:cNvPr id="1015" name="Google Shape;1015;p31"/>
          <p:cNvSpPr/>
          <p:nvPr/>
        </p:nvSpPr>
        <p:spPr>
          <a:xfrm>
            <a:off x="4705762" y="1767658"/>
            <a:ext cx="2628600" cy="6147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6" name="Google Shape;1016;p31"/>
          <p:cNvSpPr txBox="1"/>
          <p:nvPr>
            <p:ph idx="6" type="body"/>
          </p:nvPr>
        </p:nvSpPr>
        <p:spPr>
          <a:xfrm>
            <a:off x="4903013" y="4005711"/>
            <a:ext cx="2234100" cy="614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More exercises more fun</a:t>
            </a:r>
            <a:endParaRPr/>
          </a:p>
        </p:txBody>
      </p:sp>
      <p:sp>
        <p:nvSpPr>
          <p:cNvPr id="1017" name="Google Shape;1017;p31"/>
          <p:cNvSpPr txBox="1"/>
          <p:nvPr>
            <p:ph idx="7" type="subTitle"/>
          </p:nvPr>
        </p:nvSpPr>
        <p:spPr>
          <a:xfrm>
            <a:off x="4793375" y="3468875"/>
            <a:ext cx="2453400" cy="614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HOMEWORKS</a:t>
            </a:r>
            <a:endParaRPr/>
          </a:p>
        </p:txBody>
      </p:sp>
      <p:sp>
        <p:nvSpPr>
          <p:cNvPr id="1018" name="Google Shape;1018;p31"/>
          <p:cNvSpPr txBox="1"/>
          <p:nvPr>
            <p:ph idx="8" type="body"/>
          </p:nvPr>
        </p:nvSpPr>
        <p:spPr>
          <a:xfrm>
            <a:off x="4903013" y="2310389"/>
            <a:ext cx="2234100" cy="614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FIRST IN FIRST OUT</a:t>
            </a:r>
            <a:endParaRPr/>
          </a:p>
          <a:p>
            <a:pPr indent="0" lvl="0" marL="0" rtl="0" algn="ctr">
              <a:spcBef>
                <a:spcPts val="0"/>
              </a:spcBef>
              <a:spcAft>
                <a:spcPts val="0"/>
              </a:spcAft>
              <a:buNone/>
            </a:pPr>
            <a:r>
              <a:rPr lang="en"/>
              <a:t>FIFO</a:t>
            </a:r>
            <a:endParaRPr/>
          </a:p>
        </p:txBody>
      </p:sp>
      <p:sp>
        <p:nvSpPr>
          <p:cNvPr id="1019" name="Google Shape;1019;p31"/>
          <p:cNvSpPr txBox="1"/>
          <p:nvPr>
            <p:ph idx="9" type="subTitle"/>
          </p:nvPr>
        </p:nvSpPr>
        <p:spPr>
          <a:xfrm>
            <a:off x="4717175" y="1740650"/>
            <a:ext cx="2628600" cy="648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QUEUES &amp; CIRCULAR QUEUES</a:t>
            </a:r>
            <a:endParaRPr/>
          </a:p>
        </p:txBody>
      </p:sp>
      <p:sp>
        <p:nvSpPr>
          <p:cNvPr id="1020" name="Google Shape;1020;p3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4" name="Shape 1024"/>
        <p:cNvGrpSpPr/>
        <p:nvPr/>
      </p:nvGrpSpPr>
      <p:grpSpPr>
        <a:xfrm>
          <a:off x="0" y="0"/>
          <a:ext cx="0" cy="0"/>
          <a:chOff x="0" y="0"/>
          <a:chExt cx="0" cy="0"/>
        </a:xfrm>
      </p:grpSpPr>
      <p:sp>
        <p:nvSpPr>
          <p:cNvPr id="1025" name="Google Shape;1025;p32"/>
          <p:cNvSpPr/>
          <p:nvPr/>
        </p:nvSpPr>
        <p:spPr>
          <a:xfrm>
            <a:off x="2800350" y="2540113"/>
            <a:ext cx="3543300" cy="8418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26" name="Google Shape;1026;p32"/>
          <p:cNvSpPr txBox="1"/>
          <p:nvPr>
            <p:ph type="title"/>
          </p:nvPr>
        </p:nvSpPr>
        <p:spPr>
          <a:xfrm>
            <a:off x="2962500" y="2533063"/>
            <a:ext cx="32190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6200"/>
              <a:t>STACKS</a:t>
            </a:r>
            <a:endParaRPr sz="6200"/>
          </a:p>
        </p:txBody>
      </p:sp>
      <p:sp>
        <p:nvSpPr>
          <p:cNvPr id="1027" name="Google Shape;1027;p32"/>
          <p:cNvSpPr txBox="1"/>
          <p:nvPr>
            <p:ph idx="2" type="title"/>
          </p:nvPr>
        </p:nvSpPr>
        <p:spPr>
          <a:xfrm>
            <a:off x="3151500" y="1362612"/>
            <a:ext cx="2841000" cy="1177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01</a:t>
            </a:r>
            <a:endParaRPr/>
          </a:p>
        </p:txBody>
      </p:sp>
      <p:sp>
        <p:nvSpPr>
          <p:cNvPr id="1028" name="Google Shape;1028;p32"/>
          <p:cNvSpPr txBox="1"/>
          <p:nvPr>
            <p:ph idx="1" type="subTitle"/>
          </p:nvPr>
        </p:nvSpPr>
        <p:spPr>
          <a:xfrm>
            <a:off x="2610000" y="3382488"/>
            <a:ext cx="3924000" cy="398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LAST IN FIRST OUT</a:t>
            </a:r>
            <a:endParaRPr/>
          </a:p>
        </p:txBody>
      </p:sp>
      <p:grpSp>
        <p:nvGrpSpPr>
          <p:cNvPr id="1029" name="Google Shape;1029;p32"/>
          <p:cNvGrpSpPr/>
          <p:nvPr/>
        </p:nvGrpSpPr>
        <p:grpSpPr>
          <a:xfrm>
            <a:off x="2962514" y="416178"/>
            <a:ext cx="3218965" cy="1185288"/>
            <a:chOff x="3343478" y="539993"/>
            <a:chExt cx="2457038" cy="904731"/>
          </a:xfrm>
        </p:grpSpPr>
        <p:grpSp>
          <p:nvGrpSpPr>
            <p:cNvPr id="1030" name="Google Shape;1030;p32"/>
            <p:cNvGrpSpPr/>
            <p:nvPr/>
          </p:nvGrpSpPr>
          <p:grpSpPr>
            <a:xfrm>
              <a:off x="4429328" y="539993"/>
              <a:ext cx="1371188" cy="904731"/>
              <a:chOff x="6618863" y="562104"/>
              <a:chExt cx="1805144" cy="1191062"/>
            </a:xfrm>
          </p:grpSpPr>
          <p:sp>
            <p:nvSpPr>
              <p:cNvPr id="1031" name="Google Shape;1031;p32"/>
              <p:cNvSpPr/>
              <p:nvPr/>
            </p:nvSpPr>
            <p:spPr>
              <a:xfrm flipH="1" rot="-804257">
                <a:off x="7327136" y="706610"/>
                <a:ext cx="583875" cy="892148"/>
              </a:xfrm>
              <a:custGeom>
                <a:rect b="b" l="l" r="r" t="t"/>
                <a:pathLst>
                  <a:path extrusionOk="0" h="11605" w="7595">
                    <a:moveTo>
                      <a:pt x="2155" y="0"/>
                    </a:moveTo>
                    <a:cubicBezTo>
                      <a:pt x="2406" y="2507"/>
                      <a:pt x="2506" y="5940"/>
                      <a:pt x="0" y="6943"/>
                    </a:cubicBezTo>
                    <a:cubicBezTo>
                      <a:pt x="2757" y="6943"/>
                      <a:pt x="4336" y="9123"/>
                      <a:pt x="5589" y="11604"/>
                    </a:cubicBezTo>
                    <a:cubicBezTo>
                      <a:pt x="5589" y="9123"/>
                      <a:pt x="5338" y="6617"/>
                      <a:pt x="7594" y="5113"/>
                    </a:cubicBezTo>
                    <a:lnTo>
                      <a:pt x="7594" y="5113"/>
                    </a:lnTo>
                    <a:cubicBezTo>
                      <a:pt x="7536" y="5115"/>
                      <a:pt x="7479" y="5116"/>
                      <a:pt x="7423" y="5116"/>
                    </a:cubicBezTo>
                    <a:cubicBezTo>
                      <a:pt x="4895" y="5116"/>
                      <a:pt x="3381" y="2942"/>
                      <a:pt x="215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2" name="Google Shape;1032;p32"/>
              <p:cNvSpPr/>
              <p:nvPr/>
            </p:nvSpPr>
            <p:spPr>
              <a:xfrm flipH="1">
                <a:off x="7029526" y="973310"/>
                <a:ext cx="207371" cy="139045"/>
              </a:xfrm>
              <a:custGeom>
                <a:rect b="b" l="l" r="r" t="t"/>
                <a:pathLst>
                  <a:path extrusionOk="0" h="3138" w="4680">
                    <a:moveTo>
                      <a:pt x="2235" y="0"/>
                    </a:moveTo>
                    <a:cubicBezTo>
                      <a:pt x="256" y="0"/>
                      <a:pt x="1" y="3138"/>
                      <a:pt x="2524" y="3138"/>
                    </a:cubicBezTo>
                    <a:cubicBezTo>
                      <a:pt x="4429" y="3138"/>
                      <a:pt x="4680" y="80"/>
                      <a:pt x="2374" y="5"/>
                    </a:cubicBezTo>
                    <a:cubicBezTo>
                      <a:pt x="2327" y="2"/>
                      <a:pt x="2281" y="0"/>
                      <a:pt x="223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3" name="Google Shape;1033;p32"/>
              <p:cNvSpPr/>
              <p:nvPr/>
            </p:nvSpPr>
            <p:spPr>
              <a:xfrm flipH="1">
                <a:off x="7760243" y="1648506"/>
                <a:ext cx="155572" cy="104660"/>
              </a:xfrm>
              <a:custGeom>
                <a:rect b="b" l="l" r="r" t="t"/>
                <a:pathLst>
                  <a:path extrusionOk="0" h="2362" w="3511">
                    <a:moveTo>
                      <a:pt x="1689" y="1"/>
                    </a:moveTo>
                    <a:cubicBezTo>
                      <a:pt x="191" y="1"/>
                      <a:pt x="0" y="2337"/>
                      <a:pt x="1907" y="2361"/>
                    </a:cubicBezTo>
                    <a:cubicBezTo>
                      <a:pt x="3335" y="2361"/>
                      <a:pt x="3511" y="55"/>
                      <a:pt x="1806" y="5"/>
                    </a:cubicBezTo>
                    <a:cubicBezTo>
                      <a:pt x="1766" y="2"/>
                      <a:pt x="1727" y="1"/>
                      <a:pt x="168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4" name="Google Shape;1034;p32"/>
              <p:cNvSpPr/>
              <p:nvPr/>
            </p:nvSpPr>
            <p:spPr>
              <a:xfrm flipH="1">
                <a:off x="8304637" y="1362607"/>
                <a:ext cx="119371" cy="80112"/>
              </a:xfrm>
              <a:custGeom>
                <a:rect b="b" l="l" r="r" t="t"/>
                <a:pathLst>
                  <a:path extrusionOk="0" h="1808" w="2694">
                    <a:moveTo>
                      <a:pt x="1304" y="1"/>
                    </a:moveTo>
                    <a:cubicBezTo>
                      <a:pt x="140" y="1"/>
                      <a:pt x="0" y="1808"/>
                      <a:pt x="1450" y="1808"/>
                    </a:cubicBezTo>
                    <a:cubicBezTo>
                      <a:pt x="1458" y="1808"/>
                      <a:pt x="1465" y="1808"/>
                      <a:pt x="1473" y="1808"/>
                    </a:cubicBezTo>
                    <a:cubicBezTo>
                      <a:pt x="2555" y="1808"/>
                      <a:pt x="2694" y="53"/>
                      <a:pt x="1375" y="3"/>
                    </a:cubicBezTo>
                    <a:cubicBezTo>
                      <a:pt x="1351" y="2"/>
                      <a:pt x="1327" y="1"/>
                      <a:pt x="130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5" name="Google Shape;1035;p32"/>
              <p:cNvSpPr/>
              <p:nvPr/>
            </p:nvSpPr>
            <p:spPr>
              <a:xfrm>
                <a:off x="6618863" y="562104"/>
                <a:ext cx="351196" cy="258049"/>
              </a:xfrm>
              <a:custGeom>
                <a:rect b="b" l="l" r="r" t="t"/>
                <a:pathLst>
                  <a:path extrusionOk="0" h="16924" w="23033">
                    <a:moveTo>
                      <a:pt x="18087" y="0"/>
                    </a:moveTo>
                    <a:cubicBezTo>
                      <a:pt x="15558" y="0"/>
                      <a:pt x="12757" y="2011"/>
                      <a:pt x="12181" y="4317"/>
                    </a:cubicBezTo>
                    <a:cubicBezTo>
                      <a:pt x="12181" y="4317"/>
                      <a:pt x="10883" y="321"/>
                      <a:pt x="6682" y="321"/>
                    </a:cubicBezTo>
                    <a:cubicBezTo>
                      <a:pt x="6249" y="321"/>
                      <a:pt x="5785" y="364"/>
                      <a:pt x="5289" y="457"/>
                    </a:cubicBezTo>
                    <a:cubicBezTo>
                      <a:pt x="0" y="1460"/>
                      <a:pt x="6492" y="11610"/>
                      <a:pt x="12381" y="16924"/>
                    </a:cubicBezTo>
                    <a:cubicBezTo>
                      <a:pt x="22381" y="8527"/>
                      <a:pt x="23033" y="2437"/>
                      <a:pt x="20251" y="608"/>
                    </a:cubicBezTo>
                    <a:cubicBezTo>
                      <a:pt x="19602" y="187"/>
                      <a:pt x="18857" y="0"/>
                      <a:pt x="18087"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6" name="Google Shape;1036;p32"/>
              <p:cNvSpPr/>
              <p:nvPr/>
            </p:nvSpPr>
            <p:spPr>
              <a:xfrm>
                <a:off x="7935221" y="1407647"/>
                <a:ext cx="235455" cy="173006"/>
              </a:xfrm>
              <a:custGeom>
                <a:rect b="b" l="l" r="r" t="t"/>
                <a:pathLst>
                  <a:path extrusionOk="0" h="16924" w="23033">
                    <a:moveTo>
                      <a:pt x="18087" y="0"/>
                    </a:moveTo>
                    <a:cubicBezTo>
                      <a:pt x="15558" y="0"/>
                      <a:pt x="12757" y="2011"/>
                      <a:pt x="12181" y="4317"/>
                    </a:cubicBezTo>
                    <a:cubicBezTo>
                      <a:pt x="12181" y="4317"/>
                      <a:pt x="10883" y="321"/>
                      <a:pt x="6682" y="321"/>
                    </a:cubicBezTo>
                    <a:cubicBezTo>
                      <a:pt x="6249" y="321"/>
                      <a:pt x="5785" y="364"/>
                      <a:pt x="5289" y="457"/>
                    </a:cubicBezTo>
                    <a:cubicBezTo>
                      <a:pt x="0" y="1460"/>
                      <a:pt x="6492" y="11610"/>
                      <a:pt x="12381" y="16924"/>
                    </a:cubicBezTo>
                    <a:cubicBezTo>
                      <a:pt x="22381" y="8527"/>
                      <a:pt x="23033" y="2437"/>
                      <a:pt x="20251" y="608"/>
                    </a:cubicBezTo>
                    <a:cubicBezTo>
                      <a:pt x="19602" y="187"/>
                      <a:pt x="18857" y="0"/>
                      <a:pt x="18087"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7" name="Google Shape;1037;p32"/>
              <p:cNvSpPr/>
              <p:nvPr/>
            </p:nvSpPr>
            <p:spPr>
              <a:xfrm flipH="1">
                <a:off x="7274487" y="603457"/>
                <a:ext cx="119371" cy="80112"/>
              </a:xfrm>
              <a:custGeom>
                <a:rect b="b" l="l" r="r" t="t"/>
                <a:pathLst>
                  <a:path extrusionOk="0" h="1808" w="2694">
                    <a:moveTo>
                      <a:pt x="1304" y="1"/>
                    </a:moveTo>
                    <a:cubicBezTo>
                      <a:pt x="140" y="1"/>
                      <a:pt x="0" y="1808"/>
                      <a:pt x="1450" y="1808"/>
                    </a:cubicBezTo>
                    <a:cubicBezTo>
                      <a:pt x="1458" y="1808"/>
                      <a:pt x="1465" y="1808"/>
                      <a:pt x="1473" y="1808"/>
                    </a:cubicBezTo>
                    <a:cubicBezTo>
                      <a:pt x="2555" y="1808"/>
                      <a:pt x="2694" y="53"/>
                      <a:pt x="1375" y="3"/>
                    </a:cubicBezTo>
                    <a:cubicBezTo>
                      <a:pt x="1351" y="2"/>
                      <a:pt x="1327" y="1"/>
                      <a:pt x="130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38" name="Google Shape;1038;p32"/>
            <p:cNvGrpSpPr/>
            <p:nvPr/>
          </p:nvGrpSpPr>
          <p:grpSpPr>
            <a:xfrm flipH="1">
              <a:off x="3343478" y="571404"/>
              <a:ext cx="1059248" cy="873319"/>
              <a:chOff x="7029526" y="603457"/>
              <a:chExt cx="1394481" cy="1149709"/>
            </a:xfrm>
          </p:grpSpPr>
          <p:sp>
            <p:nvSpPr>
              <p:cNvPr id="1039" name="Google Shape;1039;p32"/>
              <p:cNvSpPr/>
              <p:nvPr/>
            </p:nvSpPr>
            <p:spPr>
              <a:xfrm flipH="1" rot="-804296">
                <a:off x="7327137" y="706613"/>
                <a:ext cx="583880" cy="892157"/>
              </a:xfrm>
              <a:custGeom>
                <a:rect b="b" l="l" r="r" t="t"/>
                <a:pathLst>
                  <a:path extrusionOk="0" h="11605" w="7595">
                    <a:moveTo>
                      <a:pt x="2155" y="0"/>
                    </a:moveTo>
                    <a:cubicBezTo>
                      <a:pt x="2406" y="2507"/>
                      <a:pt x="2506" y="5940"/>
                      <a:pt x="0" y="6943"/>
                    </a:cubicBezTo>
                    <a:cubicBezTo>
                      <a:pt x="2757" y="6943"/>
                      <a:pt x="4336" y="9123"/>
                      <a:pt x="5589" y="11604"/>
                    </a:cubicBezTo>
                    <a:cubicBezTo>
                      <a:pt x="5589" y="9123"/>
                      <a:pt x="5338" y="6617"/>
                      <a:pt x="7594" y="5113"/>
                    </a:cubicBezTo>
                    <a:lnTo>
                      <a:pt x="7594" y="5113"/>
                    </a:lnTo>
                    <a:cubicBezTo>
                      <a:pt x="7536" y="5115"/>
                      <a:pt x="7479" y="5116"/>
                      <a:pt x="7423" y="5116"/>
                    </a:cubicBezTo>
                    <a:cubicBezTo>
                      <a:pt x="4895" y="5116"/>
                      <a:pt x="3381" y="2942"/>
                      <a:pt x="215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0" name="Google Shape;1040;p32"/>
              <p:cNvSpPr/>
              <p:nvPr/>
            </p:nvSpPr>
            <p:spPr>
              <a:xfrm flipH="1">
                <a:off x="7029526" y="973310"/>
                <a:ext cx="207371" cy="139045"/>
              </a:xfrm>
              <a:custGeom>
                <a:rect b="b" l="l" r="r" t="t"/>
                <a:pathLst>
                  <a:path extrusionOk="0" h="3138" w="4680">
                    <a:moveTo>
                      <a:pt x="2235" y="0"/>
                    </a:moveTo>
                    <a:cubicBezTo>
                      <a:pt x="256" y="0"/>
                      <a:pt x="1" y="3138"/>
                      <a:pt x="2524" y="3138"/>
                    </a:cubicBezTo>
                    <a:cubicBezTo>
                      <a:pt x="4429" y="3138"/>
                      <a:pt x="4680" y="80"/>
                      <a:pt x="2374" y="5"/>
                    </a:cubicBezTo>
                    <a:cubicBezTo>
                      <a:pt x="2327" y="2"/>
                      <a:pt x="2281" y="0"/>
                      <a:pt x="223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1" name="Google Shape;1041;p32"/>
              <p:cNvSpPr/>
              <p:nvPr/>
            </p:nvSpPr>
            <p:spPr>
              <a:xfrm flipH="1">
                <a:off x="7760243" y="1648506"/>
                <a:ext cx="155572" cy="104660"/>
              </a:xfrm>
              <a:custGeom>
                <a:rect b="b" l="l" r="r" t="t"/>
                <a:pathLst>
                  <a:path extrusionOk="0" h="2362" w="3511">
                    <a:moveTo>
                      <a:pt x="1689" y="1"/>
                    </a:moveTo>
                    <a:cubicBezTo>
                      <a:pt x="191" y="1"/>
                      <a:pt x="0" y="2337"/>
                      <a:pt x="1907" y="2361"/>
                    </a:cubicBezTo>
                    <a:cubicBezTo>
                      <a:pt x="3335" y="2361"/>
                      <a:pt x="3511" y="55"/>
                      <a:pt x="1806" y="5"/>
                    </a:cubicBezTo>
                    <a:cubicBezTo>
                      <a:pt x="1766" y="2"/>
                      <a:pt x="1727" y="1"/>
                      <a:pt x="168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2" name="Google Shape;1042;p32"/>
              <p:cNvSpPr/>
              <p:nvPr/>
            </p:nvSpPr>
            <p:spPr>
              <a:xfrm flipH="1">
                <a:off x="8304637" y="1362607"/>
                <a:ext cx="119371" cy="80112"/>
              </a:xfrm>
              <a:custGeom>
                <a:rect b="b" l="l" r="r" t="t"/>
                <a:pathLst>
                  <a:path extrusionOk="0" h="1808" w="2694">
                    <a:moveTo>
                      <a:pt x="1304" y="1"/>
                    </a:moveTo>
                    <a:cubicBezTo>
                      <a:pt x="140" y="1"/>
                      <a:pt x="0" y="1808"/>
                      <a:pt x="1450" y="1808"/>
                    </a:cubicBezTo>
                    <a:cubicBezTo>
                      <a:pt x="1458" y="1808"/>
                      <a:pt x="1465" y="1808"/>
                      <a:pt x="1473" y="1808"/>
                    </a:cubicBezTo>
                    <a:cubicBezTo>
                      <a:pt x="2555" y="1808"/>
                      <a:pt x="2694" y="53"/>
                      <a:pt x="1375" y="3"/>
                    </a:cubicBezTo>
                    <a:cubicBezTo>
                      <a:pt x="1351" y="2"/>
                      <a:pt x="1327" y="1"/>
                      <a:pt x="130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3" name="Google Shape;1043;p32"/>
              <p:cNvSpPr/>
              <p:nvPr/>
            </p:nvSpPr>
            <p:spPr>
              <a:xfrm>
                <a:off x="7935221" y="1407647"/>
                <a:ext cx="235455" cy="173006"/>
              </a:xfrm>
              <a:custGeom>
                <a:rect b="b" l="l" r="r" t="t"/>
                <a:pathLst>
                  <a:path extrusionOk="0" h="16924" w="23033">
                    <a:moveTo>
                      <a:pt x="18087" y="0"/>
                    </a:moveTo>
                    <a:cubicBezTo>
                      <a:pt x="15558" y="0"/>
                      <a:pt x="12757" y="2011"/>
                      <a:pt x="12181" y="4317"/>
                    </a:cubicBezTo>
                    <a:cubicBezTo>
                      <a:pt x="12181" y="4317"/>
                      <a:pt x="10883" y="321"/>
                      <a:pt x="6682" y="321"/>
                    </a:cubicBezTo>
                    <a:cubicBezTo>
                      <a:pt x="6249" y="321"/>
                      <a:pt x="5785" y="364"/>
                      <a:pt x="5289" y="457"/>
                    </a:cubicBezTo>
                    <a:cubicBezTo>
                      <a:pt x="0" y="1460"/>
                      <a:pt x="6492" y="11610"/>
                      <a:pt x="12381" y="16924"/>
                    </a:cubicBezTo>
                    <a:cubicBezTo>
                      <a:pt x="22381" y="8527"/>
                      <a:pt x="23033" y="2437"/>
                      <a:pt x="20251" y="608"/>
                    </a:cubicBezTo>
                    <a:cubicBezTo>
                      <a:pt x="19602" y="187"/>
                      <a:pt x="18857" y="0"/>
                      <a:pt x="18087"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4" name="Google Shape;1044;p32"/>
              <p:cNvSpPr/>
              <p:nvPr/>
            </p:nvSpPr>
            <p:spPr>
              <a:xfrm flipH="1">
                <a:off x="7274487" y="603457"/>
                <a:ext cx="119371" cy="80112"/>
              </a:xfrm>
              <a:custGeom>
                <a:rect b="b" l="l" r="r" t="t"/>
                <a:pathLst>
                  <a:path extrusionOk="0" h="1808" w="2694">
                    <a:moveTo>
                      <a:pt x="1304" y="1"/>
                    </a:moveTo>
                    <a:cubicBezTo>
                      <a:pt x="140" y="1"/>
                      <a:pt x="0" y="1808"/>
                      <a:pt x="1450" y="1808"/>
                    </a:cubicBezTo>
                    <a:cubicBezTo>
                      <a:pt x="1458" y="1808"/>
                      <a:pt x="1465" y="1808"/>
                      <a:pt x="1473" y="1808"/>
                    </a:cubicBezTo>
                    <a:cubicBezTo>
                      <a:pt x="2555" y="1808"/>
                      <a:pt x="2694" y="53"/>
                      <a:pt x="1375" y="3"/>
                    </a:cubicBezTo>
                    <a:cubicBezTo>
                      <a:pt x="1351" y="2"/>
                      <a:pt x="1327" y="1"/>
                      <a:pt x="130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045" name="Google Shape;1045;p32"/>
          <p:cNvGrpSpPr/>
          <p:nvPr/>
        </p:nvGrpSpPr>
        <p:grpSpPr>
          <a:xfrm>
            <a:off x="1049525" y="3027250"/>
            <a:ext cx="1157825" cy="1469325"/>
            <a:chOff x="1401950" y="2310600"/>
            <a:chExt cx="1157825" cy="1469325"/>
          </a:xfrm>
        </p:grpSpPr>
        <p:sp>
          <p:nvSpPr>
            <p:cNvPr id="1046" name="Google Shape;1046;p32"/>
            <p:cNvSpPr/>
            <p:nvPr/>
          </p:nvSpPr>
          <p:spPr>
            <a:xfrm>
              <a:off x="1401950" y="2310600"/>
              <a:ext cx="1125875" cy="1214075"/>
            </a:xfrm>
            <a:custGeom>
              <a:rect b="b" l="l" r="r" t="t"/>
              <a:pathLst>
                <a:path extrusionOk="0" h="48563" w="45035">
                  <a:moveTo>
                    <a:pt x="11545" y="0"/>
                  </a:moveTo>
                  <a:cubicBezTo>
                    <a:pt x="5695" y="0"/>
                    <a:pt x="0" y="4486"/>
                    <a:pt x="1475" y="15229"/>
                  </a:cubicBezTo>
                  <a:cubicBezTo>
                    <a:pt x="3781" y="32021"/>
                    <a:pt x="17766" y="48562"/>
                    <a:pt x="17766" y="48562"/>
                  </a:cubicBezTo>
                  <a:lnTo>
                    <a:pt x="40849" y="46808"/>
                  </a:lnTo>
                  <a:cubicBezTo>
                    <a:pt x="40849" y="46808"/>
                    <a:pt x="39771" y="43800"/>
                    <a:pt x="41927" y="31018"/>
                  </a:cubicBezTo>
                  <a:cubicBezTo>
                    <a:pt x="44082" y="18236"/>
                    <a:pt x="45034" y="13474"/>
                    <a:pt x="40849" y="10467"/>
                  </a:cubicBezTo>
                  <a:cubicBezTo>
                    <a:pt x="40389" y="10134"/>
                    <a:pt x="39953" y="9989"/>
                    <a:pt x="39535" y="9989"/>
                  </a:cubicBezTo>
                  <a:cubicBezTo>
                    <a:pt x="36591" y="9989"/>
                    <a:pt x="34536" y="17211"/>
                    <a:pt x="31167" y="17211"/>
                  </a:cubicBezTo>
                  <a:cubicBezTo>
                    <a:pt x="30688" y="17211"/>
                    <a:pt x="30183" y="17065"/>
                    <a:pt x="29646" y="16732"/>
                  </a:cubicBezTo>
                  <a:cubicBezTo>
                    <a:pt x="24784" y="13725"/>
                    <a:pt x="26237" y="10968"/>
                    <a:pt x="20322" y="3950"/>
                  </a:cubicBezTo>
                  <a:cubicBezTo>
                    <a:pt x="18183" y="1422"/>
                    <a:pt x="14839" y="0"/>
                    <a:pt x="1154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7" name="Google Shape;1047;p32"/>
            <p:cNvSpPr/>
            <p:nvPr/>
          </p:nvSpPr>
          <p:spPr>
            <a:xfrm>
              <a:off x="1487050" y="2472625"/>
              <a:ext cx="526350" cy="537625"/>
            </a:xfrm>
            <a:custGeom>
              <a:rect b="b" l="l" r="r" t="t"/>
              <a:pathLst>
                <a:path extrusionOk="0" h="21505" w="21054">
                  <a:moveTo>
                    <a:pt x="18873" y="1"/>
                  </a:moveTo>
                  <a:cubicBezTo>
                    <a:pt x="12733" y="2156"/>
                    <a:pt x="7620" y="6417"/>
                    <a:pt x="3535" y="11755"/>
                  </a:cubicBezTo>
                  <a:cubicBezTo>
                    <a:pt x="2207" y="13459"/>
                    <a:pt x="878" y="15064"/>
                    <a:pt x="1" y="16768"/>
                  </a:cubicBezTo>
                  <a:cubicBezTo>
                    <a:pt x="527" y="18372"/>
                    <a:pt x="1154" y="19951"/>
                    <a:pt x="1806" y="21505"/>
                  </a:cubicBezTo>
                  <a:cubicBezTo>
                    <a:pt x="4337" y="12708"/>
                    <a:pt x="11856" y="5865"/>
                    <a:pt x="21054" y="3535"/>
                  </a:cubicBezTo>
                  <a:cubicBezTo>
                    <a:pt x="20502" y="2507"/>
                    <a:pt x="19826" y="1354"/>
                    <a:pt x="18873"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8" name="Google Shape;1048;p32"/>
            <p:cNvSpPr/>
            <p:nvPr/>
          </p:nvSpPr>
          <p:spPr>
            <a:xfrm>
              <a:off x="1599850" y="2606725"/>
              <a:ext cx="480600" cy="715550"/>
            </a:xfrm>
            <a:custGeom>
              <a:rect b="b" l="l" r="r" t="t"/>
              <a:pathLst>
                <a:path extrusionOk="0" h="28622" w="19224">
                  <a:moveTo>
                    <a:pt x="17469" y="0"/>
                  </a:moveTo>
                  <a:cubicBezTo>
                    <a:pt x="8622" y="4010"/>
                    <a:pt x="2908" y="12607"/>
                    <a:pt x="0" y="21805"/>
                  </a:cubicBezTo>
                  <a:cubicBezTo>
                    <a:pt x="1329" y="24311"/>
                    <a:pt x="2732" y="26617"/>
                    <a:pt x="4010" y="28622"/>
                  </a:cubicBezTo>
                  <a:cubicBezTo>
                    <a:pt x="6116" y="18797"/>
                    <a:pt x="11329" y="8948"/>
                    <a:pt x="19223" y="2782"/>
                  </a:cubicBezTo>
                  <a:cubicBezTo>
                    <a:pt x="18497" y="1955"/>
                    <a:pt x="17995" y="1053"/>
                    <a:pt x="17469"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9" name="Google Shape;1049;p32"/>
            <p:cNvSpPr/>
            <p:nvPr/>
          </p:nvSpPr>
          <p:spPr>
            <a:xfrm>
              <a:off x="1817900" y="2710100"/>
              <a:ext cx="371575" cy="814575"/>
            </a:xfrm>
            <a:custGeom>
              <a:rect b="b" l="l" r="r" t="t"/>
              <a:pathLst>
                <a:path extrusionOk="0" h="32583" w="14863">
                  <a:moveTo>
                    <a:pt x="11930" y="1"/>
                  </a:moveTo>
                  <a:cubicBezTo>
                    <a:pt x="4938" y="8848"/>
                    <a:pt x="1354" y="19800"/>
                    <a:pt x="0" y="31129"/>
                  </a:cubicBezTo>
                  <a:cubicBezTo>
                    <a:pt x="702" y="32056"/>
                    <a:pt x="1128" y="32582"/>
                    <a:pt x="1128" y="32582"/>
                  </a:cubicBezTo>
                  <a:lnTo>
                    <a:pt x="8772" y="31981"/>
                  </a:lnTo>
                  <a:cubicBezTo>
                    <a:pt x="8070" y="21429"/>
                    <a:pt x="10176" y="10502"/>
                    <a:pt x="14862" y="1204"/>
                  </a:cubicBezTo>
                  <a:lnTo>
                    <a:pt x="14862" y="1204"/>
                  </a:lnTo>
                  <a:cubicBezTo>
                    <a:pt x="14758" y="1217"/>
                    <a:pt x="14652" y="1224"/>
                    <a:pt x="14546" y="1224"/>
                  </a:cubicBezTo>
                  <a:cubicBezTo>
                    <a:pt x="14065" y="1224"/>
                    <a:pt x="13562" y="1081"/>
                    <a:pt x="13008" y="752"/>
                  </a:cubicBezTo>
                  <a:cubicBezTo>
                    <a:pt x="12607" y="502"/>
                    <a:pt x="12256" y="251"/>
                    <a:pt x="11930"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0" name="Google Shape;1050;p32"/>
            <p:cNvSpPr/>
            <p:nvPr/>
          </p:nvSpPr>
          <p:spPr>
            <a:xfrm>
              <a:off x="2178800" y="2599825"/>
              <a:ext cx="236225" cy="896025"/>
            </a:xfrm>
            <a:custGeom>
              <a:rect b="b" l="l" r="r" t="t"/>
              <a:pathLst>
                <a:path extrusionOk="0" h="35841" w="9449">
                  <a:moveTo>
                    <a:pt x="5965" y="1"/>
                  </a:moveTo>
                  <a:cubicBezTo>
                    <a:pt x="5038" y="1078"/>
                    <a:pt x="4136" y="2532"/>
                    <a:pt x="3183" y="3685"/>
                  </a:cubicBezTo>
                  <a:cubicBezTo>
                    <a:pt x="928" y="14136"/>
                    <a:pt x="0" y="25264"/>
                    <a:pt x="1830" y="35840"/>
                  </a:cubicBezTo>
                  <a:lnTo>
                    <a:pt x="9449" y="35264"/>
                  </a:lnTo>
                  <a:cubicBezTo>
                    <a:pt x="6943" y="23710"/>
                    <a:pt x="6291" y="11730"/>
                    <a:pt x="5965"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1" name="Google Shape;1051;p32"/>
            <p:cNvSpPr/>
            <p:nvPr/>
          </p:nvSpPr>
          <p:spPr>
            <a:xfrm>
              <a:off x="1430675" y="2361725"/>
              <a:ext cx="493750" cy="332725"/>
            </a:xfrm>
            <a:custGeom>
              <a:rect b="b" l="l" r="r" t="t"/>
              <a:pathLst>
                <a:path extrusionOk="0" h="13309" w="19750">
                  <a:moveTo>
                    <a:pt x="17043" y="1"/>
                  </a:moveTo>
                  <a:cubicBezTo>
                    <a:pt x="11329" y="1279"/>
                    <a:pt x="4261" y="2632"/>
                    <a:pt x="351" y="6868"/>
                  </a:cubicBezTo>
                  <a:cubicBezTo>
                    <a:pt x="25" y="8672"/>
                    <a:pt x="0" y="10778"/>
                    <a:pt x="326" y="13184"/>
                  </a:cubicBezTo>
                  <a:cubicBezTo>
                    <a:pt x="326" y="13209"/>
                    <a:pt x="351" y="13259"/>
                    <a:pt x="351" y="13309"/>
                  </a:cubicBezTo>
                  <a:cubicBezTo>
                    <a:pt x="4888" y="7620"/>
                    <a:pt x="12732" y="4011"/>
                    <a:pt x="19750" y="2607"/>
                  </a:cubicBezTo>
                  <a:cubicBezTo>
                    <a:pt x="19549" y="2357"/>
                    <a:pt x="19374" y="2131"/>
                    <a:pt x="19173" y="1905"/>
                  </a:cubicBezTo>
                  <a:cubicBezTo>
                    <a:pt x="18547" y="1179"/>
                    <a:pt x="17820" y="527"/>
                    <a:pt x="17043"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2" name="Google Shape;1052;p32"/>
            <p:cNvSpPr/>
            <p:nvPr/>
          </p:nvSpPr>
          <p:spPr>
            <a:xfrm>
              <a:off x="1730800" y="3387575"/>
              <a:ext cx="828975" cy="392350"/>
            </a:xfrm>
            <a:custGeom>
              <a:rect b="b" l="l" r="r" t="t"/>
              <a:pathLst>
                <a:path extrusionOk="0" h="15694" w="33159">
                  <a:moveTo>
                    <a:pt x="25935" y="0"/>
                  </a:moveTo>
                  <a:cubicBezTo>
                    <a:pt x="24567" y="0"/>
                    <a:pt x="22590" y="122"/>
                    <a:pt x="19524" y="345"/>
                  </a:cubicBezTo>
                  <a:cubicBezTo>
                    <a:pt x="11630" y="897"/>
                    <a:pt x="3484" y="4030"/>
                    <a:pt x="3484" y="4030"/>
                  </a:cubicBezTo>
                  <a:cubicBezTo>
                    <a:pt x="552" y="5233"/>
                    <a:pt x="0" y="8616"/>
                    <a:pt x="1053" y="11624"/>
                  </a:cubicBezTo>
                  <a:cubicBezTo>
                    <a:pt x="1898" y="13982"/>
                    <a:pt x="2959" y="15693"/>
                    <a:pt x="6170" y="15693"/>
                  </a:cubicBezTo>
                  <a:cubicBezTo>
                    <a:pt x="7054" y="15693"/>
                    <a:pt x="8100" y="15564"/>
                    <a:pt x="9349" y="15283"/>
                  </a:cubicBezTo>
                  <a:cubicBezTo>
                    <a:pt x="15138" y="13954"/>
                    <a:pt x="29399" y="11799"/>
                    <a:pt x="31279" y="8992"/>
                  </a:cubicBezTo>
                  <a:cubicBezTo>
                    <a:pt x="33158" y="6160"/>
                    <a:pt x="31479" y="2125"/>
                    <a:pt x="29775" y="997"/>
                  </a:cubicBezTo>
                  <a:cubicBezTo>
                    <a:pt x="28746" y="306"/>
                    <a:pt x="28103" y="0"/>
                    <a:pt x="2593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3" name="Google Shape;1053;p32"/>
            <p:cNvSpPr/>
            <p:nvPr/>
          </p:nvSpPr>
          <p:spPr>
            <a:xfrm>
              <a:off x="1833075" y="3542150"/>
              <a:ext cx="686600" cy="200650"/>
            </a:xfrm>
            <a:custGeom>
              <a:rect b="b" l="l" r="r" t="t"/>
              <a:pathLst>
                <a:path extrusionOk="0" h="8026" w="27464">
                  <a:moveTo>
                    <a:pt x="25152" y="0"/>
                  </a:moveTo>
                  <a:cubicBezTo>
                    <a:pt x="23913" y="0"/>
                    <a:pt x="21966" y="218"/>
                    <a:pt x="18992" y="759"/>
                  </a:cubicBezTo>
                  <a:cubicBezTo>
                    <a:pt x="13729" y="1686"/>
                    <a:pt x="797" y="4744"/>
                    <a:pt x="320" y="6573"/>
                  </a:cubicBezTo>
                  <a:cubicBezTo>
                    <a:pt x="0" y="7821"/>
                    <a:pt x="1211" y="8025"/>
                    <a:pt x="2038" y="8025"/>
                  </a:cubicBezTo>
                  <a:cubicBezTo>
                    <a:pt x="2440" y="8025"/>
                    <a:pt x="2752" y="7977"/>
                    <a:pt x="2752" y="7977"/>
                  </a:cubicBezTo>
                  <a:cubicBezTo>
                    <a:pt x="9744" y="6924"/>
                    <a:pt x="24732" y="2889"/>
                    <a:pt x="25834" y="2363"/>
                  </a:cubicBezTo>
                  <a:cubicBezTo>
                    <a:pt x="26937" y="1836"/>
                    <a:pt x="27463" y="809"/>
                    <a:pt x="26887" y="333"/>
                  </a:cubicBezTo>
                  <a:cubicBezTo>
                    <a:pt x="26627" y="127"/>
                    <a:pt x="26095" y="0"/>
                    <a:pt x="2515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54" name="Google Shape;1054;p32"/>
          <p:cNvGrpSpPr/>
          <p:nvPr/>
        </p:nvGrpSpPr>
        <p:grpSpPr>
          <a:xfrm>
            <a:off x="7089050" y="3027238"/>
            <a:ext cx="1157825" cy="1469325"/>
            <a:chOff x="6584225" y="2312688"/>
            <a:chExt cx="1157825" cy="1469325"/>
          </a:xfrm>
        </p:grpSpPr>
        <p:sp>
          <p:nvSpPr>
            <p:cNvPr id="1055" name="Google Shape;1055;p32"/>
            <p:cNvSpPr/>
            <p:nvPr/>
          </p:nvSpPr>
          <p:spPr>
            <a:xfrm flipH="1">
              <a:off x="6616175" y="2312688"/>
              <a:ext cx="1125875" cy="1214075"/>
            </a:xfrm>
            <a:custGeom>
              <a:rect b="b" l="l" r="r" t="t"/>
              <a:pathLst>
                <a:path extrusionOk="0" h="48563" w="45035">
                  <a:moveTo>
                    <a:pt x="11545" y="0"/>
                  </a:moveTo>
                  <a:cubicBezTo>
                    <a:pt x="5695" y="0"/>
                    <a:pt x="0" y="4486"/>
                    <a:pt x="1475" y="15229"/>
                  </a:cubicBezTo>
                  <a:cubicBezTo>
                    <a:pt x="3781" y="32021"/>
                    <a:pt x="17766" y="48562"/>
                    <a:pt x="17766" y="48562"/>
                  </a:cubicBezTo>
                  <a:lnTo>
                    <a:pt x="40849" y="46808"/>
                  </a:lnTo>
                  <a:cubicBezTo>
                    <a:pt x="40849" y="46808"/>
                    <a:pt x="39771" y="43800"/>
                    <a:pt x="41927" y="31018"/>
                  </a:cubicBezTo>
                  <a:cubicBezTo>
                    <a:pt x="44082" y="18236"/>
                    <a:pt x="45034" y="13474"/>
                    <a:pt x="40849" y="10467"/>
                  </a:cubicBezTo>
                  <a:cubicBezTo>
                    <a:pt x="40389" y="10134"/>
                    <a:pt x="39953" y="9989"/>
                    <a:pt x="39535" y="9989"/>
                  </a:cubicBezTo>
                  <a:cubicBezTo>
                    <a:pt x="36591" y="9989"/>
                    <a:pt x="34536" y="17211"/>
                    <a:pt x="31167" y="17211"/>
                  </a:cubicBezTo>
                  <a:cubicBezTo>
                    <a:pt x="30688" y="17211"/>
                    <a:pt x="30183" y="17065"/>
                    <a:pt x="29646" y="16732"/>
                  </a:cubicBezTo>
                  <a:cubicBezTo>
                    <a:pt x="24784" y="13725"/>
                    <a:pt x="26237" y="10968"/>
                    <a:pt x="20322" y="3950"/>
                  </a:cubicBezTo>
                  <a:cubicBezTo>
                    <a:pt x="18183" y="1422"/>
                    <a:pt x="14839" y="0"/>
                    <a:pt x="1154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6" name="Google Shape;1056;p32"/>
            <p:cNvSpPr/>
            <p:nvPr/>
          </p:nvSpPr>
          <p:spPr>
            <a:xfrm flipH="1">
              <a:off x="7130600" y="2474713"/>
              <a:ext cx="526350" cy="537625"/>
            </a:xfrm>
            <a:custGeom>
              <a:rect b="b" l="l" r="r" t="t"/>
              <a:pathLst>
                <a:path extrusionOk="0" h="21505" w="21054">
                  <a:moveTo>
                    <a:pt x="18873" y="1"/>
                  </a:moveTo>
                  <a:cubicBezTo>
                    <a:pt x="12733" y="2156"/>
                    <a:pt x="7620" y="6417"/>
                    <a:pt x="3535" y="11755"/>
                  </a:cubicBezTo>
                  <a:cubicBezTo>
                    <a:pt x="2207" y="13459"/>
                    <a:pt x="878" y="15064"/>
                    <a:pt x="1" y="16768"/>
                  </a:cubicBezTo>
                  <a:cubicBezTo>
                    <a:pt x="527" y="18372"/>
                    <a:pt x="1154" y="19951"/>
                    <a:pt x="1806" y="21505"/>
                  </a:cubicBezTo>
                  <a:cubicBezTo>
                    <a:pt x="4337" y="12708"/>
                    <a:pt x="11856" y="5865"/>
                    <a:pt x="21054" y="3535"/>
                  </a:cubicBezTo>
                  <a:cubicBezTo>
                    <a:pt x="20502" y="2507"/>
                    <a:pt x="19826" y="1354"/>
                    <a:pt x="18873"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7" name="Google Shape;1057;p32"/>
            <p:cNvSpPr/>
            <p:nvPr/>
          </p:nvSpPr>
          <p:spPr>
            <a:xfrm flipH="1">
              <a:off x="7063550" y="2608813"/>
              <a:ext cx="480600" cy="715550"/>
            </a:xfrm>
            <a:custGeom>
              <a:rect b="b" l="l" r="r" t="t"/>
              <a:pathLst>
                <a:path extrusionOk="0" h="28622" w="19224">
                  <a:moveTo>
                    <a:pt x="17469" y="0"/>
                  </a:moveTo>
                  <a:cubicBezTo>
                    <a:pt x="8622" y="4010"/>
                    <a:pt x="2908" y="12607"/>
                    <a:pt x="0" y="21805"/>
                  </a:cubicBezTo>
                  <a:cubicBezTo>
                    <a:pt x="1329" y="24311"/>
                    <a:pt x="2732" y="26617"/>
                    <a:pt x="4010" y="28622"/>
                  </a:cubicBezTo>
                  <a:cubicBezTo>
                    <a:pt x="6116" y="18797"/>
                    <a:pt x="11329" y="8948"/>
                    <a:pt x="19223" y="2782"/>
                  </a:cubicBezTo>
                  <a:cubicBezTo>
                    <a:pt x="18497" y="1955"/>
                    <a:pt x="17995" y="1053"/>
                    <a:pt x="17469"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8" name="Google Shape;1058;p32"/>
            <p:cNvSpPr/>
            <p:nvPr/>
          </p:nvSpPr>
          <p:spPr>
            <a:xfrm flipH="1">
              <a:off x="6954525" y="2712188"/>
              <a:ext cx="371575" cy="814575"/>
            </a:xfrm>
            <a:custGeom>
              <a:rect b="b" l="l" r="r" t="t"/>
              <a:pathLst>
                <a:path extrusionOk="0" h="32583" w="14863">
                  <a:moveTo>
                    <a:pt x="11930" y="1"/>
                  </a:moveTo>
                  <a:cubicBezTo>
                    <a:pt x="4938" y="8848"/>
                    <a:pt x="1354" y="19800"/>
                    <a:pt x="0" y="31129"/>
                  </a:cubicBezTo>
                  <a:cubicBezTo>
                    <a:pt x="702" y="32056"/>
                    <a:pt x="1128" y="32582"/>
                    <a:pt x="1128" y="32582"/>
                  </a:cubicBezTo>
                  <a:lnTo>
                    <a:pt x="8772" y="31981"/>
                  </a:lnTo>
                  <a:cubicBezTo>
                    <a:pt x="8070" y="21429"/>
                    <a:pt x="10176" y="10502"/>
                    <a:pt x="14862" y="1204"/>
                  </a:cubicBezTo>
                  <a:lnTo>
                    <a:pt x="14862" y="1204"/>
                  </a:lnTo>
                  <a:cubicBezTo>
                    <a:pt x="14758" y="1217"/>
                    <a:pt x="14652" y="1224"/>
                    <a:pt x="14546" y="1224"/>
                  </a:cubicBezTo>
                  <a:cubicBezTo>
                    <a:pt x="14065" y="1224"/>
                    <a:pt x="13562" y="1081"/>
                    <a:pt x="13008" y="752"/>
                  </a:cubicBezTo>
                  <a:cubicBezTo>
                    <a:pt x="12607" y="502"/>
                    <a:pt x="12256" y="251"/>
                    <a:pt x="11930"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9" name="Google Shape;1059;p32"/>
            <p:cNvSpPr/>
            <p:nvPr/>
          </p:nvSpPr>
          <p:spPr>
            <a:xfrm flipH="1">
              <a:off x="6728975" y="2601913"/>
              <a:ext cx="236225" cy="896025"/>
            </a:xfrm>
            <a:custGeom>
              <a:rect b="b" l="l" r="r" t="t"/>
              <a:pathLst>
                <a:path extrusionOk="0" h="35841" w="9449">
                  <a:moveTo>
                    <a:pt x="5965" y="1"/>
                  </a:moveTo>
                  <a:cubicBezTo>
                    <a:pt x="5038" y="1078"/>
                    <a:pt x="4136" y="2532"/>
                    <a:pt x="3183" y="3685"/>
                  </a:cubicBezTo>
                  <a:cubicBezTo>
                    <a:pt x="928" y="14136"/>
                    <a:pt x="0" y="25264"/>
                    <a:pt x="1830" y="35840"/>
                  </a:cubicBezTo>
                  <a:lnTo>
                    <a:pt x="9449" y="35264"/>
                  </a:lnTo>
                  <a:cubicBezTo>
                    <a:pt x="6943" y="23710"/>
                    <a:pt x="6291" y="11730"/>
                    <a:pt x="5965"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0" name="Google Shape;1060;p32"/>
            <p:cNvSpPr/>
            <p:nvPr/>
          </p:nvSpPr>
          <p:spPr>
            <a:xfrm flipH="1">
              <a:off x="7219575" y="2363813"/>
              <a:ext cx="493750" cy="332725"/>
            </a:xfrm>
            <a:custGeom>
              <a:rect b="b" l="l" r="r" t="t"/>
              <a:pathLst>
                <a:path extrusionOk="0" h="13309" w="19750">
                  <a:moveTo>
                    <a:pt x="17043" y="1"/>
                  </a:moveTo>
                  <a:cubicBezTo>
                    <a:pt x="11329" y="1279"/>
                    <a:pt x="4261" y="2632"/>
                    <a:pt x="351" y="6868"/>
                  </a:cubicBezTo>
                  <a:cubicBezTo>
                    <a:pt x="25" y="8672"/>
                    <a:pt x="0" y="10778"/>
                    <a:pt x="326" y="13184"/>
                  </a:cubicBezTo>
                  <a:cubicBezTo>
                    <a:pt x="326" y="13209"/>
                    <a:pt x="351" y="13259"/>
                    <a:pt x="351" y="13309"/>
                  </a:cubicBezTo>
                  <a:cubicBezTo>
                    <a:pt x="4888" y="7620"/>
                    <a:pt x="12732" y="4011"/>
                    <a:pt x="19750" y="2607"/>
                  </a:cubicBezTo>
                  <a:cubicBezTo>
                    <a:pt x="19549" y="2357"/>
                    <a:pt x="19374" y="2131"/>
                    <a:pt x="19173" y="1905"/>
                  </a:cubicBezTo>
                  <a:cubicBezTo>
                    <a:pt x="18547" y="1179"/>
                    <a:pt x="17820" y="527"/>
                    <a:pt x="17043"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1" name="Google Shape;1061;p32"/>
            <p:cNvSpPr/>
            <p:nvPr/>
          </p:nvSpPr>
          <p:spPr>
            <a:xfrm flipH="1">
              <a:off x="6584225" y="3389663"/>
              <a:ext cx="828975" cy="392350"/>
            </a:xfrm>
            <a:custGeom>
              <a:rect b="b" l="l" r="r" t="t"/>
              <a:pathLst>
                <a:path extrusionOk="0" h="15694" w="33159">
                  <a:moveTo>
                    <a:pt x="25935" y="0"/>
                  </a:moveTo>
                  <a:cubicBezTo>
                    <a:pt x="24567" y="0"/>
                    <a:pt x="22590" y="122"/>
                    <a:pt x="19524" y="345"/>
                  </a:cubicBezTo>
                  <a:cubicBezTo>
                    <a:pt x="11630" y="897"/>
                    <a:pt x="3484" y="4030"/>
                    <a:pt x="3484" y="4030"/>
                  </a:cubicBezTo>
                  <a:cubicBezTo>
                    <a:pt x="552" y="5233"/>
                    <a:pt x="0" y="8616"/>
                    <a:pt x="1053" y="11624"/>
                  </a:cubicBezTo>
                  <a:cubicBezTo>
                    <a:pt x="1898" y="13982"/>
                    <a:pt x="2959" y="15693"/>
                    <a:pt x="6170" y="15693"/>
                  </a:cubicBezTo>
                  <a:cubicBezTo>
                    <a:pt x="7054" y="15693"/>
                    <a:pt x="8100" y="15564"/>
                    <a:pt x="9349" y="15283"/>
                  </a:cubicBezTo>
                  <a:cubicBezTo>
                    <a:pt x="15138" y="13954"/>
                    <a:pt x="29399" y="11799"/>
                    <a:pt x="31279" y="8992"/>
                  </a:cubicBezTo>
                  <a:cubicBezTo>
                    <a:pt x="33158" y="6160"/>
                    <a:pt x="31479" y="2125"/>
                    <a:pt x="29775" y="997"/>
                  </a:cubicBezTo>
                  <a:cubicBezTo>
                    <a:pt x="28746" y="306"/>
                    <a:pt x="28103" y="0"/>
                    <a:pt x="2593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2" name="Google Shape;1062;p32"/>
            <p:cNvSpPr/>
            <p:nvPr/>
          </p:nvSpPr>
          <p:spPr>
            <a:xfrm flipH="1">
              <a:off x="6624325" y="3544238"/>
              <a:ext cx="686600" cy="200650"/>
            </a:xfrm>
            <a:custGeom>
              <a:rect b="b" l="l" r="r" t="t"/>
              <a:pathLst>
                <a:path extrusionOk="0" h="8026" w="27464">
                  <a:moveTo>
                    <a:pt x="25152" y="0"/>
                  </a:moveTo>
                  <a:cubicBezTo>
                    <a:pt x="23913" y="0"/>
                    <a:pt x="21966" y="218"/>
                    <a:pt x="18992" y="759"/>
                  </a:cubicBezTo>
                  <a:cubicBezTo>
                    <a:pt x="13729" y="1686"/>
                    <a:pt x="797" y="4744"/>
                    <a:pt x="320" y="6573"/>
                  </a:cubicBezTo>
                  <a:cubicBezTo>
                    <a:pt x="0" y="7821"/>
                    <a:pt x="1211" y="8025"/>
                    <a:pt x="2038" y="8025"/>
                  </a:cubicBezTo>
                  <a:cubicBezTo>
                    <a:pt x="2440" y="8025"/>
                    <a:pt x="2752" y="7977"/>
                    <a:pt x="2752" y="7977"/>
                  </a:cubicBezTo>
                  <a:cubicBezTo>
                    <a:pt x="9744" y="6924"/>
                    <a:pt x="24732" y="2889"/>
                    <a:pt x="25834" y="2363"/>
                  </a:cubicBezTo>
                  <a:cubicBezTo>
                    <a:pt x="26937" y="1836"/>
                    <a:pt x="27463" y="809"/>
                    <a:pt x="26887" y="333"/>
                  </a:cubicBezTo>
                  <a:cubicBezTo>
                    <a:pt x="26627" y="127"/>
                    <a:pt x="26095" y="0"/>
                    <a:pt x="2515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63" name="Google Shape;1063;p3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7" name="Shape 1067"/>
        <p:cNvGrpSpPr/>
        <p:nvPr/>
      </p:nvGrpSpPr>
      <p:grpSpPr>
        <a:xfrm>
          <a:off x="0" y="0"/>
          <a:ext cx="0" cy="0"/>
          <a:chOff x="0" y="0"/>
          <a:chExt cx="0" cy="0"/>
        </a:xfrm>
      </p:grpSpPr>
      <p:sp>
        <p:nvSpPr>
          <p:cNvPr id="1068" name="Google Shape;1068;p33"/>
          <p:cNvSpPr txBox="1"/>
          <p:nvPr>
            <p:ph idx="1" type="body"/>
          </p:nvPr>
        </p:nvSpPr>
        <p:spPr>
          <a:xfrm>
            <a:off x="720000" y="2031600"/>
            <a:ext cx="5187000" cy="25920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t>Là một cấu trúc dữ liệu lưu trữ và quản lý phần tử theo nguyên tắc LIFO (Last in - First out).</a:t>
            </a:r>
            <a:endParaRPr/>
          </a:p>
          <a:p>
            <a:pPr indent="0" lvl="0" marL="0" rtl="0" algn="l">
              <a:lnSpc>
                <a:spcPct val="115000"/>
              </a:lnSpc>
              <a:spcBef>
                <a:spcPts val="1000"/>
              </a:spcBef>
              <a:spcAft>
                <a:spcPts val="1000"/>
              </a:spcAft>
              <a:buNone/>
            </a:pPr>
            <a:r>
              <a:rPr b="1" lang="en"/>
              <a:t>Stack </a:t>
            </a:r>
            <a:r>
              <a:rPr lang="en"/>
              <a:t>có rất nhiều ứng dụng trong lập trình như quản lý hàm gọi, đảo ngược chuỗi ký tự, kiểm tra cú pháp, …</a:t>
            </a:r>
            <a:endParaRPr/>
          </a:p>
        </p:txBody>
      </p:sp>
      <p:sp>
        <p:nvSpPr>
          <p:cNvPr id="1069" name="Google Shape;1069;p33"/>
          <p:cNvSpPr txBox="1"/>
          <p:nvPr>
            <p:ph type="title"/>
          </p:nvPr>
        </p:nvSpPr>
        <p:spPr>
          <a:xfrm>
            <a:off x="720000" y="1140846"/>
            <a:ext cx="3051900" cy="984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4400"/>
              <a:t>STACKS</a:t>
            </a:r>
            <a:endParaRPr sz="4400"/>
          </a:p>
        </p:txBody>
      </p:sp>
      <p:pic>
        <p:nvPicPr>
          <p:cNvPr id="1070" name="Google Shape;1070;p33"/>
          <p:cNvPicPr preferRelativeResize="0"/>
          <p:nvPr/>
        </p:nvPicPr>
        <p:blipFill>
          <a:blip r:embed="rId3">
            <a:alphaModFix/>
          </a:blip>
          <a:stretch>
            <a:fillRect/>
          </a:stretch>
        </p:blipFill>
        <p:spPr>
          <a:xfrm>
            <a:off x="5907075" y="1595299"/>
            <a:ext cx="2645900" cy="2645900"/>
          </a:xfrm>
          <a:prstGeom prst="rect">
            <a:avLst/>
          </a:prstGeom>
          <a:noFill/>
          <a:ln>
            <a:noFill/>
          </a:ln>
        </p:spPr>
      </p:pic>
      <p:grpSp>
        <p:nvGrpSpPr>
          <p:cNvPr id="1071" name="Google Shape;1071;p33"/>
          <p:cNvGrpSpPr/>
          <p:nvPr/>
        </p:nvGrpSpPr>
        <p:grpSpPr>
          <a:xfrm rot="1009972">
            <a:off x="7804022" y="1242058"/>
            <a:ext cx="944626" cy="956956"/>
            <a:chOff x="7374125" y="1065225"/>
            <a:chExt cx="874506" cy="885921"/>
          </a:xfrm>
        </p:grpSpPr>
        <p:sp>
          <p:nvSpPr>
            <p:cNvPr id="1072" name="Google Shape;1072;p33"/>
            <p:cNvSpPr/>
            <p:nvPr/>
          </p:nvSpPr>
          <p:spPr>
            <a:xfrm>
              <a:off x="7374125" y="1065225"/>
              <a:ext cx="874506" cy="566234"/>
            </a:xfrm>
            <a:custGeom>
              <a:rect b="b" l="l" r="r" t="t"/>
              <a:pathLst>
                <a:path extrusionOk="0" h="13697" w="21154">
                  <a:moveTo>
                    <a:pt x="10577" y="2507"/>
                  </a:moveTo>
                  <a:cubicBezTo>
                    <a:pt x="10627" y="2507"/>
                    <a:pt x="10702" y="2532"/>
                    <a:pt x="10777" y="2532"/>
                  </a:cubicBezTo>
                  <a:cubicBezTo>
                    <a:pt x="10852" y="2557"/>
                    <a:pt x="10903" y="2557"/>
                    <a:pt x="10953" y="2582"/>
                  </a:cubicBezTo>
                  <a:cubicBezTo>
                    <a:pt x="11153" y="2683"/>
                    <a:pt x="11304" y="2808"/>
                    <a:pt x="11454" y="3109"/>
                  </a:cubicBezTo>
                  <a:cubicBezTo>
                    <a:pt x="11604" y="3409"/>
                    <a:pt x="11705" y="3835"/>
                    <a:pt x="11755" y="4287"/>
                  </a:cubicBezTo>
                  <a:cubicBezTo>
                    <a:pt x="11805" y="4763"/>
                    <a:pt x="11805" y="5239"/>
                    <a:pt x="11780" y="5765"/>
                  </a:cubicBezTo>
                  <a:cubicBezTo>
                    <a:pt x="11730" y="6768"/>
                    <a:pt x="11579" y="7820"/>
                    <a:pt x="11404" y="8898"/>
                  </a:cubicBezTo>
                  <a:lnTo>
                    <a:pt x="11329" y="9336"/>
                  </a:lnTo>
                  <a:lnTo>
                    <a:pt x="11329" y="9336"/>
                  </a:lnTo>
                  <a:cubicBezTo>
                    <a:pt x="11295" y="9274"/>
                    <a:pt x="11261" y="9211"/>
                    <a:pt x="11228" y="9149"/>
                  </a:cubicBezTo>
                  <a:cubicBezTo>
                    <a:pt x="10702" y="8221"/>
                    <a:pt x="10226" y="7294"/>
                    <a:pt x="9850" y="6342"/>
                  </a:cubicBezTo>
                  <a:cubicBezTo>
                    <a:pt x="9674" y="5866"/>
                    <a:pt x="9499" y="5364"/>
                    <a:pt x="9399" y="4913"/>
                  </a:cubicBezTo>
                  <a:cubicBezTo>
                    <a:pt x="9273" y="4437"/>
                    <a:pt x="9198" y="3986"/>
                    <a:pt x="9198" y="3585"/>
                  </a:cubicBezTo>
                  <a:cubicBezTo>
                    <a:pt x="9173" y="3184"/>
                    <a:pt x="9273" y="2908"/>
                    <a:pt x="9374" y="2808"/>
                  </a:cubicBezTo>
                  <a:cubicBezTo>
                    <a:pt x="9424" y="2758"/>
                    <a:pt x="9474" y="2708"/>
                    <a:pt x="9574" y="2658"/>
                  </a:cubicBezTo>
                  <a:cubicBezTo>
                    <a:pt x="9674" y="2607"/>
                    <a:pt x="9800" y="2557"/>
                    <a:pt x="9975" y="2532"/>
                  </a:cubicBezTo>
                  <a:cubicBezTo>
                    <a:pt x="10075" y="2507"/>
                    <a:pt x="10176" y="2507"/>
                    <a:pt x="10276" y="2507"/>
                  </a:cubicBezTo>
                  <a:close/>
                  <a:moveTo>
                    <a:pt x="3390" y="6610"/>
                  </a:moveTo>
                  <a:cubicBezTo>
                    <a:pt x="3561" y="6610"/>
                    <a:pt x="3743" y="6636"/>
                    <a:pt x="3935" y="6693"/>
                  </a:cubicBezTo>
                  <a:cubicBezTo>
                    <a:pt x="4361" y="6818"/>
                    <a:pt x="4787" y="7043"/>
                    <a:pt x="5213" y="7319"/>
                  </a:cubicBezTo>
                  <a:cubicBezTo>
                    <a:pt x="5664" y="7595"/>
                    <a:pt x="6065" y="7946"/>
                    <a:pt x="6466" y="8297"/>
                  </a:cubicBezTo>
                  <a:cubicBezTo>
                    <a:pt x="7268" y="9049"/>
                    <a:pt x="8045" y="9851"/>
                    <a:pt x="8797" y="10703"/>
                  </a:cubicBezTo>
                  <a:lnTo>
                    <a:pt x="9925" y="12006"/>
                  </a:lnTo>
                  <a:lnTo>
                    <a:pt x="10506" y="12660"/>
                  </a:lnTo>
                  <a:lnTo>
                    <a:pt x="10506" y="12660"/>
                  </a:lnTo>
                  <a:cubicBezTo>
                    <a:pt x="9760" y="12603"/>
                    <a:pt x="9028" y="12478"/>
                    <a:pt x="8296" y="12332"/>
                  </a:cubicBezTo>
                  <a:cubicBezTo>
                    <a:pt x="7168" y="12081"/>
                    <a:pt x="6090" y="11755"/>
                    <a:pt x="5038" y="11304"/>
                  </a:cubicBezTo>
                  <a:cubicBezTo>
                    <a:pt x="4010" y="10878"/>
                    <a:pt x="3008" y="10327"/>
                    <a:pt x="2256" y="9625"/>
                  </a:cubicBezTo>
                  <a:cubicBezTo>
                    <a:pt x="1880" y="9299"/>
                    <a:pt x="1604" y="8898"/>
                    <a:pt x="1529" y="8522"/>
                  </a:cubicBezTo>
                  <a:cubicBezTo>
                    <a:pt x="1454" y="8196"/>
                    <a:pt x="1554" y="7871"/>
                    <a:pt x="1830" y="7520"/>
                  </a:cubicBezTo>
                  <a:cubicBezTo>
                    <a:pt x="1955" y="7344"/>
                    <a:pt x="2106" y="7169"/>
                    <a:pt x="2281" y="7018"/>
                  </a:cubicBezTo>
                  <a:cubicBezTo>
                    <a:pt x="2356" y="6968"/>
                    <a:pt x="2381" y="6943"/>
                    <a:pt x="2431" y="6918"/>
                  </a:cubicBezTo>
                  <a:cubicBezTo>
                    <a:pt x="2456" y="6893"/>
                    <a:pt x="2507" y="6868"/>
                    <a:pt x="2532" y="6843"/>
                  </a:cubicBezTo>
                  <a:cubicBezTo>
                    <a:pt x="2632" y="6793"/>
                    <a:pt x="2707" y="6768"/>
                    <a:pt x="2807" y="6718"/>
                  </a:cubicBezTo>
                  <a:cubicBezTo>
                    <a:pt x="2986" y="6649"/>
                    <a:pt x="3180" y="6610"/>
                    <a:pt x="3390" y="6610"/>
                  </a:cubicBezTo>
                  <a:close/>
                  <a:moveTo>
                    <a:pt x="17755" y="6463"/>
                  </a:moveTo>
                  <a:cubicBezTo>
                    <a:pt x="17993" y="6463"/>
                    <a:pt x="18226" y="6532"/>
                    <a:pt x="18446" y="6642"/>
                  </a:cubicBezTo>
                  <a:cubicBezTo>
                    <a:pt x="18772" y="6793"/>
                    <a:pt x="19073" y="7069"/>
                    <a:pt x="19349" y="7419"/>
                  </a:cubicBezTo>
                  <a:cubicBezTo>
                    <a:pt x="19449" y="7595"/>
                    <a:pt x="19599" y="7795"/>
                    <a:pt x="19675" y="7971"/>
                  </a:cubicBezTo>
                  <a:cubicBezTo>
                    <a:pt x="19775" y="8146"/>
                    <a:pt x="19850" y="8322"/>
                    <a:pt x="19875" y="8497"/>
                  </a:cubicBezTo>
                  <a:cubicBezTo>
                    <a:pt x="19950" y="8848"/>
                    <a:pt x="19875" y="9174"/>
                    <a:pt x="19675" y="9525"/>
                  </a:cubicBezTo>
                  <a:cubicBezTo>
                    <a:pt x="19474" y="9851"/>
                    <a:pt x="19123" y="10151"/>
                    <a:pt x="18747" y="10427"/>
                  </a:cubicBezTo>
                  <a:cubicBezTo>
                    <a:pt x="18371" y="10703"/>
                    <a:pt x="17945" y="10928"/>
                    <a:pt x="17519" y="11154"/>
                  </a:cubicBezTo>
                  <a:cubicBezTo>
                    <a:pt x="16642" y="11580"/>
                    <a:pt x="15690" y="11931"/>
                    <a:pt x="14762" y="12231"/>
                  </a:cubicBezTo>
                  <a:lnTo>
                    <a:pt x="13334" y="12708"/>
                  </a:lnTo>
                  <a:cubicBezTo>
                    <a:pt x="13266" y="12728"/>
                    <a:pt x="13198" y="12748"/>
                    <a:pt x="13131" y="12769"/>
                  </a:cubicBezTo>
                  <a:lnTo>
                    <a:pt x="13131" y="12769"/>
                  </a:lnTo>
                  <a:cubicBezTo>
                    <a:pt x="13163" y="12614"/>
                    <a:pt x="13163" y="12453"/>
                    <a:pt x="13130" y="12297"/>
                  </a:cubicBezTo>
                  <a:lnTo>
                    <a:pt x="13130" y="12297"/>
                  </a:lnTo>
                  <a:cubicBezTo>
                    <a:pt x="13353" y="11522"/>
                    <a:pt x="13663" y="10768"/>
                    <a:pt x="14010" y="10051"/>
                  </a:cubicBezTo>
                  <a:cubicBezTo>
                    <a:pt x="14411" y="9224"/>
                    <a:pt x="14913" y="8422"/>
                    <a:pt x="15489" y="7770"/>
                  </a:cubicBezTo>
                  <a:cubicBezTo>
                    <a:pt x="16091" y="7119"/>
                    <a:pt x="16817" y="6592"/>
                    <a:pt x="17494" y="6492"/>
                  </a:cubicBezTo>
                  <a:cubicBezTo>
                    <a:pt x="17581" y="6472"/>
                    <a:pt x="17669" y="6463"/>
                    <a:pt x="17755" y="6463"/>
                  </a:cubicBezTo>
                  <a:close/>
                  <a:moveTo>
                    <a:pt x="10301" y="1"/>
                  </a:moveTo>
                  <a:lnTo>
                    <a:pt x="10176" y="26"/>
                  </a:lnTo>
                  <a:cubicBezTo>
                    <a:pt x="10000" y="26"/>
                    <a:pt x="9825" y="26"/>
                    <a:pt x="9624" y="51"/>
                  </a:cubicBezTo>
                  <a:cubicBezTo>
                    <a:pt x="9273" y="101"/>
                    <a:pt x="8872" y="201"/>
                    <a:pt x="8471" y="402"/>
                  </a:cubicBezTo>
                  <a:cubicBezTo>
                    <a:pt x="8070" y="577"/>
                    <a:pt x="7669" y="878"/>
                    <a:pt x="7394" y="1279"/>
                  </a:cubicBezTo>
                  <a:cubicBezTo>
                    <a:pt x="7093" y="1655"/>
                    <a:pt x="6918" y="2081"/>
                    <a:pt x="6817" y="2482"/>
                  </a:cubicBezTo>
                  <a:cubicBezTo>
                    <a:pt x="6717" y="2883"/>
                    <a:pt x="6692" y="3259"/>
                    <a:pt x="6692" y="3610"/>
                  </a:cubicBezTo>
                  <a:cubicBezTo>
                    <a:pt x="6717" y="4312"/>
                    <a:pt x="6842" y="4938"/>
                    <a:pt x="6993" y="5540"/>
                  </a:cubicBezTo>
                  <a:cubicBezTo>
                    <a:pt x="7072" y="5811"/>
                    <a:pt x="7156" y="6072"/>
                    <a:pt x="7245" y="6327"/>
                  </a:cubicBezTo>
                  <a:lnTo>
                    <a:pt x="7245" y="6327"/>
                  </a:lnTo>
                  <a:cubicBezTo>
                    <a:pt x="6924" y="6095"/>
                    <a:pt x="6588" y="5870"/>
                    <a:pt x="6241" y="5665"/>
                  </a:cubicBezTo>
                  <a:cubicBezTo>
                    <a:pt x="5664" y="5339"/>
                    <a:pt x="5063" y="5064"/>
                    <a:pt x="4361" y="4913"/>
                  </a:cubicBezTo>
                  <a:cubicBezTo>
                    <a:pt x="4079" y="4857"/>
                    <a:pt x="3797" y="4829"/>
                    <a:pt x="3515" y="4829"/>
                  </a:cubicBezTo>
                  <a:cubicBezTo>
                    <a:pt x="3421" y="4829"/>
                    <a:pt x="3327" y="4832"/>
                    <a:pt x="3233" y="4838"/>
                  </a:cubicBezTo>
                  <a:cubicBezTo>
                    <a:pt x="2832" y="4863"/>
                    <a:pt x="2431" y="4988"/>
                    <a:pt x="2080" y="5139"/>
                  </a:cubicBezTo>
                  <a:cubicBezTo>
                    <a:pt x="1905" y="5239"/>
                    <a:pt x="1730" y="5339"/>
                    <a:pt x="1579" y="5439"/>
                  </a:cubicBezTo>
                  <a:cubicBezTo>
                    <a:pt x="1504" y="5515"/>
                    <a:pt x="1429" y="5565"/>
                    <a:pt x="1354" y="5640"/>
                  </a:cubicBezTo>
                  <a:cubicBezTo>
                    <a:pt x="1278" y="5690"/>
                    <a:pt x="1203" y="5765"/>
                    <a:pt x="1153" y="5815"/>
                  </a:cubicBezTo>
                  <a:cubicBezTo>
                    <a:pt x="902" y="6066"/>
                    <a:pt x="702" y="6317"/>
                    <a:pt x="501" y="6642"/>
                  </a:cubicBezTo>
                  <a:cubicBezTo>
                    <a:pt x="301" y="6943"/>
                    <a:pt x="151" y="7319"/>
                    <a:pt x="75" y="7720"/>
                  </a:cubicBezTo>
                  <a:cubicBezTo>
                    <a:pt x="0" y="8121"/>
                    <a:pt x="25" y="8547"/>
                    <a:pt x="151" y="8923"/>
                  </a:cubicBezTo>
                  <a:cubicBezTo>
                    <a:pt x="401" y="9700"/>
                    <a:pt x="902" y="10201"/>
                    <a:pt x="1404" y="10627"/>
                  </a:cubicBezTo>
                  <a:cubicBezTo>
                    <a:pt x="1930" y="11028"/>
                    <a:pt x="2481" y="11329"/>
                    <a:pt x="3033" y="11580"/>
                  </a:cubicBezTo>
                  <a:cubicBezTo>
                    <a:pt x="3584" y="11830"/>
                    <a:pt x="4161" y="12031"/>
                    <a:pt x="4737" y="12206"/>
                  </a:cubicBezTo>
                  <a:cubicBezTo>
                    <a:pt x="5314" y="12357"/>
                    <a:pt x="5890" y="12507"/>
                    <a:pt x="6466" y="12607"/>
                  </a:cubicBezTo>
                  <a:cubicBezTo>
                    <a:pt x="7043" y="12708"/>
                    <a:pt x="7619" y="12783"/>
                    <a:pt x="8221" y="12833"/>
                  </a:cubicBezTo>
                  <a:cubicBezTo>
                    <a:pt x="8643" y="12870"/>
                    <a:pt x="9078" y="12893"/>
                    <a:pt x="9507" y="12893"/>
                  </a:cubicBezTo>
                  <a:cubicBezTo>
                    <a:pt x="9665" y="12893"/>
                    <a:pt x="9821" y="12890"/>
                    <a:pt x="9975" y="12883"/>
                  </a:cubicBezTo>
                  <a:cubicBezTo>
                    <a:pt x="10209" y="12873"/>
                    <a:pt x="10439" y="12860"/>
                    <a:pt x="10667" y="12840"/>
                  </a:cubicBezTo>
                  <a:lnTo>
                    <a:pt x="10667" y="12840"/>
                  </a:lnTo>
                  <a:cubicBezTo>
                    <a:pt x="10824" y="13014"/>
                    <a:pt x="10991" y="13192"/>
                    <a:pt x="11203" y="13384"/>
                  </a:cubicBezTo>
                  <a:cubicBezTo>
                    <a:pt x="11435" y="13588"/>
                    <a:pt x="11725" y="13697"/>
                    <a:pt x="12014" y="13697"/>
                  </a:cubicBezTo>
                  <a:cubicBezTo>
                    <a:pt x="12258" y="13697"/>
                    <a:pt x="12501" y="13620"/>
                    <a:pt x="12707" y="13460"/>
                  </a:cubicBezTo>
                  <a:cubicBezTo>
                    <a:pt x="12871" y="13329"/>
                    <a:pt x="12992" y="13163"/>
                    <a:pt x="13066" y="12982"/>
                  </a:cubicBezTo>
                  <a:lnTo>
                    <a:pt x="13066" y="12982"/>
                  </a:lnTo>
                  <a:cubicBezTo>
                    <a:pt x="13663" y="12881"/>
                    <a:pt x="14258" y="12778"/>
                    <a:pt x="14862" y="12658"/>
                  </a:cubicBezTo>
                  <a:cubicBezTo>
                    <a:pt x="15865" y="12457"/>
                    <a:pt x="16842" y="12231"/>
                    <a:pt x="17820" y="11881"/>
                  </a:cubicBezTo>
                  <a:cubicBezTo>
                    <a:pt x="18321" y="11705"/>
                    <a:pt x="18797" y="11505"/>
                    <a:pt x="19274" y="11229"/>
                  </a:cubicBezTo>
                  <a:cubicBezTo>
                    <a:pt x="19725" y="10953"/>
                    <a:pt x="20201" y="10627"/>
                    <a:pt x="20577" y="10151"/>
                  </a:cubicBezTo>
                  <a:cubicBezTo>
                    <a:pt x="20752" y="9901"/>
                    <a:pt x="20928" y="9625"/>
                    <a:pt x="21028" y="9324"/>
                  </a:cubicBezTo>
                  <a:cubicBezTo>
                    <a:pt x="21103" y="8998"/>
                    <a:pt x="21153" y="8648"/>
                    <a:pt x="21103" y="8322"/>
                  </a:cubicBezTo>
                  <a:cubicBezTo>
                    <a:pt x="21078" y="7996"/>
                    <a:pt x="21003" y="7720"/>
                    <a:pt x="20878" y="7419"/>
                  </a:cubicBezTo>
                  <a:cubicBezTo>
                    <a:pt x="20752" y="7144"/>
                    <a:pt x="20627" y="6893"/>
                    <a:pt x="20477" y="6668"/>
                  </a:cubicBezTo>
                  <a:cubicBezTo>
                    <a:pt x="20176" y="6166"/>
                    <a:pt x="19775" y="5690"/>
                    <a:pt x="19223" y="5339"/>
                  </a:cubicBezTo>
                  <a:cubicBezTo>
                    <a:pt x="18751" y="5024"/>
                    <a:pt x="18137" y="4830"/>
                    <a:pt x="17526" y="4830"/>
                  </a:cubicBezTo>
                  <a:cubicBezTo>
                    <a:pt x="17457" y="4830"/>
                    <a:pt x="17388" y="4833"/>
                    <a:pt x="17319" y="4838"/>
                  </a:cubicBezTo>
                  <a:cubicBezTo>
                    <a:pt x="16667" y="4888"/>
                    <a:pt x="16040" y="5114"/>
                    <a:pt x="15539" y="5414"/>
                  </a:cubicBezTo>
                  <a:cubicBezTo>
                    <a:pt x="15013" y="5715"/>
                    <a:pt x="14562" y="6066"/>
                    <a:pt x="14161" y="6467"/>
                  </a:cubicBezTo>
                  <a:cubicBezTo>
                    <a:pt x="14153" y="6475"/>
                    <a:pt x="14145" y="6482"/>
                    <a:pt x="14137" y="6490"/>
                  </a:cubicBezTo>
                  <a:lnTo>
                    <a:pt x="14137" y="6490"/>
                  </a:lnTo>
                  <a:cubicBezTo>
                    <a:pt x="14156" y="6292"/>
                    <a:pt x="14173" y="6092"/>
                    <a:pt x="14186" y="5891"/>
                  </a:cubicBezTo>
                  <a:cubicBezTo>
                    <a:pt x="14236" y="5289"/>
                    <a:pt x="14236" y="4688"/>
                    <a:pt x="14186" y="4061"/>
                  </a:cubicBezTo>
                  <a:cubicBezTo>
                    <a:pt x="14136" y="3434"/>
                    <a:pt x="14010" y="2758"/>
                    <a:pt x="13685" y="2056"/>
                  </a:cubicBezTo>
                  <a:cubicBezTo>
                    <a:pt x="13534" y="1705"/>
                    <a:pt x="13309" y="1354"/>
                    <a:pt x="13008" y="1028"/>
                  </a:cubicBezTo>
                  <a:cubicBezTo>
                    <a:pt x="12707" y="728"/>
                    <a:pt x="12306" y="452"/>
                    <a:pt x="11905" y="302"/>
                  </a:cubicBezTo>
                  <a:cubicBezTo>
                    <a:pt x="11705" y="201"/>
                    <a:pt x="11504" y="151"/>
                    <a:pt x="11304" y="101"/>
                  </a:cubicBezTo>
                  <a:cubicBezTo>
                    <a:pt x="11103" y="51"/>
                    <a:pt x="10903" y="26"/>
                    <a:pt x="10677" y="26"/>
                  </a:cubicBezTo>
                  <a:cubicBezTo>
                    <a:pt x="10577" y="1"/>
                    <a:pt x="10527" y="1"/>
                    <a:pt x="104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3" name="Google Shape;1073;p33"/>
            <p:cNvSpPr/>
            <p:nvPr/>
          </p:nvSpPr>
          <p:spPr>
            <a:xfrm>
              <a:off x="7548170" y="1581236"/>
              <a:ext cx="347132" cy="369910"/>
            </a:xfrm>
            <a:custGeom>
              <a:rect b="b" l="l" r="r" t="t"/>
              <a:pathLst>
                <a:path extrusionOk="0" h="8948" w="8397">
                  <a:moveTo>
                    <a:pt x="6191" y="0"/>
                  </a:moveTo>
                  <a:cubicBezTo>
                    <a:pt x="5966" y="451"/>
                    <a:pt x="5565" y="1053"/>
                    <a:pt x="5063" y="1679"/>
                  </a:cubicBezTo>
                  <a:cubicBezTo>
                    <a:pt x="4337" y="2657"/>
                    <a:pt x="3384" y="3734"/>
                    <a:pt x="2457" y="4687"/>
                  </a:cubicBezTo>
                  <a:cubicBezTo>
                    <a:pt x="2006" y="5163"/>
                    <a:pt x="1555" y="5614"/>
                    <a:pt x="1129" y="5990"/>
                  </a:cubicBezTo>
                  <a:cubicBezTo>
                    <a:pt x="703" y="6366"/>
                    <a:pt x="327" y="6692"/>
                    <a:pt x="1" y="6892"/>
                  </a:cubicBezTo>
                  <a:lnTo>
                    <a:pt x="1429" y="8948"/>
                  </a:lnTo>
                  <a:cubicBezTo>
                    <a:pt x="2006" y="8547"/>
                    <a:pt x="2632" y="8020"/>
                    <a:pt x="3284" y="7419"/>
                  </a:cubicBezTo>
                  <a:cubicBezTo>
                    <a:pt x="4261" y="6491"/>
                    <a:pt x="5289" y="5389"/>
                    <a:pt x="6191" y="4286"/>
                  </a:cubicBezTo>
                  <a:cubicBezTo>
                    <a:pt x="6642" y="3734"/>
                    <a:pt x="7068" y="3208"/>
                    <a:pt x="7444" y="2682"/>
                  </a:cubicBezTo>
                  <a:cubicBezTo>
                    <a:pt x="7820" y="2156"/>
                    <a:pt x="8146" y="1679"/>
                    <a:pt x="8397" y="1228"/>
                  </a:cubicBezTo>
                  <a:lnTo>
                    <a:pt x="619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4" name="Google Shape;1074;p33"/>
            <p:cNvSpPr/>
            <p:nvPr/>
          </p:nvSpPr>
          <p:spPr>
            <a:xfrm>
              <a:off x="7829991" y="1566726"/>
              <a:ext cx="337830" cy="371977"/>
            </a:xfrm>
            <a:custGeom>
              <a:rect b="b" l="l" r="r" t="t"/>
              <a:pathLst>
                <a:path extrusionOk="0" h="8998" w="8172">
                  <a:moveTo>
                    <a:pt x="2006" y="0"/>
                  </a:moveTo>
                  <a:lnTo>
                    <a:pt x="1" y="1504"/>
                  </a:lnTo>
                  <a:cubicBezTo>
                    <a:pt x="928" y="2757"/>
                    <a:pt x="1931" y="4161"/>
                    <a:pt x="3033" y="5489"/>
                  </a:cubicBezTo>
                  <a:cubicBezTo>
                    <a:pt x="4161" y="6792"/>
                    <a:pt x="5364" y="8070"/>
                    <a:pt x="6793" y="8998"/>
                  </a:cubicBezTo>
                  <a:lnTo>
                    <a:pt x="8171" y="6918"/>
                  </a:lnTo>
                  <a:cubicBezTo>
                    <a:pt x="7069" y="6191"/>
                    <a:pt x="5991" y="5088"/>
                    <a:pt x="4963" y="3860"/>
                  </a:cubicBezTo>
                  <a:cubicBezTo>
                    <a:pt x="3936" y="2632"/>
                    <a:pt x="2958" y="1278"/>
                    <a:pt x="200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75" name="Google Shape;1075;p33"/>
          <p:cNvGrpSpPr/>
          <p:nvPr/>
        </p:nvGrpSpPr>
        <p:grpSpPr>
          <a:xfrm>
            <a:off x="7362899" y="3316758"/>
            <a:ext cx="1056515" cy="1074750"/>
            <a:chOff x="1667110" y="1547045"/>
            <a:chExt cx="1134086" cy="1153660"/>
          </a:xfrm>
        </p:grpSpPr>
        <p:grpSp>
          <p:nvGrpSpPr>
            <p:cNvPr id="1076" name="Google Shape;1076;p33"/>
            <p:cNvGrpSpPr/>
            <p:nvPr/>
          </p:nvGrpSpPr>
          <p:grpSpPr>
            <a:xfrm>
              <a:off x="1667110" y="1547045"/>
              <a:ext cx="1134086" cy="922064"/>
              <a:chOff x="1627300" y="2234250"/>
              <a:chExt cx="541175" cy="440000"/>
            </a:xfrm>
          </p:grpSpPr>
          <p:sp>
            <p:nvSpPr>
              <p:cNvPr id="1077" name="Google Shape;1077;p33"/>
              <p:cNvSpPr/>
              <p:nvPr/>
            </p:nvSpPr>
            <p:spPr>
              <a:xfrm>
                <a:off x="1769575" y="2297025"/>
                <a:ext cx="189875" cy="290125"/>
              </a:xfrm>
              <a:custGeom>
                <a:rect b="b" l="l" r="r" t="t"/>
                <a:pathLst>
                  <a:path extrusionOk="0" h="11605" w="7595">
                    <a:moveTo>
                      <a:pt x="2155" y="0"/>
                    </a:moveTo>
                    <a:cubicBezTo>
                      <a:pt x="2406" y="2507"/>
                      <a:pt x="2506" y="5940"/>
                      <a:pt x="0" y="6943"/>
                    </a:cubicBezTo>
                    <a:cubicBezTo>
                      <a:pt x="2757" y="6943"/>
                      <a:pt x="4336" y="9123"/>
                      <a:pt x="5589" y="11604"/>
                    </a:cubicBezTo>
                    <a:cubicBezTo>
                      <a:pt x="5589" y="9123"/>
                      <a:pt x="5338" y="6617"/>
                      <a:pt x="7594" y="5113"/>
                    </a:cubicBezTo>
                    <a:lnTo>
                      <a:pt x="7594" y="5113"/>
                    </a:lnTo>
                    <a:cubicBezTo>
                      <a:pt x="7536" y="5115"/>
                      <a:pt x="7479" y="5116"/>
                      <a:pt x="7423" y="5116"/>
                    </a:cubicBezTo>
                    <a:cubicBezTo>
                      <a:pt x="4895" y="5116"/>
                      <a:pt x="3381" y="2942"/>
                      <a:pt x="215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8" name="Google Shape;1078;p33"/>
              <p:cNvSpPr/>
              <p:nvPr/>
            </p:nvSpPr>
            <p:spPr>
              <a:xfrm>
                <a:off x="2010350" y="2234250"/>
                <a:ext cx="117000" cy="78450"/>
              </a:xfrm>
              <a:custGeom>
                <a:rect b="b" l="l" r="r" t="t"/>
                <a:pathLst>
                  <a:path extrusionOk="0" h="3138" w="4680">
                    <a:moveTo>
                      <a:pt x="2235" y="0"/>
                    </a:moveTo>
                    <a:cubicBezTo>
                      <a:pt x="256" y="0"/>
                      <a:pt x="1" y="3138"/>
                      <a:pt x="2524" y="3138"/>
                    </a:cubicBezTo>
                    <a:cubicBezTo>
                      <a:pt x="4429" y="3138"/>
                      <a:pt x="4680" y="80"/>
                      <a:pt x="2374" y="5"/>
                    </a:cubicBezTo>
                    <a:cubicBezTo>
                      <a:pt x="2327" y="2"/>
                      <a:pt x="2281" y="0"/>
                      <a:pt x="223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9" name="Google Shape;1079;p33"/>
              <p:cNvSpPr/>
              <p:nvPr/>
            </p:nvSpPr>
            <p:spPr>
              <a:xfrm>
                <a:off x="1627300" y="2615200"/>
                <a:ext cx="87775" cy="59050"/>
              </a:xfrm>
              <a:custGeom>
                <a:rect b="b" l="l" r="r" t="t"/>
                <a:pathLst>
                  <a:path extrusionOk="0" h="2362" w="3511">
                    <a:moveTo>
                      <a:pt x="1689" y="1"/>
                    </a:moveTo>
                    <a:cubicBezTo>
                      <a:pt x="191" y="1"/>
                      <a:pt x="0" y="2337"/>
                      <a:pt x="1907" y="2361"/>
                    </a:cubicBezTo>
                    <a:cubicBezTo>
                      <a:pt x="3335" y="2361"/>
                      <a:pt x="3511" y="55"/>
                      <a:pt x="1806" y="5"/>
                    </a:cubicBezTo>
                    <a:cubicBezTo>
                      <a:pt x="1766" y="2"/>
                      <a:pt x="1727" y="1"/>
                      <a:pt x="168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0" name="Google Shape;1080;p33"/>
              <p:cNvSpPr/>
              <p:nvPr/>
            </p:nvSpPr>
            <p:spPr>
              <a:xfrm>
                <a:off x="2101125" y="2584550"/>
                <a:ext cx="67350" cy="45200"/>
              </a:xfrm>
              <a:custGeom>
                <a:rect b="b" l="l" r="r" t="t"/>
                <a:pathLst>
                  <a:path extrusionOk="0" h="1808" w="2694">
                    <a:moveTo>
                      <a:pt x="1304" y="1"/>
                    </a:moveTo>
                    <a:cubicBezTo>
                      <a:pt x="140" y="1"/>
                      <a:pt x="0" y="1808"/>
                      <a:pt x="1450" y="1808"/>
                    </a:cubicBezTo>
                    <a:cubicBezTo>
                      <a:pt x="1458" y="1808"/>
                      <a:pt x="1465" y="1808"/>
                      <a:pt x="1473" y="1808"/>
                    </a:cubicBezTo>
                    <a:cubicBezTo>
                      <a:pt x="2555" y="1808"/>
                      <a:pt x="2694" y="53"/>
                      <a:pt x="1375" y="3"/>
                    </a:cubicBezTo>
                    <a:cubicBezTo>
                      <a:pt x="1351" y="2"/>
                      <a:pt x="1327" y="1"/>
                      <a:pt x="130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81" name="Google Shape;1081;p33"/>
            <p:cNvSpPr/>
            <p:nvPr/>
          </p:nvSpPr>
          <p:spPr>
            <a:xfrm>
              <a:off x="2018423" y="2469101"/>
              <a:ext cx="315207" cy="231605"/>
            </a:xfrm>
            <a:custGeom>
              <a:rect b="b" l="l" r="r" t="t"/>
              <a:pathLst>
                <a:path extrusionOk="0" h="16924" w="23033">
                  <a:moveTo>
                    <a:pt x="18087" y="0"/>
                  </a:moveTo>
                  <a:cubicBezTo>
                    <a:pt x="15558" y="0"/>
                    <a:pt x="12757" y="2011"/>
                    <a:pt x="12181" y="4317"/>
                  </a:cubicBezTo>
                  <a:cubicBezTo>
                    <a:pt x="12181" y="4317"/>
                    <a:pt x="10883" y="321"/>
                    <a:pt x="6682" y="321"/>
                  </a:cubicBezTo>
                  <a:cubicBezTo>
                    <a:pt x="6249" y="321"/>
                    <a:pt x="5785" y="364"/>
                    <a:pt x="5289" y="457"/>
                  </a:cubicBezTo>
                  <a:cubicBezTo>
                    <a:pt x="0" y="1460"/>
                    <a:pt x="6492" y="11610"/>
                    <a:pt x="12381" y="16924"/>
                  </a:cubicBezTo>
                  <a:cubicBezTo>
                    <a:pt x="22381" y="8527"/>
                    <a:pt x="23033" y="2437"/>
                    <a:pt x="20251" y="608"/>
                  </a:cubicBezTo>
                  <a:cubicBezTo>
                    <a:pt x="19602" y="187"/>
                    <a:pt x="18857" y="0"/>
                    <a:pt x="18087"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82" name="Google Shape;1082;p3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6" name="Shape 1086"/>
        <p:cNvGrpSpPr/>
        <p:nvPr/>
      </p:nvGrpSpPr>
      <p:grpSpPr>
        <a:xfrm>
          <a:off x="0" y="0"/>
          <a:ext cx="0" cy="0"/>
          <a:chOff x="0" y="0"/>
          <a:chExt cx="0" cy="0"/>
        </a:xfrm>
      </p:grpSpPr>
      <p:sp>
        <p:nvSpPr>
          <p:cNvPr id="1087" name="Google Shape;1087;p34"/>
          <p:cNvSpPr txBox="1"/>
          <p:nvPr>
            <p:ph idx="1" type="body"/>
          </p:nvPr>
        </p:nvSpPr>
        <p:spPr>
          <a:xfrm>
            <a:off x="268650" y="997575"/>
            <a:ext cx="8606700" cy="3405300"/>
          </a:xfrm>
          <a:prstGeom prst="rect">
            <a:avLst/>
          </a:prstGeom>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lang="en"/>
              <a:t>Một số phép toán thường sử dụng trong stack:</a:t>
            </a:r>
            <a:endParaRPr/>
          </a:p>
          <a:p>
            <a:pPr indent="-304800" lvl="0" marL="457200" rtl="0" algn="just">
              <a:lnSpc>
                <a:spcPct val="115000"/>
              </a:lnSpc>
              <a:spcBef>
                <a:spcPts val="1000"/>
              </a:spcBef>
              <a:spcAft>
                <a:spcPts val="0"/>
              </a:spcAft>
              <a:buSzPts val="1200"/>
              <a:buChar char="●"/>
            </a:pPr>
            <a:r>
              <a:rPr b="1" lang="en"/>
              <a:t>Push:</a:t>
            </a:r>
            <a:r>
              <a:rPr lang="en"/>
              <a:t> Thêm một phần tử vào đỉnh của stack. Phép Push được thực hiện bằng cách đẩy (push) phần tử mới lên đỉnh của stack.</a:t>
            </a:r>
            <a:endParaRPr/>
          </a:p>
          <a:p>
            <a:pPr indent="-304800" lvl="0" marL="457200" rtl="0" algn="just">
              <a:lnSpc>
                <a:spcPct val="115000"/>
              </a:lnSpc>
              <a:spcBef>
                <a:spcPts val="0"/>
              </a:spcBef>
              <a:spcAft>
                <a:spcPts val="0"/>
              </a:spcAft>
              <a:buSzPts val="1200"/>
              <a:buChar char="●"/>
            </a:pPr>
            <a:r>
              <a:rPr b="1" lang="en"/>
              <a:t>Pop:</a:t>
            </a:r>
            <a:r>
              <a:rPr lang="en"/>
              <a:t> Xóa phần tử trên đỉnh của stack và trả về giá trị của phần tử đó. Phép Pop được thực hiện bằng cách loại bỏ (pop) phần tử trên đỉnh stack và trả về giá trị của nó.</a:t>
            </a:r>
            <a:endParaRPr/>
          </a:p>
          <a:p>
            <a:pPr indent="-304800" lvl="0" marL="457200" rtl="0" algn="just">
              <a:lnSpc>
                <a:spcPct val="115000"/>
              </a:lnSpc>
              <a:spcBef>
                <a:spcPts val="0"/>
              </a:spcBef>
              <a:spcAft>
                <a:spcPts val="0"/>
              </a:spcAft>
              <a:buSzPts val="1200"/>
              <a:buChar char="●"/>
            </a:pPr>
            <a:r>
              <a:rPr b="1" lang="en"/>
              <a:t>Peek (hay Top): </a:t>
            </a:r>
            <a:r>
              <a:rPr lang="en"/>
              <a:t>Truy cập giá trị của phần tử đầu tiên trên đỉnh stack mà không xóa nó. Phép Peek cho phép xem giá trị của phần tử đầu tiên trong stack mà không thay đổi cấu trúc stack.</a:t>
            </a:r>
            <a:endParaRPr/>
          </a:p>
          <a:p>
            <a:pPr indent="-304800" lvl="0" marL="457200" rtl="0" algn="just">
              <a:lnSpc>
                <a:spcPct val="115000"/>
              </a:lnSpc>
              <a:spcBef>
                <a:spcPts val="0"/>
              </a:spcBef>
              <a:spcAft>
                <a:spcPts val="0"/>
              </a:spcAft>
              <a:buSzPts val="1200"/>
              <a:buChar char="●"/>
            </a:pPr>
            <a:r>
              <a:rPr b="1" lang="en"/>
              <a:t>IsEmpty:</a:t>
            </a:r>
            <a:r>
              <a:rPr lang="en"/>
              <a:t> Kiểm tra xem stack có rỗng hay không. Phép IsEmpty trả về true nếu stack không có phần tử nào và trả về false nếu stack chứa ít nhất một phần tử.</a:t>
            </a:r>
            <a:endParaRPr/>
          </a:p>
          <a:p>
            <a:pPr indent="0" lvl="0" marL="0" rtl="0" algn="just">
              <a:lnSpc>
                <a:spcPct val="115000"/>
              </a:lnSpc>
              <a:spcBef>
                <a:spcPts val="1000"/>
              </a:spcBef>
              <a:spcAft>
                <a:spcPts val="1000"/>
              </a:spcAft>
              <a:buNone/>
            </a:pPr>
            <a:r>
              <a:t/>
            </a:r>
            <a:endParaRPr/>
          </a:p>
        </p:txBody>
      </p:sp>
      <p:sp>
        <p:nvSpPr>
          <p:cNvPr id="1088" name="Google Shape;1088;p3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2" name="Shape 1092"/>
        <p:cNvGrpSpPr/>
        <p:nvPr/>
      </p:nvGrpSpPr>
      <p:grpSpPr>
        <a:xfrm>
          <a:off x="0" y="0"/>
          <a:ext cx="0" cy="0"/>
          <a:chOff x="0" y="0"/>
          <a:chExt cx="0" cy="0"/>
        </a:xfrm>
      </p:grpSpPr>
      <p:cxnSp>
        <p:nvCxnSpPr>
          <p:cNvPr id="1093" name="Google Shape;1093;p35"/>
          <p:cNvCxnSpPr>
            <a:stCxn id="1094" idx="3"/>
            <a:endCxn id="1095" idx="2"/>
          </p:cNvCxnSpPr>
          <p:nvPr/>
        </p:nvCxnSpPr>
        <p:spPr>
          <a:xfrm flipH="1" rot="10800000">
            <a:off x="2878104" y="2221287"/>
            <a:ext cx="1693800" cy="648000"/>
          </a:xfrm>
          <a:prstGeom prst="bentConnector2">
            <a:avLst/>
          </a:prstGeom>
          <a:noFill/>
          <a:ln cap="flat" cmpd="sng" w="38100">
            <a:solidFill>
              <a:schemeClr val="accent1"/>
            </a:solidFill>
            <a:prstDash val="solid"/>
            <a:round/>
            <a:headEnd len="med" w="med" type="none"/>
            <a:tailEnd len="med" w="med" type="stealth"/>
          </a:ln>
        </p:spPr>
      </p:cxnSp>
      <p:sp>
        <p:nvSpPr>
          <p:cNvPr id="1096" name="Google Shape;1096;p35"/>
          <p:cNvSpPr txBox="1"/>
          <p:nvPr>
            <p:ph type="title"/>
          </p:nvPr>
        </p:nvSpPr>
        <p:spPr>
          <a:xfrm>
            <a:off x="64975" y="9225"/>
            <a:ext cx="9078900" cy="803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4500"/>
              <a:t>STACKS</a:t>
            </a:r>
            <a:endParaRPr sz="4500"/>
          </a:p>
        </p:txBody>
      </p:sp>
      <p:grpSp>
        <p:nvGrpSpPr>
          <p:cNvPr id="1097" name="Google Shape;1097;p35"/>
          <p:cNvGrpSpPr/>
          <p:nvPr/>
        </p:nvGrpSpPr>
        <p:grpSpPr>
          <a:xfrm>
            <a:off x="1017226" y="1806037"/>
            <a:ext cx="7109604" cy="415222"/>
            <a:chOff x="1148325" y="1752675"/>
            <a:chExt cx="6847350" cy="513000"/>
          </a:xfrm>
        </p:grpSpPr>
        <p:sp>
          <p:nvSpPr>
            <p:cNvPr id="1098" name="Google Shape;1098;p35"/>
            <p:cNvSpPr/>
            <p:nvPr/>
          </p:nvSpPr>
          <p:spPr>
            <a:xfrm>
              <a:off x="114832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9" name="Google Shape;1099;p35"/>
            <p:cNvSpPr/>
            <p:nvPr/>
          </p:nvSpPr>
          <p:spPr>
            <a:xfrm>
              <a:off x="2146400"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0" name="Google Shape;1100;p35"/>
            <p:cNvSpPr/>
            <p:nvPr/>
          </p:nvSpPr>
          <p:spPr>
            <a:xfrm>
              <a:off x="314447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5" name="Google Shape;1095;p35"/>
            <p:cNvSpPr/>
            <p:nvPr/>
          </p:nvSpPr>
          <p:spPr>
            <a:xfrm>
              <a:off x="4142550"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1" name="Google Shape;1101;p35"/>
            <p:cNvSpPr/>
            <p:nvPr/>
          </p:nvSpPr>
          <p:spPr>
            <a:xfrm>
              <a:off x="514062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2" name="Google Shape;1102;p35"/>
            <p:cNvSpPr/>
            <p:nvPr/>
          </p:nvSpPr>
          <p:spPr>
            <a:xfrm>
              <a:off x="6138700"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3" name="Google Shape;1103;p35"/>
            <p:cNvSpPr/>
            <p:nvPr/>
          </p:nvSpPr>
          <p:spPr>
            <a:xfrm>
              <a:off x="713677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04" name="Google Shape;1104;p35"/>
          <p:cNvSpPr txBox="1"/>
          <p:nvPr/>
        </p:nvSpPr>
        <p:spPr>
          <a:xfrm>
            <a:off x="1083317" y="1419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0</a:t>
            </a:r>
            <a:endParaRPr b="1" sz="1600">
              <a:solidFill>
                <a:schemeClr val="dk1"/>
              </a:solidFill>
              <a:latin typeface="Jua"/>
              <a:ea typeface="Jua"/>
              <a:cs typeface="Jua"/>
              <a:sym typeface="Jua"/>
            </a:endParaRPr>
          </a:p>
        </p:txBody>
      </p:sp>
      <p:sp>
        <p:nvSpPr>
          <p:cNvPr id="1105" name="Google Shape;1105;p35"/>
          <p:cNvSpPr txBox="1"/>
          <p:nvPr/>
        </p:nvSpPr>
        <p:spPr>
          <a:xfrm>
            <a:off x="2138608" y="1419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1</a:t>
            </a:r>
            <a:endParaRPr b="1" sz="1600">
              <a:solidFill>
                <a:schemeClr val="dk1"/>
              </a:solidFill>
              <a:latin typeface="Jua"/>
              <a:ea typeface="Jua"/>
              <a:cs typeface="Jua"/>
              <a:sym typeface="Jua"/>
            </a:endParaRPr>
          </a:p>
        </p:txBody>
      </p:sp>
      <p:sp>
        <p:nvSpPr>
          <p:cNvPr id="1106" name="Google Shape;1106;p35"/>
          <p:cNvSpPr txBox="1"/>
          <p:nvPr/>
        </p:nvSpPr>
        <p:spPr>
          <a:xfrm>
            <a:off x="3193899" y="1419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2</a:t>
            </a:r>
            <a:endParaRPr b="1" sz="1600">
              <a:solidFill>
                <a:schemeClr val="dk1"/>
              </a:solidFill>
              <a:latin typeface="Jua"/>
              <a:ea typeface="Jua"/>
              <a:cs typeface="Jua"/>
              <a:sym typeface="Jua"/>
            </a:endParaRPr>
          </a:p>
        </p:txBody>
      </p:sp>
      <p:sp>
        <p:nvSpPr>
          <p:cNvPr id="1107" name="Google Shape;1107;p35"/>
          <p:cNvSpPr txBox="1"/>
          <p:nvPr/>
        </p:nvSpPr>
        <p:spPr>
          <a:xfrm>
            <a:off x="4221145" y="1419225"/>
            <a:ext cx="6978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3</a:t>
            </a:r>
            <a:endParaRPr b="1" sz="1600">
              <a:solidFill>
                <a:schemeClr val="dk1"/>
              </a:solidFill>
              <a:latin typeface="Jua"/>
              <a:ea typeface="Jua"/>
              <a:cs typeface="Jua"/>
              <a:sym typeface="Jua"/>
            </a:endParaRPr>
          </a:p>
        </p:txBody>
      </p:sp>
      <p:sp>
        <p:nvSpPr>
          <p:cNvPr id="1108" name="Google Shape;1108;p35"/>
          <p:cNvSpPr txBox="1"/>
          <p:nvPr/>
        </p:nvSpPr>
        <p:spPr>
          <a:xfrm>
            <a:off x="5304481" y="1419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4</a:t>
            </a:r>
            <a:endParaRPr b="1" sz="1600">
              <a:solidFill>
                <a:schemeClr val="dk1"/>
              </a:solidFill>
              <a:latin typeface="Jua"/>
              <a:ea typeface="Jua"/>
              <a:cs typeface="Jua"/>
              <a:sym typeface="Jua"/>
            </a:endParaRPr>
          </a:p>
        </p:txBody>
      </p:sp>
      <p:sp>
        <p:nvSpPr>
          <p:cNvPr id="1109" name="Google Shape;1109;p35"/>
          <p:cNvSpPr txBox="1"/>
          <p:nvPr/>
        </p:nvSpPr>
        <p:spPr>
          <a:xfrm>
            <a:off x="6359772" y="1419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5</a:t>
            </a:r>
            <a:endParaRPr b="1" sz="1600">
              <a:solidFill>
                <a:schemeClr val="dk1"/>
              </a:solidFill>
              <a:latin typeface="Jua"/>
              <a:ea typeface="Jua"/>
              <a:cs typeface="Jua"/>
              <a:sym typeface="Jua"/>
            </a:endParaRPr>
          </a:p>
        </p:txBody>
      </p:sp>
      <p:sp>
        <p:nvSpPr>
          <p:cNvPr id="1110" name="Google Shape;1110;p35"/>
          <p:cNvSpPr txBox="1"/>
          <p:nvPr/>
        </p:nvSpPr>
        <p:spPr>
          <a:xfrm>
            <a:off x="7415063" y="1419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6</a:t>
            </a:r>
            <a:endParaRPr b="1" sz="1600">
              <a:solidFill>
                <a:schemeClr val="dk1"/>
              </a:solidFill>
              <a:latin typeface="Jua"/>
              <a:ea typeface="Jua"/>
              <a:cs typeface="Jua"/>
              <a:sym typeface="Jua"/>
            </a:endParaRPr>
          </a:p>
        </p:txBody>
      </p:sp>
      <p:sp>
        <p:nvSpPr>
          <p:cNvPr id="1111" name="Google Shape;1111;p35"/>
          <p:cNvSpPr txBox="1"/>
          <p:nvPr/>
        </p:nvSpPr>
        <p:spPr>
          <a:xfrm>
            <a:off x="841400" y="2543013"/>
            <a:ext cx="1210800" cy="546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800">
                <a:solidFill>
                  <a:schemeClr val="accent2"/>
                </a:solidFill>
                <a:latin typeface="Jua"/>
                <a:ea typeface="Jua"/>
                <a:cs typeface="Jua"/>
                <a:sym typeface="Jua"/>
              </a:rPr>
              <a:t>PUSH</a:t>
            </a:r>
            <a:endParaRPr b="1" sz="2800">
              <a:solidFill>
                <a:schemeClr val="accent2"/>
              </a:solidFill>
              <a:latin typeface="Jua"/>
              <a:ea typeface="Jua"/>
              <a:cs typeface="Jua"/>
              <a:sym typeface="Jua"/>
            </a:endParaRPr>
          </a:p>
        </p:txBody>
      </p:sp>
      <p:sp>
        <p:nvSpPr>
          <p:cNvPr id="1112" name="Google Shape;1112;p35"/>
          <p:cNvSpPr txBox="1"/>
          <p:nvPr/>
        </p:nvSpPr>
        <p:spPr>
          <a:xfrm>
            <a:off x="1083325" y="1847584"/>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rgbClr val="0C2E3A"/>
                </a:solidFill>
                <a:latin typeface="Merriweather"/>
                <a:ea typeface="Merriweather"/>
                <a:cs typeface="Merriweather"/>
                <a:sym typeface="Merriweather"/>
              </a:rPr>
              <a:t>-5</a:t>
            </a:r>
            <a:endParaRPr b="1" sz="1900">
              <a:solidFill>
                <a:srgbClr val="0C2E3A"/>
              </a:solidFill>
              <a:latin typeface="Merriweather"/>
              <a:ea typeface="Merriweather"/>
              <a:cs typeface="Merriweather"/>
              <a:sym typeface="Merriweather"/>
            </a:endParaRPr>
          </a:p>
        </p:txBody>
      </p:sp>
      <p:sp>
        <p:nvSpPr>
          <p:cNvPr id="1113" name="Google Shape;1113;p35"/>
          <p:cNvSpPr txBox="1"/>
          <p:nvPr/>
        </p:nvSpPr>
        <p:spPr>
          <a:xfrm>
            <a:off x="2138600" y="1847584"/>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rgbClr val="0C2E3A"/>
                </a:solidFill>
                <a:latin typeface="Merriweather"/>
                <a:ea typeface="Merriweather"/>
                <a:cs typeface="Merriweather"/>
                <a:sym typeface="Merriweather"/>
              </a:rPr>
              <a:t>2</a:t>
            </a:r>
            <a:endParaRPr b="1" sz="1900">
              <a:solidFill>
                <a:srgbClr val="0C2E3A"/>
              </a:solidFill>
              <a:latin typeface="Merriweather"/>
              <a:ea typeface="Merriweather"/>
              <a:cs typeface="Merriweather"/>
              <a:sym typeface="Merriweather"/>
            </a:endParaRPr>
          </a:p>
        </p:txBody>
      </p:sp>
      <p:sp>
        <p:nvSpPr>
          <p:cNvPr id="1114" name="Google Shape;1114;p35"/>
          <p:cNvSpPr txBox="1"/>
          <p:nvPr/>
        </p:nvSpPr>
        <p:spPr>
          <a:xfrm>
            <a:off x="3193875" y="1847596"/>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chemeClr val="dk1"/>
                </a:solidFill>
                <a:latin typeface="Merriweather"/>
                <a:ea typeface="Merriweather"/>
                <a:cs typeface="Merriweather"/>
                <a:sym typeface="Merriweather"/>
              </a:rPr>
              <a:t>4</a:t>
            </a:r>
            <a:endParaRPr b="1" sz="1900">
              <a:solidFill>
                <a:schemeClr val="dk1"/>
              </a:solidFill>
              <a:latin typeface="Merriweather"/>
              <a:ea typeface="Merriweather"/>
              <a:cs typeface="Merriweather"/>
              <a:sym typeface="Merriweather"/>
            </a:endParaRPr>
          </a:p>
        </p:txBody>
      </p:sp>
      <p:sp>
        <p:nvSpPr>
          <p:cNvPr id="1115" name="Google Shape;1115;p35"/>
          <p:cNvSpPr/>
          <p:nvPr/>
        </p:nvSpPr>
        <p:spPr>
          <a:xfrm>
            <a:off x="3096925" y="1300375"/>
            <a:ext cx="815700" cy="415200"/>
          </a:xfrm>
          <a:prstGeom prst="roundRect">
            <a:avLst>
              <a:gd fmla="val 16667" name="adj"/>
            </a:avLst>
          </a:prstGeom>
          <a:noFill/>
          <a:ln cap="flat" cmpd="sng" w="381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116" name="Google Shape;1116;p35"/>
          <p:cNvSpPr txBox="1"/>
          <p:nvPr>
            <p:ph idx="4294967295" type="subTitle"/>
          </p:nvPr>
        </p:nvSpPr>
        <p:spPr>
          <a:xfrm>
            <a:off x="3035725" y="897075"/>
            <a:ext cx="941400" cy="456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000">
                <a:latin typeface="Jua"/>
                <a:ea typeface="Jua"/>
                <a:cs typeface="Jua"/>
                <a:sym typeface="Jua"/>
              </a:rPr>
              <a:t>TOP</a:t>
            </a:r>
            <a:endParaRPr b="1" sz="2000">
              <a:latin typeface="Jua"/>
              <a:ea typeface="Jua"/>
              <a:cs typeface="Jua"/>
              <a:sym typeface="Jua"/>
            </a:endParaRPr>
          </a:p>
        </p:txBody>
      </p:sp>
      <p:sp>
        <p:nvSpPr>
          <p:cNvPr id="1094" name="Google Shape;1094;p35"/>
          <p:cNvSpPr/>
          <p:nvPr/>
        </p:nvSpPr>
        <p:spPr>
          <a:xfrm>
            <a:off x="1986204" y="2661687"/>
            <a:ext cx="891900" cy="4152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17" name="Google Shape;1117;p35"/>
          <p:cNvSpPr txBox="1"/>
          <p:nvPr/>
        </p:nvSpPr>
        <p:spPr>
          <a:xfrm>
            <a:off x="2138600" y="2703234"/>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rgbClr val="0C2E3A"/>
                </a:solidFill>
                <a:latin typeface="Merriweather"/>
                <a:ea typeface="Merriweather"/>
                <a:cs typeface="Merriweather"/>
                <a:sym typeface="Merriweather"/>
              </a:rPr>
              <a:t>3</a:t>
            </a:r>
            <a:endParaRPr b="1" sz="1900">
              <a:solidFill>
                <a:srgbClr val="0C2E3A"/>
              </a:solidFill>
              <a:latin typeface="Merriweather"/>
              <a:ea typeface="Merriweather"/>
              <a:cs typeface="Merriweather"/>
              <a:sym typeface="Merriweather"/>
            </a:endParaRPr>
          </a:p>
        </p:txBody>
      </p:sp>
      <p:grpSp>
        <p:nvGrpSpPr>
          <p:cNvPr id="1118" name="Google Shape;1118;p35"/>
          <p:cNvGrpSpPr/>
          <p:nvPr/>
        </p:nvGrpSpPr>
        <p:grpSpPr>
          <a:xfrm>
            <a:off x="1017226" y="4320637"/>
            <a:ext cx="7109604" cy="415222"/>
            <a:chOff x="1148325" y="1752675"/>
            <a:chExt cx="6847350" cy="513000"/>
          </a:xfrm>
        </p:grpSpPr>
        <p:sp>
          <p:nvSpPr>
            <p:cNvPr id="1119" name="Google Shape;1119;p35"/>
            <p:cNvSpPr/>
            <p:nvPr/>
          </p:nvSpPr>
          <p:spPr>
            <a:xfrm>
              <a:off x="114832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0" name="Google Shape;1120;p35"/>
            <p:cNvSpPr/>
            <p:nvPr/>
          </p:nvSpPr>
          <p:spPr>
            <a:xfrm>
              <a:off x="2146400"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1" name="Google Shape;1121;p35"/>
            <p:cNvSpPr/>
            <p:nvPr/>
          </p:nvSpPr>
          <p:spPr>
            <a:xfrm>
              <a:off x="314447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2" name="Google Shape;1122;p35"/>
            <p:cNvSpPr/>
            <p:nvPr/>
          </p:nvSpPr>
          <p:spPr>
            <a:xfrm>
              <a:off x="4142550"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3" name="Google Shape;1123;p35"/>
            <p:cNvSpPr/>
            <p:nvPr/>
          </p:nvSpPr>
          <p:spPr>
            <a:xfrm>
              <a:off x="514062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4" name="Google Shape;1124;p35"/>
            <p:cNvSpPr/>
            <p:nvPr/>
          </p:nvSpPr>
          <p:spPr>
            <a:xfrm>
              <a:off x="6138700"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5" name="Google Shape;1125;p35"/>
            <p:cNvSpPr/>
            <p:nvPr/>
          </p:nvSpPr>
          <p:spPr>
            <a:xfrm>
              <a:off x="713677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26" name="Google Shape;1126;p35"/>
          <p:cNvSpPr txBox="1"/>
          <p:nvPr/>
        </p:nvSpPr>
        <p:spPr>
          <a:xfrm>
            <a:off x="1083317" y="39338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0</a:t>
            </a:r>
            <a:endParaRPr b="1" sz="1600">
              <a:solidFill>
                <a:schemeClr val="dk1"/>
              </a:solidFill>
              <a:latin typeface="Jua"/>
              <a:ea typeface="Jua"/>
              <a:cs typeface="Jua"/>
              <a:sym typeface="Jua"/>
            </a:endParaRPr>
          </a:p>
        </p:txBody>
      </p:sp>
      <p:sp>
        <p:nvSpPr>
          <p:cNvPr id="1127" name="Google Shape;1127;p35"/>
          <p:cNvSpPr txBox="1"/>
          <p:nvPr/>
        </p:nvSpPr>
        <p:spPr>
          <a:xfrm>
            <a:off x="2138608" y="39338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1</a:t>
            </a:r>
            <a:endParaRPr b="1" sz="1600">
              <a:solidFill>
                <a:schemeClr val="dk1"/>
              </a:solidFill>
              <a:latin typeface="Jua"/>
              <a:ea typeface="Jua"/>
              <a:cs typeface="Jua"/>
              <a:sym typeface="Jua"/>
            </a:endParaRPr>
          </a:p>
        </p:txBody>
      </p:sp>
      <p:sp>
        <p:nvSpPr>
          <p:cNvPr id="1128" name="Google Shape;1128;p35"/>
          <p:cNvSpPr txBox="1"/>
          <p:nvPr/>
        </p:nvSpPr>
        <p:spPr>
          <a:xfrm>
            <a:off x="3193899" y="39338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2</a:t>
            </a:r>
            <a:endParaRPr b="1" sz="1600">
              <a:solidFill>
                <a:schemeClr val="dk1"/>
              </a:solidFill>
              <a:latin typeface="Jua"/>
              <a:ea typeface="Jua"/>
              <a:cs typeface="Jua"/>
              <a:sym typeface="Jua"/>
            </a:endParaRPr>
          </a:p>
        </p:txBody>
      </p:sp>
      <p:sp>
        <p:nvSpPr>
          <p:cNvPr id="1129" name="Google Shape;1129;p35"/>
          <p:cNvSpPr txBox="1"/>
          <p:nvPr/>
        </p:nvSpPr>
        <p:spPr>
          <a:xfrm>
            <a:off x="4221145" y="3933825"/>
            <a:ext cx="6978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3</a:t>
            </a:r>
            <a:endParaRPr b="1" sz="1600">
              <a:solidFill>
                <a:schemeClr val="dk1"/>
              </a:solidFill>
              <a:latin typeface="Jua"/>
              <a:ea typeface="Jua"/>
              <a:cs typeface="Jua"/>
              <a:sym typeface="Jua"/>
            </a:endParaRPr>
          </a:p>
        </p:txBody>
      </p:sp>
      <p:sp>
        <p:nvSpPr>
          <p:cNvPr id="1130" name="Google Shape;1130;p35"/>
          <p:cNvSpPr txBox="1"/>
          <p:nvPr/>
        </p:nvSpPr>
        <p:spPr>
          <a:xfrm>
            <a:off x="5304481" y="39338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4</a:t>
            </a:r>
            <a:endParaRPr b="1" sz="1600">
              <a:solidFill>
                <a:schemeClr val="dk1"/>
              </a:solidFill>
              <a:latin typeface="Jua"/>
              <a:ea typeface="Jua"/>
              <a:cs typeface="Jua"/>
              <a:sym typeface="Jua"/>
            </a:endParaRPr>
          </a:p>
        </p:txBody>
      </p:sp>
      <p:sp>
        <p:nvSpPr>
          <p:cNvPr id="1131" name="Google Shape;1131;p35"/>
          <p:cNvSpPr txBox="1"/>
          <p:nvPr/>
        </p:nvSpPr>
        <p:spPr>
          <a:xfrm>
            <a:off x="6359772" y="39338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5</a:t>
            </a:r>
            <a:endParaRPr b="1" sz="1600">
              <a:solidFill>
                <a:schemeClr val="dk1"/>
              </a:solidFill>
              <a:latin typeface="Jua"/>
              <a:ea typeface="Jua"/>
              <a:cs typeface="Jua"/>
              <a:sym typeface="Jua"/>
            </a:endParaRPr>
          </a:p>
        </p:txBody>
      </p:sp>
      <p:sp>
        <p:nvSpPr>
          <p:cNvPr id="1132" name="Google Shape;1132;p35"/>
          <p:cNvSpPr txBox="1"/>
          <p:nvPr/>
        </p:nvSpPr>
        <p:spPr>
          <a:xfrm>
            <a:off x="7415063" y="39338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6</a:t>
            </a:r>
            <a:endParaRPr b="1" sz="1600">
              <a:solidFill>
                <a:schemeClr val="dk1"/>
              </a:solidFill>
              <a:latin typeface="Jua"/>
              <a:ea typeface="Jua"/>
              <a:cs typeface="Jua"/>
              <a:sym typeface="Jua"/>
            </a:endParaRPr>
          </a:p>
        </p:txBody>
      </p:sp>
      <p:sp>
        <p:nvSpPr>
          <p:cNvPr id="1133" name="Google Shape;1133;p35"/>
          <p:cNvSpPr txBox="1"/>
          <p:nvPr/>
        </p:nvSpPr>
        <p:spPr>
          <a:xfrm>
            <a:off x="1083325" y="4362184"/>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rgbClr val="0C2E3A"/>
                </a:solidFill>
                <a:latin typeface="Merriweather"/>
                <a:ea typeface="Merriweather"/>
                <a:cs typeface="Merriweather"/>
                <a:sym typeface="Merriweather"/>
              </a:rPr>
              <a:t>-5</a:t>
            </a:r>
            <a:endParaRPr b="1" sz="1900">
              <a:solidFill>
                <a:srgbClr val="0C2E3A"/>
              </a:solidFill>
              <a:latin typeface="Merriweather"/>
              <a:ea typeface="Merriweather"/>
              <a:cs typeface="Merriweather"/>
              <a:sym typeface="Merriweather"/>
            </a:endParaRPr>
          </a:p>
        </p:txBody>
      </p:sp>
      <p:sp>
        <p:nvSpPr>
          <p:cNvPr id="1134" name="Google Shape;1134;p35"/>
          <p:cNvSpPr txBox="1"/>
          <p:nvPr/>
        </p:nvSpPr>
        <p:spPr>
          <a:xfrm>
            <a:off x="2138600" y="4362184"/>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rgbClr val="0C2E3A"/>
                </a:solidFill>
                <a:latin typeface="Merriweather"/>
                <a:ea typeface="Merriweather"/>
                <a:cs typeface="Merriweather"/>
                <a:sym typeface="Merriweather"/>
              </a:rPr>
              <a:t>2</a:t>
            </a:r>
            <a:endParaRPr b="1" sz="1900">
              <a:solidFill>
                <a:srgbClr val="0C2E3A"/>
              </a:solidFill>
              <a:latin typeface="Merriweather"/>
              <a:ea typeface="Merriweather"/>
              <a:cs typeface="Merriweather"/>
              <a:sym typeface="Merriweather"/>
            </a:endParaRPr>
          </a:p>
        </p:txBody>
      </p:sp>
      <p:sp>
        <p:nvSpPr>
          <p:cNvPr id="1135" name="Google Shape;1135;p35"/>
          <p:cNvSpPr txBox="1"/>
          <p:nvPr/>
        </p:nvSpPr>
        <p:spPr>
          <a:xfrm>
            <a:off x="3193875" y="4362196"/>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rgbClr val="0C2E3A"/>
                </a:solidFill>
                <a:latin typeface="Merriweather"/>
                <a:ea typeface="Merriweather"/>
                <a:cs typeface="Merriweather"/>
                <a:sym typeface="Merriweather"/>
              </a:rPr>
              <a:t>4</a:t>
            </a:r>
            <a:endParaRPr b="1" sz="1900">
              <a:solidFill>
                <a:srgbClr val="0C2E3A"/>
              </a:solidFill>
              <a:latin typeface="Merriweather"/>
              <a:ea typeface="Merriweather"/>
              <a:cs typeface="Merriweather"/>
              <a:sym typeface="Merriweather"/>
            </a:endParaRPr>
          </a:p>
        </p:txBody>
      </p:sp>
      <p:sp>
        <p:nvSpPr>
          <p:cNvPr id="1136" name="Google Shape;1136;p35"/>
          <p:cNvSpPr/>
          <p:nvPr/>
        </p:nvSpPr>
        <p:spPr>
          <a:xfrm>
            <a:off x="4163725" y="3814975"/>
            <a:ext cx="815700" cy="415200"/>
          </a:xfrm>
          <a:prstGeom prst="roundRect">
            <a:avLst>
              <a:gd fmla="val 16667" name="adj"/>
            </a:avLst>
          </a:prstGeom>
          <a:noFill/>
          <a:ln cap="flat" cmpd="sng" w="381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137" name="Google Shape;1137;p35"/>
          <p:cNvSpPr txBox="1"/>
          <p:nvPr>
            <p:ph idx="4294967295" type="subTitle"/>
          </p:nvPr>
        </p:nvSpPr>
        <p:spPr>
          <a:xfrm>
            <a:off x="4026325" y="3411675"/>
            <a:ext cx="941400" cy="456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000">
                <a:latin typeface="Jua"/>
                <a:ea typeface="Jua"/>
                <a:cs typeface="Jua"/>
                <a:sym typeface="Jua"/>
              </a:rPr>
              <a:t>TOP</a:t>
            </a:r>
            <a:endParaRPr b="1" sz="2000">
              <a:latin typeface="Jua"/>
              <a:ea typeface="Jua"/>
              <a:cs typeface="Jua"/>
              <a:sym typeface="Jua"/>
            </a:endParaRPr>
          </a:p>
        </p:txBody>
      </p:sp>
      <p:sp>
        <p:nvSpPr>
          <p:cNvPr id="1138" name="Google Shape;1138;p35"/>
          <p:cNvSpPr txBox="1"/>
          <p:nvPr/>
        </p:nvSpPr>
        <p:spPr>
          <a:xfrm>
            <a:off x="4249150" y="4362184"/>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chemeClr val="dk1"/>
                </a:solidFill>
                <a:latin typeface="Merriweather"/>
                <a:ea typeface="Merriweather"/>
                <a:cs typeface="Merriweather"/>
                <a:sym typeface="Merriweather"/>
              </a:rPr>
              <a:t>3</a:t>
            </a:r>
            <a:endParaRPr b="1" sz="1900">
              <a:solidFill>
                <a:schemeClr val="dk1"/>
              </a:solidFill>
              <a:latin typeface="Merriweather"/>
              <a:ea typeface="Merriweather"/>
              <a:cs typeface="Merriweather"/>
              <a:sym typeface="Merriweather"/>
            </a:endParaRPr>
          </a:p>
        </p:txBody>
      </p:sp>
      <p:sp>
        <p:nvSpPr>
          <p:cNvPr id="1139" name="Google Shape;1139;p3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3" name="Shape 1143"/>
        <p:cNvGrpSpPr/>
        <p:nvPr/>
      </p:nvGrpSpPr>
      <p:grpSpPr>
        <a:xfrm>
          <a:off x="0" y="0"/>
          <a:ext cx="0" cy="0"/>
          <a:chOff x="0" y="0"/>
          <a:chExt cx="0" cy="0"/>
        </a:xfrm>
      </p:grpSpPr>
      <p:cxnSp>
        <p:nvCxnSpPr>
          <p:cNvPr id="1144" name="Google Shape;1144;p36"/>
          <p:cNvCxnSpPr>
            <a:stCxn id="1145" idx="3"/>
            <a:endCxn id="1146" idx="2"/>
          </p:cNvCxnSpPr>
          <p:nvPr/>
        </p:nvCxnSpPr>
        <p:spPr>
          <a:xfrm flipH="1" rot="10800000">
            <a:off x="2878104" y="2221287"/>
            <a:ext cx="657600" cy="648000"/>
          </a:xfrm>
          <a:prstGeom prst="bentConnector2">
            <a:avLst/>
          </a:prstGeom>
          <a:noFill/>
          <a:ln cap="flat" cmpd="sng" w="38100">
            <a:solidFill>
              <a:schemeClr val="accent1"/>
            </a:solidFill>
            <a:prstDash val="solid"/>
            <a:round/>
            <a:headEnd len="med" w="med" type="stealth"/>
            <a:tailEnd len="med" w="med" type="none"/>
          </a:ln>
        </p:spPr>
      </p:cxnSp>
      <p:sp>
        <p:nvSpPr>
          <p:cNvPr id="1147" name="Google Shape;1147;p36"/>
          <p:cNvSpPr txBox="1"/>
          <p:nvPr>
            <p:ph type="title"/>
          </p:nvPr>
        </p:nvSpPr>
        <p:spPr>
          <a:xfrm>
            <a:off x="64975" y="9225"/>
            <a:ext cx="9078900" cy="803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4500"/>
              <a:t>STACKS</a:t>
            </a:r>
            <a:endParaRPr sz="4500"/>
          </a:p>
        </p:txBody>
      </p:sp>
      <p:grpSp>
        <p:nvGrpSpPr>
          <p:cNvPr id="1148" name="Google Shape;1148;p36"/>
          <p:cNvGrpSpPr/>
          <p:nvPr/>
        </p:nvGrpSpPr>
        <p:grpSpPr>
          <a:xfrm>
            <a:off x="1017226" y="1806037"/>
            <a:ext cx="7109604" cy="415222"/>
            <a:chOff x="1148325" y="1752675"/>
            <a:chExt cx="6847350" cy="513000"/>
          </a:xfrm>
        </p:grpSpPr>
        <p:sp>
          <p:nvSpPr>
            <p:cNvPr id="1149" name="Google Shape;1149;p36"/>
            <p:cNvSpPr/>
            <p:nvPr/>
          </p:nvSpPr>
          <p:spPr>
            <a:xfrm>
              <a:off x="114832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0" name="Google Shape;1150;p36"/>
            <p:cNvSpPr/>
            <p:nvPr/>
          </p:nvSpPr>
          <p:spPr>
            <a:xfrm>
              <a:off x="2146400"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6" name="Google Shape;1146;p36"/>
            <p:cNvSpPr/>
            <p:nvPr/>
          </p:nvSpPr>
          <p:spPr>
            <a:xfrm>
              <a:off x="314447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1" name="Google Shape;1151;p36"/>
            <p:cNvSpPr/>
            <p:nvPr/>
          </p:nvSpPr>
          <p:spPr>
            <a:xfrm>
              <a:off x="4142550"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2" name="Google Shape;1152;p36"/>
            <p:cNvSpPr/>
            <p:nvPr/>
          </p:nvSpPr>
          <p:spPr>
            <a:xfrm>
              <a:off x="514062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3" name="Google Shape;1153;p36"/>
            <p:cNvSpPr/>
            <p:nvPr/>
          </p:nvSpPr>
          <p:spPr>
            <a:xfrm>
              <a:off x="6138700"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4" name="Google Shape;1154;p36"/>
            <p:cNvSpPr/>
            <p:nvPr/>
          </p:nvSpPr>
          <p:spPr>
            <a:xfrm>
              <a:off x="713677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55" name="Google Shape;1155;p36"/>
          <p:cNvSpPr txBox="1"/>
          <p:nvPr/>
        </p:nvSpPr>
        <p:spPr>
          <a:xfrm>
            <a:off x="1083317" y="1419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0</a:t>
            </a:r>
            <a:endParaRPr b="1" sz="1600">
              <a:solidFill>
                <a:schemeClr val="dk1"/>
              </a:solidFill>
              <a:latin typeface="Jua"/>
              <a:ea typeface="Jua"/>
              <a:cs typeface="Jua"/>
              <a:sym typeface="Jua"/>
            </a:endParaRPr>
          </a:p>
        </p:txBody>
      </p:sp>
      <p:sp>
        <p:nvSpPr>
          <p:cNvPr id="1156" name="Google Shape;1156;p36"/>
          <p:cNvSpPr txBox="1"/>
          <p:nvPr/>
        </p:nvSpPr>
        <p:spPr>
          <a:xfrm>
            <a:off x="2138608" y="1419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1</a:t>
            </a:r>
            <a:endParaRPr b="1" sz="1600">
              <a:solidFill>
                <a:schemeClr val="dk1"/>
              </a:solidFill>
              <a:latin typeface="Jua"/>
              <a:ea typeface="Jua"/>
              <a:cs typeface="Jua"/>
              <a:sym typeface="Jua"/>
            </a:endParaRPr>
          </a:p>
        </p:txBody>
      </p:sp>
      <p:sp>
        <p:nvSpPr>
          <p:cNvPr id="1157" name="Google Shape;1157;p36"/>
          <p:cNvSpPr txBox="1"/>
          <p:nvPr/>
        </p:nvSpPr>
        <p:spPr>
          <a:xfrm>
            <a:off x="3193899" y="1419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2</a:t>
            </a:r>
            <a:endParaRPr b="1" sz="1600">
              <a:solidFill>
                <a:schemeClr val="dk1"/>
              </a:solidFill>
              <a:latin typeface="Jua"/>
              <a:ea typeface="Jua"/>
              <a:cs typeface="Jua"/>
              <a:sym typeface="Jua"/>
            </a:endParaRPr>
          </a:p>
        </p:txBody>
      </p:sp>
      <p:sp>
        <p:nvSpPr>
          <p:cNvPr id="1158" name="Google Shape;1158;p36"/>
          <p:cNvSpPr txBox="1"/>
          <p:nvPr/>
        </p:nvSpPr>
        <p:spPr>
          <a:xfrm>
            <a:off x="4221145" y="1419225"/>
            <a:ext cx="6978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3</a:t>
            </a:r>
            <a:endParaRPr b="1" sz="1600">
              <a:solidFill>
                <a:schemeClr val="dk1"/>
              </a:solidFill>
              <a:latin typeface="Jua"/>
              <a:ea typeface="Jua"/>
              <a:cs typeface="Jua"/>
              <a:sym typeface="Jua"/>
            </a:endParaRPr>
          </a:p>
        </p:txBody>
      </p:sp>
      <p:sp>
        <p:nvSpPr>
          <p:cNvPr id="1159" name="Google Shape;1159;p36"/>
          <p:cNvSpPr txBox="1"/>
          <p:nvPr/>
        </p:nvSpPr>
        <p:spPr>
          <a:xfrm>
            <a:off x="5304481" y="1419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4</a:t>
            </a:r>
            <a:endParaRPr b="1" sz="1600">
              <a:solidFill>
                <a:schemeClr val="dk1"/>
              </a:solidFill>
              <a:latin typeface="Jua"/>
              <a:ea typeface="Jua"/>
              <a:cs typeface="Jua"/>
              <a:sym typeface="Jua"/>
            </a:endParaRPr>
          </a:p>
        </p:txBody>
      </p:sp>
      <p:sp>
        <p:nvSpPr>
          <p:cNvPr id="1160" name="Google Shape;1160;p36"/>
          <p:cNvSpPr txBox="1"/>
          <p:nvPr/>
        </p:nvSpPr>
        <p:spPr>
          <a:xfrm>
            <a:off x="6359772" y="1419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5</a:t>
            </a:r>
            <a:endParaRPr b="1" sz="1600">
              <a:solidFill>
                <a:schemeClr val="dk1"/>
              </a:solidFill>
              <a:latin typeface="Jua"/>
              <a:ea typeface="Jua"/>
              <a:cs typeface="Jua"/>
              <a:sym typeface="Jua"/>
            </a:endParaRPr>
          </a:p>
        </p:txBody>
      </p:sp>
      <p:sp>
        <p:nvSpPr>
          <p:cNvPr id="1161" name="Google Shape;1161;p36"/>
          <p:cNvSpPr txBox="1"/>
          <p:nvPr/>
        </p:nvSpPr>
        <p:spPr>
          <a:xfrm>
            <a:off x="7415063" y="1419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6</a:t>
            </a:r>
            <a:endParaRPr b="1" sz="1600">
              <a:solidFill>
                <a:schemeClr val="dk1"/>
              </a:solidFill>
              <a:latin typeface="Jua"/>
              <a:ea typeface="Jua"/>
              <a:cs typeface="Jua"/>
              <a:sym typeface="Jua"/>
            </a:endParaRPr>
          </a:p>
        </p:txBody>
      </p:sp>
      <p:sp>
        <p:nvSpPr>
          <p:cNvPr id="1162" name="Google Shape;1162;p36"/>
          <p:cNvSpPr txBox="1"/>
          <p:nvPr/>
        </p:nvSpPr>
        <p:spPr>
          <a:xfrm>
            <a:off x="841400" y="2543013"/>
            <a:ext cx="1210800" cy="546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800">
                <a:solidFill>
                  <a:srgbClr val="FF6B65"/>
                </a:solidFill>
                <a:latin typeface="Jua"/>
                <a:ea typeface="Jua"/>
                <a:cs typeface="Jua"/>
                <a:sym typeface="Jua"/>
              </a:rPr>
              <a:t>POP</a:t>
            </a:r>
            <a:endParaRPr b="1" sz="2800">
              <a:solidFill>
                <a:srgbClr val="FF6B65"/>
              </a:solidFill>
              <a:latin typeface="Jua"/>
              <a:ea typeface="Jua"/>
              <a:cs typeface="Jua"/>
              <a:sym typeface="Jua"/>
            </a:endParaRPr>
          </a:p>
        </p:txBody>
      </p:sp>
      <p:sp>
        <p:nvSpPr>
          <p:cNvPr id="1163" name="Google Shape;1163;p36"/>
          <p:cNvSpPr txBox="1"/>
          <p:nvPr/>
        </p:nvSpPr>
        <p:spPr>
          <a:xfrm>
            <a:off x="1083325" y="1847584"/>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rgbClr val="0C2E3A"/>
                </a:solidFill>
                <a:latin typeface="Merriweather"/>
                <a:ea typeface="Merriweather"/>
                <a:cs typeface="Merriweather"/>
                <a:sym typeface="Merriweather"/>
              </a:rPr>
              <a:t>-5</a:t>
            </a:r>
            <a:endParaRPr b="1" sz="1900">
              <a:solidFill>
                <a:srgbClr val="0C2E3A"/>
              </a:solidFill>
              <a:latin typeface="Merriweather"/>
              <a:ea typeface="Merriweather"/>
              <a:cs typeface="Merriweather"/>
              <a:sym typeface="Merriweather"/>
            </a:endParaRPr>
          </a:p>
        </p:txBody>
      </p:sp>
      <p:sp>
        <p:nvSpPr>
          <p:cNvPr id="1164" name="Google Shape;1164;p36"/>
          <p:cNvSpPr txBox="1"/>
          <p:nvPr/>
        </p:nvSpPr>
        <p:spPr>
          <a:xfrm>
            <a:off x="2138600" y="1847584"/>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rgbClr val="0C2E3A"/>
                </a:solidFill>
                <a:latin typeface="Merriweather"/>
                <a:ea typeface="Merriweather"/>
                <a:cs typeface="Merriweather"/>
                <a:sym typeface="Merriweather"/>
              </a:rPr>
              <a:t>2</a:t>
            </a:r>
            <a:endParaRPr b="1" sz="1900">
              <a:solidFill>
                <a:srgbClr val="0C2E3A"/>
              </a:solidFill>
              <a:latin typeface="Merriweather"/>
              <a:ea typeface="Merriweather"/>
              <a:cs typeface="Merriweather"/>
              <a:sym typeface="Merriweather"/>
            </a:endParaRPr>
          </a:p>
        </p:txBody>
      </p:sp>
      <p:sp>
        <p:nvSpPr>
          <p:cNvPr id="1165" name="Google Shape;1165;p36"/>
          <p:cNvSpPr txBox="1"/>
          <p:nvPr/>
        </p:nvSpPr>
        <p:spPr>
          <a:xfrm>
            <a:off x="3193875" y="1847596"/>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chemeClr val="dk1"/>
                </a:solidFill>
                <a:latin typeface="Merriweather"/>
                <a:ea typeface="Merriweather"/>
                <a:cs typeface="Merriweather"/>
                <a:sym typeface="Merriweather"/>
              </a:rPr>
              <a:t>4</a:t>
            </a:r>
            <a:endParaRPr b="1" sz="1900">
              <a:solidFill>
                <a:schemeClr val="dk1"/>
              </a:solidFill>
              <a:latin typeface="Merriweather"/>
              <a:ea typeface="Merriweather"/>
              <a:cs typeface="Merriweather"/>
              <a:sym typeface="Merriweather"/>
            </a:endParaRPr>
          </a:p>
        </p:txBody>
      </p:sp>
      <p:sp>
        <p:nvSpPr>
          <p:cNvPr id="1166" name="Google Shape;1166;p36"/>
          <p:cNvSpPr/>
          <p:nvPr/>
        </p:nvSpPr>
        <p:spPr>
          <a:xfrm>
            <a:off x="3096925" y="1300375"/>
            <a:ext cx="815700" cy="415200"/>
          </a:xfrm>
          <a:prstGeom prst="roundRect">
            <a:avLst>
              <a:gd fmla="val 16667" name="adj"/>
            </a:avLst>
          </a:prstGeom>
          <a:noFill/>
          <a:ln cap="flat" cmpd="sng" w="381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167" name="Google Shape;1167;p36"/>
          <p:cNvSpPr txBox="1"/>
          <p:nvPr>
            <p:ph idx="4294967295" type="subTitle"/>
          </p:nvPr>
        </p:nvSpPr>
        <p:spPr>
          <a:xfrm>
            <a:off x="3035725" y="897075"/>
            <a:ext cx="941400" cy="456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000">
                <a:latin typeface="Jua"/>
                <a:ea typeface="Jua"/>
                <a:cs typeface="Jua"/>
                <a:sym typeface="Jua"/>
              </a:rPr>
              <a:t>TOP</a:t>
            </a:r>
            <a:endParaRPr b="1" sz="2000">
              <a:latin typeface="Jua"/>
              <a:ea typeface="Jua"/>
              <a:cs typeface="Jua"/>
              <a:sym typeface="Jua"/>
            </a:endParaRPr>
          </a:p>
        </p:txBody>
      </p:sp>
      <p:sp>
        <p:nvSpPr>
          <p:cNvPr id="1145" name="Google Shape;1145;p36"/>
          <p:cNvSpPr/>
          <p:nvPr/>
        </p:nvSpPr>
        <p:spPr>
          <a:xfrm>
            <a:off x="1986204" y="2661687"/>
            <a:ext cx="891900" cy="4152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68" name="Google Shape;1168;p36"/>
          <p:cNvSpPr txBox="1"/>
          <p:nvPr/>
        </p:nvSpPr>
        <p:spPr>
          <a:xfrm>
            <a:off x="2138600" y="2703234"/>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rgbClr val="0C2E3A"/>
                </a:solidFill>
                <a:latin typeface="Merriweather"/>
                <a:ea typeface="Merriweather"/>
                <a:cs typeface="Merriweather"/>
                <a:sym typeface="Merriweather"/>
              </a:rPr>
              <a:t>4</a:t>
            </a:r>
            <a:endParaRPr b="1" sz="1900">
              <a:solidFill>
                <a:srgbClr val="0C2E3A"/>
              </a:solidFill>
              <a:latin typeface="Merriweather"/>
              <a:ea typeface="Merriweather"/>
              <a:cs typeface="Merriweather"/>
              <a:sym typeface="Merriweather"/>
            </a:endParaRPr>
          </a:p>
        </p:txBody>
      </p:sp>
      <p:grpSp>
        <p:nvGrpSpPr>
          <p:cNvPr id="1169" name="Google Shape;1169;p36"/>
          <p:cNvGrpSpPr/>
          <p:nvPr/>
        </p:nvGrpSpPr>
        <p:grpSpPr>
          <a:xfrm>
            <a:off x="1017226" y="4320637"/>
            <a:ext cx="7109604" cy="415222"/>
            <a:chOff x="1148325" y="1752675"/>
            <a:chExt cx="6847350" cy="513000"/>
          </a:xfrm>
        </p:grpSpPr>
        <p:sp>
          <p:nvSpPr>
            <p:cNvPr id="1170" name="Google Shape;1170;p36"/>
            <p:cNvSpPr/>
            <p:nvPr/>
          </p:nvSpPr>
          <p:spPr>
            <a:xfrm>
              <a:off x="114832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1" name="Google Shape;1171;p36"/>
            <p:cNvSpPr/>
            <p:nvPr/>
          </p:nvSpPr>
          <p:spPr>
            <a:xfrm>
              <a:off x="2146400"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2" name="Google Shape;1172;p36"/>
            <p:cNvSpPr/>
            <p:nvPr/>
          </p:nvSpPr>
          <p:spPr>
            <a:xfrm>
              <a:off x="314447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3" name="Google Shape;1173;p36"/>
            <p:cNvSpPr/>
            <p:nvPr/>
          </p:nvSpPr>
          <p:spPr>
            <a:xfrm>
              <a:off x="4142550"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4" name="Google Shape;1174;p36"/>
            <p:cNvSpPr/>
            <p:nvPr/>
          </p:nvSpPr>
          <p:spPr>
            <a:xfrm>
              <a:off x="514062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5" name="Google Shape;1175;p36"/>
            <p:cNvSpPr/>
            <p:nvPr/>
          </p:nvSpPr>
          <p:spPr>
            <a:xfrm>
              <a:off x="6138700"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6" name="Google Shape;1176;p36"/>
            <p:cNvSpPr/>
            <p:nvPr/>
          </p:nvSpPr>
          <p:spPr>
            <a:xfrm>
              <a:off x="713677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77" name="Google Shape;1177;p36"/>
          <p:cNvSpPr txBox="1"/>
          <p:nvPr/>
        </p:nvSpPr>
        <p:spPr>
          <a:xfrm>
            <a:off x="1083317" y="39338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0</a:t>
            </a:r>
            <a:endParaRPr b="1" sz="1600">
              <a:solidFill>
                <a:schemeClr val="dk1"/>
              </a:solidFill>
              <a:latin typeface="Jua"/>
              <a:ea typeface="Jua"/>
              <a:cs typeface="Jua"/>
              <a:sym typeface="Jua"/>
            </a:endParaRPr>
          </a:p>
        </p:txBody>
      </p:sp>
      <p:sp>
        <p:nvSpPr>
          <p:cNvPr id="1178" name="Google Shape;1178;p36"/>
          <p:cNvSpPr txBox="1"/>
          <p:nvPr/>
        </p:nvSpPr>
        <p:spPr>
          <a:xfrm>
            <a:off x="2138608" y="39338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1</a:t>
            </a:r>
            <a:endParaRPr b="1" sz="1600">
              <a:solidFill>
                <a:schemeClr val="dk1"/>
              </a:solidFill>
              <a:latin typeface="Jua"/>
              <a:ea typeface="Jua"/>
              <a:cs typeface="Jua"/>
              <a:sym typeface="Jua"/>
            </a:endParaRPr>
          </a:p>
        </p:txBody>
      </p:sp>
      <p:sp>
        <p:nvSpPr>
          <p:cNvPr id="1179" name="Google Shape;1179;p36"/>
          <p:cNvSpPr txBox="1"/>
          <p:nvPr/>
        </p:nvSpPr>
        <p:spPr>
          <a:xfrm>
            <a:off x="3193899" y="39338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2</a:t>
            </a:r>
            <a:endParaRPr b="1" sz="1600">
              <a:solidFill>
                <a:schemeClr val="dk1"/>
              </a:solidFill>
              <a:latin typeface="Jua"/>
              <a:ea typeface="Jua"/>
              <a:cs typeface="Jua"/>
              <a:sym typeface="Jua"/>
            </a:endParaRPr>
          </a:p>
        </p:txBody>
      </p:sp>
      <p:sp>
        <p:nvSpPr>
          <p:cNvPr id="1180" name="Google Shape;1180;p36"/>
          <p:cNvSpPr txBox="1"/>
          <p:nvPr/>
        </p:nvSpPr>
        <p:spPr>
          <a:xfrm>
            <a:off x="4221145" y="3933825"/>
            <a:ext cx="6978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3</a:t>
            </a:r>
            <a:endParaRPr b="1" sz="1600">
              <a:solidFill>
                <a:schemeClr val="dk1"/>
              </a:solidFill>
              <a:latin typeface="Jua"/>
              <a:ea typeface="Jua"/>
              <a:cs typeface="Jua"/>
              <a:sym typeface="Jua"/>
            </a:endParaRPr>
          </a:p>
        </p:txBody>
      </p:sp>
      <p:sp>
        <p:nvSpPr>
          <p:cNvPr id="1181" name="Google Shape;1181;p36"/>
          <p:cNvSpPr txBox="1"/>
          <p:nvPr/>
        </p:nvSpPr>
        <p:spPr>
          <a:xfrm>
            <a:off x="5304481" y="39338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4</a:t>
            </a:r>
            <a:endParaRPr b="1" sz="1600">
              <a:solidFill>
                <a:schemeClr val="dk1"/>
              </a:solidFill>
              <a:latin typeface="Jua"/>
              <a:ea typeface="Jua"/>
              <a:cs typeface="Jua"/>
              <a:sym typeface="Jua"/>
            </a:endParaRPr>
          </a:p>
        </p:txBody>
      </p:sp>
      <p:sp>
        <p:nvSpPr>
          <p:cNvPr id="1182" name="Google Shape;1182;p36"/>
          <p:cNvSpPr txBox="1"/>
          <p:nvPr/>
        </p:nvSpPr>
        <p:spPr>
          <a:xfrm>
            <a:off x="6359772" y="39338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5</a:t>
            </a:r>
            <a:endParaRPr b="1" sz="1600">
              <a:solidFill>
                <a:schemeClr val="dk1"/>
              </a:solidFill>
              <a:latin typeface="Jua"/>
              <a:ea typeface="Jua"/>
              <a:cs typeface="Jua"/>
              <a:sym typeface="Jua"/>
            </a:endParaRPr>
          </a:p>
        </p:txBody>
      </p:sp>
      <p:sp>
        <p:nvSpPr>
          <p:cNvPr id="1183" name="Google Shape;1183;p36"/>
          <p:cNvSpPr txBox="1"/>
          <p:nvPr/>
        </p:nvSpPr>
        <p:spPr>
          <a:xfrm>
            <a:off x="7415063" y="39338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6</a:t>
            </a:r>
            <a:endParaRPr b="1" sz="1600">
              <a:solidFill>
                <a:schemeClr val="dk1"/>
              </a:solidFill>
              <a:latin typeface="Jua"/>
              <a:ea typeface="Jua"/>
              <a:cs typeface="Jua"/>
              <a:sym typeface="Jua"/>
            </a:endParaRPr>
          </a:p>
        </p:txBody>
      </p:sp>
      <p:sp>
        <p:nvSpPr>
          <p:cNvPr id="1184" name="Google Shape;1184;p36"/>
          <p:cNvSpPr txBox="1"/>
          <p:nvPr/>
        </p:nvSpPr>
        <p:spPr>
          <a:xfrm>
            <a:off x="1083325" y="4362184"/>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rgbClr val="0C2E3A"/>
                </a:solidFill>
                <a:latin typeface="Merriweather"/>
                <a:ea typeface="Merriweather"/>
                <a:cs typeface="Merriweather"/>
                <a:sym typeface="Merriweather"/>
              </a:rPr>
              <a:t>-5</a:t>
            </a:r>
            <a:endParaRPr b="1" sz="1900">
              <a:solidFill>
                <a:srgbClr val="0C2E3A"/>
              </a:solidFill>
              <a:latin typeface="Merriweather"/>
              <a:ea typeface="Merriweather"/>
              <a:cs typeface="Merriweather"/>
              <a:sym typeface="Merriweather"/>
            </a:endParaRPr>
          </a:p>
        </p:txBody>
      </p:sp>
      <p:sp>
        <p:nvSpPr>
          <p:cNvPr id="1185" name="Google Shape;1185;p36"/>
          <p:cNvSpPr txBox="1"/>
          <p:nvPr/>
        </p:nvSpPr>
        <p:spPr>
          <a:xfrm>
            <a:off x="2138600" y="4362184"/>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rgbClr val="0C2E3A"/>
                </a:solidFill>
                <a:latin typeface="Merriweather"/>
                <a:ea typeface="Merriweather"/>
                <a:cs typeface="Merriweather"/>
                <a:sym typeface="Merriweather"/>
              </a:rPr>
              <a:t>2</a:t>
            </a:r>
            <a:endParaRPr b="1" sz="1900">
              <a:solidFill>
                <a:srgbClr val="0C2E3A"/>
              </a:solidFill>
              <a:latin typeface="Merriweather"/>
              <a:ea typeface="Merriweather"/>
              <a:cs typeface="Merriweather"/>
              <a:sym typeface="Merriweather"/>
            </a:endParaRPr>
          </a:p>
        </p:txBody>
      </p:sp>
      <p:sp>
        <p:nvSpPr>
          <p:cNvPr id="1186" name="Google Shape;1186;p36"/>
          <p:cNvSpPr/>
          <p:nvPr/>
        </p:nvSpPr>
        <p:spPr>
          <a:xfrm>
            <a:off x="2106325" y="3814975"/>
            <a:ext cx="815700" cy="415200"/>
          </a:xfrm>
          <a:prstGeom prst="roundRect">
            <a:avLst>
              <a:gd fmla="val 16667" name="adj"/>
            </a:avLst>
          </a:prstGeom>
          <a:noFill/>
          <a:ln cap="flat" cmpd="sng" w="381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187" name="Google Shape;1187;p36"/>
          <p:cNvSpPr txBox="1"/>
          <p:nvPr>
            <p:ph idx="4294967295" type="subTitle"/>
          </p:nvPr>
        </p:nvSpPr>
        <p:spPr>
          <a:xfrm>
            <a:off x="2045125" y="3411675"/>
            <a:ext cx="941400" cy="456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000">
                <a:latin typeface="Jua"/>
                <a:ea typeface="Jua"/>
                <a:cs typeface="Jua"/>
                <a:sym typeface="Jua"/>
              </a:rPr>
              <a:t>TOP</a:t>
            </a:r>
            <a:endParaRPr b="1" sz="2000">
              <a:latin typeface="Jua"/>
              <a:ea typeface="Jua"/>
              <a:cs typeface="Jua"/>
              <a:sym typeface="Jua"/>
            </a:endParaRPr>
          </a:p>
        </p:txBody>
      </p:sp>
      <p:sp>
        <p:nvSpPr>
          <p:cNvPr id="1188" name="Google Shape;1188;p3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2" name="Shape 1192"/>
        <p:cNvGrpSpPr/>
        <p:nvPr/>
      </p:nvGrpSpPr>
      <p:grpSpPr>
        <a:xfrm>
          <a:off x="0" y="0"/>
          <a:ext cx="0" cy="0"/>
          <a:chOff x="0" y="0"/>
          <a:chExt cx="0" cy="0"/>
        </a:xfrm>
      </p:grpSpPr>
      <p:sp>
        <p:nvSpPr>
          <p:cNvPr id="1193" name="Google Shape;1193;p37"/>
          <p:cNvSpPr/>
          <p:nvPr/>
        </p:nvSpPr>
        <p:spPr>
          <a:xfrm>
            <a:off x="2800350" y="2540113"/>
            <a:ext cx="3543300" cy="8418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94" name="Google Shape;1194;p37"/>
          <p:cNvSpPr txBox="1"/>
          <p:nvPr>
            <p:ph type="title"/>
          </p:nvPr>
        </p:nvSpPr>
        <p:spPr>
          <a:xfrm>
            <a:off x="2810100" y="2533075"/>
            <a:ext cx="34782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800"/>
              <a:t>QUEUES &amp; CIRCULAR QUEUES</a:t>
            </a:r>
            <a:endParaRPr/>
          </a:p>
        </p:txBody>
      </p:sp>
      <p:sp>
        <p:nvSpPr>
          <p:cNvPr id="1195" name="Google Shape;1195;p37"/>
          <p:cNvSpPr txBox="1"/>
          <p:nvPr>
            <p:ph idx="2" type="title"/>
          </p:nvPr>
        </p:nvSpPr>
        <p:spPr>
          <a:xfrm>
            <a:off x="3151500" y="1362612"/>
            <a:ext cx="2841000" cy="1177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02</a:t>
            </a:r>
            <a:endParaRPr/>
          </a:p>
        </p:txBody>
      </p:sp>
      <p:sp>
        <p:nvSpPr>
          <p:cNvPr id="1196" name="Google Shape;1196;p37"/>
          <p:cNvSpPr txBox="1"/>
          <p:nvPr>
            <p:ph idx="1" type="subTitle"/>
          </p:nvPr>
        </p:nvSpPr>
        <p:spPr>
          <a:xfrm>
            <a:off x="2610000" y="3382488"/>
            <a:ext cx="3924000" cy="398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FIRST</a:t>
            </a:r>
            <a:r>
              <a:rPr lang="en"/>
              <a:t> IN FIRST OUT</a:t>
            </a:r>
            <a:endParaRPr/>
          </a:p>
        </p:txBody>
      </p:sp>
      <p:grpSp>
        <p:nvGrpSpPr>
          <p:cNvPr id="1197" name="Google Shape;1197;p37"/>
          <p:cNvGrpSpPr/>
          <p:nvPr/>
        </p:nvGrpSpPr>
        <p:grpSpPr>
          <a:xfrm>
            <a:off x="2962514" y="416178"/>
            <a:ext cx="3218965" cy="1185288"/>
            <a:chOff x="3343478" y="539993"/>
            <a:chExt cx="2457038" cy="904731"/>
          </a:xfrm>
        </p:grpSpPr>
        <p:grpSp>
          <p:nvGrpSpPr>
            <p:cNvPr id="1198" name="Google Shape;1198;p37"/>
            <p:cNvGrpSpPr/>
            <p:nvPr/>
          </p:nvGrpSpPr>
          <p:grpSpPr>
            <a:xfrm>
              <a:off x="4429328" y="539993"/>
              <a:ext cx="1371188" cy="904731"/>
              <a:chOff x="6618863" y="562104"/>
              <a:chExt cx="1805144" cy="1191062"/>
            </a:xfrm>
          </p:grpSpPr>
          <p:sp>
            <p:nvSpPr>
              <p:cNvPr id="1199" name="Google Shape;1199;p37"/>
              <p:cNvSpPr/>
              <p:nvPr/>
            </p:nvSpPr>
            <p:spPr>
              <a:xfrm flipH="1" rot="-804296">
                <a:off x="7327137" y="706613"/>
                <a:ext cx="583880" cy="892157"/>
              </a:xfrm>
              <a:custGeom>
                <a:rect b="b" l="l" r="r" t="t"/>
                <a:pathLst>
                  <a:path extrusionOk="0" h="11605" w="7595">
                    <a:moveTo>
                      <a:pt x="2155" y="0"/>
                    </a:moveTo>
                    <a:cubicBezTo>
                      <a:pt x="2406" y="2507"/>
                      <a:pt x="2506" y="5940"/>
                      <a:pt x="0" y="6943"/>
                    </a:cubicBezTo>
                    <a:cubicBezTo>
                      <a:pt x="2757" y="6943"/>
                      <a:pt x="4336" y="9123"/>
                      <a:pt x="5589" y="11604"/>
                    </a:cubicBezTo>
                    <a:cubicBezTo>
                      <a:pt x="5589" y="9123"/>
                      <a:pt x="5338" y="6617"/>
                      <a:pt x="7594" y="5113"/>
                    </a:cubicBezTo>
                    <a:lnTo>
                      <a:pt x="7594" y="5113"/>
                    </a:lnTo>
                    <a:cubicBezTo>
                      <a:pt x="7536" y="5115"/>
                      <a:pt x="7479" y="5116"/>
                      <a:pt x="7423" y="5116"/>
                    </a:cubicBezTo>
                    <a:cubicBezTo>
                      <a:pt x="4895" y="5116"/>
                      <a:pt x="3381" y="2942"/>
                      <a:pt x="215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0" name="Google Shape;1200;p37"/>
              <p:cNvSpPr/>
              <p:nvPr/>
            </p:nvSpPr>
            <p:spPr>
              <a:xfrm flipH="1">
                <a:off x="7029526" y="973310"/>
                <a:ext cx="207371" cy="139045"/>
              </a:xfrm>
              <a:custGeom>
                <a:rect b="b" l="l" r="r" t="t"/>
                <a:pathLst>
                  <a:path extrusionOk="0" h="3138" w="4680">
                    <a:moveTo>
                      <a:pt x="2235" y="0"/>
                    </a:moveTo>
                    <a:cubicBezTo>
                      <a:pt x="256" y="0"/>
                      <a:pt x="1" y="3138"/>
                      <a:pt x="2524" y="3138"/>
                    </a:cubicBezTo>
                    <a:cubicBezTo>
                      <a:pt x="4429" y="3138"/>
                      <a:pt x="4680" y="80"/>
                      <a:pt x="2374" y="5"/>
                    </a:cubicBezTo>
                    <a:cubicBezTo>
                      <a:pt x="2327" y="2"/>
                      <a:pt x="2281" y="0"/>
                      <a:pt x="223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1" name="Google Shape;1201;p37"/>
              <p:cNvSpPr/>
              <p:nvPr/>
            </p:nvSpPr>
            <p:spPr>
              <a:xfrm flipH="1">
                <a:off x="7760243" y="1648506"/>
                <a:ext cx="155572" cy="104660"/>
              </a:xfrm>
              <a:custGeom>
                <a:rect b="b" l="l" r="r" t="t"/>
                <a:pathLst>
                  <a:path extrusionOk="0" h="2362" w="3511">
                    <a:moveTo>
                      <a:pt x="1689" y="1"/>
                    </a:moveTo>
                    <a:cubicBezTo>
                      <a:pt x="191" y="1"/>
                      <a:pt x="0" y="2337"/>
                      <a:pt x="1907" y="2361"/>
                    </a:cubicBezTo>
                    <a:cubicBezTo>
                      <a:pt x="3335" y="2361"/>
                      <a:pt x="3511" y="55"/>
                      <a:pt x="1806" y="5"/>
                    </a:cubicBezTo>
                    <a:cubicBezTo>
                      <a:pt x="1766" y="2"/>
                      <a:pt x="1727" y="1"/>
                      <a:pt x="168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2" name="Google Shape;1202;p37"/>
              <p:cNvSpPr/>
              <p:nvPr/>
            </p:nvSpPr>
            <p:spPr>
              <a:xfrm flipH="1">
                <a:off x="8304637" y="1362607"/>
                <a:ext cx="119371" cy="80112"/>
              </a:xfrm>
              <a:custGeom>
                <a:rect b="b" l="l" r="r" t="t"/>
                <a:pathLst>
                  <a:path extrusionOk="0" h="1808" w="2694">
                    <a:moveTo>
                      <a:pt x="1304" y="1"/>
                    </a:moveTo>
                    <a:cubicBezTo>
                      <a:pt x="140" y="1"/>
                      <a:pt x="0" y="1808"/>
                      <a:pt x="1450" y="1808"/>
                    </a:cubicBezTo>
                    <a:cubicBezTo>
                      <a:pt x="1458" y="1808"/>
                      <a:pt x="1465" y="1808"/>
                      <a:pt x="1473" y="1808"/>
                    </a:cubicBezTo>
                    <a:cubicBezTo>
                      <a:pt x="2555" y="1808"/>
                      <a:pt x="2694" y="53"/>
                      <a:pt x="1375" y="3"/>
                    </a:cubicBezTo>
                    <a:cubicBezTo>
                      <a:pt x="1351" y="2"/>
                      <a:pt x="1327" y="1"/>
                      <a:pt x="130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3" name="Google Shape;1203;p37"/>
              <p:cNvSpPr/>
              <p:nvPr/>
            </p:nvSpPr>
            <p:spPr>
              <a:xfrm>
                <a:off x="6618863" y="562104"/>
                <a:ext cx="351196" cy="258049"/>
              </a:xfrm>
              <a:custGeom>
                <a:rect b="b" l="l" r="r" t="t"/>
                <a:pathLst>
                  <a:path extrusionOk="0" h="16924" w="23033">
                    <a:moveTo>
                      <a:pt x="18087" y="0"/>
                    </a:moveTo>
                    <a:cubicBezTo>
                      <a:pt x="15558" y="0"/>
                      <a:pt x="12757" y="2011"/>
                      <a:pt x="12181" y="4317"/>
                    </a:cubicBezTo>
                    <a:cubicBezTo>
                      <a:pt x="12181" y="4317"/>
                      <a:pt x="10883" y="321"/>
                      <a:pt x="6682" y="321"/>
                    </a:cubicBezTo>
                    <a:cubicBezTo>
                      <a:pt x="6249" y="321"/>
                      <a:pt x="5785" y="364"/>
                      <a:pt x="5289" y="457"/>
                    </a:cubicBezTo>
                    <a:cubicBezTo>
                      <a:pt x="0" y="1460"/>
                      <a:pt x="6492" y="11610"/>
                      <a:pt x="12381" y="16924"/>
                    </a:cubicBezTo>
                    <a:cubicBezTo>
                      <a:pt x="22381" y="8527"/>
                      <a:pt x="23033" y="2437"/>
                      <a:pt x="20251" y="608"/>
                    </a:cubicBezTo>
                    <a:cubicBezTo>
                      <a:pt x="19602" y="187"/>
                      <a:pt x="18857" y="0"/>
                      <a:pt x="18087"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4" name="Google Shape;1204;p37"/>
              <p:cNvSpPr/>
              <p:nvPr/>
            </p:nvSpPr>
            <p:spPr>
              <a:xfrm>
                <a:off x="7935221" y="1407647"/>
                <a:ext cx="235455" cy="173006"/>
              </a:xfrm>
              <a:custGeom>
                <a:rect b="b" l="l" r="r" t="t"/>
                <a:pathLst>
                  <a:path extrusionOk="0" h="16924" w="23033">
                    <a:moveTo>
                      <a:pt x="18087" y="0"/>
                    </a:moveTo>
                    <a:cubicBezTo>
                      <a:pt x="15558" y="0"/>
                      <a:pt x="12757" y="2011"/>
                      <a:pt x="12181" y="4317"/>
                    </a:cubicBezTo>
                    <a:cubicBezTo>
                      <a:pt x="12181" y="4317"/>
                      <a:pt x="10883" y="321"/>
                      <a:pt x="6682" y="321"/>
                    </a:cubicBezTo>
                    <a:cubicBezTo>
                      <a:pt x="6249" y="321"/>
                      <a:pt x="5785" y="364"/>
                      <a:pt x="5289" y="457"/>
                    </a:cubicBezTo>
                    <a:cubicBezTo>
                      <a:pt x="0" y="1460"/>
                      <a:pt x="6492" y="11610"/>
                      <a:pt x="12381" y="16924"/>
                    </a:cubicBezTo>
                    <a:cubicBezTo>
                      <a:pt x="22381" y="8527"/>
                      <a:pt x="23033" y="2437"/>
                      <a:pt x="20251" y="608"/>
                    </a:cubicBezTo>
                    <a:cubicBezTo>
                      <a:pt x="19602" y="187"/>
                      <a:pt x="18857" y="0"/>
                      <a:pt x="18087"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5" name="Google Shape;1205;p37"/>
              <p:cNvSpPr/>
              <p:nvPr/>
            </p:nvSpPr>
            <p:spPr>
              <a:xfrm flipH="1">
                <a:off x="7274487" y="603457"/>
                <a:ext cx="119371" cy="80112"/>
              </a:xfrm>
              <a:custGeom>
                <a:rect b="b" l="l" r="r" t="t"/>
                <a:pathLst>
                  <a:path extrusionOk="0" h="1808" w="2694">
                    <a:moveTo>
                      <a:pt x="1304" y="1"/>
                    </a:moveTo>
                    <a:cubicBezTo>
                      <a:pt x="140" y="1"/>
                      <a:pt x="0" y="1808"/>
                      <a:pt x="1450" y="1808"/>
                    </a:cubicBezTo>
                    <a:cubicBezTo>
                      <a:pt x="1458" y="1808"/>
                      <a:pt x="1465" y="1808"/>
                      <a:pt x="1473" y="1808"/>
                    </a:cubicBezTo>
                    <a:cubicBezTo>
                      <a:pt x="2555" y="1808"/>
                      <a:pt x="2694" y="53"/>
                      <a:pt x="1375" y="3"/>
                    </a:cubicBezTo>
                    <a:cubicBezTo>
                      <a:pt x="1351" y="2"/>
                      <a:pt x="1327" y="1"/>
                      <a:pt x="130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06" name="Google Shape;1206;p37"/>
            <p:cNvGrpSpPr/>
            <p:nvPr/>
          </p:nvGrpSpPr>
          <p:grpSpPr>
            <a:xfrm flipH="1">
              <a:off x="3343478" y="571404"/>
              <a:ext cx="1059248" cy="873319"/>
              <a:chOff x="7029526" y="603457"/>
              <a:chExt cx="1394481" cy="1149709"/>
            </a:xfrm>
          </p:grpSpPr>
          <p:sp>
            <p:nvSpPr>
              <p:cNvPr id="1207" name="Google Shape;1207;p37"/>
              <p:cNvSpPr/>
              <p:nvPr/>
            </p:nvSpPr>
            <p:spPr>
              <a:xfrm flipH="1" rot="-804296">
                <a:off x="7327137" y="706613"/>
                <a:ext cx="583880" cy="892157"/>
              </a:xfrm>
              <a:custGeom>
                <a:rect b="b" l="l" r="r" t="t"/>
                <a:pathLst>
                  <a:path extrusionOk="0" h="11605" w="7595">
                    <a:moveTo>
                      <a:pt x="2155" y="0"/>
                    </a:moveTo>
                    <a:cubicBezTo>
                      <a:pt x="2406" y="2507"/>
                      <a:pt x="2506" y="5940"/>
                      <a:pt x="0" y="6943"/>
                    </a:cubicBezTo>
                    <a:cubicBezTo>
                      <a:pt x="2757" y="6943"/>
                      <a:pt x="4336" y="9123"/>
                      <a:pt x="5589" y="11604"/>
                    </a:cubicBezTo>
                    <a:cubicBezTo>
                      <a:pt x="5589" y="9123"/>
                      <a:pt x="5338" y="6617"/>
                      <a:pt x="7594" y="5113"/>
                    </a:cubicBezTo>
                    <a:lnTo>
                      <a:pt x="7594" y="5113"/>
                    </a:lnTo>
                    <a:cubicBezTo>
                      <a:pt x="7536" y="5115"/>
                      <a:pt x="7479" y="5116"/>
                      <a:pt x="7423" y="5116"/>
                    </a:cubicBezTo>
                    <a:cubicBezTo>
                      <a:pt x="4895" y="5116"/>
                      <a:pt x="3381" y="2942"/>
                      <a:pt x="215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8" name="Google Shape;1208;p37"/>
              <p:cNvSpPr/>
              <p:nvPr/>
            </p:nvSpPr>
            <p:spPr>
              <a:xfrm flipH="1">
                <a:off x="7029526" y="973310"/>
                <a:ext cx="207371" cy="139045"/>
              </a:xfrm>
              <a:custGeom>
                <a:rect b="b" l="l" r="r" t="t"/>
                <a:pathLst>
                  <a:path extrusionOk="0" h="3138" w="4680">
                    <a:moveTo>
                      <a:pt x="2235" y="0"/>
                    </a:moveTo>
                    <a:cubicBezTo>
                      <a:pt x="256" y="0"/>
                      <a:pt x="1" y="3138"/>
                      <a:pt x="2524" y="3138"/>
                    </a:cubicBezTo>
                    <a:cubicBezTo>
                      <a:pt x="4429" y="3138"/>
                      <a:pt x="4680" y="80"/>
                      <a:pt x="2374" y="5"/>
                    </a:cubicBezTo>
                    <a:cubicBezTo>
                      <a:pt x="2327" y="2"/>
                      <a:pt x="2281" y="0"/>
                      <a:pt x="223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9" name="Google Shape;1209;p37"/>
              <p:cNvSpPr/>
              <p:nvPr/>
            </p:nvSpPr>
            <p:spPr>
              <a:xfrm flipH="1">
                <a:off x="7760243" y="1648506"/>
                <a:ext cx="155572" cy="104660"/>
              </a:xfrm>
              <a:custGeom>
                <a:rect b="b" l="l" r="r" t="t"/>
                <a:pathLst>
                  <a:path extrusionOk="0" h="2362" w="3511">
                    <a:moveTo>
                      <a:pt x="1689" y="1"/>
                    </a:moveTo>
                    <a:cubicBezTo>
                      <a:pt x="191" y="1"/>
                      <a:pt x="0" y="2337"/>
                      <a:pt x="1907" y="2361"/>
                    </a:cubicBezTo>
                    <a:cubicBezTo>
                      <a:pt x="3335" y="2361"/>
                      <a:pt x="3511" y="55"/>
                      <a:pt x="1806" y="5"/>
                    </a:cubicBezTo>
                    <a:cubicBezTo>
                      <a:pt x="1766" y="2"/>
                      <a:pt x="1727" y="1"/>
                      <a:pt x="168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0" name="Google Shape;1210;p37"/>
              <p:cNvSpPr/>
              <p:nvPr/>
            </p:nvSpPr>
            <p:spPr>
              <a:xfrm flipH="1">
                <a:off x="8304637" y="1362607"/>
                <a:ext cx="119371" cy="80112"/>
              </a:xfrm>
              <a:custGeom>
                <a:rect b="b" l="l" r="r" t="t"/>
                <a:pathLst>
                  <a:path extrusionOk="0" h="1808" w="2694">
                    <a:moveTo>
                      <a:pt x="1304" y="1"/>
                    </a:moveTo>
                    <a:cubicBezTo>
                      <a:pt x="140" y="1"/>
                      <a:pt x="0" y="1808"/>
                      <a:pt x="1450" y="1808"/>
                    </a:cubicBezTo>
                    <a:cubicBezTo>
                      <a:pt x="1458" y="1808"/>
                      <a:pt x="1465" y="1808"/>
                      <a:pt x="1473" y="1808"/>
                    </a:cubicBezTo>
                    <a:cubicBezTo>
                      <a:pt x="2555" y="1808"/>
                      <a:pt x="2694" y="53"/>
                      <a:pt x="1375" y="3"/>
                    </a:cubicBezTo>
                    <a:cubicBezTo>
                      <a:pt x="1351" y="2"/>
                      <a:pt x="1327" y="1"/>
                      <a:pt x="130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1" name="Google Shape;1211;p37"/>
              <p:cNvSpPr/>
              <p:nvPr/>
            </p:nvSpPr>
            <p:spPr>
              <a:xfrm>
                <a:off x="7935221" y="1407647"/>
                <a:ext cx="235455" cy="173006"/>
              </a:xfrm>
              <a:custGeom>
                <a:rect b="b" l="l" r="r" t="t"/>
                <a:pathLst>
                  <a:path extrusionOk="0" h="16924" w="23033">
                    <a:moveTo>
                      <a:pt x="18087" y="0"/>
                    </a:moveTo>
                    <a:cubicBezTo>
                      <a:pt x="15558" y="0"/>
                      <a:pt x="12757" y="2011"/>
                      <a:pt x="12181" y="4317"/>
                    </a:cubicBezTo>
                    <a:cubicBezTo>
                      <a:pt x="12181" y="4317"/>
                      <a:pt x="10883" y="321"/>
                      <a:pt x="6682" y="321"/>
                    </a:cubicBezTo>
                    <a:cubicBezTo>
                      <a:pt x="6249" y="321"/>
                      <a:pt x="5785" y="364"/>
                      <a:pt x="5289" y="457"/>
                    </a:cubicBezTo>
                    <a:cubicBezTo>
                      <a:pt x="0" y="1460"/>
                      <a:pt x="6492" y="11610"/>
                      <a:pt x="12381" y="16924"/>
                    </a:cubicBezTo>
                    <a:cubicBezTo>
                      <a:pt x="22381" y="8527"/>
                      <a:pt x="23033" y="2437"/>
                      <a:pt x="20251" y="608"/>
                    </a:cubicBezTo>
                    <a:cubicBezTo>
                      <a:pt x="19602" y="187"/>
                      <a:pt x="18857" y="0"/>
                      <a:pt x="18087"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2" name="Google Shape;1212;p37"/>
              <p:cNvSpPr/>
              <p:nvPr/>
            </p:nvSpPr>
            <p:spPr>
              <a:xfrm flipH="1">
                <a:off x="7274487" y="603457"/>
                <a:ext cx="119371" cy="80112"/>
              </a:xfrm>
              <a:custGeom>
                <a:rect b="b" l="l" r="r" t="t"/>
                <a:pathLst>
                  <a:path extrusionOk="0" h="1808" w="2694">
                    <a:moveTo>
                      <a:pt x="1304" y="1"/>
                    </a:moveTo>
                    <a:cubicBezTo>
                      <a:pt x="140" y="1"/>
                      <a:pt x="0" y="1808"/>
                      <a:pt x="1450" y="1808"/>
                    </a:cubicBezTo>
                    <a:cubicBezTo>
                      <a:pt x="1458" y="1808"/>
                      <a:pt x="1465" y="1808"/>
                      <a:pt x="1473" y="1808"/>
                    </a:cubicBezTo>
                    <a:cubicBezTo>
                      <a:pt x="2555" y="1808"/>
                      <a:pt x="2694" y="53"/>
                      <a:pt x="1375" y="3"/>
                    </a:cubicBezTo>
                    <a:cubicBezTo>
                      <a:pt x="1351" y="2"/>
                      <a:pt x="1327" y="1"/>
                      <a:pt x="130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213" name="Google Shape;1213;p37"/>
          <p:cNvGrpSpPr/>
          <p:nvPr/>
        </p:nvGrpSpPr>
        <p:grpSpPr>
          <a:xfrm>
            <a:off x="1049525" y="3027250"/>
            <a:ext cx="1157825" cy="1469325"/>
            <a:chOff x="1401950" y="2310600"/>
            <a:chExt cx="1157825" cy="1469325"/>
          </a:xfrm>
        </p:grpSpPr>
        <p:sp>
          <p:nvSpPr>
            <p:cNvPr id="1214" name="Google Shape;1214;p37"/>
            <p:cNvSpPr/>
            <p:nvPr/>
          </p:nvSpPr>
          <p:spPr>
            <a:xfrm>
              <a:off x="1401950" y="2310600"/>
              <a:ext cx="1125875" cy="1214075"/>
            </a:xfrm>
            <a:custGeom>
              <a:rect b="b" l="l" r="r" t="t"/>
              <a:pathLst>
                <a:path extrusionOk="0" h="48563" w="45035">
                  <a:moveTo>
                    <a:pt x="11545" y="0"/>
                  </a:moveTo>
                  <a:cubicBezTo>
                    <a:pt x="5695" y="0"/>
                    <a:pt x="0" y="4486"/>
                    <a:pt x="1475" y="15229"/>
                  </a:cubicBezTo>
                  <a:cubicBezTo>
                    <a:pt x="3781" y="32021"/>
                    <a:pt x="17766" y="48562"/>
                    <a:pt x="17766" y="48562"/>
                  </a:cubicBezTo>
                  <a:lnTo>
                    <a:pt x="40849" y="46808"/>
                  </a:lnTo>
                  <a:cubicBezTo>
                    <a:pt x="40849" y="46808"/>
                    <a:pt x="39771" y="43800"/>
                    <a:pt x="41927" y="31018"/>
                  </a:cubicBezTo>
                  <a:cubicBezTo>
                    <a:pt x="44082" y="18236"/>
                    <a:pt x="45034" y="13474"/>
                    <a:pt x="40849" y="10467"/>
                  </a:cubicBezTo>
                  <a:cubicBezTo>
                    <a:pt x="40389" y="10134"/>
                    <a:pt x="39953" y="9989"/>
                    <a:pt x="39535" y="9989"/>
                  </a:cubicBezTo>
                  <a:cubicBezTo>
                    <a:pt x="36591" y="9989"/>
                    <a:pt x="34536" y="17211"/>
                    <a:pt x="31167" y="17211"/>
                  </a:cubicBezTo>
                  <a:cubicBezTo>
                    <a:pt x="30688" y="17211"/>
                    <a:pt x="30183" y="17065"/>
                    <a:pt x="29646" y="16732"/>
                  </a:cubicBezTo>
                  <a:cubicBezTo>
                    <a:pt x="24784" y="13725"/>
                    <a:pt x="26237" y="10968"/>
                    <a:pt x="20322" y="3950"/>
                  </a:cubicBezTo>
                  <a:cubicBezTo>
                    <a:pt x="18183" y="1422"/>
                    <a:pt x="14839" y="0"/>
                    <a:pt x="1154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5" name="Google Shape;1215;p37"/>
            <p:cNvSpPr/>
            <p:nvPr/>
          </p:nvSpPr>
          <p:spPr>
            <a:xfrm>
              <a:off x="1487050" y="2472625"/>
              <a:ext cx="526350" cy="537625"/>
            </a:xfrm>
            <a:custGeom>
              <a:rect b="b" l="l" r="r" t="t"/>
              <a:pathLst>
                <a:path extrusionOk="0" h="21505" w="21054">
                  <a:moveTo>
                    <a:pt x="18873" y="1"/>
                  </a:moveTo>
                  <a:cubicBezTo>
                    <a:pt x="12733" y="2156"/>
                    <a:pt x="7620" y="6417"/>
                    <a:pt x="3535" y="11755"/>
                  </a:cubicBezTo>
                  <a:cubicBezTo>
                    <a:pt x="2207" y="13459"/>
                    <a:pt x="878" y="15064"/>
                    <a:pt x="1" y="16768"/>
                  </a:cubicBezTo>
                  <a:cubicBezTo>
                    <a:pt x="527" y="18372"/>
                    <a:pt x="1154" y="19951"/>
                    <a:pt x="1806" y="21505"/>
                  </a:cubicBezTo>
                  <a:cubicBezTo>
                    <a:pt x="4337" y="12708"/>
                    <a:pt x="11856" y="5865"/>
                    <a:pt x="21054" y="3535"/>
                  </a:cubicBezTo>
                  <a:cubicBezTo>
                    <a:pt x="20502" y="2507"/>
                    <a:pt x="19826" y="1354"/>
                    <a:pt x="18873"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6" name="Google Shape;1216;p37"/>
            <p:cNvSpPr/>
            <p:nvPr/>
          </p:nvSpPr>
          <p:spPr>
            <a:xfrm>
              <a:off x="1599850" y="2606725"/>
              <a:ext cx="480600" cy="715550"/>
            </a:xfrm>
            <a:custGeom>
              <a:rect b="b" l="l" r="r" t="t"/>
              <a:pathLst>
                <a:path extrusionOk="0" h="28622" w="19224">
                  <a:moveTo>
                    <a:pt x="17469" y="0"/>
                  </a:moveTo>
                  <a:cubicBezTo>
                    <a:pt x="8622" y="4010"/>
                    <a:pt x="2908" y="12607"/>
                    <a:pt x="0" y="21805"/>
                  </a:cubicBezTo>
                  <a:cubicBezTo>
                    <a:pt x="1329" y="24311"/>
                    <a:pt x="2732" y="26617"/>
                    <a:pt x="4010" y="28622"/>
                  </a:cubicBezTo>
                  <a:cubicBezTo>
                    <a:pt x="6116" y="18797"/>
                    <a:pt x="11329" y="8948"/>
                    <a:pt x="19223" y="2782"/>
                  </a:cubicBezTo>
                  <a:cubicBezTo>
                    <a:pt x="18497" y="1955"/>
                    <a:pt x="17995" y="1053"/>
                    <a:pt x="17469"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7" name="Google Shape;1217;p37"/>
            <p:cNvSpPr/>
            <p:nvPr/>
          </p:nvSpPr>
          <p:spPr>
            <a:xfrm>
              <a:off x="1817900" y="2710100"/>
              <a:ext cx="371575" cy="814575"/>
            </a:xfrm>
            <a:custGeom>
              <a:rect b="b" l="l" r="r" t="t"/>
              <a:pathLst>
                <a:path extrusionOk="0" h="32583" w="14863">
                  <a:moveTo>
                    <a:pt x="11930" y="1"/>
                  </a:moveTo>
                  <a:cubicBezTo>
                    <a:pt x="4938" y="8848"/>
                    <a:pt x="1354" y="19800"/>
                    <a:pt x="0" y="31129"/>
                  </a:cubicBezTo>
                  <a:cubicBezTo>
                    <a:pt x="702" y="32056"/>
                    <a:pt x="1128" y="32582"/>
                    <a:pt x="1128" y="32582"/>
                  </a:cubicBezTo>
                  <a:lnTo>
                    <a:pt x="8772" y="31981"/>
                  </a:lnTo>
                  <a:cubicBezTo>
                    <a:pt x="8070" y="21429"/>
                    <a:pt x="10176" y="10502"/>
                    <a:pt x="14862" y="1204"/>
                  </a:cubicBezTo>
                  <a:lnTo>
                    <a:pt x="14862" y="1204"/>
                  </a:lnTo>
                  <a:cubicBezTo>
                    <a:pt x="14758" y="1217"/>
                    <a:pt x="14652" y="1224"/>
                    <a:pt x="14546" y="1224"/>
                  </a:cubicBezTo>
                  <a:cubicBezTo>
                    <a:pt x="14065" y="1224"/>
                    <a:pt x="13562" y="1081"/>
                    <a:pt x="13008" y="752"/>
                  </a:cubicBezTo>
                  <a:cubicBezTo>
                    <a:pt x="12607" y="502"/>
                    <a:pt x="12256" y="251"/>
                    <a:pt x="11930"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8" name="Google Shape;1218;p37"/>
            <p:cNvSpPr/>
            <p:nvPr/>
          </p:nvSpPr>
          <p:spPr>
            <a:xfrm>
              <a:off x="2178800" y="2599825"/>
              <a:ext cx="236225" cy="896025"/>
            </a:xfrm>
            <a:custGeom>
              <a:rect b="b" l="l" r="r" t="t"/>
              <a:pathLst>
                <a:path extrusionOk="0" h="35841" w="9449">
                  <a:moveTo>
                    <a:pt x="5965" y="1"/>
                  </a:moveTo>
                  <a:cubicBezTo>
                    <a:pt x="5038" y="1078"/>
                    <a:pt x="4136" y="2532"/>
                    <a:pt x="3183" y="3685"/>
                  </a:cubicBezTo>
                  <a:cubicBezTo>
                    <a:pt x="928" y="14136"/>
                    <a:pt x="0" y="25264"/>
                    <a:pt x="1830" y="35840"/>
                  </a:cubicBezTo>
                  <a:lnTo>
                    <a:pt x="9449" y="35264"/>
                  </a:lnTo>
                  <a:cubicBezTo>
                    <a:pt x="6943" y="23710"/>
                    <a:pt x="6291" y="11730"/>
                    <a:pt x="5965"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9" name="Google Shape;1219;p37"/>
            <p:cNvSpPr/>
            <p:nvPr/>
          </p:nvSpPr>
          <p:spPr>
            <a:xfrm>
              <a:off x="1430675" y="2361725"/>
              <a:ext cx="493750" cy="332725"/>
            </a:xfrm>
            <a:custGeom>
              <a:rect b="b" l="l" r="r" t="t"/>
              <a:pathLst>
                <a:path extrusionOk="0" h="13309" w="19750">
                  <a:moveTo>
                    <a:pt x="17043" y="1"/>
                  </a:moveTo>
                  <a:cubicBezTo>
                    <a:pt x="11329" y="1279"/>
                    <a:pt x="4261" y="2632"/>
                    <a:pt x="351" y="6868"/>
                  </a:cubicBezTo>
                  <a:cubicBezTo>
                    <a:pt x="25" y="8672"/>
                    <a:pt x="0" y="10778"/>
                    <a:pt x="326" y="13184"/>
                  </a:cubicBezTo>
                  <a:cubicBezTo>
                    <a:pt x="326" y="13209"/>
                    <a:pt x="351" y="13259"/>
                    <a:pt x="351" y="13309"/>
                  </a:cubicBezTo>
                  <a:cubicBezTo>
                    <a:pt x="4888" y="7620"/>
                    <a:pt x="12732" y="4011"/>
                    <a:pt x="19750" y="2607"/>
                  </a:cubicBezTo>
                  <a:cubicBezTo>
                    <a:pt x="19549" y="2357"/>
                    <a:pt x="19374" y="2131"/>
                    <a:pt x="19173" y="1905"/>
                  </a:cubicBezTo>
                  <a:cubicBezTo>
                    <a:pt x="18547" y="1179"/>
                    <a:pt x="17820" y="527"/>
                    <a:pt x="17043"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0" name="Google Shape;1220;p37"/>
            <p:cNvSpPr/>
            <p:nvPr/>
          </p:nvSpPr>
          <p:spPr>
            <a:xfrm>
              <a:off x="1730800" y="3387575"/>
              <a:ext cx="828975" cy="392350"/>
            </a:xfrm>
            <a:custGeom>
              <a:rect b="b" l="l" r="r" t="t"/>
              <a:pathLst>
                <a:path extrusionOk="0" h="15694" w="33159">
                  <a:moveTo>
                    <a:pt x="25935" y="0"/>
                  </a:moveTo>
                  <a:cubicBezTo>
                    <a:pt x="24567" y="0"/>
                    <a:pt x="22590" y="122"/>
                    <a:pt x="19524" y="345"/>
                  </a:cubicBezTo>
                  <a:cubicBezTo>
                    <a:pt x="11630" y="897"/>
                    <a:pt x="3484" y="4030"/>
                    <a:pt x="3484" y="4030"/>
                  </a:cubicBezTo>
                  <a:cubicBezTo>
                    <a:pt x="552" y="5233"/>
                    <a:pt x="0" y="8616"/>
                    <a:pt x="1053" y="11624"/>
                  </a:cubicBezTo>
                  <a:cubicBezTo>
                    <a:pt x="1898" y="13982"/>
                    <a:pt x="2959" y="15693"/>
                    <a:pt x="6170" y="15693"/>
                  </a:cubicBezTo>
                  <a:cubicBezTo>
                    <a:pt x="7054" y="15693"/>
                    <a:pt x="8100" y="15564"/>
                    <a:pt x="9349" y="15283"/>
                  </a:cubicBezTo>
                  <a:cubicBezTo>
                    <a:pt x="15138" y="13954"/>
                    <a:pt x="29399" y="11799"/>
                    <a:pt x="31279" y="8992"/>
                  </a:cubicBezTo>
                  <a:cubicBezTo>
                    <a:pt x="33158" y="6160"/>
                    <a:pt x="31479" y="2125"/>
                    <a:pt x="29775" y="997"/>
                  </a:cubicBezTo>
                  <a:cubicBezTo>
                    <a:pt x="28746" y="306"/>
                    <a:pt x="28103" y="0"/>
                    <a:pt x="2593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1" name="Google Shape;1221;p37"/>
            <p:cNvSpPr/>
            <p:nvPr/>
          </p:nvSpPr>
          <p:spPr>
            <a:xfrm>
              <a:off x="1833075" y="3542150"/>
              <a:ext cx="686600" cy="200650"/>
            </a:xfrm>
            <a:custGeom>
              <a:rect b="b" l="l" r="r" t="t"/>
              <a:pathLst>
                <a:path extrusionOk="0" h="8026" w="27464">
                  <a:moveTo>
                    <a:pt x="25152" y="0"/>
                  </a:moveTo>
                  <a:cubicBezTo>
                    <a:pt x="23913" y="0"/>
                    <a:pt x="21966" y="218"/>
                    <a:pt x="18992" y="759"/>
                  </a:cubicBezTo>
                  <a:cubicBezTo>
                    <a:pt x="13729" y="1686"/>
                    <a:pt x="797" y="4744"/>
                    <a:pt x="320" y="6573"/>
                  </a:cubicBezTo>
                  <a:cubicBezTo>
                    <a:pt x="0" y="7821"/>
                    <a:pt x="1211" y="8025"/>
                    <a:pt x="2038" y="8025"/>
                  </a:cubicBezTo>
                  <a:cubicBezTo>
                    <a:pt x="2440" y="8025"/>
                    <a:pt x="2752" y="7977"/>
                    <a:pt x="2752" y="7977"/>
                  </a:cubicBezTo>
                  <a:cubicBezTo>
                    <a:pt x="9744" y="6924"/>
                    <a:pt x="24732" y="2889"/>
                    <a:pt x="25834" y="2363"/>
                  </a:cubicBezTo>
                  <a:cubicBezTo>
                    <a:pt x="26937" y="1836"/>
                    <a:pt x="27463" y="809"/>
                    <a:pt x="26887" y="333"/>
                  </a:cubicBezTo>
                  <a:cubicBezTo>
                    <a:pt x="26627" y="127"/>
                    <a:pt x="26095" y="0"/>
                    <a:pt x="2515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22" name="Google Shape;1222;p37"/>
          <p:cNvGrpSpPr/>
          <p:nvPr/>
        </p:nvGrpSpPr>
        <p:grpSpPr>
          <a:xfrm>
            <a:off x="7089050" y="3027238"/>
            <a:ext cx="1157825" cy="1469325"/>
            <a:chOff x="6584225" y="2312688"/>
            <a:chExt cx="1157825" cy="1469325"/>
          </a:xfrm>
        </p:grpSpPr>
        <p:sp>
          <p:nvSpPr>
            <p:cNvPr id="1223" name="Google Shape;1223;p37"/>
            <p:cNvSpPr/>
            <p:nvPr/>
          </p:nvSpPr>
          <p:spPr>
            <a:xfrm flipH="1">
              <a:off x="6616175" y="2312688"/>
              <a:ext cx="1125875" cy="1214075"/>
            </a:xfrm>
            <a:custGeom>
              <a:rect b="b" l="l" r="r" t="t"/>
              <a:pathLst>
                <a:path extrusionOk="0" h="48563" w="45035">
                  <a:moveTo>
                    <a:pt x="11545" y="0"/>
                  </a:moveTo>
                  <a:cubicBezTo>
                    <a:pt x="5695" y="0"/>
                    <a:pt x="0" y="4486"/>
                    <a:pt x="1475" y="15229"/>
                  </a:cubicBezTo>
                  <a:cubicBezTo>
                    <a:pt x="3781" y="32021"/>
                    <a:pt x="17766" y="48562"/>
                    <a:pt x="17766" y="48562"/>
                  </a:cubicBezTo>
                  <a:lnTo>
                    <a:pt x="40849" y="46808"/>
                  </a:lnTo>
                  <a:cubicBezTo>
                    <a:pt x="40849" y="46808"/>
                    <a:pt x="39771" y="43800"/>
                    <a:pt x="41927" y="31018"/>
                  </a:cubicBezTo>
                  <a:cubicBezTo>
                    <a:pt x="44082" y="18236"/>
                    <a:pt x="45034" y="13474"/>
                    <a:pt x="40849" y="10467"/>
                  </a:cubicBezTo>
                  <a:cubicBezTo>
                    <a:pt x="40389" y="10134"/>
                    <a:pt x="39953" y="9989"/>
                    <a:pt x="39535" y="9989"/>
                  </a:cubicBezTo>
                  <a:cubicBezTo>
                    <a:pt x="36591" y="9989"/>
                    <a:pt x="34536" y="17211"/>
                    <a:pt x="31167" y="17211"/>
                  </a:cubicBezTo>
                  <a:cubicBezTo>
                    <a:pt x="30688" y="17211"/>
                    <a:pt x="30183" y="17065"/>
                    <a:pt x="29646" y="16732"/>
                  </a:cubicBezTo>
                  <a:cubicBezTo>
                    <a:pt x="24784" y="13725"/>
                    <a:pt x="26237" y="10968"/>
                    <a:pt x="20322" y="3950"/>
                  </a:cubicBezTo>
                  <a:cubicBezTo>
                    <a:pt x="18183" y="1422"/>
                    <a:pt x="14839" y="0"/>
                    <a:pt x="1154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4" name="Google Shape;1224;p37"/>
            <p:cNvSpPr/>
            <p:nvPr/>
          </p:nvSpPr>
          <p:spPr>
            <a:xfrm flipH="1">
              <a:off x="7130600" y="2474713"/>
              <a:ext cx="526350" cy="537625"/>
            </a:xfrm>
            <a:custGeom>
              <a:rect b="b" l="l" r="r" t="t"/>
              <a:pathLst>
                <a:path extrusionOk="0" h="21505" w="21054">
                  <a:moveTo>
                    <a:pt x="18873" y="1"/>
                  </a:moveTo>
                  <a:cubicBezTo>
                    <a:pt x="12733" y="2156"/>
                    <a:pt x="7620" y="6417"/>
                    <a:pt x="3535" y="11755"/>
                  </a:cubicBezTo>
                  <a:cubicBezTo>
                    <a:pt x="2207" y="13459"/>
                    <a:pt x="878" y="15064"/>
                    <a:pt x="1" y="16768"/>
                  </a:cubicBezTo>
                  <a:cubicBezTo>
                    <a:pt x="527" y="18372"/>
                    <a:pt x="1154" y="19951"/>
                    <a:pt x="1806" y="21505"/>
                  </a:cubicBezTo>
                  <a:cubicBezTo>
                    <a:pt x="4337" y="12708"/>
                    <a:pt x="11856" y="5865"/>
                    <a:pt x="21054" y="3535"/>
                  </a:cubicBezTo>
                  <a:cubicBezTo>
                    <a:pt x="20502" y="2507"/>
                    <a:pt x="19826" y="1354"/>
                    <a:pt x="18873"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5" name="Google Shape;1225;p37"/>
            <p:cNvSpPr/>
            <p:nvPr/>
          </p:nvSpPr>
          <p:spPr>
            <a:xfrm flipH="1">
              <a:off x="7063550" y="2608813"/>
              <a:ext cx="480600" cy="715550"/>
            </a:xfrm>
            <a:custGeom>
              <a:rect b="b" l="l" r="r" t="t"/>
              <a:pathLst>
                <a:path extrusionOk="0" h="28622" w="19224">
                  <a:moveTo>
                    <a:pt x="17469" y="0"/>
                  </a:moveTo>
                  <a:cubicBezTo>
                    <a:pt x="8622" y="4010"/>
                    <a:pt x="2908" y="12607"/>
                    <a:pt x="0" y="21805"/>
                  </a:cubicBezTo>
                  <a:cubicBezTo>
                    <a:pt x="1329" y="24311"/>
                    <a:pt x="2732" y="26617"/>
                    <a:pt x="4010" y="28622"/>
                  </a:cubicBezTo>
                  <a:cubicBezTo>
                    <a:pt x="6116" y="18797"/>
                    <a:pt x="11329" y="8948"/>
                    <a:pt x="19223" y="2782"/>
                  </a:cubicBezTo>
                  <a:cubicBezTo>
                    <a:pt x="18497" y="1955"/>
                    <a:pt x="17995" y="1053"/>
                    <a:pt x="17469"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6" name="Google Shape;1226;p37"/>
            <p:cNvSpPr/>
            <p:nvPr/>
          </p:nvSpPr>
          <p:spPr>
            <a:xfrm flipH="1">
              <a:off x="6954525" y="2712188"/>
              <a:ext cx="371575" cy="814575"/>
            </a:xfrm>
            <a:custGeom>
              <a:rect b="b" l="l" r="r" t="t"/>
              <a:pathLst>
                <a:path extrusionOk="0" h="32583" w="14863">
                  <a:moveTo>
                    <a:pt x="11930" y="1"/>
                  </a:moveTo>
                  <a:cubicBezTo>
                    <a:pt x="4938" y="8848"/>
                    <a:pt x="1354" y="19800"/>
                    <a:pt x="0" y="31129"/>
                  </a:cubicBezTo>
                  <a:cubicBezTo>
                    <a:pt x="702" y="32056"/>
                    <a:pt x="1128" y="32582"/>
                    <a:pt x="1128" y="32582"/>
                  </a:cubicBezTo>
                  <a:lnTo>
                    <a:pt x="8772" y="31981"/>
                  </a:lnTo>
                  <a:cubicBezTo>
                    <a:pt x="8070" y="21429"/>
                    <a:pt x="10176" y="10502"/>
                    <a:pt x="14862" y="1204"/>
                  </a:cubicBezTo>
                  <a:lnTo>
                    <a:pt x="14862" y="1204"/>
                  </a:lnTo>
                  <a:cubicBezTo>
                    <a:pt x="14758" y="1217"/>
                    <a:pt x="14652" y="1224"/>
                    <a:pt x="14546" y="1224"/>
                  </a:cubicBezTo>
                  <a:cubicBezTo>
                    <a:pt x="14065" y="1224"/>
                    <a:pt x="13562" y="1081"/>
                    <a:pt x="13008" y="752"/>
                  </a:cubicBezTo>
                  <a:cubicBezTo>
                    <a:pt x="12607" y="502"/>
                    <a:pt x="12256" y="251"/>
                    <a:pt x="11930"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7" name="Google Shape;1227;p37"/>
            <p:cNvSpPr/>
            <p:nvPr/>
          </p:nvSpPr>
          <p:spPr>
            <a:xfrm flipH="1">
              <a:off x="6728975" y="2601913"/>
              <a:ext cx="236225" cy="896025"/>
            </a:xfrm>
            <a:custGeom>
              <a:rect b="b" l="l" r="r" t="t"/>
              <a:pathLst>
                <a:path extrusionOk="0" h="35841" w="9449">
                  <a:moveTo>
                    <a:pt x="5965" y="1"/>
                  </a:moveTo>
                  <a:cubicBezTo>
                    <a:pt x="5038" y="1078"/>
                    <a:pt x="4136" y="2532"/>
                    <a:pt x="3183" y="3685"/>
                  </a:cubicBezTo>
                  <a:cubicBezTo>
                    <a:pt x="928" y="14136"/>
                    <a:pt x="0" y="25264"/>
                    <a:pt x="1830" y="35840"/>
                  </a:cubicBezTo>
                  <a:lnTo>
                    <a:pt x="9449" y="35264"/>
                  </a:lnTo>
                  <a:cubicBezTo>
                    <a:pt x="6943" y="23710"/>
                    <a:pt x="6291" y="11730"/>
                    <a:pt x="5965"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8" name="Google Shape;1228;p37"/>
            <p:cNvSpPr/>
            <p:nvPr/>
          </p:nvSpPr>
          <p:spPr>
            <a:xfrm flipH="1">
              <a:off x="7219575" y="2363813"/>
              <a:ext cx="493750" cy="332725"/>
            </a:xfrm>
            <a:custGeom>
              <a:rect b="b" l="l" r="r" t="t"/>
              <a:pathLst>
                <a:path extrusionOk="0" h="13309" w="19750">
                  <a:moveTo>
                    <a:pt x="17043" y="1"/>
                  </a:moveTo>
                  <a:cubicBezTo>
                    <a:pt x="11329" y="1279"/>
                    <a:pt x="4261" y="2632"/>
                    <a:pt x="351" y="6868"/>
                  </a:cubicBezTo>
                  <a:cubicBezTo>
                    <a:pt x="25" y="8672"/>
                    <a:pt x="0" y="10778"/>
                    <a:pt x="326" y="13184"/>
                  </a:cubicBezTo>
                  <a:cubicBezTo>
                    <a:pt x="326" y="13209"/>
                    <a:pt x="351" y="13259"/>
                    <a:pt x="351" y="13309"/>
                  </a:cubicBezTo>
                  <a:cubicBezTo>
                    <a:pt x="4888" y="7620"/>
                    <a:pt x="12732" y="4011"/>
                    <a:pt x="19750" y="2607"/>
                  </a:cubicBezTo>
                  <a:cubicBezTo>
                    <a:pt x="19549" y="2357"/>
                    <a:pt x="19374" y="2131"/>
                    <a:pt x="19173" y="1905"/>
                  </a:cubicBezTo>
                  <a:cubicBezTo>
                    <a:pt x="18547" y="1179"/>
                    <a:pt x="17820" y="527"/>
                    <a:pt x="17043"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9" name="Google Shape;1229;p37"/>
            <p:cNvSpPr/>
            <p:nvPr/>
          </p:nvSpPr>
          <p:spPr>
            <a:xfrm flipH="1">
              <a:off x="6584225" y="3389663"/>
              <a:ext cx="828975" cy="392350"/>
            </a:xfrm>
            <a:custGeom>
              <a:rect b="b" l="l" r="r" t="t"/>
              <a:pathLst>
                <a:path extrusionOk="0" h="15694" w="33159">
                  <a:moveTo>
                    <a:pt x="25935" y="0"/>
                  </a:moveTo>
                  <a:cubicBezTo>
                    <a:pt x="24567" y="0"/>
                    <a:pt x="22590" y="122"/>
                    <a:pt x="19524" y="345"/>
                  </a:cubicBezTo>
                  <a:cubicBezTo>
                    <a:pt x="11630" y="897"/>
                    <a:pt x="3484" y="4030"/>
                    <a:pt x="3484" y="4030"/>
                  </a:cubicBezTo>
                  <a:cubicBezTo>
                    <a:pt x="552" y="5233"/>
                    <a:pt x="0" y="8616"/>
                    <a:pt x="1053" y="11624"/>
                  </a:cubicBezTo>
                  <a:cubicBezTo>
                    <a:pt x="1898" y="13982"/>
                    <a:pt x="2959" y="15693"/>
                    <a:pt x="6170" y="15693"/>
                  </a:cubicBezTo>
                  <a:cubicBezTo>
                    <a:pt x="7054" y="15693"/>
                    <a:pt x="8100" y="15564"/>
                    <a:pt x="9349" y="15283"/>
                  </a:cubicBezTo>
                  <a:cubicBezTo>
                    <a:pt x="15138" y="13954"/>
                    <a:pt x="29399" y="11799"/>
                    <a:pt x="31279" y="8992"/>
                  </a:cubicBezTo>
                  <a:cubicBezTo>
                    <a:pt x="33158" y="6160"/>
                    <a:pt x="31479" y="2125"/>
                    <a:pt x="29775" y="997"/>
                  </a:cubicBezTo>
                  <a:cubicBezTo>
                    <a:pt x="28746" y="306"/>
                    <a:pt x="28103" y="0"/>
                    <a:pt x="2593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0" name="Google Shape;1230;p37"/>
            <p:cNvSpPr/>
            <p:nvPr/>
          </p:nvSpPr>
          <p:spPr>
            <a:xfrm flipH="1">
              <a:off x="6624325" y="3544238"/>
              <a:ext cx="686600" cy="200650"/>
            </a:xfrm>
            <a:custGeom>
              <a:rect b="b" l="l" r="r" t="t"/>
              <a:pathLst>
                <a:path extrusionOk="0" h="8026" w="27464">
                  <a:moveTo>
                    <a:pt x="25152" y="0"/>
                  </a:moveTo>
                  <a:cubicBezTo>
                    <a:pt x="23913" y="0"/>
                    <a:pt x="21966" y="218"/>
                    <a:pt x="18992" y="759"/>
                  </a:cubicBezTo>
                  <a:cubicBezTo>
                    <a:pt x="13729" y="1686"/>
                    <a:pt x="797" y="4744"/>
                    <a:pt x="320" y="6573"/>
                  </a:cubicBezTo>
                  <a:cubicBezTo>
                    <a:pt x="0" y="7821"/>
                    <a:pt x="1211" y="8025"/>
                    <a:pt x="2038" y="8025"/>
                  </a:cubicBezTo>
                  <a:cubicBezTo>
                    <a:pt x="2440" y="8025"/>
                    <a:pt x="2752" y="7977"/>
                    <a:pt x="2752" y="7977"/>
                  </a:cubicBezTo>
                  <a:cubicBezTo>
                    <a:pt x="9744" y="6924"/>
                    <a:pt x="24732" y="2889"/>
                    <a:pt x="25834" y="2363"/>
                  </a:cubicBezTo>
                  <a:cubicBezTo>
                    <a:pt x="26937" y="1836"/>
                    <a:pt x="27463" y="809"/>
                    <a:pt x="26887" y="333"/>
                  </a:cubicBezTo>
                  <a:cubicBezTo>
                    <a:pt x="26627" y="127"/>
                    <a:pt x="26095" y="0"/>
                    <a:pt x="2515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31" name="Google Shape;1231;p3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5" name="Shape 1235"/>
        <p:cNvGrpSpPr/>
        <p:nvPr/>
      </p:nvGrpSpPr>
      <p:grpSpPr>
        <a:xfrm>
          <a:off x="0" y="0"/>
          <a:ext cx="0" cy="0"/>
          <a:chOff x="0" y="0"/>
          <a:chExt cx="0" cy="0"/>
        </a:xfrm>
      </p:grpSpPr>
      <p:sp>
        <p:nvSpPr>
          <p:cNvPr id="1236" name="Google Shape;1236;p38"/>
          <p:cNvSpPr/>
          <p:nvPr/>
        </p:nvSpPr>
        <p:spPr>
          <a:xfrm flipH="1">
            <a:off x="3195222" y="1458393"/>
            <a:ext cx="3144811" cy="2303018"/>
          </a:xfrm>
          <a:custGeom>
            <a:rect b="b" l="l" r="r" t="t"/>
            <a:pathLst>
              <a:path extrusionOk="0" h="16924" w="23033">
                <a:moveTo>
                  <a:pt x="18087" y="0"/>
                </a:moveTo>
                <a:cubicBezTo>
                  <a:pt x="15558" y="0"/>
                  <a:pt x="12757" y="2011"/>
                  <a:pt x="12181" y="4317"/>
                </a:cubicBezTo>
                <a:cubicBezTo>
                  <a:pt x="12181" y="4317"/>
                  <a:pt x="10883" y="321"/>
                  <a:pt x="6682" y="321"/>
                </a:cubicBezTo>
                <a:cubicBezTo>
                  <a:pt x="6249" y="321"/>
                  <a:pt x="5785" y="364"/>
                  <a:pt x="5289" y="457"/>
                </a:cubicBezTo>
                <a:cubicBezTo>
                  <a:pt x="0" y="1460"/>
                  <a:pt x="6492" y="11610"/>
                  <a:pt x="12381" y="16924"/>
                </a:cubicBezTo>
                <a:cubicBezTo>
                  <a:pt x="22381" y="8527"/>
                  <a:pt x="23033" y="2437"/>
                  <a:pt x="20251" y="608"/>
                </a:cubicBezTo>
                <a:cubicBezTo>
                  <a:pt x="19602" y="187"/>
                  <a:pt x="18857" y="0"/>
                  <a:pt x="18087"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7" name="Google Shape;1237;p38"/>
          <p:cNvSpPr txBox="1"/>
          <p:nvPr>
            <p:ph type="title"/>
          </p:nvPr>
        </p:nvSpPr>
        <p:spPr>
          <a:xfrm>
            <a:off x="2301299" y="1545750"/>
            <a:ext cx="4541400" cy="2052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QUEUES</a:t>
            </a:r>
            <a:endParaRPr/>
          </a:p>
        </p:txBody>
      </p:sp>
      <p:grpSp>
        <p:nvGrpSpPr>
          <p:cNvPr id="1238" name="Google Shape;1238;p38"/>
          <p:cNvGrpSpPr/>
          <p:nvPr/>
        </p:nvGrpSpPr>
        <p:grpSpPr>
          <a:xfrm flipH="1" rot="-215889">
            <a:off x="1856930" y="1014291"/>
            <a:ext cx="1142100" cy="756617"/>
            <a:chOff x="7029526" y="829353"/>
            <a:chExt cx="1394481" cy="923814"/>
          </a:xfrm>
        </p:grpSpPr>
        <p:sp>
          <p:nvSpPr>
            <p:cNvPr id="1239" name="Google Shape;1239;p38"/>
            <p:cNvSpPr/>
            <p:nvPr/>
          </p:nvSpPr>
          <p:spPr>
            <a:xfrm flipH="1" rot="-804268">
              <a:off x="7383195" y="866608"/>
              <a:ext cx="391751" cy="598588"/>
            </a:xfrm>
            <a:custGeom>
              <a:rect b="b" l="l" r="r" t="t"/>
              <a:pathLst>
                <a:path extrusionOk="0" h="11605" w="7595">
                  <a:moveTo>
                    <a:pt x="2155" y="0"/>
                  </a:moveTo>
                  <a:cubicBezTo>
                    <a:pt x="2406" y="2507"/>
                    <a:pt x="2506" y="5940"/>
                    <a:pt x="0" y="6943"/>
                  </a:cubicBezTo>
                  <a:cubicBezTo>
                    <a:pt x="2757" y="6943"/>
                    <a:pt x="4336" y="9123"/>
                    <a:pt x="5589" y="11604"/>
                  </a:cubicBezTo>
                  <a:cubicBezTo>
                    <a:pt x="5589" y="9123"/>
                    <a:pt x="5338" y="6617"/>
                    <a:pt x="7594" y="5113"/>
                  </a:cubicBezTo>
                  <a:lnTo>
                    <a:pt x="7594" y="5113"/>
                  </a:lnTo>
                  <a:cubicBezTo>
                    <a:pt x="7536" y="5115"/>
                    <a:pt x="7479" y="5116"/>
                    <a:pt x="7423" y="5116"/>
                  </a:cubicBezTo>
                  <a:cubicBezTo>
                    <a:pt x="4895" y="5116"/>
                    <a:pt x="3381" y="2942"/>
                    <a:pt x="215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0" name="Google Shape;1240;p38"/>
            <p:cNvSpPr/>
            <p:nvPr/>
          </p:nvSpPr>
          <p:spPr>
            <a:xfrm flipH="1">
              <a:off x="7029526" y="973310"/>
              <a:ext cx="207371" cy="139045"/>
            </a:xfrm>
            <a:custGeom>
              <a:rect b="b" l="l" r="r" t="t"/>
              <a:pathLst>
                <a:path extrusionOk="0" h="3138" w="4680">
                  <a:moveTo>
                    <a:pt x="2235" y="0"/>
                  </a:moveTo>
                  <a:cubicBezTo>
                    <a:pt x="256" y="0"/>
                    <a:pt x="1" y="3138"/>
                    <a:pt x="2524" y="3138"/>
                  </a:cubicBezTo>
                  <a:cubicBezTo>
                    <a:pt x="4429" y="3138"/>
                    <a:pt x="4680" y="80"/>
                    <a:pt x="2374" y="5"/>
                  </a:cubicBezTo>
                  <a:cubicBezTo>
                    <a:pt x="2327" y="2"/>
                    <a:pt x="2281" y="0"/>
                    <a:pt x="223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1" name="Google Shape;1241;p38"/>
            <p:cNvSpPr/>
            <p:nvPr/>
          </p:nvSpPr>
          <p:spPr>
            <a:xfrm flipH="1">
              <a:off x="7760243" y="1648506"/>
              <a:ext cx="155572" cy="104660"/>
            </a:xfrm>
            <a:custGeom>
              <a:rect b="b" l="l" r="r" t="t"/>
              <a:pathLst>
                <a:path extrusionOk="0" h="2362" w="3511">
                  <a:moveTo>
                    <a:pt x="1689" y="1"/>
                  </a:moveTo>
                  <a:cubicBezTo>
                    <a:pt x="191" y="1"/>
                    <a:pt x="0" y="2337"/>
                    <a:pt x="1907" y="2361"/>
                  </a:cubicBezTo>
                  <a:cubicBezTo>
                    <a:pt x="3335" y="2361"/>
                    <a:pt x="3511" y="55"/>
                    <a:pt x="1806" y="5"/>
                  </a:cubicBezTo>
                  <a:cubicBezTo>
                    <a:pt x="1766" y="2"/>
                    <a:pt x="1727" y="1"/>
                    <a:pt x="168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2" name="Google Shape;1242;p38"/>
            <p:cNvSpPr/>
            <p:nvPr/>
          </p:nvSpPr>
          <p:spPr>
            <a:xfrm flipH="1">
              <a:off x="8304637" y="1362607"/>
              <a:ext cx="119371" cy="80112"/>
            </a:xfrm>
            <a:custGeom>
              <a:rect b="b" l="l" r="r" t="t"/>
              <a:pathLst>
                <a:path extrusionOk="0" h="1808" w="2694">
                  <a:moveTo>
                    <a:pt x="1304" y="1"/>
                  </a:moveTo>
                  <a:cubicBezTo>
                    <a:pt x="140" y="1"/>
                    <a:pt x="0" y="1808"/>
                    <a:pt x="1450" y="1808"/>
                  </a:cubicBezTo>
                  <a:cubicBezTo>
                    <a:pt x="1458" y="1808"/>
                    <a:pt x="1465" y="1808"/>
                    <a:pt x="1473" y="1808"/>
                  </a:cubicBezTo>
                  <a:cubicBezTo>
                    <a:pt x="2555" y="1808"/>
                    <a:pt x="2694" y="53"/>
                    <a:pt x="1375" y="3"/>
                  </a:cubicBezTo>
                  <a:cubicBezTo>
                    <a:pt x="1351" y="2"/>
                    <a:pt x="1327" y="1"/>
                    <a:pt x="130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3" name="Google Shape;1243;p38"/>
            <p:cNvSpPr/>
            <p:nvPr/>
          </p:nvSpPr>
          <p:spPr>
            <a:xfrm>
              <a:off x="7935221" y="1407647"/>
              <a:ext cx="235455" cy="173006"/>
            </a:xfrm>
            <a:custGeom>
              <a:rect b="b" l="l" r="r" t="t"/>
              <a:pathLst>
                <a:path extrusionOk="0" h="16924" w="23033">
                  <a:moveTo>
                    <a:pt x="18087" y="0"/>
                  </a:moveTo>
                  <a:cubicBezTo>
                    <a:pt x="15558" y="0"/>
                    <a:pt x="12757" y="2011"/>
                    <a:pt x="12181" y="4317"/>
                  </a:cubicBezTo>
                  <a:cubicBezTo>
                    <a:pt x="12181" y="4317"/>
                    <a:pt x="10883" y="321"/>
                    <a:pt x="6682" y="321"/>
                  </a:cubicBezTo>
                  <a:cubicBezTo>
                    <a:pt x="6249" y="321"/>
                    <a:pt x="5785" y="364"/>
                    <a:pt x="5289" y="457"/>
                  </a:cubicBezTo>
                  <a:cubicBezTo>
                    <a:pt x="0" y="1460"/>
                    <a:pt x="6492" y="11610"/>
                    <a:pt x="12381" y="16924"/>
                  </a:cubicBezTo>
                  <a:cubicBezTo>
                    <a:pt x="22381" y="8527"/>
                    <a:pt x="23033" y="2437"/>
                    <a:pt x="20251" y="608"/>
                  </a:cubicBezTo>
                  <a:cubicBezTo>
                    <a:pt x="19602" y="187"/>
                    <a:pt x="18857" y="0"/>
                    <a:pt x="18087"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4" name="Google Shape;1244;p38"/>
            <p:cNvSpPr/>
            <p:nvPr/>
          </p:nvSpPr>
          <p:spPr>
            <a:xfrm flipH="1">
              <a:off x="7941990" y="841150"/>
              <a:ext cx="119371" cy="80112"/>
            </a:xfrm>
            <a:custGeom>
              <a:rect b="b" l="l" r="r" t="t"/>
              <a:pathLst>
                <a:path extrusionOk="0" h="1808" w="2694">
                  <a:moveTo>
                    <a:pt x="1304" y="1"/>
                  </a:moveTo>
                  <a:cubicBezTo>
                    <a:pt x="140" y="1"/>
                    <a:pt x="0" y="1808"/>
                    <a:pt x="1450" y="1808"/>
                  </a:cubicBezTo>
                  <a:cubicBezTo>
                    <a:pt x="1458" y="1808"/>
                    <a:pt x="1465" y="1808"/>
                    <a:pt x="1473" y="1808"/>
                  </a:cubicBezTo>
                  <a:cubicBezTo>
                    <a:pt x="2555" y="1808"/>
                    <a:pt x="2694" y="53"/>
                    <a:pt x="1375" y="3"/>
                  </a:cubicBezTo>
                  <a:cubicBezTo>
                    <a:pt x="1351" y="2"/>
                    <a:pt x="1327" y="1"/>
                    <a:pt x="130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45" name="Google Shape;1245;p38"/>
          <p:cNvGrpSpPr/>
          <p:nvPr/>
        </p:nvGrpSpPr>
        <p:grpSpPr>
          <a:xfrm rot="1574757">
            <a:off x="6215017" y="2845074"/>
            <a:ext cx="934647" cy="941658"/>
            <a:chOff x="7029526" y="603457"/>
            <a:chExt cx="1141150" cy="1149709"/>
          </a:xfrm>
        </p:grpSpPr>
        <p:sp>
          <p:nvSpPr>
            <p:cNvPr id="1246" name="Google Shape;1246;p38"/>
            <p:cNvSpPr/>
            <p:nvPr/>
          </p:nvSpPr>
          <p:spPr>
            <a:xfrm flipH="1" rot="-2298745">
              <a:off x="7383195" y="866608"/>
              <a:ext cx="391757" cy="598596"/>
            </a:xfrm>
            <a:custGeom>
              <a:rect b="b" l="l" r="r" t="t"/>
              <a:pathLst>
                <a:path extrusionOk="0" h="11605" w="7595">
                  <a:moveTo>
                    <a:pt x="2155" y="0"/>
                  </a:moveTo>
                  <a:cubicBezTo>
                    <a:pt x="2406" y="2507"/>
                    <a:pt x="2506" y="5940"/>
                    <a:pt x="0" y="6943"/>
                  </a:cubicBezTo>
                  <a:cubicBezTo>
                    <a:pt x="2757" y="6943"/>
                    <a:pt x="4336" y="9123"/>
                    <a:pt x="5589" y="11604"/>
                  </a:cubicBezTo>
                  <a:cubicBezTo>
                    <a:pt x="5589" y="9123"/>
                    <a:pt x="5338" y="6617"/>
                    <a:pt x="7594" y="5113"/>
                  </a:cubicBezTo>
                  <a:lnTo>
                    <a:pt x="7594" y="5113"/>
                  </a:lnTo>
                  <a:cubicBezTo>
                    <a:pt x="7536" y="5115"/>
                    <a:pt x="7479" y="5116"/>
                    <a:pt x="7423" y="5116"/>
                  </a:cubicBezTo>
                  <a:cubicBezTo>
                    <a:pt x="4895" y="5116"/>
                    <a:pt x="3381" y="2942"/>
                    <a:pt x="215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7" name="Google Shape;1247;p38"/>
            <p:cNvSpPr/>
            <p:nvPr/>
          </p:nvSpPr>
          <p:spPr>
            <a:xfrm flipH="1">
              <a:off x="7029526" y="973310"/>
              <a:ext cx="207371" cy="139045"/>
            </a:xfrm>
            <a:custGeom>
              <a:rect b="b" l="l" r="r" t="t"/>
              <a:pathLst>
                <a:path extrusionOk="0" h="3138" w="4680">
                  <a:moveTo>
                    <a:pt x="2235" y="0"/>
                  </a:moveTo>
                  <a:cubicBezTo>
                    <a:pt x="256" y="0"/>
                    <a:pt x="1" y="3138"/>
                    <a:pt x="2524" y="3138"/>
                  </a:cubicBezTo>
                  <a:cubicBezTo>
                    <a:pt x="4429" y="3138"/>
                    <a:pt x="4680" y="80"/>
                    <a:pt x="2374" y="5"/>
                  </a:cubicBezTo>
                  <a:cubicBezTo>
                    <a:pt x="2327" y="2"/>
                    <a:pt x="2281" y="0"/>
                    <a:pt x="223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8" name="Google Shape;1248;p38"/>
            <p:cNvSpPr/>
            <p:nvPr/>
          </p:nvSpPr>
          <p:spPr>
            <a:xfrm flipH="1">
              <a:off x="7760243" y="1648506"/>
              <a:ext cx="155572" cy="104660"/>
            </a:xfrm>
            <a:custGeom>
              <a:rect b="b" l="l" r="r" t="t"/>
              <a:pathLst>
                <a:path extrusionOk="0" h="2362" w="3511">
                  <a:moveTo>
                    <a:pt x="1689" y="1"/>
                  </a:moveTo>
                  <a:cubicBezTo>
                    <a:pt x="191" y="1"/>
                    <a:pt x="0" y="2337"/>
                    <a:pt x="1907" y="2361"/>
                  </a:cubicBezTo>
                  <a:cubicBezTo>
                    <a:pt x="3335" y="2361"/>
                    <a:pt x="3511" y="55"/>
                    <a:pt x="1806" y="5"/>
                  </a:cubicBezTo>
                  <a:cubicBezTo>
                    <a:pt x="1766" y="2"/>
                    <a:pt x="1727" y="1"/>
                    <a:pt x="168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9" name="Google Shape;1249;p38"/>
            <p:cNvSpPr/>
            <p:nvPr/>
          </p:nvSpPr>
          <p:spPr>
            <a:xfrm flipH="1">
              <a:off x="7890892" y="944228"/>
              <a:ext cx="119371" cy="80112"/>
            </a:xfrm>
            <a:custGeom>
              <a:rect b="b" l="l" r="r" t="t"/>
              <a:pathLst>
                <a:path extrusionOk="0" h="1808" w="2694">
                  <a:moveTo>
                    <a:pt x="1304" y="1"/>
                  </a:moveTo>
                  <a:cubicBezTo>
                    <a:pt x="140" y="1"/>
                    <a:pt x="0" y="1808"/>
                    <a:pt x="1450" y="1808"/>
                  </a:cubicBezTo>
                  <a:cubicBezTo>
                    <a:pt x="1458" y="1808"/>
                    <a:pt x="1465" y="1808"/>
                    <a:pt x="1473" y="1808"/>
                  </a:cubicBezTo>
                  <a:cubicBezTo>
                    <a:pt x="2555" y="1808"/>
                    <a:pt x="2694" y="53"/>
                    <a:pt x="1375" y="3"/>
                  </a:cubicBezTo>
                  <a:cubicBezTo>
                    <a:pt x="1351" y="2"/>
                    <a:pt x="1327" y="1"/>
                    <a:pt x="130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0" name="Google Shape;1250;p38"/>
            <p:cNvSpPr/>
            <p:nvPr/>
          </p:nvSpPr>
          <p:spPr>
            <a:xfrm>
              <a:off x="7935221" y="1407647"/>
              <a:ext cx="235455" cy="173006"/>
            </a:xfrm>
            <a:custGeom>
              <a:rect b="b" l="l" r="r" t="t"/>
              <a:pathLst>
                <a:path extrusionOk="0" h="16924" w="23033">
                  <a:moveTo>
                    <a:pt x="18087" y="0"/>
                  </a:moveTo>
                  <a:cubicBezTo>
                    <a:pt x="15558" y="0"/>
                    <a:pt x="12757" y="2011"/>
                    <a:pt x="12181" y="4317"/>
                  </a:cubicBezTo>
                  <a:cubicBezTo>
                    <a:pt x="12181" y="4317"/>
                    <a:pt x="10883" y="321"/>
                    <a:pt x="6682" y="321"/>
                  </a:cubicBezTo>
                  <a:cubicBezTo>
                    <a:pt x="6249" y="321"/>
                    <a:pt x="5785" y="364"/>
                    <a:pt x="5289" y="457"/>
                  </a:cubicBezTo>
                  <a:cubicBezTo>
                    <a:pt x="0" y="1460"/>
                    <a:pt x="6492" y="11610"/>
                    <a:pt x="12381" y="16924"/>
                  </a:cubicBezTo>
                  <a:cubicBezTo>
                    <a:pt x="22381" y="8527"/>
                    <a:pt x="23033" y="2437"/>
                    <a:pt x="20251" y="608"/>
                  </a:cubicBezTo>
                  <a:cubicBezTo>
                    <a:pt x="19602" y="187"/>
                    <a:pt x="18857" y="0"/>
                    <a:pt x="18087"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1" name="Google Shape;1251;p38"/>
            <p:cNvSpPr/>
            <p:nvPr/>
          </p:nvSpPr>
          <p:spPr>
            <a:xfrm flipH="1">
              <a:off x="7274487" y="603457"/>
              <a:ext cx="119371" cy="80112"/>
            </a:xfrm>
            <a:custGeom>
              <a:rect b="b" l="l" r="r" t="t"/>
              <a:pathLst>
                <a:path extrusionOk="0" h="1808" w="2694">
                  <a:moveTo>
                    <a:pt x="1304" y="1"/>
                  </a:moveTo>
                  <a:cubicBezTo>
                    <a:pt x="140" y="1"/>
                    <a:pt x="0" y="1808"/>
                    <a:pt x="1450" y="1808"/>
                  </a:cubicBezTo>
                  <a:cubicBezTo>
                    <a:pt x="1458" y="1808"/>
                    <a:pt x="1465" y="1808"/>
                    <a:pt x="1473" y="1808"/>
                  </a:cubicBezTo>
                  <a:cubicBezTo>
                    <a:pt x="2555" y="1808"/>
                    <a:pt x="2694" y="53"/>
                    <a:pt x="1375" y="3"/>
                  </a:cubicBezTo>
                  <a:cubicBezTo>
                    <a:pt x="1351" y="2"/>
                    <a:pt x="1327" y="1"/>
                    <a:pt x="130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52" name="Google Shape;1252;p38"/>
          <p:cNvGrpSpPr/>
          <p:nvPr/>
        </p:nvGrpSpPr>
        <p:grpSpPr>
          <a:xfrm>
            <a:off x="7271350" y="248700"/>
            <a:ext cx="1291805" cy="2011223"/>
            <a:chOff x="7176100" y="258225"/>
            <a:chExt cx="1291805" cy="2011223"/>
          </a:xfrm>
        </p:grpSpPr>
        <p:sp>
          <p:nvSpPr>
            <p:cNvPr id="1253" name="Google Shape;1253;p38"/>
            <p:cNvSpPr/>
            <p:nvPr/>
          </p:nvSpPr>
          <p:spPr>
            <a:xfrm>
              <a:off x="7176100" y="258225"/>
              <a:ext cx="451200" cy="555000"/>
            </a:xfrm>
            <a:custGeom>
              <a:rect b="b" l="l" r="r" t="t"/>
              <a:pathLst>
                <a:path extrusionOk="0" h="22200" w="18048">
                  <a:moveTo>
                    <a:pt x="8520" y="1563"/>
                  </a:moveTo>
                  <a:cubicBezTo>
                    <a:pt x="14072" y="1563"/>
                    <a:pt x="8179" y="13801"/>
                    <a:pt x="5973" y="19170"/>
                  </a:cubicBezTo>
                  <a:lnTo>
                    <a:pt x="5973" y="19170"/>
                  </a:lnTo>
                  <a:cubicBezTo>
                    <a:pt x="5551" y="16350"/>
                    <a:pt x="5004" y="13551"/>
                    <a:pt x="4814" y="10699"/>
                  </a:cubicBezTo>
                  <a:cubicBezTo>
                    <a:pt x="4639" y="7942"/>
                    <a:pt x="4263" y="1902"/>
                    <a:pt x="8197" y="1576"/>
                  </a:cubicBezTo>
                  <a:cubicBezTo>
                    <a:pt x="8309" y="1567"/>
                    <a:pt x="8417" y="1563"/>
                    <a:pt x="8520" y="1563"/>
                  </a:cubicBezTo>
                  <a:close/>
                  <a:moveTo>
                    <a:pt x="8102" y="1"/>
                  </a:moveTo>
                  <a:cubicBezTo>
                    <a:pt x="1" y="1"/>
                    <a:pt x="4055" y="16395"/>
                    <a:pt x="4639" y="20749"/>
                  </a:cubicBezTo>
                  <a:cubicBezTo>
                    <a:pt x="4686" y="21117"/>
                    <a:pt x="4936" y="21351"/>
                    <a:pt x="5223" y="21444"/>
                  </a:cubicBezTo>
                  <a:lnTo>
                    <a:pt x="5223" y="21444"/>
                  </a:lnTo>
                  <a:cubicBezTo>
                    <a:pt x="5250" y="21906"/>
                    <a:pt x="5683" y="22199"/>
                    <a:pt x="6086" y="22199"/>
                  </a:cubicBezTo>
                  <a:cubicBezTo>
                    <a:pt x="6396" y="22199"/>
                    <a:pt x="6689" y="22027"/>
                    <a:pt x="6769" y="21626"/>
                  </a:cubicBezTo>
                  <a:cubicBezTo>
                    <a:pt x="7621" y="17415"/>
                    <a:pt x="18047" y="1075"/>
                    <a:pt x="8874" y="47"/>
                  </a:cubicBezTo>
                  <a:cubicBezTo>
                    <a:pt x="8605" y="16"/>
                    <a:pt x="8348" y="1"/>
                    <a:pt x="810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4" name="Google Shape;1254;p38"/>
            <p:cNvSpPr/>
            <p:nvPr/>
          </p:nvSpPr>
          <p:spPr>
            <a:xfrm>
              <a:off x="7194929" y="658689"/>
              <a:ext cx="1272976" cy="1610759"/>
            </a:xfrm>
            <a:custGeom>
              <a:rect b="b" l="l" r="r" t="t"/>
              <a:pathLst>
                <a:path extrusionOk="0" h="57109" w="45133">
                  <a:moveTo>
                    <a:pt x="11235" y="1"/>
                  </a:moveTo>
                  <a:cubicBezTo>
                    <a:pt x="7515" y="1"/>
                    <a:pt x="4198" y="1195"/>
                    <a:pt x="2532" y="4731"/>
                  </a:cubicBezTo>
                  <a:cubicBezTo>
                    <a:pt x="0" y="20220"/>
                    <a:pt x="2532" y="42175"/>
                    <a:pt x="2532" y="42175"/>
                  </a:cubicBezTo>
                  <a:cubicBezTo>
                    <a:pt x="3700" y="52965"/>
                    <a:pt x="15524" y="57109"/>
                    <a:pt x="26217" y="57109"/>
                  </a:cubicBezTo>
                  <a:cubicBezTo>
                    <a:pt x="36164" y="57109"/>
                    <a:pt x="45132" y="53523"/>
                    <a:pt x="43635" y="48365"/>
                  </a:cubicBezTo>
                  <a:cubicBezTo>
                    <a:pt x="40552" y="37664"/>
                    <a:pt x="30677" y="40771"/>
                    <a:pt x="28722" y="34280"/>
                  </a:cubicBezTo>
                  <a:cubicBezTo>
                    <a:pt x="26742" y="27814"/>
                    <a:pt x="31529" y="6711"/>
                    <a:pt x="27594" y="4731"/>
                  </a:cubicBezTo>
                  <a:cubicBezTo>
                    <a:pt x="25113" y="3482"/>
                    <a:pt x="17587" y="1"/>
                    <a:pt x="112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5" name="Google Shape;1255;p38"/>
            <p:cNvSpPr/>
            <p:nvPr/>
          </p:nvSpPr>
          <p:spPr>
            <a:xfrm>
              <a:off x="7246735" y="1633799"/>
              <a:ext cx="274322" cy="531608"/>
            </a:xfrm>
            <a:custGeom>
              <a:rect b="b" l="l" r="r" t="t"/>
              <a:pathLst>
                <a:path extrusionOk="0" h="18848" w="9726">
                  <a:moveTo>
                    <a:pt x="1" y="1"/>
                  </a:moveTo>
                  <a:cubicBezTo>
                    <a:pt x="302" y="4587"/>
                    <a:pt x="653" y="7645"/>
                    <a:pt x="653" y="7645"/>
                  </a:cubicBezTo>
                  <a:cubicBezTo>
                    <a:pt x="1229" y="12808"/>
                    <a:pt x="4237" y="16442"/>
                    <a:pt x="8372" y="18848"/>
                  </a:cubicBezTo>
                  <a:cubicBezTo>
                    <a:pt x="9725" y="11204"/>
                    <a:pt x="7645" y="2557"/>
                    <a:pt x="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6" name="Google Shape;1256;p38"/>
            <p:cNvSpPr/>
            <p:nvPr/>
          </p:nvSpPr>
          <p:spPr>
            <a:xfrm>
              <a:off x="8052386" y="1841157"/>
              <a:ext cx="407901" cy="418506"/>
            </a:xfrm>
            <a:custGeom>
              <a:rect b="b" l="l" r="r" t="t"/>
              <a:pathLst>
                <a:path extrusionOk="0" h="14838" w="14462">
                  <a:moveTo>
                    <a:pt x="9123" y="0"/>
                  </a:moveTo>
                  <a:cubicBezTo>
                    <a:pt x="6717" y="401"/>
                    <a:pt x="4812" y="2481"/>
                    <a:pt x="3660" y="4186"/>
                  </a:cubicBezTo>
                  <a:cubicBezTo>
                    <a:pt x="1529" y="7043"/>
                    <a:pt x="0" y="11103"/>
                    <a:pt x="1103" y="14837"/>
                  </a:cubicBezTo>
                  <a:cubicBezTo>
                    <a:pt x="8672" y="13810"/>
                    <a:pt x="14462" y="10652"/>
                    <a:pt x="13234" y="6441"/>
                  </a:cubicBezTo>
                  <a:cubicBezTo>
                    <a:pt x="12331" y="3283"/>
                    <a:pt x="10828" y="1354"/>
                    <a:pt x="912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7" name="Google Shape;1257;p38"/>
            <p:cNvSpPr/>
            <p:nvPr/>
          </p:nvSpPr>
          <p:spPr>
            <a:xfrm>
              <a:off x="7191375" y="649325"/>
              <a:ext cx="920414" cy="537869"/>
            </a:xfrm>
            <a:custGeom>
              <a:rect b="b" l="l" r="r" t="t"/>
              <a:pathLst>
                <a:path extrusionOk="0" h="19070" w="32633">
                  <a:moveTo>
                    <a:pt x="11195" y="1"/>
                  </a:moveTo>
                  <a:cubicBezTo>
                    <a:pt x="9945" y="1"/>
                    <a:pt x="8732" y="101"/>
                    <a:pt x="7595" y="326"/>
                  </a:cubicBezTo>
                  <a:cubicBezTo>
                    <a:pt x="7595" y="326"/>
                    <a:pt x="2532" y="1254"/>
                    <a:pt x="1530" y="6191"/>
                  </a:cubicBezTo>
                  <a:cubicBezTo>
                    <a:pt x="552" y="11128"/>
                    <a:pt x="1" y="12807"/>
                    <a:pt x="2958" y="14787"/>
                  </a:cubicBezTo>
                  <a:cubicBezTo>
                    <a:pt x="5353" y="16370"/>
                    <a:pt x="14104" y="19070"/>
                    <a:pt x="21087" y="19070"/>
                  </a:cubicBezTo>
                  <a:cubicBezTo>
                    <a:pt x="22729" y="19070"/>
                    <a:pt x="24274" y="18920"/>
                    <a:pt x="25615" y="18572"/>
                  </a:cubicBezTo>
                  <a:cubicBezTo>
                    <a:pt x="32633" y="16742"/>
                    <a:pt x="30953" y="13935"/>
                    <a:pt x="30953" y="10276"/>
                  </a:cubicBezTo>
                  <a:cubicBezTo>
                    <a:pt x="30953" y="6617"/>
                    <a:pt x="29750" y="5264"/>
                    <a:pt x="25314" y="3233"/>
                  </a:cubicBezTo>
                  <a:cubicBezTo>
                    <a:pt x="21785" y="1609"/>
                    <a:pt x="16201" y="1"/>
                    <a:pt x="1119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8" name="Google Shape;1258;p38"/>
            <p:cNvSpPr/>
            <p:nvPr/>
          </p:nvSpPr>
          <p:spPr>
            <a:xfrm>
              <a:off x="7292461" y="666389"/>
              <a:ext cx="786102" cy="267919"/>
            </a:xfrm>
            <a:custGeom>
              <a:rect b="b" l="l" r="r" t="t"/>
              <a:pathLst>
                <a:path extrusionOk="0" h="9499" w="27871">
                  <a:moveTo>
                    <a:pt x="7558" y="1"/>
                  </a:moveTo>
                  <a:cubicBezTo>
                    <a:pt x="3456" y="1"/>
                    <a:pt x="2257" y="1501"/>
                    <a:pt x="2257" y="1501"/>
                  </a:cubicBezTo>
                  <a:cubicBezTo>
                    <a:pt x="1" y="3029"/>
                    <a:pt x="1379" y="5837"/>
                    <a:pt x="7219" y="7992"/>
                  </a:cubicBezTo>
                  <a:cubicBezTo>
                    <a:pt x="10162" y="9074"/>
                    <a:pt x="13068" y="9499"/>
                    <a:pt x="15805" y="9499"/>
                  </a:cubicBezTo>
                  <a:cubicBezTo>
                    <a:pt x="18522" y="9499"/>
                    <a:pt x="21075" y="9080"/>
                    <a:pt x="23334" y="8468"/>
                  </a:cubicBezTo>
                  <a:cubicBezTo>
                    <a:pt x="27871" y="7265"/>
                    <a:pt x="25014" y="5310"/>
                    <a:pt x="23334" y="4258"/>
                  </a:cubicBezTo>
                  <a:cubicBezTo>
                    <a:pt x="21630" y="3205"/>
                    <a:pt x="15565" y="774"/>
                    <a:pt x="9700" y="122"/>
                  </a:cubicBezTo>
                  <a:cubicBezTo>
                    <a:pt x="8911" y="38"/>
                    <a:pt x="8199" y="1"/>
                    <a:pt x="755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9" name="Google Shape;1259;p38"/>
            <p:cNvSpPr/>
            <p:nvPr/>
          </p:nvSpPr>
          <p:spPr>
            <a:xfrm>
              <a:off x="8004324" y="1795211"/>
              <a:ext cx="260163" cy="471531"/>
            </a:xfrm>
            <a:custGeom>
              <a:rect b="b" l="l" r="r" t="t"/>
              <a:pathLst>
                <a:path extrusionOk="0" h="16718" w="9224">
                  <a:moveTo>
                    <a:pt x="8246" y="0"/>
                  </a:moveTo>
                  <a:cubicBezTo>
                    <a:pt x="6491" y="752"/>
                    <a:pt x="3785" y="2406"/>
                    <a:pt x="2055" y="5840"/>
                  </a:cubicBezTo>
                  <a:cubicBezTo>
                    <a:pt x="50" y="9850"/>
                    <a:pt x="0" y="14512"/>
                    <a:pt x="326" y="16717"/>
                  </a:cubicBezTo>
                  <a:cubicBezTo>
                    <a:pt x="602" y="16692"/>
                    <a:pt x="902" y="16667"/>
                    <a:pt x="1178" y="16642"/>
                  </a:cubicBezTo>
                  <a:cubicBezTo>
                    <a:pt x="877" y="14862"/>
                    <a:pt x="727" y="10326"/>
                    <a:pt x="2807" y="6216"/>
                  </a:cubicBezTo>
                  <a:cubicBezTo>
                    <a:pt x="4637" y="2607"/>
                    <a:pt x="7694" y="1078"/>
                    <a:pt x="9223" y="526"/>
                  </a:cubicBezTo>
                  <a:cubicBezTo>
                    <a:pt x="8897" y="351"/>
                    <a:pt x="8572" y="176"/>
                    <a:pt x="824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0" name="Google Shape;1260;p38"/>
            <p:cNvSpPr/>
            <p:nvPr/>
          </p:nvSpPr>
          <p:spPr>
            <a:xfrm>
              <a:off x="7243210" y="1573017"/>
              <a:ext cx="314599" cy="619269"/>
            </a:xfrm>
            <a:custGeom>
              <a:rect b="b" l="l" r="r" t="t"/>
              <a:pathLst>
                <a:path extrusionOk="0" h="21956" w="11154">
                  <a:moveTo>
                    <a:pt x="1" y="0"/>
                  </a:moveTo>
                  <a:cubicBezTo>
                    <a:pt x="1" y="301"/>
                    <a:pt x="26" y="627"/>
                    <a:pt x="51" y="903"/>
                  </a:cubicBezTo>
                  <a:cubicBezTo>
                    <a:pt x="2156" y="1579"/>
                    <a:pt x="6066" y="3258"/>
                    <a:pt x="7920" y="6918"/>
                  </a:cubicBezTo>
                  <a:cubicBezTo>
                    <a:pt x="10226" y="11429"/>
                    <a:pt x="10301" y="17720"/>
                    <a:pt x="9600" y="21579"/>
                  </a:cubicBezTo>
                  <a:cubicBezTo>
                    <a:pt x="9850" y="21705"/>
                    <a:pt x="10126" y="21855"/>
                    <a:pt x="10377" y="21955"/>
                  </a:cubicBezTo>
                  <a:cubicBezTo>
                    <a:pt x="11154" y="17970"/>
                    <a:pt x="11103" y="11304"/>
                    <a:pt x="8672" y="6517"/>
                  </a:cubicBezTo>
                  <a:cubicBezTo>
                    <a:pt x="6542" y="2356"/>
                    <a:pt x="2156" y="627"/>
                    <a:pt x="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1" name="Google Shape;1261;p38"/>
            <p:cNvSpPr/>
            <p:nvPr/>
          </p:nvSpPr>
          <p:spPr>
            <a:xfrm>
              <a:off x="7235911" y="1131264"/>
              <a:ext cx="770561" cy="183276"/>
            </a:xfrm>
            <a:custGeom>
              <a:rect b="b" l="l" r="r" t="t"/>
              <a:pathLst>
                <a:path extrusionOk="0" h="6498" w="27320">
                  <a:moveTo>
                    <a:pt x="742" y="1"/>
                  </a:moveTo>
                  <a:cubicBezTo>
                    <a:pt x="507" y="1"/>
                    <a:pt x="265" y="26"/>
                    <a:pt x="26" y="56"/>
                  </a:cubicBezTo>
                  <a:cubicBezTo>
                    <a:pt x="26" y="357"/>
                    <a:pt x="26" y="633"/>
                    <a:pt x="1" y="934"/>
                  </a:cubicBezTo>
                  <a:cubicBezTo>
                    <a:pt x="225" y="891"/>
                    <a:pt x="505" y="857"/>
                    <a:pt x="738" y="857"/>
                  </a:cubicBezTo>
                  <a:cubicBezTo>
                    <a:pt x="922" y="857"/>
                    <a:pt x="1077" y="878"/>
                    <a:pt x="1154" y="934"/>
                  </a:cubicBezTo>
                  <a:cubicBezTo>
                    <a:pt x="1229" y="1034"/>
                    <a:pt x="1254" y="1485"/>
                    <a:pt x="1279" y="1736"/>
                  </a:cubicBezTo>
                  <a:cubicBezTo>
                    <a:pt x="1304" y="2412"/>
                    <a:pt x="1354" y="3164"/>
                    <a:pt x="1906" y="3490"/>
                  </a:cubicBezTo>
                  <a:cubicBezTo>
                    <a:pt x="2030" y="3559"/>
                    <a:pt x="2163" y="3588"/>
                    <a:pt x="2301" y="3588"/>
                  </a:cubicBezTo>
                  <a:cubicBezTo>
                    <a:pt x="2663" y="3588"/>
                    <a:pt x="3067" y="3389"/>
                    <a:pt x="3485" y="3189"/>
                  </a:cubicBezTo>
                  <a:cubicBezTo>
                    <a:pt x="3759" y="3052"/>
                    <a:pt x="4241" y="2832"/>
                    <a:pt x="4419" y="2832"/>
                  </a:cubicBezTo>
                  <a:cubicBezTo>
                    <a:pt x="4437" y="2832"/>
                    <a:pt x="4451" y="2834"/>
                    <a:pt x="4462" y="2838"/>
                  </a:cubicBezTo>
                  <a:cubicBezTo>
                    <a:pt x="4587" y="2913"/>
                    <a:pt x="4738" y="3365"/>
                    <a:pt x="4813" y="3640"/>
                  </a:cubicBezTo>
                  <a:cubicBezTo>
                    <a:pt x="5038" y="4292"/>
                    <a:pt x="5239" y="4944"/>
                    <a:pt x="5815" y="5119"/>
                  </a:cubicBezTo>
                  <a:cubicBezTo>
                    <a:pt x="5893" y="5142"/>
                    <a:pt x="5971" y="5153"/>
                    <a:pt x="6048" y="5153"/>
                  </a:cubicBezTo>
                  <a:cubicBezTo>
                    <a:pt x="6472" y="5153"/>
                    <a:pt x="6896" y="4835"/>
                    <a:pt x="7319" y="4517"/>
                  </a:cubicBezTo>
                  <a:cubicBezTo>
                    <a:pt x="7570" y="4317"/>
                    <a:pt x="8046" y="3966"/>
                    <a:pt x="8196" y="3966"/>
                  </a:cubicBezTo>
                  <a:cubicBezTo>
                    <a:pt x="8322" y="4041"/>
                    <a:pt x="8547" y="4467"/>
                    <a:pt x="8673" y="4743"/>
                  </a:cubicBezTo>
                  <a:cubicBezTo>
                    <a:pt x="8973" y="5320"/>
                    <a:pt x="9299" y="5946"/>
                    <a:pt x="9876" y="6021"/>
                  </a:cubicBezTo>
                  <a:cubicBezTo>
                    <a:pt x="9917" y="6027"/>
                    <a:pt x="9957" y="6030"/>
                    <a:pt x="9997" y="6030"/>
                  </a:cubicBezTo>
                  <a:cubicBezTo>
                    <a:pt x="10468" y="6030"/>
                    <a:pt x="10865" y="5633"/>
                    <a:pt x="11304" y="5194"/>
                  </a:cubicBezTo>
                  <a:cubicBezTo>
                    <a:pt x="11505" y="4994"/>
                    <a:pt x="11931" y="4568"/>
                    <a:pt x="12056" y="4568"/>
                  </a:cubicBezTo>
                  <a:lnTo>
                    <a:pt x="12081" y="4568"/>
                  </a:lnTo>
                  <a:cubicBezTo>
                    <a:pt x="12206" y="4618"/>
                    <a:pt x="12482" y="5044"/>
                    <a:pt x="12658" y="5269"/>
                  </a:cubicBezTo>
                  <a:cubicBezTo>
                    <a:pt x="13008" y="5821"/>
                    <a:pt x="13384" y="6397"/>
                    <a:pt x="13961" y="6422"/>
                  </a:cubicBezTo>
                  <a:cubicBezTo>
                    <a:pt x="13983" y="6424"/>
                    <a:pt x="14006" y="6425"/>
                    <a:pt x="14028" y="6425"/>
                  </a:cubicBezTo>
                  <a:cubicBezTo>
                    <a:pt x="14523" y="6425"/>
                    <a:pt x="14929" y="5900"/>
                    <a:pt x="15289" y="5420"/>
                  </a:cubicBezTo>
                  <a:cubicBezTo>
                    <a:pt x="15465" y="5194"/>
                    <a:pt x="15740" y="4818"/>
                    <a:pt x="15841" y="4793"/>
                  </a:cubicBezTo>
                  <a:cubicBezTo>
                    <a:pt x="15966" y="4818"/>
                    <a:pt x="16267" y="5244"/>
                    <a:pt x="16442" y="5495"/>
                  </a:cubicBezTo>
                  <a:cubicBezTo>
                    <a:pt x="16818" y="5996"/>
                    <a:pt x="17144" y="6497"/>
                    <a:pt x="17645" y="6497"/>
                  </a:cubicBezTo>
                  <a:lnTo>
                    <a:pt x="17670" y="6497"/>
                  </a:lnTo>
                  <a:cubicBezTo>
                    <a:pt x="18222" y="6497"/>
                    <a:pt x="18597" y="5921"/>
                    <a:pt x="18948" y="5370"/>
                  </a:cubicBezTo>
                  <a:cubicBezTo>
                    <a:pt x="19099" y="5144"/>
                    <a:pt x="19324" y="4768"/>
                    <a:pt x="19425" y="4718"/>
                  </a:cubicBezTo>
                  <a:cubicBezTo>
                    <a:pt x="19575" y="4743"/>
                    <a:pt x="19926" y="5144"/>
                    <a:pt x="20101" y="5370"/>
                  </a:cubicBezTo>
                  <a:cubicBezTo>
                    <a:pt x="20496" y="5834"/>
                    <a:pt x="20847" y="6255"/>
                    <a:pt x="21295" y="6255"/>
                  </a:cubicBezTo>
                  <a:cubicBezTo>
                    <a:pt x="21331" y="6255"/>
                    <a:pt x="21367" y="6252"/>
                    <a:pt x="21404" y="6247"/>
                  </a:cubicBezTo>
                  <a:cubicBezTo>
                    <a:pt x="21981" y="6197"/>
                    <a:pt x="22282" y="5570"/>
                    <a:pt x="22582" y="4969"/>
                  </a:cubicBezTo>
                  <a:cubicBezTo>
                    <a:pt x="22683" y="4743"/>
                    <a:pt x="22883" y="4342"/>
                    <a:pt x="22958" y="4292"/>
                  </a:cubicBezTo>
                  <a:cubicBezTo>
                    <a:pt x="22964" y="4291"/>
                    <a:pt x="22969" y="4291"/>
                    <a:pt x="22975" y="4291"/>
                  </a:cubicBezTo>
                  <a:cubicBezTo>
                    <a:pt x="23159" y="4291"/>
                    <a:pt x="23566" y="4673"/>
                    <a:pt x="23760" y="4843"/>
                  </a:cubicBezTo>
                  <a:cubicBezTo>
                    <a:pt x="24173" y="5213"/>
                    <a:pt x="24567" y="5544"/>
                    <a:pt x="24975" y="5544"/>
                  </a:cubicBezTo>
                  <a:cubicBezTo>
                    <a:pt x="25038" y="5544"/>
                    <a:pt x="25101" y="5537"/>
                    <a:pt x="25164" y="5520"/>
                  </a:cubicBezTo>
                  <a:cubicBezTo>
                    <a:pt x="25765" y="5345"/>
                    <a:pt x="25941" y="4618"/>
                    <a:pt x="26116" y="3966"/>
                  </a:cubicBezTo>
                  <a:cubicBezTo>
                    <a:pt x="26166" y="3741"/>
                    <a:pt x="26267" y="3340"/>
                    <a:pt x="26317" y="3264"/>
                  </a:cubicBezTo>
                  <a:cubicBezTo>
                    <a:pt x="26342" y="3252"/>
                    <a:pt x="26375" y="3246"/>
                    <a:pt x="26414" y="3246"/>
                  </a:cubicBezTo>
                  <a:cubicBezTo>
                    <a:pt x="26613" y="3246"/>
                    <a:pt x="26976" y="3389"/>
                    <a:pt x="27269" y="3515"/>
                  </a:cubicBezTo>
                  <a:cubicBezTo>
                    <a:pt x="27269" y="3214"/>
                    <a:pt x="27294" y="2913"/>
                    <a:pt x="27319" y="2613"/>
                  </a:cubicBezTo>
                  <a:cubicBezTo>
                    <a:pt x="27021" y="2497"/>
                    <a:pt x="26702" y="2403"/>
                    <a:pt x="26403" y="2403"/>
                  </a:cubicBezTo>
                  <a:cubicBezTo>
                    <a:pt x="26250" y="2403"/>
                    <a:pt x="26102" y="2428"/>
                    <a:pt x="25966" y="2487"/>
                  </a:cubicBezTo>
                  <a:cubicBezTo>
                    <a:pt x="25565" y="2688"/>
                    <a:pt x="25440" y="3189"/>
                    <a:pt x="25289" y="3766"/>
                  </a:cubicBezTo>
                  <a:cubicBezTo>
                    <a:pt x="25214" y="4041"/>
                    <a:pt x="25064" y="4618"/>
                    <a:pt x="24963" y="4693"/>
                  </a:cubicBezTo>
                  <a:cubicBezTo>
                    <a:pt x="24863" y="4668"/>
                    <a:pt x="24512" y="4392"/>
                    <a:pt x="24337" y="4217"/>
                  </a:cubicBezTo>
                  <a:cubicBezTo>
                    <a:pt x="23884" y="3831"/>
                    <a:pt x="23430" y="3426"/>
                    <a:pt x="22958" y="3426"/>
                  </a:cubicBezTo>
                  <a:cubicBezTo>
                    <a:pt x="22909" y="3426"/>
                    <a:pt x="22858" y="3430"/>
                    <a:pt x="22808" y="3440"/>
                  </a:cubicBezTo>
                  <a:cubicBezTo>
                    <a:pt x="22332" y="3540"/>
                    <a:pt x="22081" y="4066"/>
                    <a:pt x="21805" y="4593"/>
                  </a:cubicBezTo>
                  <a:cubicBezTo>
                    <a:pt x="21680" y="4868"/>
                    <a:pt x="21430" y="5345"/>
                    <a:pt x="21354" y="5420"/>
                  </a:cubicBezTo>
                  <a:cubicBezTo>
                    <a:pt x="21229" y="5370"/>
                    <a:pt x="20928" y="5019"/>
                    <a:pt x="20753" y="4818"/>
                  </a:cubicBezTo>
                  <a:cubicBezTo>
                    <a:pt x="20362" y="4354"/>
                    <a:pt x="19922" y="3865"/>
                    <a:pt x="19412" y="3865"/>
                  </a:cubicBezTo>
                  <a:cubicBezTo>
                    <a:pt x="19400" y="3865"/>
                    <a:pt x="19387" y="3865"/>
                    <a:pt x="19374" y="3866"/>
                  </a:cubicBezTo>
                  <a:cubicBezTo>
                    <a:pt x="18873" y="3891"/>
                    <a:pt x="18572" y="4392"/>
                    <a:pt x="18222" y="4919"/>
                  </a:cubicBezTo>
                  <a:cubicBezTo>
                    <a:pt x="18071" y="5144"/>
                    <a:pt x="17770" y="5595"/>
                    <a:pt x="17695" y="5645"/>
                  </a:cubicBezTo>
                  <a:cubicBezTo>
                    <a:pt x="17570" y="5595"/>
                    <a:pt x="17294" y="5219"/>
                    <a:pt x="17144" y="4994"/>
                  </a:cubicBezTo>
                  <a:cubicBezTo>
                    <a:pt x="16768" y="4467"/>
                    <a:pt x="16392" y="3941"/>
                    <a:pt x="15866" y="3941"/>
                  </a:cubicBezTo>
                  <a:lnTo>
                    <a:pt x="15841" y="3941"/>
                  </a:lnTo>
                  <a:cubicBezTo>
                    <a:pt x="15364" y="3941"/>
                    <a:pt x="14988" y="4392"/>
                    <a:pt x="14612" y="4893"/>
                  </a:cubicBezTo>
                  <a:cubicBezTo>
                    <a:pt x="14437" y="5119"/>
                    <a:pt x="14136" y="5545"/>
                    <a:pt x="14011" y="5570"/>
                  </a:cubicBezTo>
                  <a:cubicBezTo>
                    <a:pt x="13861" y="5570"/>
                    <a:pt x="13510" y="5044"/>
                    <a:pt x="13359" y="4818"/>
                  </a:cubicBezTo>
                  <a:cubicBezTo>
                    <a:pt x="13008" y="4267"/>
                    <a:pt x="12683" y="3766"/>
                    <a:pt x="12156" y="3715"/>
                  </a:cubicBezTo>
                  <a:cubicBezTo>
                    <a:pt x="12129" y="3713"/>
                    <a:pt x="12103" y="3712"/>
                    <a:pt x="12076" y="3712"/>
                  </a:cubicBezTo>
                  <a:cubicBezTo>
                    <a:pt x="11561" y="3712"/>
                    <a:pt x="11131" y="4164"/>
                    <a:pt x="10678" y="4593"/>
                  </a:cubicBezTo>
                  <a:cubicBezTo>
                    <a:pt x="10477" y="4818"/>
                    <a:pt x="10126" y="5169"/>
                    <a:pt x="10001" y="5169"/>
                  </a:cubicBezTo>
                  <a:cubicBezTo>
                    <a:pt x="9851" y="5144"/>
                    <a:pt x="9575" y="4618"/>
                    <a:pt x="9450" y="4342"/>
                  </a:cubicBezTo>
                  <a:cubicBezTo>
                    <a:pt x="9149" y="3791"/>
                    <a:pt x="8873" y="3264"/>
                    <a:pt x="8397" y="3139"/>
                  </a:cubicBezTo>
                  <a:cubicBezTo>
                    <a:pt x="8339" y="3128"/>
                    <a:pt x="8281" y="3123"/>
                    <a:pt x="8223" y="3123"/>
                  </a:cubicBezTo>
                  <a:cubicBezTo>
                    <a:pt x="7734" y="3123"/>
                    <a:pt x="7264" y="3482"/>
                    <a:pt x="6793" y="3841"/>
                  </a:cubicBezTo>
                  <a:cubicBezTo>
                    <a:pt x="6567" y="4016"/>
                    <a:pt x="6191" y="4317"/>
                    <a:pt x="6066" y="4317"/>
                  </a:cubicBezTo>
                  <a:cubicBezTo>
                    <a:pt x="5916" y="4267"/>
                    <a:pt x="5715" y="3665"/>
                    <a:pt x="5640" y="3365"/>
                  </a:cubicBezTo>
                  <a:cubicBezTo>
                    <a:pt x="5439" y="2788"/>
                    <a:pt x="5264" y="2237"/>
                    <a:pt x="4813" y="2061"/>
                  </a:cubicBezTo>
                  <a:cubicBezTo>
                    <a:pt x="4683" y="2006"/>
                    <a:pt x="4549" y="1982"/>
                    <a:pt x="4412" y="1982"/>
                  </a:cubicBezTo>
                  <a:cubicBezTo>
                    <a:pt x="3992" y="1982"/>
                    <a:pt x="3543" y="2204"/>
                    <a:pt x="3109" y="2412"/>
                  </a:cubicBezTo>
                  <a:cubicBezTo>
                    <a:pt x="2871" y="2531"/>
                    <a:pt x="2476" y="2740"/>
                    <a:pt x="2350" y="2740"/>
                  </a:cubicBezTo>
                  <a:cubicBezTo>
                    <a:pt x="2343" y="2740"/>
                    <a:pt x="2337" y="2739"/>
                    <a:pt x="2332" y="2738"/>
                  </a:cubicBezTo>
                  <a:cubicBezTo>
                    <a:pt x="2181" y="2663"/>
                    <a:pt x="2131" y="2011"/>
                    <a:pt x="2131" y="1685"/>
                  </a:cubicBezTo>
                  <a:cubicBezTo>
                    <a:pt x="2081" y="1109"/>
                    <a:pt x="2056" y="558"/>
                    <a:pt x="1705" y="257"/>
                  </a:cubicBezTo>
                  <a:cubicBezTo>
                    <a:pt x="1433" y="60"/>
                    <a:pt x="1097" y="1"/>
                    <a:pt x="74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2" name="Google Shape;1262;p38"/>
            <p:cNvSpPr/>
            <p:nvPr/>
          </p:nvSpPr>
          <p:spPr>
            <a:xfrm>
              <a:off x="7234500" y="1238866"/>
              <a:ext cx="767007" cy="139304"/>
            </a:xfrm>
            <a:custGeom>
              <a:rect b="b" l="l" r="r" t="t"/>
              <a:pathLst>
                <a:path extrusionOk="0" h="4939" w="27194">
                  <a:moveTo>
                    <a:pt x="26" y="1"/>
                  </a:moveTo>
                  <a:cubicBezTo>
                    <a:pt x="26" y="327"/>
                    <a:pt x="1" y="677"/>
                    <a:pt x="26" y="1003"/>
                  </a:cubicBezTo>
                  <a:cubicBezTo>
                    <a:pt x="2106" y="2231"/>
                    <a:pt x="7244" y="4813"/>
                    <a:pt x="13710" y="4913"/>
                  </a:cubicBezTo>
                  <a:cubicBezTo>
                    <a:pt x="14011" y="4938"/>
                    <a:pt x="14287" y="4938"/>
                    <a:pt x="14587" y="4938"/>
                  </a:cubicBezTo>
                  <a:cubicBezTo>
                    <a:pt x="21605" y="4938"/>
                    <a:pt x="24963" y="3434"/>
                    <a:pt x="27119" y="2181"/>
                  </a:cubicBezTo>
                  <a:cubicBezTo>
                    <a:pt x="27144" y="1830"/>
                    <a:pt x="27169" y="1505"/>
                    <a:pt x="27194" y="1154"/>
                  </a:cubicBezTo>
                  <a:lnTo>
                    <a:pt x="27194" y="1154"/>
                  </a:lnTo>
                  <a:cubicBezTo>
                    <a:pt x="25018" y="2483"/>
                    <a:pt x="21956" y="4093"/>
                    <a:pt x="14568" y="4093"/>
                  </a:cubicBezTo>
                  <a:cubicBezTo>
                    <a:pt x="14296" y="4093"/>
                    <a:pt x="14019" y="4090"/>
                    <a:pt x="13735" y="4086"/>
                  </a:cubicBezTo>
                  <a:cubicBezTo>
                    <a:pt x="7018" y="3961"/>
                    <a:pt x="1680" y="1028"/>
                    <a:pt x="2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3" name="Google Shape;1263;p38"/>
            <p:cNvSpPr/>
            <p:nvPr/>
          </p:nvSpPr>
          <p:spPr>
            <a:xfrm>
              <a:off x="7238759" y="1326951"/>
              <a:ext cx="752848" cy="126838"/>
            </a:xfrm>
            <a:custGeom>
              <a:rect b="b" l="l" r="r" t="t"/>
              <a:pathLst>
                <a:path extrusionOk="0" h="4497" w="26692">
                  <a:moveTo>
                    <a:pt x="491" y="0"/>
                  </a:moveTo>
                  <a:cubicBezTo>
                    <a:pt x="340" y="0"/>
                    <a:pt x="193" y="84"/>
                    <a:pt x="125" y="236"/>
                  </a:cubicBezTo>
                  <a:cubicBezTo>
                    <a:pt x="0" y="437"/>
                    <a:pt x="75" y="687"/>
                    <a:pt x="301" y="788"/>
                  </a:cubicBezTo>
                  <a:lnTo>
                    <a:pt x="276" y="788"/>
                  </a:lnTo>
                  <a:cubicBezTo>
                    <a:pt x="351" y="838"/>
                    <a:pt x="426" y="838"/>
                    <a:pt x="501" y="838"/>
                  </a:cubicBezTo>
                  <a:cubicBezTo>
                    <a:pt x="627" y="838"/>
                    <a:pt x="777" y="762"/>
                    <a:pt x="852" y="637"/>
                  </a:cubicBezTo>
                  <a:cubicBezTo>
                    <a:pt x="978" y="437"/>
                    <a:pt x="902" y="186"/>
                    <a:pt x="702" y="61"/>
                  </a:cubicBezTo>
                  <a:cubicBezTo>
                    <a:pt x="637" y="20"/>
                    <a:pt x="563" y="0"/>
                    <a:pt x="491" y="0"/>
                  </a:cubicBezTo>
                  <a:close/>
                  <a:moveTo>
                    <a:pt x="1983" y="773"/>
                  </a:moveTo>
                  <a:cubicBezTo>
                    <a:pt x="1822" y="773"/>
                    <a:pt x="1659" y="866"/>
                    <a:pt x="1604" y="1013"/>
                  </a:cubicBezTo>
                  <a:cubicBezTo>
                    <a:pt x="1504" y="1239"/>
                    <a:pt x="1579" y="1489"/>
                    <a:pt x="1780" y="1564"/>
                  </a:cubicBezTo>
                  <a:cubicBezTo>
                    <a:pt x="1855" y="1615"/>
                    <a:pt x="1905" y="1615"/>
                    <a:pt x="1980" y="1615"/>
                  </a:cubicBezTo>
                  <a:cubicBezTo>
                    <a:pt x="2130" y="1615"/>
                    <a:pt x="2281" y="1539"/>
                    <a:pt x="2356" y="1389"/>
                  </a:cubicBezTo>
                  <a:cubicBezTo>
                    <a:pt x="2456" y="1163"/>
                    <a:pt x="2356" y="913"/>
                    <a:pt x="2156" y="813"/>
                  </a:cubicBezTo>
                  <a:cubicBezTo>
                    <a:pt x="2102" y="786"/>
                    <a:pt x="2043" y="773"/>
                    <a:pt x="1983" y="773"/>
                  </a:cubicBezTo>
                  <a:close/>
                  <a:moveTo>
                    <a:pt x="26219" y="1245"/>
                  </a:moveTo>
                  <a:cubicBezTo>
                    <a:pt x="26152" y="1245"/>
                    <a:pt x="26083" y="1259"/>
                    <a:pt x="26015" y="1289"/>
                  </a:cubicBezTo>
                  <a:cubicBezTo>
                    <a:pt x="25815" y="1414"/>
                    <a:pt x="25740" y="1665"/>
                    <a:pt x="25840" y="1865"/>
                  </a:cubicBezTo>
                  <a:cubicBezTo>
                    <a:pt x="25915" y="2016"/>
                    <a:pt x="26065" y="2091"/>
                    <a:pt x="26216" y="2091"/>
                  </a:cubicBezTo>
                  <a:cubicBezTo>
                    <a:pt x="26291" y="2091"/>
                    <a:pt x="26366" y="2091"/>
                    <a:pt x="26416" y="2041"/>
                  </a:cubicBezTo>
                  <a:cubicBezTo>
                    <a:pt x="26617" y="1940"/>
                    <a:pt x="26692" y="1690"/>
                    <a:pt x="26592" y="1464"/>
                  </a:cubicBezTo>
                  <a:cubicBezTo>
                    <a:pt x="26521" y="1324"/>
                    <a:pt x="26377" y="1245"/>
                    <a:pt x="26219" y="1245"/>
                  </a:cubicBezTo>
                  <a:close/>
                  <a:moveTo>
                    <a:pt x="3519" y="1464"/>
                  </a:moveTo>
                  <a:cubicBezTo>
                    <a:pt x="3354" y="1464"/>
                    <a:pt x="3186" y="1559"/>
                    <a:pt x="3108" y="1715"/>
                  </a:cubicBezTo>
                  <a:cubicBezTo>
                    <a:pt x="3008" y="1940"/>
                    <a:pt x="3108" y="2191"/>
                    <a:pt x="3333" y="2266"/>
                  </a:cubicBezTo>
                  <a:cubicBezTo>
                    <a:pt x="3384" y="2291"/>
                    <a:pt x="3459" y="2316"/>
                    <a:pt x="3509" y="2316"/>
                  </a:cubicBezTo>
                  <a:cubicBezTo>
                    <a:pt x="3659" y="2316"/>
                    <a:pt x="3810" y="2216"/>
                    <a:pt x="3885" y="2041"/>
                  </a:cubicBezTo>
                  <a:cubicBezTo>
                    <a:pt x="3985" y="1840"/>
                    <a:pt x="3885" y="1590"/>
                    <a:pt x="3659" y="1489"/>
                  </a:cubicBezTo>
                  <a:cubicBezTo>
                    <a:pt x="3614" y="1472"/>
                    <a:pt x="3566" y="1464"/>
                    <a:pt x="3519" y="1464"/>
                  </a:cubicBezTo>
                  <a:close/>
                  <a:moveTo>
                    <a:pt x="24727" y="1977"/>
                  </a:moveTo>
                  <a:cubicBezTo>
                    <a:pt x="24671" y="1977"/>
                    <a:pt x="24614" y="1989"/>
                    <a:pt x="24562" y="2016"/>
                  </a:cubicBezTo>
                  <a:cubicBezTo>
                    <a:pt x="24336" y="2091"/>
                    <a:pt x="24236" y="2341"/>
                    <a:pt x="24336" y="2567"/>
                  </a:cubicBezTo>
                  <a:cubicBezTo>
                    <a:pt x="24386" y="2717"/>
                    <a:pt x="24562" y="2818"/>
                    <a:pt x="24712" y="2818"/>
                  </a:cubicBezTo>
                  <a:cubicBezTo>
                    <a:pt x="24762" y="2818"/>
                    <a:pt x="24837" y="2818"/>
                    <a:pt x="24887" y="2793"/>
                  </a:cubicBezTo>
                  <a:cubicBezTo>
                    <a:pt x="25088" y="2692"/>
                    <a:pt x="25188" y="2442"/>
                    <a:pt x="25113" y="2241"/>
                  </a:cubicBezTo>
                  <a:cubicBezTo>
                    <a:pt x="25039" y="2075"/>
                    <a:pt x="24884" y="1977"/>
                    <a:pt x="24727" y="1977"/>
                  </a:cubicBezTo>
                  <a:close/>
                  <a:moveTo>
                    <a:pt x="5050" y="2066"/>
                  </a:moveTo>
                  <a:cubicBezTo>
                    <a:pt x="4885" y="2066"/>
                    <a:pt x="4720" y="2166"/>
                    <a:pt x="4662" y="2341"/>
                  </a:cubicBezTo>
                  <a:cubicBezTo>
                    <a:pt x="4587" y="2567"/>
                    <a:pt x="4687" y="2793"/>
                    <a:pt x="4912" y="2893"/>
                  </a:cubicBezTo>
                  <a:cubicBezTo>
                    <a:pt x="4963" y="2893"/>
                    <a:pt x="5013" y="2918"/>
                    <a:pt x="5063" y="2918"/>
                  </a:cubicBezTo>
                  <a:cubicBezTo>
                    <a:pt x="5238" y="2918"/>
                    <a:pt x="5389" y="2793"/>
                    <a:pt x="5464" y="2617"/>
                  </a:cubicBezTo>
                  <a:cubicBezTo>
                    <a:pt x="5539" y="2392"/>
                    <a:pt x="5414" y="2166"/>
                    <a:pt x="5188" y="2091"/>
                  </a:cubicBezTo>
                  <a:cubicBezTo>
                    <a:pt x="5144" y="2074"/>
                    <a:pt x="5097" y="2066"/>
                    <a:pt x="5050" y="2066"/>
                  </a:cubicBezTo>
                  <a:close/>
                  <a:moveTo>
                    <a:pt x="23165" y="2545"/>
                  </a:moveTo>
                  <a:cubicBezTo>
                    <a:pt x="23122" y="2545"/>
                    <a:pt x="23077" y="2552"/>
                    <a:pt x="23033" y="2567"/>
                  </a:cubicBezTo>
                  <a:cubicBezTo>
                    <a:pt x="22807" y="2642"/>
                    <a:pt x="22682" y="2868"/>
                    <a:pt x="22732" y="3093"/>
                  </a:cubicBezTo>
                  <a:cubicBezTo>
                    <a:pt x="22807" y="3269"/>
                    <a:pt x="22983" y="3394"/>
                    <a:pt x="23158" y="3394"/>
                  </a:cubicBezTo>
                  <a:cubicBezTo>
                    <a:pt x="23183" y="3394"/>
                    <a:pt x="23233" y="3394"/>
                    <a:pt x="23283" y="3369"/>
                  </a:cubicBezTo>
                  <a:cubicBezTo>
                    <a:pt x="23484" y="3294"/>
                    <a:pt x="23609" y="3068"/>
                    <a:pt x="23559" y="2843"/>
                  </a:cubicBezTo>
                  <a:cubicBezTo>
                    <a:pt x="23499" y="2662"/>
                    <a:pt x="23342" y="2545"/>
                    <a:pt x="23165" y="2545"/>
                  </a:cubicBezTo>
                  <a:close/>
                  <a:moveTo>
                    <a:pt x="6635" y="2570"/>
                  </a:moveTo>
                  <a:cubicBezTo>
                    <a:pt x="6458" y="2570"/>
                    <a:pt x="6301" y="2687"/>
                    <a:pt x="6241" y="2868"/>
                  </a:cubicBezTo>
                  <a:cubicBezTo>
                    <a:pt x="6191" y="3093"/>
                    <a:pt x="6316" y="3344"/>
                    <a:pt x="6542" y="3394"/>
                  </a:cubicBezTo>
                  <a:cubicBezTo>
                    <a:pt x="6567" y="3419"/>
                    <a:pt x="6617" y="3419"/>
                    <a:pt x="6642" y="3419"/>
                  </a:cubicBezTo>
                  <a:cubicBezTo>
                    <a:pt x="6842" y="3419"/>
                    <a:pt x="6993" y="3294"/>
                    <a:pt x="7043" y="3118"/>
                  </a:cubicBezTo>
                  <a:cubicBezTo>
                    <a:pt x="7118" y="2893"/>
                    <a:pt x="6993" y="2667"/>
                    <a:pt x="6767" y="2592"/>
                  </a:cubicBezTo>
                  <a:cubicBezTo>
                    <a:pt x="6723" y="2577"/>
                    <a:pt x="6678" y="2570"/>
                    <a:pt x="6635" y="2570"/>
                  </a:cubicBezTo>
                  <a:close/>
                  <a:moveTo>
                    <a:pt x="8282" y="2983"/>
                  </a:moveTo>
                  <a:cubicBezTo>
                    <a:pt x="8084" y="2983"/>
                    <a:pt x="7888" y="3123"/>
                    <a:pt x="7845" y="3319"/>
                  </a:cubicBezTo>
                  <a:cubicBezTo>
                    <a:pt x="7795" y="3544"/>
                    <a:pt x="7945" y="3770"/>
                    <a:pt x="8171" y="3820"/>
                  </a:cubicBezTo>
                  <a:lnTo>
                    <a:pt x="8271" y="3820"/>
                  </a:lnTo>
                  <a:cubicBezTo>
                    <a:pt x="8471" y="3820"/>
                    <a:pt x="8622" y="3695"/>
                    <a:pt x="8672" y="3494"/>
                  </a:cubicBezTo>
                  <a:cubicBezTo>
                    <a:pt x="8722" y="3269"/>
                    <a:pt x="8597" y="3043"/>
                    <a:pt x="8371" y="2993"/>
                  </a:cubicBezTo>
                  <a:cubicBezTo>
                    <a:pt x="8342" y="2987"/>
                    <a:pt x="8312" y="2983"/>
                    <a:pt x="8282" y="2983"/>
                  </a:cubicBezTo>
                  <a:close/>
                  <a:moveTo>
                    <a:pt x="21552" y="2982"/>
                  </a:moveTo>
                  <a:cubicBezTo>
                    <a:pt x="21520" y="2982"/>
                    <a:pt x="21487" y="2986"/>
                    <a:pt x="21454" y="2993"/>
                  </a:cubicBezTo>
                  <a:cubicBezTo>
                    <a:pt x="21203" y="3043"/>
                    <a:pt x="21078" y="3269"/>
                    <a:pt x="21128" y="3494"/>
                  </a:cubicBezTo>
                  <a:cubicBezTo>
                    <a:pt x="21153" y="3695"/>
                    <a:pt x="21329" y="3820"/>
                    <a:pt x="21529" y="3820"/>
                  </a:cubicBezTo>
                  <a:lnTo>
                    <a:pt x="21629" y="3820"/>
                  </a:lnTo>
                  <a:cubicBezTo>
                    <a:pt x="21855" y="3745"/>
                    <a:pt x="22005" y="3544"/>
                    <a:pt x="21955" y="3319"/>
                  </a:cubicBezTo>
                  <a:cubicBezTo>
                    <a:pt x="21912" y="3105"/>
                    <a:pt x="21742" y="2982"/>
                    <a:pt x="21552" y="2982"/>
                  </a:cubicBezTo>
                  <a:close/>
                  <a:moveTo>
                    <a:pt x="19910" y="3285"/>
                  </a:moveTo>
                  <a:cubicBezTo>
                    <a:pt x="19882" y="3285"/>
                    <a:pt x="19854" y="3288"/>
                    <a:pt x="19825" y="3294"/>
                  </a:cubicBezTo>
                  <a:cubicBezTo>
                    <a:pt x="19599" y="3319"/>
                    <a:pt x="19449" y="3544"/>
                    <a:pt x="19474" y="3770"/>
                  </a:cubicBezTo>
                  <a:cubicBezTo>
                    <a:pt x="19499" y="3971"/>
                    <a:pt x="19674" y="4121"/>
                    <a:pt x="19900" y="4121"/>
                  </a:cubicBezTo>
                  <a:lnTo>
                    <a:pt x="19950" y="4121"/>
                  </a:lnTo>
                  <a:cubicBezTo>
                    <a:pt x="20201" y="4096"/>
                    <a:pt x="20351" y="3870"/>
                    <a:pt x="20301" y="3645"/>
                  </a:cubicBezTo>
                  <a:cubicBezTo>
                    <a:pt x="20279" y="3445"/>
                    <a:pt x="20120" y="3285"/>
                    <a:pt x="19910" y="3285"/>
                  </a:cubicBezTo>
                  <a:close/>
                  <a:moveTo>
                    <a:pt x="9897" y="3310"/>
                  </a:moveTo>
                  <a:cubicBezTo>
                    <a:pt x="9700" y="3310"/>
                    <a:pt x="9521" y="3470"/>
                    <a:pt x="9499" y="3670"/>
                  </a:cubicBezTo>
                  <a:cubicBezTo>
                    <a:pt x="9449" y="3895"/>
                    <a:pt x="9599" y="4121"/>
                    <a:pt x="9850" y="4146"/>
                  </a:cubicBezTo>
                  <a:lnTo>
                    <a:pt x="9900" y="4146"/>
                  </a:lnTo>
                  <a:cubicBezTo>
                    <a:pt x="10100" y="4146"/>
                    <a:pt x="10301" y="4021"/>
                    <a:pt x="10326" y="3795"/>
                  </a:cubicBezTo>
                  <a:cubicBezTo>
                    <a:pt x="10351" y="3570"/>
                    <a:pt x="10201" y="3344"/>
                    <a:pt x="9975" y="3319"/>
                  </a:cubicBezTo>
                  <a:cubicBezTo>
                    <a:pt x="9949" y="3313"/>
                    <a:pt x="9923" y="3310"/>
                    <a:pt x="9897" y="3310"/>
                  </a:cubicBezTo>
                  <a:close/>
                  <a:moveTo>
                    <a:pt x="18245" y="3492"/>
                  </a:moveTo>
                  <a:cubicBezTo>
                    <a:pt x="18228" y="3492"/>
                    <a:pt x="18212" y="3492"/>
                    <a:pt x="18196" y="3494"/>
                  </a:cubicBezTo>
                  <a:cubicBezTo>
                    <a:pt x="17970" y="3494"/>
                    <a:pt x="17795" y="3720"/>
                    <a:pt x="17820" y="3945"/>
                  </a:cubicBezTo>
                  <a:cubicBezTo>
                    <a:pt x="17845" y="4171"/>
                    <a:pt x="18020" y="4321"/>
                    <a:pt x="18246" y="4321"/>
                  </a:cubicBezTo>
                  <a:lnTo>
                    <a:pt x="18271" y="4321"/>
                  </a:lnTo>
                  <a:cubicBezTo>
                    <a:pt x="18522" y="4296"/>
                    <a:pt x="18672" y="4096"/>
                    <a:pt x="18647" y="3870"/>
                  </a:cubicBezTo>
                  <a:cubicBezTo>
                    <a:pt x="18647" y="3638"/>
                    <a:pt x="18453" y="3492"/>
                    <a:pt x="18245" y="3492"/>
                  </a:cubicBezTo>
                  <a:close/>
                  <a:moveTo>
                    <a:pt x="11561" y="3517"/>
                  </a:moveTo>
                  <a:cubicBezTo>
                    <a:pt x="11351" y="3517"/>
                    <a:pt x="11153" y="3684"/>
                    <a:pt x="11153" y="3895"/>
                  </a:cubicBezTo>
                  <a:cubicBezTo>
                    <a:pt x="11128" y="4146"/>
                    <a:pt x="11303" y="4346"/>
                    <a:pt x="11529" y="4372"/>
                  </a:cubicBezTo>
                  <a:lnTo>
                    <a:pt x="11554" y="4372"/>
                  </a:lnTo>
                  <a:cubicBezTo>
                    <a:pt x="11780" y="4372"/>
                    <a:pt x="11980" y="4196"/>
                    <a:pt x="11980" y="3996"/>
                  </a:cubicBezTo>
                  <a:cubicBezTo>
                    <a:pt x="12005" y="3745"/>
                    <a:pt x="11830" y="3544"/>
                    <a:pt x="11604" y="3519"/>
                  </a:cubicBezTo>
                  <a:cubicBezTo>
                    <a:pt x="11590" y="3518"/>
                    <a:pt x="11575" y="3517"/>
                    <a:pt x="11561" y="3517"/>
                  </a:cubicBezTo>
                  <a:close/>
                  <a:moveTo>
                    <a:pt x="16542" y="3595"/>
                  </a:moveTo>
                  <a:cubicBezTo>
                    <a:pt x="16316" y="3620"/>
                    <a:pt x="16141" y="3795"/>
                    <a:pt x="16141" y="4046"/>
                  </a:cubicBezTo>
                  <a:cubicBezTo>
                    <a:pt x="16166" y="4271"/>
                    <a:pt x="16366" y="4447"/>
                    <a:pt x="16592" y="4447"/>
                  </a:cubicBezTo>
                  <a:cubicBezTo>
                    <a:pt x="16817" y="4422"/>
                    <a:pt x="16993" y="4246"/>
                    <a:pt x="16993" y="3996"/>
                  </a:cubicBezTo>
                  <a:cubicBezTo>
                    <a:pt x="16993" y="3770"/>
                    <a:pt x="16792" y="3595"/>
                    <a:pt x="16542" y="3595"/>
                  </a:cubicBezTo>
                  <a:close/>
                  <a:moveTo>
                    <a:pt x="13233" y="3620"/>
                  </a:moveTo>
                  <a:cubicBezTo>
                    <a:pt x="13008" y="3620"/>
                    <a:pt x="12807" y="3795"/>
                    <a:pt x="12807" y="4046"/>
                  </a:cubicBezTo>
                  <a:cubicBezTo>
                    <a:pt x="12807" y="4271"/>
                    <a:pt x="12983" y="4472"/>
                    <a:pt x="13208" y="4472"/>
                  </a:cubicBezTo>
                  <a:lnTo>
                    <a:pt x="13233" y="4472"/>
                  </a:lnTo>
                  <a:cubicBezTo>
                    <a:pt x="13459" y="4472"/>
                    <a:pt x="13659" y="4296"/>
                    <a:pt x="13659" y="4071"/>
                  </a:cubicBezTo>
                  <a:cubicBezTo>
                    <a:pt x="13659" y="3820"/>
                    <a:pt x="13484" y="3645"/>
                    <a:pt x="13233" y="3620"/>
                  </a:cubicBezTo>
                  <a:close/>
                  <a:moveTo>
                    <a:pt x="14887" y="3645"/>
                  </a:moveTo>
                  <a:cubicBezTo>
                    <a:pt x="14662" y="3645"/>
                    <a:pt x="14486" y="3845"/>
                    <a:pt x="14486" y="4071"/>
                  </a:cubicBezTo>
                  <a:cubicBezTo>
                    <a:pt x="14486" y="4296"/>
                    <a:pt x="14662" y="4497"/>
                    <a:pt x="14887" y="4497"/>
                  </a:cubicBezTo>
                  <a:lnTo>
                    <a:pt x="14912" y="4497"/>
                  </a:lnTo>
                  <a:cubicBezTo>
                    <a:pt x="15138" y="4497"/>
                    <a:pt x="15339" y="4296"/>
                    <a:pt x="15313" y="4071"/>
                  </a:cubicBezTo>
                  <a:cubicBezTo>
                    <a:pt x="15313" y="3820"/>
                    <a:pt x="15138" y="3645"/>
                    <a:pt x="14887" y="364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64" name="Google Shape;1264;p38"/>
          <p:cNvGrpSpPr/>
          <p:nvPr/>
        </p:nvGrpSpPr>
        <p:grpSpPr>
          <a:xfrm>
            <a:off x="453300" y="2779925"/>
            <a:ext cx="1261950" cy="1890250"/>
            <a:chOff x="720000" y="2713250"/>
            <a:chExt cx="1261950" cy="1890250"/>
          </a:xfrm>
        </p:grpSpPr>
        <p:sp>
          <p:nvSpPr>
            <p:cNvPr id="1265" name="Google Shape;1265;p38"/>
            <p:cNvSpPr/>
            <p:nvPr/>
          </p:nvSpPr>
          <p:spPr>
            <a:xfrm>
              <a:off x="720000" y="3441225"/>
              <a:ext cx="1261950" cy="1162275"/>
            </a:xfrm>
            <a:custGeom>
              <a:rect b="b" l="l" r="r" t="t"/>
              <a:pathLst>
                <a:path extrusionOk="0" h="46491" w="50478">
                  <a:moveTo>
                    <a:pt x="42357" y="1"/>
                  </a:moveTo>
                  <a:lnTo>
                    <a:pt x="10978" y="6667"/>
                  </a:lnTo>
                  <a:cubicBezTo>
                    <a:pt x="11680" y="12256"/>
                    <a:pt x="14638" y="29174"/>
                    <a:pt x="13861" y="29650"/>
                  </a:cubicBezTo>
                  <a:cubicBezTo>
                    <a:pt x="7069" y="33836"/>
                    <a:pt x="252" y="31981"/>
                    <a:pt x="1" y="40227"/>
                  </a:cubicBezTo>
                  <a:cubicBezTo>
                    <a:pt x="76" y="45891"/>
                    <a:pt x="7094" y="46292"/>
                    <a:pt x="10878" y="46442"/>
                  </a:cubicBezTo>
                  <a:cubicBezTo>
                    <a:pt x="11318" y="46475"/>
                    <a:pt x="11815" y="46490"/>
                    <a:pt x="12362" y="46490"/>
                  </a:cubicBezTo>
                  <a:cubicBezTo>
                    <a:pt x="19766" y="46490"/>
                    <a:pt x="36243" y="43661"/>
                    <a:pt x="41355" y="42658"/>
                  </a:cubicBezTo>
                  <a:cubicBezTo>
                    <a:pt x="50477" y="40853"/>
                    <a:pt x="47821" y="34011"/>
                    <a:pt x="4235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6" name="Google Shape;1266;p38"/>
            <p:cNvSpPr/>
            <p:nvPr/>
          </p:nvSpPr>
          <p:spPr>
            <a:xfrm>
              <a:off x="720000" y="4235725"/>
              <a:ext cx="449275" cy="367775"/>
            </a:xfrm>
            <a:custGeom>
              <a:rect b="b" l="l" r="r" t="t"/>
              <a:pathLst>
                <a:path extrusionOk="0" h="14711" w="17971">
                  <a:moveTo>
                    <a:pt x="9224" y="0"/>
                  </a:moveTo>
                  <a:cubicBezTo>
                    <a:pt x="4262" y="1730"/>
                    <a:pt x="201" y="2106"/>
                    <a:pt x="1" y="8447"/>
                  </a:cubicBezTo>
                  <a:cubicBezTo>
                    <a:pt x="76" y="14111"/>
                    <a:pt x="7094" y="14512"/>
                    <a:pt x="10878" y="14662"/>
                  </a:cubicBezTo>
                  <a:cubicBezTo>
                    <a:pt x="11321" y="14695"/>
                    <a:pt x="11824" y="14711"/>
                    <a:pt x="12377" y="14711"/>
                  </a:cubicBezTo>
                  <a:cubicBezTo>
                    <a:pt x="13918" y="14711"/>
                    <a:pt x="15849" y="14589"/>
                    <a:pt x="17971" y="14386"/>
                  </a:cubicBezTo>
                  <a:cubicBezTo>
                    <a:pt x="16793" y="8421"/>
                    <a:pt x="14487" y="2958"/>
                    <a:pt x="922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7" name="Google Shape;1267;p38"/>
            <p:cNvSpPr/>
            <p:nvPr/>
          </p:nvSpPr>
          <p:spPr>
            <a:xfrm>
              <a:off x="1678025" y="4157400"/>
              <a:ext cx="244400" cy="364075"/>
            </a:xfrm>
            <a:custGeom>
              <a:rect b="b" l="l" r="r" t="t"/>
              <a:pathLst>
                <a:path extrusionOk="0" h="14563" w="9776">
                  <a:moveTo>
                    <a:pt x="8597" y="1"/>
                  </a:moveTo>
                  <a:lnTo>
                    <a:pt x="8597" y="1"/>
                  </a:lnTo>
                  <a:cubicBezTo>
                    <a:pt x="2156" y="1755"/>
                    <a:pt x="377" y="8221"/>
                    <a:pt x="1" y="14562"/>
                  </a:cubicBezTo>
                  <a:cubicBezTo>
                    <a:pt x="1229" y="14362"/>
                    <a:pt x="2257" y="14161"/>
                    <a:pt x="3034" y="14011"/>
                  </a:cubicBezTo>
                  <a:cubicBezTo>
                    <a:pt x="8597" y="12908"/>
                    <a:pt x="9775" y="9925"/>
                    <a:pt x="8597"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68" name="Google Shape;1268;p38"/>
            <p:cNvGrpSpPr/>
            <p:nvPr/>
          </p:nvGrpSpPr>
          <p:grpSpPr>
            <a:xfrm>
              <a:off x="1010800" y="3626550"/>
              <a:ext cx="872782" cy="520600"/>
              <a:chOff x="1010800" y="3626550"/>
              <a:chExt cx="872782" cy="520600"/>
            </a:xfrm>
          </p:grpSpPr>
          <p:sp>
            <p:nvSpPr>
              <p:cNvPr id="1269" name="Google Shape;1269;p38"/>
              <p:cNvSpPr/>
              <p:nvPr/>
            </p:nvSpPr>
            <p:spPr>
              <a:xfrm>
                <a:off x="1027500" y="3777925"/>
                <a:ext cx="819174" cy="205150"/>
              </a:xfrm>
              <a:custGeom>
                <a:rect b="b" l="l" r="r" t="t"/>
                <a:pathLst>
                  <a:path extrusionOk="0" h="8206" w="36958">
                    <a:moveTo>
                      <a:pt x="35763" y="1"/>
                    </a:moveTo>
                    <a:cubicBezTo>
                      <a:pt x="35647" y="1"/>
                      <a:pt x="35526" y="29"/>
                      <a:pt x="35404" y="92"/>
                    </a:cubicBezTo>
                    <a:cubicBezTo>
                      <a:pt x="34777" y="418"/>
                      <a:pt x="34426" y="894"/>
                      <a:pt x="34076" y="1470"/>
                    </a:cubicBezTo>
                    <a:cubicBezTo>
                      <a:pt x="33825" y="1871"/>
                      <a:pt x="33624" y="2297"/>
                      <a:pt x="33399" y="2698"/>
                    </a:cubicBezTo>
                    <a:cubicBezTo>
                      <a:pt x="33174" y="3098"/>
                      <a:pt x="32923" y="3242"/>
                      <a:pt x="32656" y="3242"/>
                    </a:cubicBezTo>
                    <a:cubicBezTo>
                      <a:pt x="32270" y="3242"/>
                      <a:pt x="31849" y="2940"/>
                      <a:pt x="31419" y="2673"/>
                    </a:cubicBezTo>
                    <a:cubicBezTo>
                      <a:pt x="30658" y="2180"/>
                      <a:pt x="29929" y="1798"/>
                      <a:pt x="29223" y="1798"/>
                    </a:cubicBezTo>
                    <a:cubicBezTo>
                      <a:pt x="28673" y="1798"/>
                      <a:pt x="28136" y="2030"/>
                      <a:pt x="27609" y="2623"/>
                    </a:cubicBezTo>
                    <a:cubicBezTo>
                      <a:pt x="27192" y="3063"/>
                      <a:pt x="26543" y="4735"/>
                      <a:pt x="25680" y="4735"/>
                    </a:cubicBezTo>
                    <a:cubicBezTo>
                      <a:pt x="25559" y="4735"/>
                      <a:pt x="25433" y="4702"/>
                      <a:pt x="25304" y="4628"/>
                    </a:cubicBezTo>
                    <a:cubicBezTo>
                      <a:pt x="24376" y="4127"/>
                      <a:pt x="23725" y="3375"/>
                      <a:pt x="22722" y="3024"/>
                    </a:cubicBezTo>
                    <a:cubicBezTo>
                      <a:pt x="22548" y="2960"/>
                      <a:pt x="22380" y="2930"/>
                      <a:pt x="22217" y="2930"/>
                    </a:cubicBezTo>
                    <a:cubicBezTo>
                      <a:pt x="20925" y="2930"/>
                      <a:pt x="19978" y="4776"/>
                      <a:pt x="19289" y="5555"/>
                    </a:cubicBezTo>
                    <a:cubicBezTo>
                      <a:pt x="19210" y="5648"/>
                      <a:pt x="19107" y="5689"/>
                      <a:pt x="18984" y="5689"/>
                    </a:cubicBezTo>
                    <a:cubicBezTo>
                      <a:pt x="18141" y="5689"/>
                      <a:pt x="16358" y="3778"/>
                      <a:pt x="15043" y="3778"/>
                    </a:cubicBezTo>
                    <a:cubicBezTo>
                      <a:pt x="14842" y="3778"/>
                      <a:pt x="14651" y="3823"/>
                      <a:pt x="14476" y="3926"/>
                    </a:cubicBezTo>
                    <a:cubicBezTo>
                      <a:pt x="13800" y="4327"/>
                      <a:pt x="13299" y="4904"/>
                      <a:pt x="12797" y="5505"/>
                    </a:cubicBezTo>
                    <a:cubicBezTo>
                      <a:pt x="12390" y="5997"/>
                      <a:pt x="12041" y="6188"/>
                      <a:pt x="11714" y="6188"/>
                    </a:cubicBezTo>
                    <a:cubicBezTo>
                      <a:pt x="11076" y="6188"/>
                      <a:pt x="10528" y="5459"/>
                      <a:pt x="9815" y="4829"/>
                    </a:cubicBezTo>
                    <a:cubicBezTo>
                      <a:pt x="9286" y="4365"/>
                      <a:pt x="8772" y="4161"/>
                      <a:pt x="8272" y="4161"/>
                    </a:cubicBezTo>
                    <a:cubicBezTo>
                      <a:pt x="7609" y="4161"/>
                      <a:pt x="6970" y="4519"/>
                      <a:pt x="6356" y="5104"/>
                    </a:cubicBezTo>
                    <a:cubicBezTo>
                      <a:pt x="6030" y="5430"/>
                      <a:pt x="5730" y="5806"/>
                      <a:pt x="5404" y="6132"/>
                    </a:cubicBezTo>
                    <a:cubicBezTo>
                      <a:pt x="5145" y="6408"/>
                      <a:pt x="4911" y="6516"/>
                      <a:pt x="4692" y="6516"/>
                    </a:cubicBezTo>
                    <a:cubicBezTo>
                      <a:pt x="4254" y="6516"/>
                      <a:pt x="3875" y="6082"/>
                      <a:pt x="3474" y="5681"/>
                    </a:cubicBezTo>
                    <a:cubicBezTo>
                      <a:pt x="2847" y="5029"/>
                      <a:pt x="2246" y="4403"/>
                      <a:pt x="1344" y="4227"/>
                    </a:cubicBezTo>
                    <a:cubicBezTo>
                      <a:pt x="1281" y="4215"/>
                      <a:pt x="1221" y="4209"/>
                      <a:pt x="1164" y="4209"/>
                    </a:cubicBezTo>
                    <a:cubicBezTo>
                      <a:pt x="296" y="4209"/>
                      <a:pt x="1" y="5543"/>
                      <a:pt x="918" y="5731"/>
                    </a:cubicBezTo>
                    <a:cubicBezTo>
                      <a:pt x="2565" y="6056"/>
                      <a:pt x="3052" y="8206"/>
                      <a:pt x="4785" y="8206"/>
                    </a:cubicBezTo>
                    <a:cubicBezTo>
                      <a:pt x="4924" y="8206"/>
                      <a:pt x="5072" y="8192"/>
                      <a:pt x="5228" y="8162"/>
                    </a:cubicBezTo>
                    <a:cubicBezTo>
                      <a:pt x="5980" y="8012"/>
                      <a:pt x="6657" y="7084"/>
                      <a:pt x="7158" y="6558"/>
                    </a:cubicBezTo>
                    <a:cubicBezTo>
                      <a:pt x="7561" y="6106"/>
                      <a:pt x="7910" y="5928"/>
                      <a:pt x="8236" y="5928"/>
                    </a:cubicBezTo>
                    <a:cubicBezTo>
                      <a:pt x="8901" y="5928"/>
                      <a:pt x="9467" y="6670"/>
                      <a:pt x="10191" y="7310"/>
                    </a:cubicBezTo>
                    <a:cubicBezTo>
                      <a:pt x="10709" y="7773"/>
                      <a:pt x="11208" y="7969"/>
                      <a:pt x="11683" y="7969"/>
                    </a:cubicBezTo>
                    <a:cubicBezTo>
                      <a:pt x="12493" y="7969"/>
                      <a:pt x="13236" y="7398"/>
                      <a:pt x="13900" y="6608"/>
                    </a:cubicBezTo>
                    <a:cubicBezTo>
                      <a:pt x="14201" y="6282"/>
                      <a:pt x="14502" y="5931"/>
                      <a:pt x="14802" y="5581"/>
                    </a:cubicBezTo>
                    <a:cubicBezTo>
                      <a:pt x="14957" y="5421"/>
                      <a:pt x="15122" y="5355"/>
                      <a:pt x="15291" y="5355"/>
                    </a:cubicBezTo>
                    <a:cubicBezTo>
                      <a:pt x="15890" y="5355"/>
                      <a:pt x="16536" y="6176"/>
                      <a:pt x="16908" y="6508"/>
                    </a:cubicBezTo>
                    <a:cubicBezTo>
                      <a:pt x="17509" y="7034"/>
                      <a:pt x="18111" y="7385"/>
                      <a:pt x="18938" y="7460"/>
                    </a:cubicBezTo>
                    <a:cubicBezTo>
                      <a:pt x="18991" y="7465"/>
                      <a:pt x="19042" y="7467"/>
                      <a:pt x="19093" y="7467"/>
                    </a:cubicBezTo>
                    <a:cubicBezTo>
                      <a:pt x="20826" y="7467"/>
                      <a:pt x="21025" y="4839"/>
                      <a:pt x="22409" y="4839"/>
                    </a:cubicBezTo>
                    <a:cubicBezTo>
                      <a:pt x="22752" y="4839"/>
                      <a:pt x="23169" y="5001"/>
                      <a:pt x="23700" y="5405"/>
                    </a:cubicBezTo>
                    <a:cubicBezTo>
                      <a:pt x="24425" y="5963"/>
                      <a:pt x="25189" y="6389"/>
                      <a:pt x="25919" y="6389"/>
                    </a:cubicBezTo>
                    <a:cubicBezTo>
                      <a:pt x="26500" y="6389"/>
                      <a:pt x="27059" y="6119"/>
                      <a:pt x="27559" y="5430"/>
                    </a:cubicBezTo>
                    <a:cubicBezTo>
                      <a:pt x="28154" y="4637"/>
                      <a:pt x="28530" y="3482"/>
                      <a:pt x="29405" y="3482"/>
                    </a:cubicBezTo>
                    <a:cubicBezTo>
                      <a:pt x="29636" y="3482"/>
                      <a:pt x="29902" y="3563"/>
                      <a:pt x="30216" y="3751"/>
                    </a:cubicBezTo>
                    <a:cubicBezTo>
                      <a:pt x="30873" y="4141"/>
                      <a:pt x="31744" y="4956"/>
                      <a:pt x="32597" y="4956"/>
                    </a:cubicBezTo>
                    <a:cubicBezTo>
                      <a:pt x="32622" y="4956"/>
                      <a:pt x="32647" y="4955"/>
                      <a:pt x="32672" y="4954"/>
                    </a:cubicBezTo>
                    <a:cubicBezTo>
                      <a:pt x="34878" y="4829"/>
                      <a:pt x="34552" y="2272"/>
                      <a:pt x="36181" y="1445"/>
                    </a:cubicBezTo>
                    <a:cubicBezTo>
                      <a:pt x="36957" y="1057"/>
                      <a:pt x="36472" y="1"/>
                      <a:pt x="3576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0" name="Google Shape;1270;p38"/>
              <p:cNvSpPr/>
              <p:nvPr/>
            </p:nvSpPr>
            <p:spPr>
              <a:xfrm>
                <a:off x="1020525" y="3702125"/>
                <a:ext cx="811844" cy="135105"/>
              </a:xfrm>
              <a:custGeom>
                <a:rect b="b" l="l" r="r" t="t"/>
                <a:pathLst>
                  <a:path extrusionOk="0" h="5532" w="34918">
                    <a:moveTo>
                      <a:pt x="34165" y="1"/>
                    </a:moveTo>
                    <a:cubicBezTo>
                      <a:pt x="34124" y="1"/>
                      <a:pt x="34081" y="6"/>
                      <a:pt x="34035" y="16"/>
                    </a:cubicBezTo>
                    <a:cubicBezTo>
                      <a:pt x="23083" y="2522"/>
                      <a:pt x="11880" y="3725"/>
                      <a:pt x="652" y="4502"/>
                    </a:cubicBezTo>
                    <a:cubicBezTo>
                      <a:pt x="15" y="4527"/>
                      <a:pt x="0" y="5532"/>
                      <a:pt x="607" y="5532"/>
                    </a:cubicBezTo>
                    <a:cubicBezTo>
                      <a:pt x="622" y="5532"/>
                      <a:pt x="637" y="5531"/>
                      <a:pt x="652" y="5530"/>
                    </a:cubicBezTo>
                    <a:cubicBezTo>
                      <a:pt x="11955" y="4778"/>
                      <a:pt x="23258" y="3550"/>
                      <a:pt x="34311" y="1018"/>
                    </a:cubicBezTo>
                    <a:cubicBezTo>
                      <a:pt x="34917" y="879"/>
                      <a:pt x="34721" y="1"/>
                      <a:pt x="3416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1" name="Google Shape;1271;p38"/>
              <p:cNvSpPr/>
              <p:nvPr/>
            </p:nvSpPr>
            <p:spPr>
              <a:xfrm>
                <a:off x="1010800" y="3626550"/>
                <a:ext cx="819170" cy="169144"/>
              </a:xfrm>
              <a:custGeom>
                <a:rect b="b" l="l" r="r" t="t"/>
                <a:pathLst>
                  <a:path extrusionOk="0" h="6577" w="36351">
                    <a:moveTo>
                      <a:pt x="34846" y="1"/>
                    </a:moveTo>
                    <a:cubicBezTo>
                      <a:pt x="34763" y="1"/>
                      <a:pt x="34677" y="11"/>
                      <a:pt x="34586" y="31"/>
                    </a:cubicBezTo>
                    <a:cubicBezTo>
                      <a:pt x="23659" y="2538"/>
                      <a:pt x="12506" y="3741"/>
                      <a:pt x="1328" y="4493"/>
                    </a:cubicBezTo>
                    <a:cubicBezTo>
                      <a:pt x="30" y="4566"/>
                      <a:pt x="0" y="6576"/>
                      <a:pt x="1237" y="6576"/>
                    </a:cubicBezTo>
                    <a:cubicBezTo>
                      <a:pt x="1267" y="6576"/>
                      <a:pt x="1297" y="6575"/>
                      <a:pt x="1328" y="6573"/>
                    </a:cubicBezTo>
                    <a:cubicBezTo>
                      <a:pt x="12681" y="5796"/>
                      <a:pt x="24035" y="4593"/>
                      <a:pt x="35137" y="2036"/>
                    </a:cubicBezTo>
                    <a:cubicBezTo>
                      <a:pt x="36350" y="1757"/>
                      <a:pt x="35957" y="1"/>
                      <a:pt x="3484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2" name="Google Shape;1272;p38"/>
              <p:cNvSpPr/>
              <p:nvPr/>
            </p:nvSpPr>
            <p:spPr>
              <a:xfrm>
                <a:off x="1054900" y="3933175"/>
                <a:ext cx="811832" cy="138302"/>
              </a:xfrm>
              <a:custGeom>
                <a:rect b="b" l="l" r="r" t="t"/>
                <a:pathLst>
                  <a:path extrusionOk="0" h="5712" w="36635">
                    <a:moveTo>
                      <a:pt x="35955" y="0"/>
                    </a:moveTo>
                    <a:cubicBezTo>
                      <a:pt x="35903" y="0"/>
                      <a:pt x="35848" y="9"/>
                      <a:pt x="35789" y="27"/>
                    </a:cubicBezTo>
                    <a:cubicBezTo>
                      <a:pt x="30050" y="1931"/>
                      <a:pt x="24035" y="3034"/>
                      <a:pt x="18020" y="3811"/>
                    </a:cubicBezTo>
                    <a:cubicBezTo>
                      <a:pt x="14071" y="4313"/>
                      <a:pt x="10038" y="4672"/>
                      <a:pt x="6021" y="4672"/>
                    </a:cubicBezTo>
                    <a:cubicBezTo>
                      <a:pt x="4225" y="4672"/>
                      <a:pt x="2432" y="4600"/>
                      <a:pt x="651" y="4438"/>
                    </a:cubicBezTo>
                    <a:cubicBezTo>
                      <a:pt x="629" y="4435"/>
                      <a:pt x="607" y="4434"/>
                      <a:pt x="586" y="4434"/>
                    </a:cubicBezTo>
                    <a:cubicBezTo>
                      <a:pt x="0" y="4434"/>
                      <a:pt x="22" y="5417"/>
                      <a:pt x="651" y="5465"/>
                    </a:cubicBezTo>
                    <a:cubicBezTo>
                      <a:pt x="2454" y="5637"/>
                      <a:pt x="4261" y="5711"/>
                      <a:pt x="6069" y="5711"/>
                    </a:cubicBezTo>
                    <a:cubicBezTo>
                      <a:pt x="10067" y="5711"/>
                      <a:pt x="14067" y="5347"/>
                      <a:pt x="18020" y="4864"/>
                    </a:cubicBezTo>
                    <a:cubicBezTo>
                      <a:pt x="24110" y="4112"/>
                      <a:pt x="30225" y="2984"/>
                      <a:pt x="36065" y="1029"/>
                    </a:cubicBezTo>
                    <a:cubicBezTo>
                      <a:pt x="36635" y="847"/>
                      <a:pt x="36479" y="0"/>
                      <a:pt x="3595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3" name="Google Shape;1273;p38"/>
              <p:cNvSpPr/>
              <p:nvPr/>
            </p:nvSpPr>
            <p:spPr>
              <a:xfrm>
                <a:off x="1054900" y="3978000"/>
                <a:ext cx="828682" cy="169150"/>
              </a:xfrm>
              <a:custGeom>
                <a:rect b="b" l="l" r="r" t="t"/>
                <a:pathLst>
                  <a:path extrusionOk="0" h="6766" w="38026">
                    <a:moveTo>
                      <a:pt x="36656" y="0"/>
                    </a:moveTo>
                    <a:cubicBezTo>
                      <a:pt x="36550" y="0"/>
                      <a:pt x="36436" y="19"/>
                      <a:pt x="36316" y="59"/>
                    </a:cubicBezTo>
                    <a:cubicBezTo>
                      <a:pt x="30601" y="1963"/>
                      <a:pt x="24636" y="3066"/>
                      <a:pt x="18697" y="3818"/>
                    </a:cubicBezTo>
                    <a:cubicBezTo>
                      <a:pt x="14735" y="4320"/>
                      <a:pt x="10714" y="4690"/>
                      <a:pt x="6708" y="4690"/>
                    </a:cubicBezTo>
                    <a:cubicBezTo>
                      <a:pt x="4909" y="4690"/>
                      <a:pt x="3114" y="4616"/>
                      <a:pt x="1328" y="4445"/>
                    </a:cubicBezTo>
                    <a:cubicBezTo>
                      <a:pt x="1289" y="4441"/>
                      <a:pt x="1252" y="4439"/>
                      <a:pt x="1215" y="4439"/>
                    </a:cubicBezTo>
                    <a:cubicBezTo>
                      <a:pt x="1" y="4439"/>
                      <a:pt x="39" y="6403"/>
                      <a:pt x="1328" y="6525"/>
                    </a:cubicBezTo>
                    <a:cubicBezTo>
                      <a:pt x="3083" y="6693"/>
                      <a:pt x="4848" y="6765"/>
                      <a:pt x="6615" y="6765"/>
                    </a:cubicBezTo>
                    <a:cubicBezTo>
                      <a:pt x="10652" y="6765"/>
                      <a:pt x="14705" y="6386"/>
                      <a:pt x="18697" y="5898"/>
                    </a:cubicBezTo>
                    <a:cubicBezTo>
                      <a:pt x="24837" y="5172"/>
                      <a:pt x="31002" y="4019"/>
                      <a:pt x="36867" y="2064"/>
                    </a:cubicBezTo>
                    <a:cubicBezTo>
                      <a:pt x="38025" y="1700"/>
                      <a:pt x="37682" y="0"/>
                      <a:pt x="3665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74" name="Google Shape;1274;p38"/>
            <p:cNvSpPr/>
            <p:nvPr/>
          </p:nvSpPr>
          <p:spPr>
            <a:xfrm>
              <a:off x="1095175" y="3862013"/>
              <a:ext cx="67700" cy="52050"/>
            </a:xfrm>
            <a:custGeom>
              <a:rect b="b" l="l" r="r" t="t"/>
              <a:pathLst>
                <a:path extrusionOk="0" h="2082" w="2708">
                  <a:moveTo>
                    <a:pt x="1354" y="1"/>
                  </a:moveTo>
                  <a:cubicBezTo>
                    <a:pt x="0" y="1"/>
                    <a:pt x="0" y="2081"/>
                    <a:pt x="1354" y="2081"/>
                  </a:cubicBezTo>
                  <a:cubicBezTo>
                    <a:pt x="2707" y="2081"/>
                    <a:pt x="2707" y="1"/>
                    <a:pt x="135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5" name="Google Shape;1275;p38"/>
            <p:cNvSpPr/>
            <p:nvPr/>
          </p:nvSpPr>
          <p:spPr>
            <a:xfrm>
              <a:off x="1242575" y="3849125"/>
              <a:ext cx="67075" cy="52025"/>
            </a:xfrm>
            <a:custGeom>
              <a:rect b="b" l="l" r="r" t="t"/>
              <a:pathLst>
                <a:path extrusionOk="0" h="2081" w="2683">
                  <a:moveTo>
                    <a:pt x="1329" y="1"/>
                  </a:moveTo>
                  <a:cubicBezTo>
                    <a:pt x="0" y="1"/>
                    <a:pt x="0" y="2081"/>
                    <a:pt x="1329" y="2081"/>
                  </a:cubicBezTo>
                  <a:cubicBezTo>
                    <a:pt x="2682" y="2081"/>
                    <a:pt x="2682" y="1"/>
                    <a:pt x="132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6" name="Google Shape;1276;p38"/>
            <p:cNvSpPr/>
            <p:nvPr/>
          </p:nvSpPr>
          <p:spPr>
            <a:xfrm>
              <a:off x="1406100" y="3837225"/>
              <a:ext cx="67075" cy="52025"/>
            </a:xfrm>
            <a:custGeom>
              <a:rect b="b" l="l" r="r" t="t"/>
              <a:pathLst>
                <a:path extrusionOk="0" h="2081" w="2683">
                  <a:moveTo>
                    <a:pt x="1329" y="0"/>
                  </a:moveTo>
                  <a:cubicBezTo>
                    <a:pt x="1" y="0"/>
                    <a:pt x="1" y="2081"/>
                    <a:pt x="1329" y="2081"/>
                  </a:cubicBezTo>
                  <a:cubicBezTo>
                    <a:pt x="2682" y="2081"/>
                    <a:pt x="2682" y="0"/>
                    <a:pt x="132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7" name="Google Shape;1277;p38"/>
            <p:cNvSpPr/>
            <p:nvPr/>
          </p:nvSpPr>
          <p:spPr>
            <a:xfrm>
              <a:off x="1558450" y="3810613"/>
              <a:ext cx="67075" cy="52650"/>
            </a:xfrm>
            <a:custGeom>
              <a:rect b="b" l="l" r="r" t="t"/>
              <a:pathLst>
                <a:path extrusionOk="0" h="2106" w="2683">
                  <a:moveTo>
                    <a:pt x="1354" y="0"/>
                  </a:moveTo>
                  <a:cubicBezTo>
                    <a:pt x="0" y="0"/>
                    <a:pt x="0" y="2106"/>
                    <a:pt x="1354" y="2106"/>
                  </a:cubicBezTo>
                  <a:cubicBezTo>
                    <a:pt x="2682" y="2106"/>
                    <a:pt x="2682" y="0"/>
                    <a:pt x="135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8" name="Google Shape;1278;p38"/>
            <p:cNvSpPr/>
            <p:nvPr/>
          </p:nvSpPr>
          <p:spPr>
            <a:xfrm>
              <a:off x="1709575" y="3777925"/>
              <a:ext cx="67050" cy="52650"/>
            </a:xfrm>
            <a:custGeom>
              <a:rect b="b" l="l" r="r" t="t"/>
              <a:pathLst>
                <a:path extrusionOk="0" h="2106" w="2682">
                  <a:moveTo>
                    <a:pt x="1353" y="1"/>
                  </a:moveTo>
                  <a:cubicBezTo>
                    <a:pt x="0" y="1"/>
                    <a:pt x="0" y="2106"/>
                    <a:pt x="1353" y="2106"/>
                  </a:cubicBezTo>
                  <a:cubicBezTo>
                    <a:pt x="2682" y="2106"/>
                    <a:pt x="2682" y="1"/>
                    <a:pt x="135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9" name="Google Shape;1279;p38"/>
            <p:cNvSpPr/>
            <p:nvPr/>
          </p:nvSpPr>
          <p:spPr>
            <a:xfrm>
              <a:off x="1671225" y="3897713"/>
              <a:ext cx="67700" cy="52650"/>
            </a:xfrm>
            <a:custGeom>
              <a:rect b="b" l="l" r="r" t="t"/>
              <a:pathLst>
                <a:path extrusionOk="0" h="2106" w="2708">
                  <a:moveTo>
                    <a:pt x="1354" y="0"/>
                  </a:moveTo>
                  <a:cubicBezTo>
                    <a:pt x="1" y="0"/>
                    <a:pt x="1" y="2105"/>
                    <a:pt x="1354" y="2105"/>
                  </a:cubicBezTo>
                  <a:cubicBezTo>
                    <a:pt x="2708" y="2105"/>
                    <a:pt x="2708" y="0"/>
                    <a:pt x="135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0" name="Google Shape;1280;p38"/>
            <p:cNvSpPr/>
            <p:nvPr/>
          </p:nvSpPr>
          <p:spPr>
            <a:xfrm>
              <a:off x="1517000" y="3932475"/>
              <a:ext cx="67700" cy="52650"/>
            </a:xfrm>
            <a:custGeom>
              <a:rect b="b" l="l" r="r" t="t"/>
              <a:pathLst>
                <a:path extrusionOk="0" h="2106" w="2708">
                  <a:moveTo>
                    <a:pt x="1354" y="0"/>
                  </a:moveTo>
                  <a:cubicBezTo>
                    <a:pt x="1" y="0"/>
                    <a:pt x="1" y="2105"/>
                    <a:pt x="1354" y="2105"/>
                  </a:cubicBezTo>
                  <a:cubicBezTo>
                    <a:pt x="2708" y="2105"/>
                    <a:pt x="2708" y="0"/>
                    <a:pt x="135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1" name="Google Shape;1281;p38"/>
            <p:cNvSpPr/>
            <p:nvPr/>
          </p:nvSpPr>
          <p:spPr>
            <a:xfrm>
              <a:off x="1332800" y="3950000"/>
              <a:ext cx="67075" cy="52675"/>
            </a:xfrm>
            <a:custGeom>
              <a:rect b="b" l="l" r="r" t="t"/>
              <a:pathLst>
                <a:path extrusionOk="0" h="2107" w="2683">
                  <a:moveTo>
                    <a:pt x="1354" y="1"/>
                  </a:moveTo>
                  <a:cubicBezTo>
                    <a:pt x="0" y="1"/>
                    <a:pt x="0" y="2106"/>
                    <a:pt x="1354" y="2106"/>
                  </a:cubicBezTo>
                  <a:cubicBezTo>
                    <a:pt x="2682" y="2106"/>
                    <a:pt x="2682" y="1"/>
                    <a:pt x="135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2" name="Google Shape;1282;p38"/>
            <p:cNvSpPr/>
            <p:nvPr/>
          </p:nvSpPr>
          <p:spPr>
            <a:xfrm>
              <a:off x="1180400" y="3971663"/>
              <a:ext cx="67675" cy="52050"/>
            </a:xfrm>
            <a:custGeom>
              <a:rect b="b" l="l" r="r" t="t"/>
              <a:pathLst>
                <a:path extrusionOk="0" h="2082" w="2707">
                  <a:moveTo>
                    <a:pt x="1353" y="1"/>
                  </a:moveTo>
                  <a:cubicBezTo>
                    <a:pt x="0" y="1"/>
                    <a:pt x="0" y="2081"/>
                    <a:pt x="1353" y="2081"/>
                  </a:cubicBezTo>
                  <a:cubicBezTo>
                    <a:pt x="2707" y="2081"/>
                    <a:pt x="2707" y="1"/>
                    <a:pt x="135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3" name="Google Shape;1283;p38"/>
            <p:cNvSpPr/>
            <p:nvPr/>
          </p:nvSpPr>
          <p:spPr>
            <a:xfrm>
              <a:off x="1528250" y="2713250"/>
              <a:ext cx="451200" cy="555000"/>
            </a:xfrm>
            <a:custGeom>
              <a:rect b="b" l="l" r="r" t="t"/>
              <a:pathLst>
                <a:path extrusionOk="0" h="22200" w="18048">
                  <a:moveTo>
                    <a:pt x="8520" y="1563"/>
                  </a:moveTo>
                  <a:cubicBezTo>
                    <a:pt x="14072" y="1563"/>
                    <a:pt x="8179" y="13801"/>
                    <a:pt x="5973" y="19170"/>
                  </a:cubicBezTo>
                  <a:lnTo>
                    <a:pt x="5973" y="19170"/>
                  </a:lnTo>
                  <a:cubicBezTo>
                    <a:pt x="5551" y="16350"/>
                    <a:pt x="5004" y="13551"/>
                    <a:pt x="4814" y="10699"/>
                  </a:cubicBezTo>
                  <a:cubicBezTo>
                    <a:pt x="4639" y="7942"/>
                    <a:pt x="4263" y="1902"/>
                    <a:pt x="8197" y="1576"/>
                  </a:cubicBezTo>
                  <a:cubicBezTo>
                    <a:pt x="8309" y="1567"/>
                    <a:pt x="8417" y="1563"/>
                    <a:pt x="8520" y="1563"/>
                  </a:cubicBezTo>
                  <a:close/>
                  <a:moveTo>
                    <a:pt x="8102" y="1"/>
                  </a:moveTo>
                  <a:cubicBezTo>
                    <a:pt x="1" y="1"/>
                    <a:pt x="4055" y="16395"/>
                    <a:pt x="4639" y="20749"/>
                  </a:cubicBezTo>
                  <a:cubicBezTo>
                    <a:pt x="4686" y="21117"/>
                    <a:pt x="4936" y="21351"/>
                    <a:pt x="5223" y="21444"/>
                  </a:cubicBezTo>
                  <a:lnTo>
                    <a:pt x="5223" y="21444"/>
                  </a:lnTo>
                  <a:cubicBezTo>
                    <a:pt x="5250" y="21906"/>
                    <a:pt x="5683" y="22199"/>
                    <a:pt x="6086" y="22199"/>
                  </a:cubicBezTo>
                  <a:cubicBezTo>
                    <a:pt x="6396" y="22199"/>
                    <a:pt x="6689" y="22027"/>
                    <a:pt x="6769" y="21626"/>
                  </a:cubicBezTo>
                  <a:cubicBezTo>
                    <a:pt x="7621" y="17415"/>
                    <a:pt x="18047" y="1075"/>
                    <a:pt x="8874" y="47"/>
                  </a:cubicBezTo>
                  <a:cubicBezTo>
                    <a:pt x="8605" y="16"/>
                    <a:pt x="8348" y="1"/>
                    <a:pt x="810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4" name="Google Shape;1284;p38"/>
            <p:cNvSpPr/>
            <p:nvPr/>
          </p:nvSpPr>
          <p:spPr>
            <a:xfrm>
              <a:off x="818375" y="3186025"/>
              <a:ext cx="1102900" cy="463975"/>
            </a:xfrm>
            <a:custGeom>
              <a:rect b="b" l="l" r="r" t="t"/>
              <a:pathLst>
                <a:path extrusionOk="0" h="18559" w="44116">
                  <a:moveTo>
                    <a:pt x="35840" y="0"/>
                  </a:moveTo>
                  <a:cubicBezTo>
                    <a:pt x="35455" y="0"/>
                    <a:pt x="35054" y="51"/>
                    <a:pt x="34638" y="159"/>
                  </a:cubicBezTo>
                  <a:cubicBezTo>
                    <a:pt x="27795" y="1011"/>
                    <a:pt x="10652" y="3016"/>
                    <a:pt x="4662" y="4545"/>
                  </a:cubicBezTo>
                  <a:cubicBezTo>
                    <a:pt x="1129" y="5422"/>
                    <a:pt x="1" y="9607"/>
                    <a:pt x="1229" y="14018"/>
                  </a:cubicBezTo>
                  <a:cubicBezTo>
                    <a:pt x="2229" y="17687"/>
                    <a:pt x="3606" y="18559"/>
                    <a:pt x="5873" y="18559"/>
                  </a:cubicBezTo>
                  <a:cubicBezTo>
                    <a:pt x="7355" y="18559"/>
                    <a:pt x="9218" y="18186"/>
                    <a:pt x="11605" y="17978"/>
                  </a:cubicBezTo>
                  <a:cubicBezTo>
                    <a:pt x="19124" y="17327"/>
                    <a:pt x="23986" y="16399"/>
                    <a:pt x="38898" y="14169"/>
                  </a:cubicBezTo>
                  <a:cubicBezTo>
                    <a:pt x="44115" y="13366"/>
                    <a:pt x="42084" y="0"/>
                    <a:pt x="3584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85" name="Google Shape;1285;p3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9" name="Shape 1289"/>
        <p:cNvGrpSpPr/>
        <p:nvPr/>
      </p:nvGrpSpPr>
      <p:grpSpPr>
        <a:xfrm>
          <a:off x="0" y="0"/>
          <a:ext cx="0" cy="0"/>
          <a:chOff x="0" y="0"/>
          <a:chExt cx="0" cy="0"/>
        </a:xfrm>
      </p:grpSpPr>
      <p:sp>
        <p:nvSpPr>
          <p:cNvPr id="1290" name="Google Shape;1290;p39"/>
          <p:cNvSpPr txBox="1"/>
          <p:nvPr>
            <p:ph idx="1" type="subTitle"/>
          </p:nvPr>
        </p:nvSpPr>
        <p:spPr>
          <a:xfrm>
            <a:off x="1190625" y="2330775"/>
            <a:ext cx="7381800" cy="277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700"/>
              <a:t>Là một cấu trúc dữ liệu được sử dụng để lưu trữ và quản lý các đối tượng theo cơ chế "First-In-First-Out" (FIFO). Điều này có nghĩa là phần tử đầu tiên được đưa vào queue sẽ là phần tử đầu tiên được lấy ra khỏi queue.</a:t>
            </a:r>
            <a:endParaRPr sz="1700"/>
          </a:p>
          <a:p>
            <a:pPr indent="0" lvl="0" marL="0" rtl="0" algn="l">
              <a:spcBef>
                <a:spcPts val="1000"/>
              </a:spcBef>
              <a:spcAft>
                <a:spcPts val="0"/>
              </a:spcAft>
              <a:buNone/>
            </a:pPr>
            <a:r>
              <a:rPr lang="en" sz="1700"/>
              <a:t>Queue thường được sử dụng trong nhiều tình huống trong lập trình, bao gồm:</a:t>
            </a:r>
            <a:endParaRPr sz="1700"/>
          </a:p>
          <a:p>
            <a:pPr indent="-330200" lvl="0" marL="457200" rtl="0" algn="l">
              <a:spcBef>
                <a:spcPts val="1000"/>
              </a:spcBef>
              <a:spcAft>
                <a:spcPts val="0"/>
              </a:spcAft>
              <a:buSzPts val="1600"/>
              <a:buChar char="●"/>
            </a:pPr>
            <a:r>
              <a:rPr lang="en" sz="1700"/>
              <a:t>Xử lý các công việc theo thứ tự.</a:t>
            </a:r>
            <a:endParaRPr sz="1700"/>
          </a:p>
          <a:p>
            <a:pPr indent="-330200" lvl="0" marL="457200" rtl="0" algn="l">
              <a:spcBef>
                <a:spcPts val="0"/>
              </a:spcBef>
              <a:spcAft>
                <a:spcPts val="0"/>
              </a:spcAft>
              <a:buSzPts val="1600"/>
              <a:buChar char="●"/>
            </a:pPr>
            <a:r>
              <a:rPr lang="en" sz="1700"/>
              <a:t>Thực hiện giải thuật BFS (Breadth-First Search).</a:t>
            </a:r>
            <a:endParaRPr sz="1700"/>
          </a:p>
          <a:p>
            <a:pPr indent="0" lvl="0" marL="0" rtl="0" algn="l">
              <a:spcBef>
                <a:spcPts val="1000"/>
              </a:spcBef>
              <a:spcAft>
                <a:spcPts val="1000"/>
              </a:spcAft>
              <a:buNone/>
            </a:pPr>
            <a:r>
              <a:t/>
            </a:r>
            <a:endParaRPr sz="1700"/>
          </a:p>
        </p:txBody>
      </p:sp>
      <p:sp>
        <p:nvSpPr>
          <p:cNvPr id="1291" name="Google Shape;1291;p39"/>
          <p:cNvSpPr txBox="1"/>
          <p:nvPr>
            <p:ph type="title"/>
          </p:nvPr>
        </p:nvSpPr>
        <p:spPr>
          <a:xfrm>
            <a:off x="0" y="1613775"/>
            <a:ext cx="9144000" cy="793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4100"/>
              <a:t>QUEUES</a:t>
            </a:r>
            <a:endParaRPr sz="4100"/>
          </a:p>
        </p:txBody>
      </p:sp>
      <p:sp>
        <p:nvSpPr>
          <p:cNvPr id="1292" name="Google Shape;1292;p39"/>
          <p:cNvSpPr/>
          <p:nvPr/>
        </p:nvSpPr>
        <p:spPr>
          <a:xfrm rot="-3146971">
            <a:off x="6965341" y="4489707"/>
            <a:ext cx="40365" cy="27342"/>
          </a:xfrm>
          <a:custGeom>
            <a:rect b="b" l="l" r="r" t="t"/>
            <a:pathLst>
              <a:path extrusionOk="0" h="2362" w="3487">
                <a:moveTo>
                  <a:pt x="1668" y="1"/>
                </a:moveTo>
                <a:cubicBezTo>
                  <a:pt x="193" y="1"/>
                  <a:pt x="0" y="2361"/>
                  <a:pt x="1883" y="2361"/>
                </a:cubicBezTo>
                <a:cubicBezTo>
                  <a:pt x="3311" y="2361"/>
                  <a:pt x="3487" y="56"/>
                  <a:pt x="1783" y="5"/>
                </a:cubicBezTo>
                <a:cubicBezTo>
                  <a:pt x="1744" y="2"/>
                  <a:pt x="1706" y="1"/>
                  <a:pt x="166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293" name="Google Shape;1293;p39"/>
          <p:cNvPicPr preferRelativeResize="0"/>
          <p:nvPr/>
        </p:nvPicPr>
        <p:blipFill rotWithShape="1">
          <a:blip r:embed="rId3">
            <a:alphaModFix/>
          </a:blip>
          <a:srcRect b="0" l="0" r="0" t="7817"/>
          <a:stretch/>
        </p:blipFill>
        <p:spPr>
          <a:xfrm>
            <a:off x="1686150" y="0"/>
            <a:ext cx="5771700" cy="1796775"/>
          </a:xfrm>
          <a:prstGeom prst="rect">
            <a:avLst/>
          </a:prstGeom>
          <a:noFill/>
          <a:ln>
            <a:noFill/>
          </a:ln>
        </p:spPr>
      </p:pic>
      <p:sp>
        <p:nvSpPr>
          <p:cNvPr id="1294" name="Google Shape;1294;p3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8" name="Shape 1298"/>
        <p:cNvGrpSpPr/>
        <p:nvPr/>
      </p:nvGrpSpPr>
      <p:grpSpPr>
        <a:xfrm>
          <a:off x="0" y="0"/>
          <a:ext cx="0" cy="0"/>
          <a:chOff x="0" y="0"/>
          <a:chExt cx="0" cy="0"/>
        </a:xfrm>
      </p:grpSpPr>
      <p:sp>
        <p:nvSpPr>
          <p:cNvPr id="1299" name="Google Shape;1299;p40"/>
          <p:cNvSpPr txBox="1"/>
          <p:nvPr>
            <p:ph idx="1" type="subTitle"/>
          </p:nvPr>
        </p:nvSpPr>
        <p:spPr>
          <a:xfrm>
            <a:off x="1145275" y="2365800"/>
            <a:ext cx="7381800" cy="277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Các phép toán thường được sử dụng trong queue:</a:t>
            </a:r>
            <a:endParaRPr sz="1600"/>
          </a:p>
          <a:p>
            <a:pPr indent="-330200" lvl="0" marL="457200" rtl="0" algn="l">
              <a:spcBef>
                <a:spcPts val="1000"/>
              </a:spcBef>
              <a:spcAft>
                <a:spcPts val="0"/>
              </a:spcAft>
              <a:buSzPts val="1600"/>
              <a:buChar char="●"/>
            </a:pPr>
            <a:r>
              <a:rPr b="1" lang="en" sz="1600"/>
              <a:t>Put:</a:t>
            </a:r>
            <a:r>
              <a:rPr lang="en" sz="1600"/>
              <a:t> Thêm một phần tử vào cuối của queue. Khi thực hiện phép Enqueue, đối tượng mới sẽ được đặt vào cuối queue và trở thành phần tử mới nhất.</a:t>
            </a:r>
            <a:endParaRPr sz="1600"/>
          </a:p>
          <a:p>
            <a:pPr indent="-330200" lvl="0" marL="457200" rtl="0" algn="l">
              <a:spcBef>
                <a:spcPts val="0"/>
              </a:spcBef>
              <a:spcAft>
                <a:spcPts val="0"/>
              </a:spcAft>
              <a:buSzPts val="1600"/>
              <a:buChar char="●"/>
            </a:pPr>
            <a:r>
              <a:rPr b="1" lang="en" sz="1600"/>
              <a:t>Get:</a:t>
            </a:r>
            <a:r>
              <a:rPr lang="en" sz="1600"/>
              <a:t> Xóa phần tử đầu tiên khỏi queue và trả về giá trị của phần tử đó. Khi thực hiện phép Dequeue, phần tử đầu tiên của queue sẽ bị loại bỏ và queue được cập nhật với phần tử tiếp theo.</a:t>
            </a:r>
            <a:endParaRPr sz="1600"/>
          </a:p>
          <a:p>
            <a:pPr indent="-330200" lvl="0" marL="457200" rtl="0" algn="l">
              <a:spcBef>
                <a:spcPts val="0"/>
              </a:spcBef>
              <a:spcAft>
                <a:spcPts val="0"/>
              </a:spcAft>
              <a:buSzPts val="1600"/>
              <a:buChar char="●"/>
            </a:pPr>
            <a:r>
              <a:rPr b="1" lang="en" sz="1600"/>
              <a:t>Front: </a:t>
            </a:r>
            <a:r>
              <a:rPr lang="en" sz="1600"/>
              <a:t>Truy cập giá trị của phần tử đầu tiên trong queue mà không xóa nó.</a:t>
            </a:r>
            <a:endParaRPr sz="1600"/>
          </a:p>
          <a:p>
            <a:pPr indent="-330200" lvl="0" marL="457200" rtl="0" algn="l">
              <a:spcBef>
                <a:spcPts val="0"/>
              </a:spcBef>
              <a:spcAft>
                <a:spcPts val="0"/>
              </a:spcAft>
              <a:buSzPts val="1600"/>
              <a:buChar char="●"/>
            </a:pPr>
            <a:r>
              <a:rPr b="1" lang="en" sz="1600"/>
              <a:t>IsEmpty:</a:t>
            </a:r>
            <a:r>
              <a:rPr lang="en" sz="1600"/>
              <a:t> Kiểm tra xem queue có rỗng hay không.</a:t>
            </a:r>
            <a:endParaRPr sz="1600"/>
          </a:p>
        </p:txBody>
      </p:sp>
      <p:sp>
        <p:nvSpPr>
          <p:cNvPr id="1300" name="Google Shape;1300;p40"/>
          <p:cNvSpPr txBox="1"/>
          <p:nvPr>
            <p:ph type="title"/>
          </p:nvPr>
        </p:nvSpPr>
        <p:spPr>
          <a:xfrm>
            <a:off x="0" y="1613775"/>
            <a:ext cx="9144000" cy="793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4100"/>
              <a:t>QUEUES</a:t>
            </a:r>
            <a:endParaRPr sz="4100"/>
          </a:p>
        </p:txBody>
      </p:sp>
      <p:sp>
        <p:nvSpPr>
          <p:cNvPr id="1301" name="Google Shape;1301;p40"/>
          <p:cNvSpPr/>
          <p:nvPr/>
        </p:nvSpPr>
        <p:spPr>
          <a:xfrm rot="-3146971">
            <a:off x="6965341" y="4489707"/>
            <a:ext cx="40365" cy="27342"/>
          </a:xfrm>
          <a:custGeom>
            <a:rect b="b" l="l" r="r" t="t"/>
            <a:pathLst>
              <a:path extrusionOk="0" h="2362" w="3487">
                <a:moveTo>
                  <a:pt x="1668" y="1"/>
                </a:moveTo>
                <a:cubicBezTo>
                  <a:pt x="193" y="1"/>
                  <a:pt x="0" y="2361"/>
                  <a:pt x="1883" y="2361"/>
                </a:cubicBezTo>
                <a:cubicBezTo>
                  <a:pt x="3311" y="2361"/>
                  <a:pt x="3487" y="56"/>
                  <a:pt x="1783" y="5"/>
                </a:cubicBezTo>
                <a:cubicBezTo>
                  <a:pt x="1744" y="2"/>
                  <a:pt x="1706" y="1"/>
                  <a:pt x="166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02" name="Google Shape;1302;p40"/>
          <p:cNvPicPr preferRelativeResize="0"/>
          <p:nvPr/>
        </p:nvPicPr>
        <p:blipFill rotWithShape="1">
          <a:blip r:embed="rId3">
            <a:alphaModFix/>
          </a:blip>
          <a:srcRect b="0" l="0" r="0" t="7817"/>
          <a:stretch/>
        </p:blipFill>
        <p:spPr>
          <a:xfrm>
            <a:off x="1686150" y="0"/>
            <a:ext cx="5771700" cy="1796775"/>
          </a:xfrm>
          <a:prstGeom prst="rect">
            <a:avLst/>
          </a:prstGeom>
          <a:noFill/>
          <a:ln>
            <a:noFill/>
          </a:ln>
        </p:spPr>
      </p:pic>
      <p:sp>
        <p:nvSpPr>
          <p:cNvPr id="1303" name="Google Shape;1303;p4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7" name="Shape 1307"/>
        <p:cNvGrpSpPr/>
        <p:nvPr/>
      </p:nvGrpSpPr>
      <p:grpSpPr>
        <a:xfrm>
          <a:off x="0" y="0"/>
          <a:ext cx="0" cy="0"/>
          <a:chOff x="0" y="0"/>
          <a:chExt cx="0" cy="0"/>
        </a:xfrm>
      </p:grpSpPr>
      <p:cxnSp>
        <p:nvCxnSpPr>
          <p:cNvPr id="1308" name="Google Shape;1308;p41"/>
          <p:cNvCxnSpPr>
            <a:stCxn id="1309" idx="3"/>
            <a:endCxn id="1310" idx="2"/>
          </p:cNvCxnSpPr>
          <p:nvPr/>
        </p:nvCxnSpPr>
        <p:spPr>
          <a:xfrm flipH="1" rot="10800000">
            <a:off x="2878104" y="2221287"/>
            <a:ext cx="1693800" cy="648000"/>
          </a:xfrm>
          <a:prstGeom prst="bentConnector2">
            <a:avLst/>
          </a:prstGeom>
          <a:noFill/>
          <a:ln cap="flat" cmpd="sng" w="38100">
            <a:solidFill>
              <a:schemeClr val="accent1"/>
            </a:solidFill>
            <a:prstDash val="solid"/>
            <a:round/>
            <a:headEnd len="med" w="med" type="none"/>
            <a:tailEnd len="med" w="med" type="stealth"/>
          </a:ln>
        </p:spPr>
      </p:cxnSp>
      <p:sp>
        <p:nvSpPr>
          <p:cNvPr id="1311" name="Google Shape;1311;p41"/>
          <p:cNvSpPr txBox="1"/>
          <p:nvPr>
            <p:ph type="title"/>
          </p:nvPr>
        </p:nvSpPr>
        <p:spPr>
          <a:xfrm>
            <a:off x="64975" y="9225"/>
            <a:ext cx="9078900" cy="803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4500"/>
              <a:t>QUEUES</a:t>
            </a:r>
            <a:endParaRPr sz="4500"/>
          </a:p>
        </p:txBody>
      </p:sp>
      <p:grpSp>
        <p:nvGrpSpPr>
          <p:cNvPr id="1312" name="Google Shape;1312;p41"/>
          <p:cNvGrpSpPr/>
          <p:nvPr/>
        </p:nvGrpSpPr>
        <p:grpSpPr>
          <a:xfrm>
            <a:off x="1017226" y="1806037"/>
            <a:ext cx="7109604" cy="415222"/>
            <a:chOff x="1148325" y="1752675"/>
            <a:chExt cx="6847350" cy="513000"/>
          </a:xfrm>
        </p:grpSpPr>
        <p:sp>
          <p:nvSpPr>
            <p:cNvPr id="1313" name="Google Shape;1313;p41"/>
            <p:cNvSpPr/>
            <p:nvPr/>
          </p:nvSpPr>
          <p:spPr>
            <a:xfrm>
              <a:off x="114832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4" name="Google Shape;1314;p41"/>
            <p:cNvSpPr/>
            <p:nvPr/>
          </p:nvSpPr>
          <p:spPr>
            <a:xfrm>
              <a:off x="2146400"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5" name="Google Shape;1315;p41"/>
            <p:cNvSpPr/>
            <p:nvPr/>
          </p:nvSpPr>
          <p:spPr>
            <a:xfrm>
              <a:off x="314447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0" name="Google Shape;1310;p41"/>
            <p:cNvSpPr/>
            <p:nvPr/>
          </p:nvSpPr>
          <p:spPr>
            <a:xfrm>
              <a:off x="4142550"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6" name="Google Shape;1316;p41"/>
            <p:cNvSpPr/>
            <p:nvPr/>
          </p:nvSpPr>
          <p:spPr>
            <a:xfrm>
              <a:off x="514062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7" name="Google Shape;1317;p41"/>
            <p:cNvSpPr/>
            <p:nvPr/>
          </p:nvSpPr>
          <p:spPr>
            <a:xfrm>
              <a:off x="6138700"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8" name="Google Shape;1318;p41"/>
            <p:cNvSpPr/>
            <p:nvPr/>
          </p:nvSpPr>
          <p:spPr>
            <a:xfrm>
              <a:off x="713677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19" name="Google Shape;1319;p41"/>
          <p:cNvSpPr txBox="1"/>
          <p:nvPr/>
        </p:nvSpPr>
        <p:spPr>
          <a:xfrm>
            <a:off x="1083317" y="1419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0</a:t>
            </a:r>
            <a:endParaRPr b="1" sz="1600">
              <a:solidFill>
                <a:schemeClr val="dk1"/>
              </a:solidFill>
              <a:latin typeface="Jua"/>
              <a:ea typeface="Jua"/>
              <a:cs typeface="Jua"/>
              <a:sym typeface="Jua"/>
            </a:endParaRPr>
          </a:p>
        </p:txBody>
      </p:sp>
      <p:sp>
        <p:nvSpPr>
          <p:cNvPr id="1320" name="Google Shape;1320;p41"/>
          <p:cNvSpPr txBox="1"/>
          <p:nvPr/>
        </p:nvSpPr>
        <p:spPr>
          <a:xfrm>
            <a:off x="2138608" y="1419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1</a:t>
            </a:r>
            <a:endParaRPr b="1" sz="1600">
              <a:solidFill>
                <a:schemeClr val="dk1"/>
              </a:solidFill>
              <a:latin typeface="Jua"/>
              <a:ea typeface="Jua"/>
              <a:cs typeface="Jua"/>
              <a:sym typeface="Jua"/>
            </a:endParaRPr>
          </a:p>
        </p:txBody>
      </p:sp>
      <p:sp>
        <p:nvSpPr>
          <p:cNvPr id="1321" name="Google Shape;1321;p41"/>
          <p:cNvSpPr txBox="1"/>
          <p:nvPr/>
        </p:nvSpPr>
        <p:spPr>
          <a:xfrm>
            <a:off x="3193899" y="1419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2</a:t>
            </a:r>
            <a:endParaRPr b="1" sz="1600">
              <a:solidFill>
                <a:schemeClr val="dk1"/>
              </a:solidFill>
              <a:latin typeface="Jua"/>
              <a:ea typeface="Jua"/>
              <a:cs typeface="Jua"/>
              <a:sym typeface="Jua"/>
            </a:endParaRPr>
          </a:p>
        </p:txBody>
      </p:sp>
      <p:sp>
        <p:nvSpPr>
          <p:cNvPr id="1322" name="Google Shape;1322;p41"/>
          <p:cNvSpPr txBox="1"/>
          <p:nvPr/>
        </p:nvSpPr>
        <p:spPr>
          <a:xfrm>
            <a:off x="4221145" y="1419225"/>
            <a:ext cx="6978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3</a:t>
            </a:r>
            <a:endParaRPr b="1" sz="1600">
              <a:solidFill>
                <a:schemeClr val="dk1"/>
              </a:solidFill>
              <a:latin typeface="Jua"/>
              <a:ea typeface="Jua"/>
              <a:cs typeface="Jua"/>
              <a:sym typeface="Jua"/>
            </a:endParaRPr>
          </a:p>
        </p:txBody>
      </p:sp>
      <p:sp>
        <p:nvSpPr>
          <p:cNvPr id="1323" name="Google Shape;1323;p41"/>
          <p:cNvSpPr txBox="1"/>
          <p:nvPr/>
        </p:nvSpPr>
        <p:spPr>
          <a:xfrm>
            <a:off x="5304481" y="1419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4</a:t>
            </a:r>
            <a:endParaRPr b="1" sz="1600">
              <a:solidFill>
                <a:schemeClr val="dk1"/>
              </a:solidFill>
              <a:latin typeface="Jua"/>
              <a:ea typeface="Jua"/>
              <a:cs typeface="Jua"/>
              <a:sym typeface="Jua"/>
            </a:endParaRPr>
          </a:p>
        </p:txBody>
      </p:sp>
      <p:sp>
        <p:nvSpPr>
          <p:cNvPr id="1324" name="Google Shape;1324;p41"/>
          <p:cNvSpPr txBox="1"/>
          <p:nvPr/>
        </p:nvSpPr>
        <p:spPr>
          <a:xfrm>
            <a:off x="6359772" y="1419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5</a:t>
            </a:r>
            <a:endParaRPr b="1" sz="1600">
              <a:solidFill>
                <a:schemeClr val="dk1"/>
              </a:solidFill>
              <a:latin typeface="Jua"/>
              <a:ea typeface="Jua"/>
              <a:cs typeface="Jua"/>
              <a:sym typeface="Jua"/>
            </a:endParaRPr>
          </a:p>
        </p:txBody>
      </p:sp>
      <p:sp>
        <p:nvSpPr>
          <p:cNvPr id="1325" name="Google Shape;1325;p41"/>
          <p:cNvSpPr txBox="1"/>
          <p:nvPr/>
        </p:nvSpPr>
        <p:spPr>
          <a:xfrm>
            <a:off x="7415063" y="1419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6</a:t>
            </a:r>
            <a:endParaRPr b="1" sz="1600">
              <a:solidFill>
                <a:schemeClr val="dk1"/>
              </a:solidFill>
              <a:latin typeface="Jua"/>
              <a:ea typeface="Jua"/>
              <a:cs typeface="Jua"/>
              <a:sym typeface="Jua"/>
            </a:endParaRPr>
          </a:p>
        </p:txBody>
      </p:sp>
      <p:sp>
        <p:nvSpPr>
          <p:cNvPr id="1326" name="Google Shape;1326;p41"/>
          <p:cNvSpPr txBox="1"/>
          <p:nvPr/>
        </p:nvSpPr>
        <p:spPr>
          <a:xfrm>
            <a:off x="841400" y="2543000"/>
            <a:ext cx="1210800" cy="546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800">
                <a:solidFill>
                  <a:schemeClr val="accent2"/>
                </a:solidFill>
                <a:latin typeface="Jua"/>
                <a:ea typeface="Jua"/>
                <a:cs typeface="Jua"/>
                <a:sym typeface="Jua"/>
              </a:rPr>
              <a:t>PUT</a:t>
            </a:r>
            <a:endParaRPr b="1" sz="2800">
              <a:solidFill>
                <a:schemeClr val="accent2"/>
              </a:solidFill>
              <a:latin typeface="Jua"/>
              <a:ea typeface="Jua"/>
              <a:cs typeface="Jua"/>
              <a:sym typeface="Jua"/>
            </a:endParaRPr>
          </a:p>
        </p:txBody>
      </p:sp>
      <p:sp>
        <p:nvSpPr>
          <p:cNvPr id="1327" name="Google Shape;1327;p41"/>
          <p:cNvSpPr txBox="1"/>
          <p:nvPr/>
        </p:nvSpPr>
        <p:spPr>
          <a:xfrm>
            <a:off x="1083325" y="1847584"/>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rgbClr val="0C2E3A"/>
                </a:solidFill>
                <a:latin typeface="Merriweather"/>
                <a:ea typeface="Merriweather"/>
                <a:cs typeface="Merriweather"/>
                <a:sym typeface="Merriweather"/>
              </a:rPr>
              <a:t>-5</a:t>
            </a:r>
            <a:endParaRPr b="1" sz="1900">
              <a:solidFill>
                <a:srgbClr val="0C2E3A"/>
              </a:solidFill>
              <a:latin typeface="Merriweather"/>
              <a:ea typeface="Merriweather"/>
              <a:cs typeface="Merriweather"/>
              <a:sym typeface="Merriweather"/>
            </a:endParaRPr>
          </a:p>
        </p:txBody>
      </p:sp>
      <p:sp>
        <p:nvSpPr>
          <p:cNvPr id="1328" name="Google Shape;1328;p41"/>
          <p:cNvSpPr txBox="1"/>
          <p:nvPr/>
        </p:nvSpPr>
        <p:spPr>
          <a:xfrm>
            <a:off x="2138600" y="1847584"/>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rgbClr val="0C2E3A"/>
                </a:solidFill>
                <a:latin typeface="Merriweather"/>
                <a:ea typeface="Merriweather"/>
                <a:cs typeface="Merriweather"/>
                <a:sym typeface="Merriweather"/>
              </a:rPr>
              <a:t>2</a:t>
            </a:r>
            <a:endParaRPr b="1" sz="1900">
              <a:solidFill>
                <a:srgbClr val="0C2E3A"/>
              </a:solidFill>
              <a:latin typeface="Merriweather"/>
              <a:ea typeface="Merriweather"/>
              <a:cs typeface="Merriweather"/>
              <a:sym typeface="Merriweather"/>
            </a:endParaRPr>
          </a:p>
        </p:txBody>
      </p:sp>
      <p:sp>
        <p:nvSpPr>
          <p:cNvPr id="1329" name="Google Shape;1329;p41"/>
          <p:cNvSpPr txBox="1"/>
          <p:nvPr/>
        </p:nvSpPr>
        <p:spPr>
          <a:xfrm>
            <a:off x="3193875" y="1847596"/>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chemeClr val="dk1"/>
                </a:solidFill>
                <a:latin typeface="Merriweather"/>
                <a:ea typeface="Merriweather"/>
                <a:cs typeface="Merriweather"/>
                <a:sym typeface="Merriweather"/>
              </a:rPr>
              <a:t>4</a:t>
            </a:r>
            <a:endParaRPr b="1" sz="1900">
              <a:solidFill>
                <a:schemeClr val="dk1"/>
              </a:solidFill>
              <a:latin typeface="Merriweather"/>
              <a:ea typeface="Merriweather"/>
              <a:cs typeface="Merriweather"/>
              <a:sym typeface="Merriweather"/>
            </a:endParaRPr>
          </a:p>
        </p:txBody>
      </p:sp>
      <p:sp>
        <p:nvSpPr>
          <p:cNvPr id="1330" name="Google Shape;1330;p41"/>
          <p:cNvSpPr/>
          <p:nvPr/>
        </p:nvSpPr>
        <p:spPr>
          <a:xfrm>
            <a:off x="3096925" y="1300375"/>
            <a:ext cx="815700" cy="415200"/>
          </a:xfrm>
          <a:prstGeom prst="roundRect">
            <a:avLst>
              <a:gd fmla="val 16667" name="adj"/>
            </a:avLst>
          </a:prstGeom>
          <a:noFill/>
          <a:ln cap="flat" cmpd="sng" w="381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331" name="Google Shape;1331;p41"/>
          <p:cNvSpPr txBox="1"/>
          <p:nvPr>
            <p:ph idx="4294967295" type="subTitle"/>
          </p:nvPr>
        </p:nvSpPr>
        <p:spPr>
          <a:xfrm>
            <a:off x="2883325" y="897075"/>
            <a:ext cx="1271100" cy="456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000">
                <a:latin typeface="Jua"/>
                <a:ea typeface="Jua"/>
                <a:cs typeface="Jua"/>
                <a:sym typeface="Jua"/>
              </a:rPr>
              <a:t>TAIL</a:t>
            </a:r>
            <a:endParaRPr b="1" sz="2000">
              <a:latin typeface="Jua"/>
              <a:ea typeface="Jua"/>
              <a:cs typeface="Jua"/>
              <a:sym typeface="Jua"/>
            </a:endParaRPr>
          </a:p>
        </p:txBody>
      </p:sp>
      <p:sp>
        <p:nvSpPr>
          <p:cNvPr id="1309" name="Google Shape;1309;p41"/>
          <p:cNvSpPr/>
          <p:nvPr/>
        </p:nvSpPr>
        <p:spPr>
          <a:xfrm>
            <a:off x="1986204" y="2661687"/>
            <a:ext cx="891900" cy="4152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32" name="Google Shape;1332;p41"/>
          <p:cNvSpPr txBox="1"/>
          <p:nvPr/>
        </p:nvSpPr>
        <p:spPr>
          <a:xfrm>
            <a:off x="2138600" y="2703234"/>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rgbClr val="0C2E3A"/>
                </a:solidFill>
                <a:latin typeface="Merriweather"/>
                <a:ea typeface="Merriweather"/>
                <a:cs typeface="Merriweather"/>
                <a:sym typeface="Merriweather"/>
              </a:rPr>
              <a:t>3</a:t>
            </a:r>
            <a:endParaRPr b="1" sz="1900">
              <a:solidFill>
                <a:srgbClr val="0C2E3A"/>
              </a:solidFill>
              <a:latin typeface="Merriweather"/>
              <a:ea typeface="Merriweather"/>
              <a:cs typeface="Merriweather"/>
              <a:sym typeface="Merriweather"/>
            </a:endParaRPr>
          </a:p>
        </p:txBody>
      </p:sp>
      <p:grpSp>
        <p:nvGrpSpPr>
          <p:cNvPr id="1333" name="Google Shape;1333;p41"/>
          <p:cNvGrpSpPr/>
          <p:nvPr/>
        </p:nvGrpSpPr>
        <p:grpSpPr>
          <a:xfrm>
            <a:off x="1017226" y="4320637"/>
            <a:ext cx="7109604" cy="415222"/>
            <a:chOff x="1148325" y="1752675"/>
            <a:chExt cx="6847350" cy="513000"/>
          </a:xfrm>
        </p:grpSpPr>
        <p:sp>
          <p:nvSpPr>
            <p:cNvPr id="1334" name="Google Shape;1334;p41"/>
            <p:cNvSpPr/>
            <p:nvPr/>
          </p:nvSpPr>
          <p:spPr>
            <a:xfrm>
              <a:off x="114832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5" name="Google Shape;1335;p41"/>
            <p:cNvSpPr/>
            <p:nvPr/>
          </p:nvSpPr>
          <p:spPr>
            <a:xfrm>
              <a:off x="2146400"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6" name="Google Shape;1336;p41"/>
            <p:cNvSpPr/>
            <p:nvPr/>
          </p:nvSpPr>
          <p:spPr>
            <a:xfrm>
              <a:off x="314447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7" name="Google Shape;1337;p41"/>
            <p:cNvSpPr/>
            <p:nvPr/>
          </p:nvSpPr>
          <p:spPr>
            <a:xfrm>
              <a:off x="4142550"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8" name="Google Shape;1338;p41"/>
            <p:cNvSpPr/>
            <p:nvPr/>
          </p:nvSpPr>
          <p:spPr>
            <a:xfrm>
              <a:off x="514062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9" name="Google Shape;1339;p41"/>
            <p:cNvSpPr/>
            <p:nvPr/>
          </p:nvSpPr>
          <p:spPr>
            <a:xfrm>
              <a:off x="6138700"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0" name="Google Shape;1340;p41"/>
            <p:cNvSpPr/>
            <p:nvPr/>
          </p:nvSpPr>
          <p:spPr>
            <a:xfrm>
              <a:off x="713677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41" name="Google Shape;1341;p41"/>
          <p:cNvSpPr txBox="1"/>
          <p:nvPr/>
        </p:nvSpPr>
        <p:spPr>
          <a:xfrm>
            <a:off x="1083317" y="39338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0</a:t>
            </a:r>
            <a:endParaRPr b="1" sz="1600">
              <a:solidFill>
                <a:schemeClr val="dk1"/>
              </a:solidFill>
              <a:latin typeface="Jua"/>
              <a:ea typeface="Jua"/>
              <a:cs typeface="Jua"/>
              <a:sym typeface="Jua"/>
            </a:endParaRPr>
          </a:p>
        </p:txBody>
      </p:sp>
      <p:sp>
        <p:nvSpPr>
          <p:cNvPr id="1342" name="Google Shape;1342;p41"/>
          <p:cNvSpPr txBox="1"/>
          <p:nvPr/>
        </p:nvSpPr>
        <p:spPr>
          <a:xfrm>
            <a:off x="2138608" y="39338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1</a:t>
            </a:r>
            <a:endParaRPr b="1" sz="1600">
              <a:solidFill>
                <a:schemeClr val="dk1"/>
              </a:solidFill>
              <a:latin typeface="Jua"/>
              <a:ea typeface="Jua"/>
              <a:cs typeface="Jua"/>
              <a:sym typeface="Jua"/>
            </a:endParaRPr>
          </a:p>
        </p:txBody>
      </p:sp>
      <p:sp>
        <p:nvSpPr>
          <p:cNvPr id="1343" name="Google Shape;1343;p41"/>
          <p:cNvSpPr txBox="1"/>
          <p:nvPr/>
        </p:nvSpPr>
        <p:spPr>
          <a:xfrm>
            <a:off x="3193899" y="39338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2</a:t>
            </a:r>
            <a:endParaRPr b="1" sz="1600">
              <a:solidFill>
                <a:schemeClr val="dk1"/>
              </a:solidFill>
              <a:latin typeface="Jua"/>
              <a:ea typeface="Jua"/>
              <a:cs typeface="Jua"/>
              <a:sym typeface="Jua"/>
            </a:endParaRPr>
          </a:p>
        </p:txBody>
      </p:sp>
      <p:sp>
        <p:nvSpPr>
          <p:cNvPr id="1344" name="Google Shape;1344;p41"/>
          <p:cNvSpPr txBox="1"/>
          <p:nvPr/>
        </p:nvSpPr>
        <p:spPr>
          <a:xfrm>
            <a:off x="4221145" y="3933825"/>
            <a:ext cx="6978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3</a:t>
            </a:r>
            <a:endParaRPr b="1" sz="1600">
              <a:solidFill>
                <a:schemeClr val="dk1"/>
              </a:solidFill>
              <a:latin typeface="Jua"/>
              <a:ea typeface="Jua"/>
              <a:cs typeface="Jua"/>
              <a:sym typeface="Jua"/>
            </a:endParaRPr>
          </a:p>
        </p:txBody>
      </p:sp>
      <p:sp>
        <p:nvSpPr>
          <p:cNvPr id="1345" name="Google Shape;1345;p41"/>
          <p:cNvSpPr txBox="1"/>
          <p:nvPr/>
        </p:nvSpPr>
        <p:spPr>
          <a:xfrm>
            <a:off x="5304481" y="39338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4</a:t>
            </a:r>
            <a:endParaRPr b="1" sz="1600">
              <a:solidFill>
                <a:schemeClr val="dk1"/>
              </a:solidFill>
              <a:latin typeface="Jua"/>
              <a:ea typeface="Jua"/>
              <a:cs typeface="Jua"/>
              <a:sym typeface="Jua"/>
            </a:endParaRPr>
          </a:p>
        </p:txBody>
      </p:sp>
      <p:sp>
        <p:nvSpPr>
          <p:cNvPr id="1346" name="Google Shape;1346;p41"/>
          <p:cNvSpPr txBox="1"/>
          <p:nvPr/>
        </p:nvSpPr>
        <p:spPr>
          <a:xfrm>
            <a:off x="6359772" y="39338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5</a:t>
            </a:r>
            <a:endParaRPr b="1" sz="1600">
              <a:solidFill>
                <a:schemeClr val="dk1"/>
              </a:solidFill>
              <a:latin typeface="Jua"/>
              <a:ea typeface="Jua"/>
              <a:cs typeface="Jua"/>
              <a:sym typeface="Jua"/>
            </a:endParaRPr>
          </a:p>
        </p:txBody>
      </p:sp>
      <p:sp>
        <p:nvSpPr>
          <p:cNvPr id="1347" name="Google Shape;1347;p41"/>
          <p:cNvSpPr txBox="1"/>
          <p:nvPr/>
        </p:nvSpPr>
        <p:spPr>
          <a:xfrm>
            <a:off x="7415063" y="39338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6</a:t>
            </a:r>
            <a:endParaRPr b="1" sz="1600">
              <a:solidFill>
                <a:schemeClr val="dk1"/>
              </a:solidFill>
              <a:latin typeface="Jua"/>
              <a:ea typeface="Jua"/>
              <a:cs typeface="Jua"/>
              <a:sym typeface="Jua"/>
            </a:endParaRPr>
          </a:p>
        </p:txBody>
      </p:sp>
      <p:sp>
        <p:nvSpPr>
          <p:cNvPr id="1348" name="Google Shape;1348;p41"/>
          <p:cNvSpPr txBox="1"/>
          <p:nvPr/>
        </p:nvSpPr>
        <p:spPr>
          <a:xfrm>
            <a:off x="1083325" y="4362184"/>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rgbClr val="0C2E3A"/>
                </a:solidFill>
                <a:latin typeface="Merriweather"/>
                <a:ea typeface="Merriweather"/>
                <a:cs typeface="Merriweather"/>
                <a:sym typeface="Merriweather"/>
              </a:rPr>
              <a:t>-5</a:t>
            </a:r>
            <a:endParaRPr b="1" sz="1900">
              <a:solidFill>
                <a:srgbClr val="0C2E3A"/>
              </a:solidFill>
              <a:latin typeface="Merriweather"/>
              <a:ea typeface="Merriweather"/>
              <a:cs typeface="Merriweather"/>
              <a:sym typeface="Merriweather"/>
            </a:endParaRPr>
          </a:p>
        </p:txBody>
      </p:sp>
      <p:sp>
        <p:nvSpPr>
          <p:cNvPr id="1349" name="Google Shape;1349;p41"/>
          <p:cNvSpPr txBox="1"/>
          <p:nvPr/>
        </p:nvSpPr>
        <p:spPr>
          <a:xfrm>
            <a:off x="2138600" y="4362184"/>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rgbClr val="0C2E3A"/>
                </a:solidFill>
                <a:latin typeface="Merriweather"/>
                <a:ea typeface="Merriweather"/>
                <a:cs typeface="Merriweather"/>
                <a:sym typeface="Merriweather"/>
              </a:rPr>
              <a:t>2</a:t>
            </a:r>
            <a:endParaRPr b="1" sz="1900">
              <a:solidFill>
                <a:srgbClr val="0C2E3A"/>
              </a:solidFill>
              <a:latin typeface="Merriweather"/>
              <a:ea typeface="Merriweather"/>
              <a:cs typeface="Merriweather"/>
              <a:sym typeface="Merriweather"/>
            </a:endParaRPr>
          </a:p>
        </p:txBody>
      </p:sp>
      <p:sp>
        <p:nvSpPr>
          <p:cNvPr id="1350" name="Google Shape;1350;p41"/>
          <p:cNvSpPr txBox="1"/>
          <p:nvPr/>
        </p:nvSpPr>
        <p:spPr>
          <a:xfrm>
            <a:off x="3193875" y="4362196"/>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rgbClr val="0C2E3A"/>
                </a:solidFill>
                <a:latin typeface="Merriweather"/>
                <a:ea typeface="Merriweather"/>
                <a:cs typeface="Merriweather"/>
                <a:sym typeface="Merriweather"/>
              </a:rPr>
              <a:t>4</a:t>
            </a:r>
            <a:endParaRPr b="1" sz="1900">
              <a:solidFill>
                <a:srgbClr val="0C2E3A"/>
              </a:solidFill>
              <a:latin typeface="Merriweather"/>
              <a:ea typeface="Merriweather"/>
              <a:cs typeface="Merriweather"/>
              <a:sym typeface="Merriweather"/>
            </a:endParaRPr>
          </a:p>
        </p:txBody>
      </p:sp>
      <p:sp>
        <p:nvSpPr>
          <p:cNvPr id="1351" name="Google Shape;1351;p41"/>
          <p:cNvSpPr/>
          <p:nvPr/>
        </p:nvSpPr>
        <p:spPr>
          <a:xfrm>
            <a:off x="4163725" y="3814975"/>
            <a:ext cx="815700" cy="415200"/>
          </a:xfrm>
          <a:prstGeom prst="roundRect">
            <a:avLst>
              <a:gd fmla="val 16667" name="adj"/>
            </a:avLst>
          </a:prstGeom>
          <a:noFill/>
          <a:ln cap="flat" cmpd="sng" w="381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352" name="Google Shape;1352;p41"/>
          <p:cNvSpPr txBox="1"/>
          <p:nvPr>
            <p:ph idx="4294967295" type="subTitle"/>
          </p:nvPr>
        </p:nvSpPr>
        <p:spPr>
          <a:xfrm>
            <a:off x="3985525" y="3411675"/>
            <a:ext cx="1210800" cy="456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000">
                <a:latin typeface="Jua"/>
                <a:ea typeface="Jua"/>
                <a:cs typeface="Jua"/>
                <a:sym typeface="Jua"/>
              </a:rPr>
              <a:t>TAIL</a:t>
            </a:r>
            <a:endParaRPr b="1" sz="2000">
              <a:latin typeface="Jua"/>
              <a:ea typeface="Jua"/>
              <a:cs typeface="Jua"/>
              <a:sym typeface="Jua"/>
            </a:endParaRPr>
          </a:p>
        </p:txBody>
      </p:sp>
      <p:sp>
        <p:nvSpPr>
          <p:cNvPr id="1353" name="Google Shape;1353;p41"/>
          <p:cNvSpPr txBox="1"/>
          <p:nvPr/>
        </p:nvSpPr>
        <p:spPr>
          <a:xfrm>
            <a:off x="4249150" y="4362184"/>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chemeClr val="dk1"/>
                </a:solidFill>
                <a:latin typeface="Merriweather"/>
                <a:ea typeface="Merriweather"/>
                <a:cs typeface="Merriweather"/>
                <a:sym typeface="Merriweather"/>
              </a:rPr>
              <a:t>3</a:t>
            </a:r>
            <a:endParaRPr b="1" sz="1900">
              <a:solidFill>
                <a:schemeClr val="dk1"/>
              </a:solidFill>
              <a:latin typeface="Merriweather"/>
              <a:ea typeface="Merriweather"/>
              <a:cs typeface="Merriweather"/>
              <a:sym typeface="Merriweather"/>
            </a:endParaRPr>
          </a:p>
        </p:txBody>
      </p:sp>
      <p:sp>
        <p:nvSpPr>
          <p:cNvPr id="1354" name="Google Shape;1354;p41"/>
          <p:cNvSpPr txBox="1"/>
          <p:nvPr/>
        </p:nvSpPr>
        <p:spPr>
          <a:xfrm>
            <a:off x="1083317" y="1419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0</a:t>
            </a:r>
            <a:endParaRPr b="1" sz="1600">
              <a:solidFill>
                <a:schemeClr val="dk1"/>
              </a:solidFill>
              <a:latin typeface="Jua"/>
              <a:ea typeface="Jua"/>
              <a:cs typeface="Jua"/>
              <a:sym typeface="Jua"/>
            </a:endParaRPr>
          </a:p>
        </p:txBody>
      </p:sp>
      <p:sp>
        <p:nvSpPr>
          <p:cNvPr id="1355" name="Google Shape;1355;p41"/>
          <p:cNvSpPr/>
          <p:nvPr/>
        </p:nvSpPr>
        <p:spPr>
          <a:xfrm>
            <a:off x="1039525" y="1300375"/>
            <a:ext cx="815700" cy="415200"/>
          </a:xfrm>
          <a:prstGeom prst="roundRect">
            <a:avLst>
              <a:gd fmla="val 16667" name="adj"/>
            </a:avLst>
          </a:prstGeom>
          <a:noFill/>
          <a:ln cap="flat" cmpd="sng" w="38100">
            <a:solidFill>
              <a:srgbClr val="FF6B6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4"/>
              </a:solidFill>
              <a:latin typeface="Roboto"/>
              <a:ea typeface="Roboto"/>
              <a:cs typeface="Roboto"/>
              <a:sym typeface="Roboto"/>
            </a:endParaRPr>
          </a:p>
        </p:txBody>
      </p:sp>
      <p:sp>
        <p:nvSpPr>
          <p:cNvPr id="1356" name="Google Shape;1356;p41"/>
          <p:cNvSpPr txBox="1"/>
          <p:nvPr>
            <p:ph idx="4294967295" type="subTitle"/>
          </p:nvPr>
        </p:nvSpPr>
        <p:spPr>
          <a:xfrm>
            <a:off x="976675" y="897075"/>
            <a:ext cx="941400" cy="456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000">
                <a:solidFill>
                  <a:schemeClr val="lt1"/>
                </a:solidFill>
                <a:latin typeface="Jua"/>
                <a:ea typeface="Jua"/>
                <a:cs typeface="Jua"/>
                <a:sym typeface="Jua"/>
              </a:rPr>
              <a:t>HEAD</a:t>
            </a:r>
            <a:endParaRPr b="1" sz="2000">
              <a:solidFill>
                <a:schemeClr val="lt1"/>
              </a:solidFill>
              <a:latin typeface="Jua"/>
              <a:ea typeface="Jua"/>
              <a:cs typeface="Jua"/>
              <a:sym typeface="Jua"/>
            </a:endParaRPr>
          </a:p>
        </p:txBody>
      </p:sp>
      <p:sp>
        <p:nvSpPr>
          <p:cNvPr id="1357" name="Google Shape;1357;p41"/>
          <p:cNvSpPr txBox="1"/>
          <p:nvPr/>
        </p:nvSpPr>
        <p:spPr>
          <a:xfrm>
            <a:off x="1083317" y="39338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0</a:t>
            </a:r>
            <a:endParaRPr b="1" sz="1600">
              <a:solidFill>
                <a:schemeClr val="dk1"/>
              </a:solidFill>
              <a:latin typeface="Jua"/>
              <a:ea typeface="Jua"/>
              <a:cs typeface="Jua"/>
              <a:sym typeface="Jua"/>
            </a:endParaRPr>
          </a:p>
        </p:txBody>
      </p:sp>
      <p:sp>
        <p:nvSpPr>
          <p:cNvPr id="1358" name="Google Shape;1358;p41"/>
          <p:cNvSpPr/>
          <p:nvPr/>
        </p:nvSpPr>
        <p:spPr>
          <a:xfrm>
            <a:off x="1039525" y="3814975"/>
            <a:ext cx="815700" cy="415200"/>
          </a:xfrm>
          <a:prstGeom prst="roundRect">
            <a:avLst>
              <a:gd fmla="val 16667" name="adj"/>
            </a:avLst>
          </a:prstGeom>
          <a:noFill/>
          <a:ln cap="flat" cmpd="sng" w="38100">
            <a:solidFill>
              <a:srgbClr val="FF6B6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4"/>
              </a:solidFill>
              <a:latin typeface="Roboto"/>
              <a:ea typeface="Roboto"/>
              <a:cs typeface="Roboto"/>
              <a:sym typeface="Roboto"/>
            </a:endParaRPr>
          </a:p>
        </p:txBody>
      </p:sp>
      <p:sp>
        <p:nvSpPr>
          <p:cNvPr id="1359" name="Google Shape;1359;p41"/>
          <p:cNvSpPr txBox="1"/>
          <p:nvPr>
            <p:ph idx="4294967295" type="subTitle"/>
          </p:nvPr>
        </p:nvSpPr>
        <p:spPr>
          <a:xfrm>
            <a:off x="976675" y="3411675"/>
            <a:ext cx="941400" cy="456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000">
                <a:solidFill>
                  <a:schemeClr val="lt1"/>
                </a:solidFill>
                <a:latin typeface="Jua"/>
                <a:ea typeface="Jua"/>
                <a:cs typeface="Jua"/>
                <a:sym typeface="Jua"/>
              </a:rPr>
              <a:t>HEAD</a:t>
            </a:r>
            <a:endParaRPr b="1" sz="2000">
              <a:solidFill>
                <a:schemeClr val="lt1"/>
              </a:solidFill>
              <a:latin typeface="Jua"/>
              <a:ea typeface="Jua"/>
              <a:cs typeface="Jua"/>
              <a:sym typeface="Jua"/>
            </a:endParaRPr>
          </a:p>
        </p:txBody>
      </p:sp>
      <p:sp>
        <p:nvSpPr>
          <p:cNvPr id="1360" name="Google Shape;1360;p4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4" name="Shape 1364"/>
        <p:cNvGrpSpPr/>
        <p:nvPr/>
      </p:nvGrpSpPr>
      <p:grpSpPr>
        <a:xfrm>
          <a:off x="0" y="0"/>
          <a:ext cx="0" cy="0"/>
          <a:chOff x="0" y="0"/>
          <a:chExt cx="0" cy="0"/>
        </a:xfrm>
      </p:grpSpPr>
      <p:cxnSp>
        <p:nvCxnSpPr>
          <p:cNvPr id="1365" name="Google Shape;1365;p42"/>
          <p:cNvCxnSpPr>
            <a:stCxn id="1366" idx="1"/>
            <a:endCxn id="1367" idx="2"/>
          </p:cNvCxnSpPr>
          <p:nvPr/>
        </p:nvCxnSpPr>
        <p:spPr>
          <a:xfrm rot="10800000">
            <a:off x="1463004" y="2221287"/>
            <a:ext cx="523200" cy="648000"/>
          </a:xfrm>
          <a:prstGeom prst="bentConnector2">
            <a:avLst/>
          </a:prstGeom>
          <a:noFill/>
          <a:ln cap="flat" cmpd="sng" w="38100">
            <a:solidFill>
              <a:schemeClr val="accent1"/>
            </a:solidFill>
            <a:prstDash val="solid"/>
            <a:round/>
            <a:headEnd len="med" w="med" type="stealth"/>
            <a:tailEnd len="med" w="med" type="none"/>
          </a:ln>
        </p:spPr>
      </p:cxnSp>
      <p:sp>
        <p:nvSpPr>
          <p:cNvPr id="1368" name="Google Shape;1368;p42"/>
          <p:cNvSpPr txBox="1"/>
          <p:nvPr>
            <p:ph type="title"/>
          </p:nvPr>
        </p:nvSpPr>
        <p:spPr>
          <a:xfrm>
            <a:off x="64975" y="9225"/>
            <a:ext cx="9078900" cy="803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4500"/>
              <a:t>QUEUE</a:t>
            </a:r>
            <a:r>
              <a:rPr lang="en" sz="4500"/>
              <a:t>S</a:t>
            </a:r>
            <a:endParaRPr sz="4500"/>
          </a:p>
        </p:txBody>
      </p:sp>
      <p:grpSp>
        <p:nvGrpSpPr>
          <p:cNvPr id="1369" name="Google Shape;1369;p42"/>
          <p:cNvGrpSpPr/>
          <p:nvPr/>
        </p:nvGrpSpPr>
        <p:grpSpPr>
          <a:xfrm>
            <a:off x="1017226" y="1806037"/>
            <a:ext cx="7109604" cy="415222"/>
            <a:chOff x="1148325" y="1752675"/>
            <a:chExt cx="6847350" cy="513000"/>
          </a:xfrm>
        </p:grpSpPr>
        <p:sp>
          <p:nvSpPr>
            <p:cNvPr id="1367" name="Google Shape;1367;p42"/>
            <p:cNvSpPr/>
            <p:nvPr/>
          </p:nvSpPr>
          <p:spPr>
            <a:xfrm>
              <a:off x="114832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0" name="Google Shape;1370;p42"/>
            <p:cNvSpPr/>
            <p:nvPr/>
          </p:nvSpPr>
          <p:spPr>
            <a:xfrm>
              <a:off x="2146400"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1" name="Google Shape;1371;p42"/>
            <p:cNvSpPr/>
            <p:nvPr/>
          </p:nvSpPr>
          <p:spPr>
            <a:xfrm>
              <a:off x="314447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2" name="Google Shape;1372;p42"/>
            <p:cNvSpPr/>
            <p:nvPr/>
          </p:nvSpPr>
          <p:spPr>
            <a:xfrm>
              <a:off x="4142550"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3" name="Google Shape;1373;p42"/>
            <p:cNvSpPr/>
            <p:nvPr/>
          </p:nvSpPr>
          <p:spPr>
            <a:xfrm>
              <a:off x="514062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4" name="Google Shape;1374;p42"/>
            <p:cNvSpPr/>
            <p:nvPr/>
          </p:nvSpPr>
          <p:spPr>
            <a:xfrm>
              <a:off x="6138700"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5" name="Google Shape;1375;p42"/>
            <p:cNvSpPr/>
            <p:nvPr/>
          </p:nvSpPr>
          <p:spPr>
            <a:xfrm>
              <a:off x="713677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76" name="Google Shape;1376;p42"/>
          <p:cNvSpPr txBox="1"/>
          <p:nvPr/>
        </p:nvSpPr>
        <p:spPr>
          <a:xfrm>
            <a:off x="1083317" y="1419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0</a:t>
            </a:r>
            <a:endParaRPr b="1" sz="1600">
              <a:solidFill>
                <a:schemeClr val="dk1"/>
              </a:solidFill>
              <a:latin typeface="Jua"/>
              <a:ea typeface="Jua"/>
              <a:cs typeface="Jua"/>
              <a:sym typeface="Jua"/>
            </a:endParaRPr>
          </a:p>
        </p:txBody>
      </p:sp>
      <p:sp>
        <p:nvSpPr>
          <p:cNvPr id="1377" name="Google Shape;1377;p42"/>
          <p:cNvSpPr txBox="1"/>
          <p:nvPr/>
        </p:nvSpPr>
        <p:spPr>
          <a:xfrm>
            <a:off x="2138608" y="1419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1</a:t>
            </a:r>
            <a:endParaRPr b="1" sz="1600">
              <a:solidFill>
                <a:schemeClr val="dk1"/>
              </a:solidFill>
              <a:latin typeface="Jua"/>
              <a:ea typeface="Jua"/>
              <a:cs typeface="Jua"/>
              <a:sym typeface="Jua"/>
            </a:endParaRPr>
          </a:p>
        </p:txBody>
      </p:sp>
      <p:sp>
        <p:nvSpPr>
          <p:cNvPr id="1378" name="Google Shape;1378;p42"/>
          <p:cNvSpPr txBox="1"/>
          <p:nvPr/>
        </p:nvSpPr>
        <p:spPr>
          <a:xfrm>
            <a:off x="3193899" y="1419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2</a:t>
            </a:r>
            <a:endParaRPr b="1" sz="1600">
              <a:solidFill>
                <a:schemeClr val="dk1"/>
              </a:solidFill>
              <a:latin typeface="Jua"/>
              <a:ea typeface="Jua"/>
              <a:cs typeface="Jua"/>
              <a:sym typeface="Jua"/>
            </a:endParaRPr>
          </a:p>
        </p:txBody>
      </p:sp>
      <p:sp>
        <p:nvSpPr>
          <p:cNvPr id="1379" name="Google Shape;1379;p42"/>
          <p:cNvSpPr txBox="1"/>
          <p:nvPr/>
        </p:nvSpPr>
        <p:spPr>
          <a:xfrm>
            <a:off x="4221145" y="1419225"/>
            <a:ext cx="6978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3</a:t>
            </a:r>
            <a:endParaRPr b="1" sz="1600">
              <a:solidFill>
                <a:schemeClr val="dk1"/>
              </a:solidFill>
              <a:latin typeface="Jua"/>
              <a:ea typeface="Jua"/>
              <a:cs typeface="Jua"/>
              <a:sym typeface="Jua"/>
            </a:endParaRPr>
          </a:p>
        </p:txBody>
      </p:sp>
      <p:sp>
        <p:nvSpPr>
          <p:cNvPr id="1380" name="Google Shape;1380;p42"/>
          <p:cNvSpPr txBox="1"/>
          <p:nvPr/>
        </p:nvSpPr>
        <p:spPr>
          <a:xfrm>
            <a:off x="5304481" y="1419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4</a:t>
            </a:r>
            <a:endParaRPr b="1" sz="1600">
              <a:solidFill>
                <a:schemeClr val="dk1"/>
              </a:solidFill>
              <a:latin typeface="Jua"/>
              <a:ea typeface="Jua"/>
              <a:cs typeface="Jua"/>
              <a:sym typeface="Jua"/>
            </a:endParaRPr>
          </a:p>
        </p:txBody>
      </p:sp>
      <p:sp>
        <p:nvSpPr>
          <p:cNvPr id="1381" name="Google Shape;1381;p42"/>
          <p:cNvSpPr txBox="1"/>
          <p:nvPr/>
        </p:nvSpPr>
        <p:spPr>
          <a:xfrm>
            <a:off x="6359772" y="1419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5</a:t>
            </a:r>
            <a:endParaRPr b="1" sz="1600">
              <a:solidFill>
                <a:schemeClr val="dk1"/>
              </a:solidFill>
              <a:latin typeface="Jua"/>
              <a:ea typeface="Jua"/>
              <a:cs typeface="Jua"/>
              <a:sym typeface="Jua"/>
            </a:endParaRPr>
          </a:p>
        </p:txBody>
      </p:sp>
      <p:sp>
        <p:nvSpPr>
          <p:cNvPr id="1382" name="Google Shape;1382;p42"/>
          <p:cNvSpPr txBox="1"/>
          <p:nvPr/>
        </p:nvSpPr>
        <p:spPr>
          <a:xfrm>
            <a:off x="7415063" y="1419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6</a:t>
            </a:r>
            <a:endParaRPr b="1" sz="1600">
              <a:solidFill>
                <a:schemeClr val="dk1"/>
              </a:solidFill>
              <a:latin typeface="Jua"/>
              <a:ea typeface="Jua"/>
              <a:cs typeface="Jua"/>
              <a:sym typeface="Jua"/>
            </a:endParaRPr>
          </a:p>
        </p:txBody>
      </p:sp>
      <p:sp>
        <p:nvSpPr>
          <p:cNvPr id="1383" name="Google Shape;1383;p42"/>
          <p:cNvSpPr txBox="1"/>
          <p:nvPr/>
        </p:nvSpPr>
        <p:spPr>
          <a:xfrm>
            <a:off x="2757975" y="2551238"/>
            <a:ext cx="1210800" cy="546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800">
                <a:solidFill>
                  <a:srgbClr val="FF6B65"/>
                </a:solidFill>
                <a:latin typeface="Jua"/>
                <a:ea typeface="Jua"/>
                <a:cs typeface="Jua"/>
                <a:sym typeface="Jua"/>
              </a:rPr>
              <a:t>GET</a:t>
            </a:r>
            <a:endParaRPr b="1" sz="2800">
              <a:solidFill>
                <a:srgbClr val="FF6B65"/>
              </a:solidFill>
              <a:latin typeface="Jua"/>
              <a:ea typeface="Jua"/>
              <a:cs typeface="Jua"/>
              <a:sym typeface="Jua"/>
            </a:endParaRPr>
          </a:p>
        </p:txBody>
      </p:sp>
      <p:sp>
        <p:nvSpPr>
          <p:cNvPr id="1384" name="Google Shape;1384;p42"/>
          <p:cNvSpPr txBox="1"/>
          <p:nvPr/>
        </p:nvSpPr>
        <p:spPr>
          <a:xfrm>
            <a:off x="1083325" y="1847584"/>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rgbClr val="0C2E3A"/>
                </a:solidFill>
                <a:latin typeface="Merriweather"/>
                <a:ea typeface="Merriweather"/>
                <a:cs typeface="Merriweather"/>
                <a:sym typeface="Merriweather"/>
              </a:rPr>
              <a:t>-5</a:t>
            </a:r>
            <a:endParaRPr b="1" sz="1900">
              <a:solidFill>
                <a:srgbClr val="0C2E3A"/>
              </a:solidFill>
              <a:latin typeface="Merriweather"/>
              <a:ea typeface="Merriweather"/>
              <a:cs typeface="Merriweather"/>
              <a:sym typeface="Merriweather"/>
            </a:endParaRPr>
          </a:p>
        </p:txBody>
      </p:sp>
      <p:sp>
        <p:nvSpPr>
          <p:cNvPr id="1385" name="Google Shape;1385;p42"/>
          <p:cNvSpPr txBox="1"/>
          <p:nvPr/>
        </p:nvSpPr>
        <p:spPr>
          <a:xfrm>
            <a:off x="2138600" y="1847584"/>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rgbClr val="0C2E3A"/>
                </a:solidFill>
                <a:latin typeface="Merriweather"/>
                <a:ea typeface="Merriweather"/>
                <a:cs typeface="Merriweather"/>
                <a:sym typeface="Merriweather"/>
              </a:rPr>
              <a:t>2</a:t>
            </a:r>
            <a:endParaRPr b="1" sz="1900">
              <a:solidFill>
                <a:srgbClr val="0C2E3A"/>
              </a:solidFill>
              <a:latin typeface="Merriweather"/>
              <a:ea typeface="Merriweather"/>
              <a:cs typeface="Merriweather"/>
              <a:sym typeface="Merriweather"/>
            </a:endParaRPr>
          </a:p>
        </p:txBody>
      </p:sp>
      <p:sp>
        <p:nvSpPr>
          <p:cNvPr id="1386" name="Google Shape;1386;p42"/>
          <p:cNvSpPr txBox="1"/>
          <p:nvPr/>
        </p:nvSpPr>
        <p:spPr>
          <a:xfrm>
            <a:off x="3193875" y="1847596"/>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rgbClr val="212121"/>
                </a:solidFill>
                <a:latin typeface="Merriweather"/>
                <a:ea typeface="Merriweather"/>
                <a:cs typeface="Merriweather"/>
                <a:sym typeface="Merriweather"/>
              </a:rPr>
              <a:t>4</a:t>
            </a:r>
            <a:endParaRPr b="1" sz="1900">
              <a:solidFill>
                <a:srgbClr val="212121"/>
              </a:solidFill>
              <a:latin typeface="Merriweather"/>
              <a:ea typeface="Merriweather"/>
              <a:cs typeface="Merriweather"/>
              <a:sym typeface="Merriweather"/>
            </a:endParaRPr>
          </a:p>
        </p:txBody>
      </p:sp>
      <p:sp>
        <p:nvSpPr>
          <p:cNvPr id="1387" name="Google Shape;1387;p42"/>
          <p:cNvSpPr/>
          <p:nvPr/>
        </p:nvSpPr>
        <p:spPr>
          <a:xfrm>
            <a:off x="3096925" y="1300375"/>
            <a:ext cx="815700" cy="415200"/>
          </a:xfrm>
          <a:prstGeom prst="roundRect">
            <a:avLst>
              <a:gd fmla="val 16667" name="adj"/>
            </a:avLst>
          </a:prstGeom>
          <a:noFill/>
          <a:ln cap="flat" cmpd="sng" w="381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388" name="Google Shape;1388;p42"/>
          <p:cNvSpPr txBox="1"/>
          <p:nvPr>
            <p:ph idx="4294967295" type="subTitle"/>
          </p:nvPr>
        </p:nvSpPr>
        <p:spPr>
          <a:xfrm>
            <a:off x="2944100" y="897075"/>
            <a:ext cx="1185300" cy="456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000">
                <a:latin typeface="Jua"/>
                <a:ea typeface="Jua"/>
                <a:cs typeface="Jua"/>
                <a:sym typeface="Jua"/>
              </a:rPr>
              <a:t>TAIL</a:t>
            </a:r>
            <a:endParaRPr b="1" sz="2000">
              <a:latin typeface="Jua"/>
              <a:ea typeface="Jua"/>
              <a:cs typeface="Jua"/>
              <a:sym typeface="Jua"/>
            </a:endParaRPr>
          </a:p>
        </p:txBody>
      </p:sp>
      <p:sp>
        <p:nvSpPr>
          <p:cNvPr id="1389" name="Google Shape;1389;p42"/>
          <p:cNvSpPr/>
          <p:nvPr/>
        </p:nvSpPr>
        <p:spPr>
          <a:xfrm>
            <a:off x="1039525" y="1300375"/>
            <a:ext cx="815700" cy="415200"/>
          </a:xfrm>
          <a:prstGeom prst="roundRect">
            <a:avLst>
              <a:gd fmla="val 16667" name="adj"/>
            </a:avLst>
          </a:prstGeom>
          <a:noFill/>
          <a:ln cap="flat" cmpd="sng" w="38100">
            <a:solidFill>
              <a:srgbClr val="FF6B6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4"/>
              </a:solidFill>
              <a:latin typeface="Roboto"/>
              <a:ea typeface="Roboto"/>
              <a:cs typeface="Roboto"/>
              <a:sym typeface="Roboto"/>
            </a:endParaRPr>
          </a:p>
        </p:txBody>
      </p:sp>
      <p:sp>
        <p:nvSpPr>
          <p:cNvPr id="1390" name="Google Shape;1390;p42"/>
          <p:cNvSpPr txBox="1"/>
          <p:nvPr>
            <p:ph idx="4294967295" type="subTitle"/>
          </p:nvPr>
        </p:nvSpPr>
        <p:spPr>
          <a:xfrm>
            <a:off x="976675" y="897075"/>
            <a:ext cx="941400" cy="456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000">
                <a:solidFill>
                  <a:schemeClr val="lt1"/>
                </a:solidFill>
                <a:latin typeface="Jua"/>
                <a:ea typeface="Jua"/>
                <a:cs typeface="Jua"/>
                <a:sym typeface="Jua"/>
              </a:rPr>
              <a:t>HEAD</a:t>
            </a:r>
            <a:endParaRPr b="1" sz="2000">
              <a:solidFill>
                <a:schemeClr val="lt1"/>
              </a:solidFill>
              <a:latin typeface="Jua"/>
              <a:ea typeface="Jua"/>
              <a:cs typeface="Jua"/>
              <a:sym typeface="Jua"/>
            </a:endParaRPr>
          </a:p>
        </p:txBody>
      </p:sp>
      <p:sp>
        <p:nvSpPr>
          <p:cNvPr id="1366" name="Google Shape;1366;p42"/>
          <p:cNvSpPr/>
          <p:nvPr/>
        </p:nvSpPr>
        <p:spPr>
          <a:xfrm>
            <a:off x="1986204" y="2661687"/>
            <a:ext cx="891900" cy="4152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91" name="Google Shape;1391;p42"/>
          <p:cNvSpPr txBox="1"/>
          <p:nvPr/>
        </p:nvSpPr>
        <p:spPr>
          <a:xfrm>
            <a:off x="2138600" y="2703234"/>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rgbClr val="0C2E3A"/>
                </a:solidFill>
                <a:latin typeface="Merriweather"/>
                <a:ea typeface="Merriweather"/>
                <a:cs typeface="Merriweather"/>
                <a:sym typeface="Merriweather"/>
              </a:rPr>
              <a:t>-5</a:t>
            </a:r>
            <a:endParaRPr b="1" sz="1900">
              <a:solidFill>
                <a:srgbClr val="0C2E3A"/>
              </a:solidFill>
              <a:latin typeface="Merriweather"/>
              <a:ea typeface="Merriweather"/>
              <a:cs typeface="Merriweather"/>
              <a:sym typeface="Merriweather"/>
            </a:endParaRPr>
          </a:p>
        </p:txBody>
      </p:sp>
      <p:grpSp>
        <p:nvGrpSpPr>
          <p:cNvPr id="1392" name="Google Shape;1392;p42"/>
          <p:cNvGrpSpPr/>
          <p:nvPr/>
        </p:nvGrpSpPr>
        <p:grpSpPr>
          <a:xfrm>
            <a:off x="1017226" y="4320637"/>
            <a:ext cx="7109604" cy="415222"/>
            <a:chOff x="1148325" y="1752675"/>
            <a:chExt cx="6847350" cy="513000"/>
          </a:xfrm>
        </p:grpSpPr>
        <p:sp>
          <p:nvSpPr>
            <p:cNvPr id="1393" name="Google Shape;1393;p42"/>
            <p:cNvSpPr/>
            <p:nvPr/>
          </p:nvSpPr>
          <p:spPr>
            <a:xfrm>
              <a:off x="114832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4" name="Google Shape;1394;p42"/>
            <p:cNvSpPr/>
            <p:nvPr/>
          </p:nvSpPr>
          <p:spPr>
            <a:xfrm>
              <a:off x="2146400"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5" name="Google Shape;1395;p42"/>
            <p:cNvSpPr/>
            <p:nvPr/>
          </p:nvSpPr>
          <p:spPr>
            <a:xfrm>
              <a:off x="314447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6" name="Google Shape;1396;p42"/>
            <p:cNvSpPr/>
            <p:nvPr/>
          </p:nvSpPr>
          <p:spPr>
            <a:xfrm>
              <a:off x="4142550"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7" name="Google Shape;1397;p42"/>
            <p:cNvSpPr/>
            <p:nvPr/>
          </p:nvSpPr>
          <p:spPr>
            <a:xfrm>
              <a:off x="514062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8" name="Google Shape;1398;p42"/>
            <p:cNvSpPr/>
            <p:nvPr/>
          </p:nvSpPr>
          <p:spPr>
            <a:xfrm>
              <a:off x="6138700"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9" name="Google Shape;1399;p42"/>
            <p:cNvSpPr/>
            <p:nvPr/>
          </p:nvSpPr>
          <p:spPr>
            <a:xfrm>
              <a:off x="713677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00" name="Google Shape;1400;p42"/>
          <p:cNvSpPr txBox="1"/>
          <p:nvPr/>
        </p:nvSpPr>
        <p:spPr>
          <a:xfrm>
            <a:off x="1083317" y="39338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0</a:t>
            </a:r>
            <a:endParaRPr b="1" sz="1600">
              <a:solidFill>
                <a:schemeClr val="dk1"/>
              </a:solidFill>
              <a:latin typeface="Jua"/>
              <a:ea typeface="Jua"/>
              <a:cs typeface="Jua"/>
              <a:sym typeface="Jua"/>
            </a:endParaRPr>
          </a:p>
        </p:txBody>
      </p:sp>
      <p:sp>
        <p:nvSpPr>
          <p:cNvPr id="1401" name="Google Shape;1401;p42"/>
          <p:cNvSpPr txBox="1"/>
          <p:nvPr/>
        </p:nvSpPr>
        <p:spPr>
          <a:xfrm>
            <a:off x="2138608" y="39338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1</a:t>
            </a:r>
            <a:endParaRPr b="1" sz="1600">
              <a:solidFill>
                <a:schemeClr val="dk1"/>
              </a:solidFill>
              <a:latin typeface="Jua"/>
              <a:ea typeface="Jua"/>
              <a:cs typeface="Jua"/>
              <a:sym typeface="Jua"/>
            </a:endParaRPr>
          </a:p>
        </p:txBody>
      </p:sp>
      <p:sp>
        <p:nvSpPr>
          <p:cNvPr id="1402" name="Google Shape;1402;p42"/>
          <p:cNvSpPr txBox="1"/>
          <p:nvPr/>
        </p:nvSpPr>
        <p:spPr>
          <a:xfrm>
            <a:off x="3193899" y="39338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2</a:t>
            </a:r>
            <a:endParaRPr b="1" sz="1600">
              <a:solidFill>
                <a:schemeClr val="dk1"/>
              </a:solidFill>
              <a:latin typeface="Jua"/>
              <a:ea typeface="Jua"/>
              <a:cs typeface="Jua"/>
              <a:sym typeface="Jua"/>
            </a:endParaRPr>
          </a:p>
        </p:txBody>
      </p:sp>
      <p:sp>
        <p:nvSpPr>
          <p:cNvPr id="1403" name="Google Shape;1403;p42"/>
          <p:cNvSpPr txBox="1"/>
          <p:nvPr/>
        </p:nvSpPr>
        <p:spPr>
          <a:xfrm>
            <a:off x="4221145" y="3933825"/>
            <a:ext cx="6978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3</a:t>
            </a:r>
            <a:endParaRPr b="1" sz="1600">
              <a:solidFill>
                <a:schemeClr val="dk1"/>
              </a:solidFill>
              <a:latin typeface="Jua"/>
              <a:ea typeface="Jua"/>
              <a:cs typeface="Jua"/>
              <a:sym typeface="Jua"/>
            </a:endParaRPr>
          </a:p>
        </p:txBody>
      </p:sp>
      <p:sp>
        <p:nvSpPr>
          <p:cNvPr id="1404" name="Google Shape;1404;p42"/>
          <p:cNvSpPr txBox="1"/>
          <p:nvPr/>
        </p:nvSpPr>
        <p:spPr>
          <a:xfrm>
            <a:off x="5304481" y="39338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4</a:t>
            </a:r>
            <a:endParaRPr b="1" sz="1600">
              <a:solidFill>
                <a:schemeClr val="dk1"/>
              </a:solidFill>
              <a:latin typeface="Jua"/>
              <a:ea typeface="Jua"/>
              <a:cs typeface="Jua"/>
              <a:sym typeface="Jua"/>
            </a:endParaRPr>
          </a:p>
        </p:txBody>
      </p:sp>
      <p:sp>
        <p:nvSpPr>
          <p:cNvPr id="1405" name="Google Shape;1405;p42"/>
          <p:cNvSpPr txBox="1"/>
          <p:nvPr/>
        </p:nvSpPr>
        <p:spPr>
          <a:xfrm>
            <a:off x="6359772" y="39338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5</a:t>
            </a:r>
            <a:endParaRPr b="1" sz="1600">
              <a:solidFill>
                <a:schemeClr val="dk1"/>
              </a:solidFill>
              <a:latin typeface="Jua"/>
              <a:ea typeface="Jua"/>
              <a:cs typeface="Jua"/>
              <a:sym typeface="Jua"/>
            </a:endParaRPr>
          </a:p>
        </p:txBody>
      </p:sp>
      <p:sp>
        <p:nvSpPr>
          <p:cNvPr id="1406" name="Google Shape;1406;p42"/>
          <p:cNvSpPr txBox="1"/>
          <p:nvPr/>
        </p:nvSpPr>
        <p:spPr>
          <a:xfrm>
            <a:off x="7415063" y="39338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6</a:t>
            </a:r>
            <a:endParaRPr b="1" sz="1600">
              <a:solidFill>
                <a:schemeClr val="dk1"/>
              </a:solidFill>
              <a:latin typeface="Jua"/>
              <a:ea typeface="Jua"/>
              <a:cs typeface="Jua"/>
              <a:sym typeface="Jua"/>
            </a:endParaRPr>
          </a:p>
        </p:txBody>
      </p:sp>
      <p:sp>
        <p:nvSpPr>
          <p:cNvPr id="1407" name="Google Shape;1407;p42"/>
          <p:cNvSpPr txBox="1"/>
          <p:nvPr/>
        </p:nvSpPr>
        <p:spPr>
          <a:xfrm>
            <a:off x="2138600" y="4362184"/>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rgbClr val="0C2E3A"/>
                </a:solidFill>
                <a:latin typeface="Merriweather"/>
                <a:ea typeface="Merriweather"/>
                <a:cs typeface="Merriweather"/>
                <a:sym typeface="Merriweather"/>
              </a:rPr>
              <a:t>2</a:t>
            </a:r>
            <a:endParaRPr b="1" sz="1900">
              <a:solidFill>
                <a:srgbClr val="0C2E3A"/>
              </a:solidFill>
              <a:latin typeface="Merriweather"/>
              <a:ea typeface="Merriweather"/>
              <a:cs typeface="Merriweather"/>
              <a:sym typeface="Merriweather"/>
            </a:endParaRPr>
          </a:p>
        </p:txBody>
      </p:sp>
      <p:sp>
        <p:nvSpPr>
          <p:cNvPr id="1408" name="Google Shape;1408;p42"/>
          <p:cNvSpPr/>
          <p:nvPr/>
        </p:nvSpPr>
        <p:spPr>
          <a:xfrm>
            <a:off x="3096925" y="3814975"/>
            <a:ext cx="815700" cy="415200"/>
          </a:xfrm>
          <a:prstGeom prst="roundRect">
            <a:avLst>
              <a:gd fmla="val 16667" name="adj"/>
            </a:avLst>
          </a:prstGeom>
          <a:noFill/>
          <a:ln cap="flat" cmpd="sng" w="381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409" name="Google Shape;1409;p42"/>
          <p:cNvSpPr txBox="1"/>
          <p:nvPr>
            <p:ph idx="4294967295" type="subTitle"/>
          </p:nvPr>
        </p:nvSpPr>
        <p:spPr>
          <a:xfrm>
            <a:off x="2959525" y="3411675"/>
            <a:ext cx="1093800" cy="456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000">
                <a:latin typeface="Jua"/>
                <a:ea typeface="Jua"/>
                <a:cs typeface="Jua"/>
                <a:sym typeface="Jua"/>
              </a:rPr>
              <a:t>TAIL</a:t>
            </a:r>
            <a:endParaRPr b="1" sz="2000">
              <a:latin typeface="Jua"/>
              <a:ea typeface="Jua"/>
              <a:cs typeface="Jua"/>
              <a:sym typeface="Jua"/>
            </a:endParaRPr>
          </a:p>
        </p:txBody>
      </p:sp>
      <p:sp>
        <p:nvSpPr>
          <p:cNvPr id="1410" name="Google Shape;1410;p42"/>
          <p:cNvSpPr/>
          <p:nvPr/>
        </p:nvSpPr>
        <p:spPr>
          <a:xfrm>
            <a:off x="2106325" y="3814975"/>
            <a:ext cx="815700" cy="415200"/>
          </a:xfrm>
          <a:prstGeom prst="roundRect">
            <a:avLst>
              <a:gd fmla="val 16667" name="adj"/>
            </a:avLst>
          </a:prstGeom>
          <a:noFill/>
          <a:ln cap="flat" cmpd="sng" w="38100">
            <a:solidFill>
              <a:srgbClr val="FF6B6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4"/>
              </a:solidFill>
              <a:latin typeface="Roboto"/>
              <a:ea typeface="Roboto"/>
              <a:cs typeface="Roboto"/>
              <a:sym typeface="Roboto"/>
            </a:endParaRPr>
          </a:p>
        </p:txBody>
      </p:sp>
      <p:sp>
        <p:nvSpPr>
          <p:cNvPr id="1411" name="Google Shape;1411;p42"/>
          <p:cNvSpPr txBox="1"/>
          <p:nvPr>
            <p:ph idx="4294967295" type="subTitle"/>
          </p:nvPr>
        </p:nvSpPr>
        <p:spPr>
          <a:xfrm>
            <a:off x="2043475" y="3411675"/>
            <a:ext cx="941400" cy="456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000">
                <a:solidFill>
                  <a:schemeClr val="lt1"/>
                </a:solidFill>
                <a:latin typeface="Jua"/>
                <a:ea typeface="Jua"/>
                <a:cs typeface="Jua"/>
                <a:sym typeface="Jua"/>
              </a:rPr>
              <a:t>HEAD</a:t>
            </a:r>
            <a:endParaRPr b="1" sz="2000">
              <a:solidFill>
                <a:schemeClr val="lt1"/>
              </a:solidFill>
              <a:latin typeface="Jua"/>
              <a:ea typeface="Jua"/>
              <a:cs typeface="Jua"/>
              <a:sym typeface="Jua"/>
            </a:endParaRPr>
          </a:p>
        </p:txBody>
      </p:sp>
      <p:sp>
        <p:nvSpPr>
          <p:cNvPr id="1412" name="Google Shape;1412;p42"/>
          <p:cNvSpPr txBox="1"/>
          <p:nvPr/>
        </p:nvSpPr>
        <p:spPr>
          <a:xfrm>
            <a:off x="3193875" y="4362171"/>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rgbClr val="212121"/>
                </a:solidFill>
                <a:latin typeface="Merriweather"/>
                <a:ea typeface="Merriweather"/>
                <a:cs typeface="Merriweather"/>
                <a:sym typeface="Merriweather"/>
              </a:rPr>
              <a:t>4</a:t>
            </a:r>
            <a:endParaRPr b="1" sz="1900">
              <a:solidFill>
                <a:srgbClr val="212121"/>
              </a:solidFill>
              <a:latin typeface="Merriweather"/>
              <a:ea typeface="Merriweather"/>
              <a:cs typeface="Merriweather"/>
              <a:sym typeface="Merriweather"/>
            </a:endParaRPr>
          </a:p>
        </p:txBody>
      </p:sp>
      <p:sp>
        <p:nvSpPr>
          <p:cNvPr id="1413" name="Google Shape;1413;p4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7" name="Shape 1417"/>
        <p:cNvGrpSpPr/>
        <p:nvPr/>
      </p:nvGrpSpPr>
      <p:grpSpPr>
        <a:xfrm>
          <a:off x="0" y="0"/>
          <a:ext cx="0" cy="0"/>
          <a:chOff x="0" y="0"/>
          <a:chExt cx="0" cy="0"/>
        </a:xfrm>
      </p:grpSpPr>
      <p:sp>
        <p:nvSpPr>
          <p:cNvPr id="1418" name="Google Shape;1418;p43"/>
          <p:cNvSpPr txBox="1"/>
          <p:nvPr>
            <p:ph type="title"/>
          </p:nvPr>
        </p:nvSpPr>
        <p:spPr>
          <a:xfrm>
            <a:off x="2301299" y="1545750"/>
            <a:ext cx="4541400" cy="2052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7200"/>
              <a:t>CIRCULAR</a:t>
            </a:r>
            <a:endParaRPr sz="7200"/>
          </a:p>
          <a:p>
            <a:pPr indent="0" lvl="0" marL="0" rtl="0" algn="ctr">
              <a:spcBef>
                <a:spcPts val="0"/>
              </a:spcBef>
              <a:spcAft>
                <a:spcPts val="0"/>
              </a:spcAft>
              <a:buNone/>
            </a:pPr>
            <a:r>
              <a:rPr lang="en" sz="7200"/>
              <a:t>QUEUES</a:t>
            </a:r>
            <a:endParaRPr sz="7200"/>
          </a:p>
        </p:txBody>
      </p:sp>
      <p:grpSp>
        <p:nvGrpSpPr>
          <p:cNvPr id="1419" name="Google Shape;1419;p43"/>
          <p:cNvGrpSpPr/>
          <p:nvPr/>
        </p:nvGrpSpPr>
        <p:grpSpPr>
          <a:xfrm flipH="1" rot="-215889">
            <a:off x="1856930" y="1014291"/>
            <a:ext cx="1142100" cy="756617"/>
            <a:chOff x="7029526" y="829353"/>
            <a:chExt cx="1394481" cy="923814"/>
          </a:xfrm>
        </p:grpSpPr>
        <p:sp>
          <p:nvSpPr>
            <p:cNvPr id="1420" name="Google Shape;1420;p43"/>
            <p:cNvSpPr/>
            <p:nvPr/>
          </p:nvSpPr>
          <p:spPr>
            <a:xfrm flipH="1" rot="-804268">
              <a:off x="7383195" y="866608"/>
              <a:ext cx="391751" cy="598588"/>
            </a:xfrm>
            <a:custGeom>
              <a:rect b="b" l="l" r="r" t="t"/>
              <a:pathLst>
                <a:path extrusionOk="0" h="11605" w="7595">
                  <a:moveTo>
                    <a:pt x="2155" y="0"/>
                  </a:moveTo>
                  <a:cubicBezTo>
                    <a:pt x="2406" y="2507"/>
                    <a:pt x="2506" y="5940"/>
                    <a:pt x="0" y="6943"/>
                  </a:cubicBezTo>
                  <a:cubicBezTo>
                    <a:pt x="2757" y="6943"/>
                    <a:pt x="4336" y="9123"/>
                    <a:pt x="5589" y="11604"/>
                  </a:cubicBezTo>
                  <a:cubicBezTo>
                    <a:pt x="5589" y="9123"/>
                    <a:pt x="5338" y="6617"/>
                    <a:pt x="7594" y="5113"/>
                  </a:cubicBezTo>
                  <a:lnTo>
                    <a:pt x="7594" y="5113"/>
                  </a:lnTo>
                  <a:cubicBezTo>
                    <a:pt x="7536" y="5115"/>
                    <a:pt x="7479" y="5116"/>
                    <a:pt x="7423" y="5116"/>
                  </a:cubicBezTo>
                  <a:cubicBezTo>
                    <a:pt x="4895" y="5116"/>
                    <a:pt x="3381" y="2942"/>
                    <a:pt x="215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1" name="Google Shape;1421;p43"/>
            <p:cNvSpPr/>
            <p:nvPr/>
          </p:nvSpPr>
          <p:spPr>
            <a:xfrm flipH="1">
              <a:off x="7029526" y="973310"/>
              <a:ext cx="207371" cy="139045"/>
            </a:xfrm>
            <a:custGeom>
              <a:rect b="b" l="l" r="r" t="t"/>
              <a:pathLst>
                <a:path extrusionOk="0" h="3138" w="4680">
                  <a:moveTo>
                    <a:pt x="2235" y="0"/>
                  </a:moveTo>
                  <a:cubicBezTo>
                    <a:pt x="256" y="0"/>
                    <a:pt x="1" y="3138"/>
                    <a:pt x="2524" y="3138"/>
                  </a:cubicBezTo>
                  <a:cubicBezTo>
                    <a:pt x="4429" y="3138"/>
                    <a:pt x="4680" y="80"/>
                    <a:pt x="2374" y="5"/>
                  </a:cubicBezTo>
                  <a:cubicBezTo>
                    <a:pt x="2327" y="2"/>
                    <a:pt x="2281" y="0"/>
                    <a:pt x="223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2" name="Google Shape;1422;p43"/>
            <p:cNvSpPr/>
            <p:nvPr/>
          </p:nvSpPr>
          <p:spPr>
            <a:xfrm flipH="1">
              <a:off x="7760243" y="1648506"/>
              <a:ext cx="155572" cy="104660"/>
            </a:xfrm>
            <a:custGeom>
              <a:rect b="b" l="l" r="r" t="t"/>
              <a:pathLst>
                <a:path extrusionOk="0" h="2362" w="3511">
                  <a:moveTo>
                    <a:pt x="1689" y="1"/>
                  </a:moveTo>
                  <a:cubicBezTo>
                    <a:pt x="191" y="1"/>
                    <a:pt x="0" y="2337"/>
                    <a:pt x="1907" y="2361"/>
                  </a:cubicBezTo>
                  <a:cubicBezTo>
                    <a:pt x="3335" y="2361"/>
                    <a:pt x="3511" y="55"/>
                    <a:pt x="1806" y="5"/>
                  </a:cubicBezTo>
                  <a:cubicBezTo>
                    <a:pt x="1766" y="2"/>
                    <a:pt x="1727" y="1"/>
                    <a:pt x="168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3" name="Google Shape;1423;p43"/>
            <p:cNvSpPr/>
            <p:nvPr/>
          </p:nvSpPr>
          <p:spPr>
            <a:xfrm flipH="1">
              <a:off x="8304637" y="1362607"/>
              <a:ext cx="119371" cy="80112"/>
            </a:xfrm>
            <a:custGeom>
              <a:rect b="b" l="l" r="r" t="t"/>
              <a:pathLst>
                <a:path extrusionOk="0" h="1808" w="2694">
                  <a:moveTo>
                    <a:pt x="1304" y="1"/>
                  </a:moveTo>
                  <a:cubicBezTo>
                    <a:pt x="140" y="1"/>
                    <a:pt x="0" y="1808"/>
                    <a:pt x="1450" y="1808"/>
                  </a:cubicBezTo>
                  <a:cubicBezTo>
                    <a:pt x="1458" y="1808"/>
                    <a:pt x="1465" y="1808"/>
                    <a:pt x="1473" y="1808"/>
                  </a:cubicBezTo>
                  <a:cubicBezTo>
                    <a:pt x="2555" y="1808"/>
                    <a:pt x="2694" y="53"/>
                    <a:pt x="1375" y="3"/>
                  </a:cubicBezTo>
                  <a:cubicBezTo>
                    <a:pt x="1351" y="2"/>
                    <a:pt x="1327" y="1"/>
                    <a:pt x="130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4" name="Google Shape;1424;p43"/>
            <p:cNvSpPr/>
            <p:nvPr/>
          </p:nvSpPr>
          <p:spPr>
            <a:xfrm>
              <a:off x="7935221" y="1407647"/>
              <a:ext cx="235455" cy="173006"/>
            </a:xfrm>
            <a:custGeom>
              <a:rect b="b" l="l" r="r" t="t"/>
              <a:pathLst>
                <a:path extrusionOk="0" h="16924" w="23033">
                  <a:moveTo>
                    <a:pt x="18087" y="0"/>
                  </a:moveTo>
                  <a:cubicBezTo>
                    <a:pt x="15558" y="0"/>
                    <a:pt x="12757" y="2011"/>
                    <a:pt x="12181" y="4317"/>
                  </a:cubicBezTo>
                  <a:cubicBezTo>
                    <a:pt x="12181" y="4317"/>
                    <a:pt x="10883" y="321"/>
                    <a:pt x="6682" y="321"/>
                  </a:cubicBezTo>
                  <a:cubicBezTo>
                    <a:pt x="6249" y="321"/>
                    <a:pt x="5785" y="364"/>
                    <a:pt x="5289" y="457"/>
                  </a:cubicBezTo>
                  <a:cubicBezTo>
                    <a:pt x="0" y="1460"/>
                    <a:pt x="6492" y="11610"/>
                    <a:pt x="12381" y="16924"/>
                  </a:cubicBezTo>
                  <a:cubicBezTo>
                    <a:pt x="22381" y="8527"/>
                    <a:pt x="23033" y="2437"/>
                    <a:pt x="20251" y="608"/>
                  </a:cubicBezTo>
                  <a:cubicBezTo>
                    <a:pt x="19602" y="187"/>
                    <a:pt x="18857" y="0"/>
                    <a:pt x="18087"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5" name="Google Shape;1425;p43"/>
            <p:cNvSpPr/>
            <p:nvPr/>
          </p:nvSpPr>
          <p:spPr>
            <a:xfrm flipH="1">
              <a:off x="7941990" y="841150"/>
              <a:ext cx="119371" cy="80112"/>
            </a:xfrm>
            <a:custGeom>
              <a:rect b="b" l="l" r="r" t="t"/>
              <a:pathLst>
                <a:path extrusionOk="0" h="1808" w="2694">
                  <a:moveTo>
                    <a:pt x="1304" y="1"/>
                  </a:moveTo>
                  <a:cubicBezTo>
                    <a:pt x="140" y="1"/>
                    <a:pt x="0" y="1808"/>
                    <a:pt x="1450" y="1808"/>
                  </a:cubicBezTo>
                  <a:cubicBezTo>
                    <a:pt x="1458" y="1808"/>
                    <a:pt x="1465" y="1808"/>
                    <a:pt x="1473" y="1808"/>
                  </a:cubicBezTo>
                  <a:cubicBezTo>
                    <a:pt x="2555" y="1808"/>
                    <a:pt x="2694" y="53"/>
                    <a:pt x="1375" y="3"/>
                  </a:cubicBezTo>
                  <a:cubicBezTo>
                    <a:pt x="1351" y="2"/>
                    <a:pt x="1327" y="1"/>
                    <a:pt x="130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26" name="Google Shape;1426;p43"/>
          <p:cNvGrpSpPr/>
          <p:nvPr/>
        </p:nvGrpSpPr>
        <p:grpSpPr>
          <a:xfrm rot="1574757">
            <a:off x="6215017" y="2845074"/>
            <a:ext cx="934647" cy="941658"/>
            <a:chOff x="7029526" y="603457"/>
            <a:chExt cx="1141150" cy="1149709"/>
          </a:xfrm>
        </p:grpSpPr>
        <p:sp>
          <p:nvSpPr>
            <p:cNvPr id="1427" name="Google Shape;1427;p43"/>
            <p:cNvSpPr/>
            <p:nvPr/>
          </p:nvSpPr>
          <p:spPr>
            <a:xfrm flipH="1" rot="-2298745">
              <a:off x="7383195" y="866608"/>
              <a:ext cx="391757" cy="598596"/>
            </a:xfrm>
            <a:custGeom>
              <a:rect b="b" l="l" r="r" t="t"/>
              <a:pathLst>
                <a:path extrusionOk="0" h="11605" w="7595">
                  <a:moveTo>
                    <a:pt x="2155" y="0"/>
                  </a:moveTo>
                  <a:cubicBezTo>
                    <a:pt x="2406" y="2507"/>
                    <a:pt x="2506" y="5940"/>
                    <a:pt x="0" y="6943"/>
                  </a:cubicBezTo>
                  <a:cubicBezTo>
                    <a:pt x="2757" y="6943"/>
                    <a:pt x="4336" y="9123"/>
                    <a:pt x="5589" y="11604"/>
                  </a:cubicBezTo>
                  <a:cubicBezTo>
                    <a:pt x="5589" y="9123"/>
                    <a:pt x="5338" y="6617"/>
                    <a:pt x="7594" y="5113"/>
                  </a:cubicBezTo>
                  <a:lnTo>
                    <a:pt x="7594" y="5113"/>
                  </a:lnTo>
                  <a:cubicBezTo>
                    <a:pt x="7536" y="5115"/>
                    <a:pt x="7479" y="5116"/>
                    <a:pt x="7423" y="5116"/>
                  </a:cubicBezTo>
                  <a:cubicBezTo>
                    <a:pt x="4895" y="5116"/>
                    <a:pt x="3381" y="2942"/>
                    <a:pt x="215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8" name="Google Shape;1428;p43"/>
            <p:cNvSpPr/>
            <p:nvPr/>
          </p:nvSpPr>
          <p:spPr>
            <a:xfrm flipH="1">
              <a:off x="7029526" y="973310"/>
              <a:ext cx="207371" cy="139045"/>
            </a:xfrm>
            <a:custGeom>
              <a:rect b="b" l="l" r="r" t="t"/>
              <a:pathLst>
                <a:path extrusionOk="0" h="3138" w="4680">
                  <a:moveTo>
                    <a:pt x="2235" y="0"/>
                  </a:moveTo>
                  <a:cubicBezTo>
                    <a:pt x="256" y="0"/>
                    <a:pt x="1" y="3138"/>
                    <a:pt x="2524" y="3138"/>
                  </a:cubicBezTo>
                  <a:cubicBezTo>
                    <a:pt x="4429" y="3138"/>
                    <a:pt x="4680" y="80"/>
                    <a:pt x="2374" y="5"/>
                  </a:cubicBezTo>
                  <a:cubicBezTo>
                    <a:pt x="2327" y="2"/>
                    <a:pt x="2281" y="0"/>
                    <a:pt x="223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9" name="Google Shape;1429;p43"/>
            <p:cNvSpPr/>
            <p:nvPr/>
          </p:nvSpPr>
          <p:spPr>
            <a:xfrm flipH="1">
              <a:off x="7760243" y="1648506"/>
              <a:ext cx="155572" cy="104660"/>
            </a:xfrm>
            <a:custGeom>
              <a:rect b="b" l="l" r="r" t="t"/>
              <a:pathLst>
                <a:path extrusionOk="0" h="2362" w="3511">
                  <a:moveTo>
                    <a:pt x="1689" y="1"/>
                  </a:moveTo>
                  <a:cubicBezTo>
                    <a:pt x="191" y="1"/>
                    <a:pt x="0" y="2337"/>
                    <a:pt x="1907" y="2361"/>
                  </a:cubicBezTo>
                  <a:cubicBezTo>
                    <a:pt x="3335" y="2361"/>
                    <a:pt x="3511" y="55"/>
                    <a:pt x="1806" y="5"/>
                  </a:cubicBezTo>
                  <a:cubicBezTo>
                    <a:pt x="1766" y="2"/>
                    <a:pt x="1727" y="1"/>
                    <a:pt x="168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0" name="Google Shape;1430;p43"/>
            <p:cNvSpPr/>
            <p:nvPr/>
          </p:nvSpPr>
          <p:spPr>
            <a:xfrm flipH="1">
              <a:off x="7890892" y="944228"/>
              <a:ext cx="119371" cy="80112"/>
            </a:xfrm>
            <a:custGeom>
              <a:rect b="b" l="l" r="r" t="t"/>
              <a:pathLst>
                <a:path extrusionOk="0" h="1808" w="2694">
                  <a:moveTo>
                    <a:pt x="1304" y="1"/>
                  </a:moveTo>
                  <a:cubicBezTo>
                    <a:pt x="140" y="1"/>
                    <a:pt x="0" y="1808"/>
                    <a:pt x="1450" y="1808"/>
                  </a:cubicBezTo>
                  <a:cubicBezTo>
                    <a:pt x="1458" y="1808"/>
                    <a:pt x="1465" y="1808"/>
                    <a:pt x="1473" y="1808"/>
                  </a:cubicBezTo>
                  <a:cubicBezTo>
                    <a:pt x="2555" y="1808"/>
                    <a:pt x="2694" y="53"/>
                    <a:pt x="1375" y="3"/>
                  </a:cubicBezTo>
                  <a:cubicBezTo>
                    <a:pt x="1351" y="2"/>
                    <a:pt x="1327" y="1"/>
                    <a:pt x="130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1" name="Google Shape;1431;p43"/>
            <p:cNvSpPr/>
            <p:nvPr/>
          </p:nvSpPr>
          <p:spPr>
            <a:xfrm>
              <a:off x="7935221" y="1407647"/>
              <a:ext cx="235455" cy="173006"/>
            </a:xfrm>
            <a:custGeom>
              <a:rect b="b" l="l" r="r" t="t"/>
              <a:pathLst>
                <a:path extrusionOk="0" h="16924" w="23033">
                  <a:moveTo>
                    <a:pt x="18087" y="0"/>
                  </a:moveTo>
                  <a:cubicBezTo>
                    <a:pt x="15558" y="0"/>
                    <a:pt x="12757" y="2011"/>
                    <a:pt x="12181" y="4317"/>
                  </a:cubicBezTo>
                  <a:cubicBezTo>
                    <a:pt x="12181" y="4317"/>
                    <a:pt x="10883" y="321"/>
                    <a:pt x="6682" y="321"/>
                  </a:cubicBezTo>
                  <a:cubicBezTo>
                    <a:pt x="6249" y="321"/>
                    <a:pt x="5785" y="364"/>
                    <a:pt x="5289" y="457"/>
                  </a:cubicBezTo>
                  <a:cubicBezTo>
                    <a:pt x="0" y="1460"/>
                    <a:pt x="6492" y="11610"/>
                    <a:pt x="12381" y="16924"/>
                  </a:cubicBezTo>
                  <a:cubicBezTo>
                    <a:pt x="22381" y="8527"/>
                    <a:pt x="23033" y="2437"/>
                    <a:pt x="20251" y="608"/>
                  </a:cubicBezTo>
                  <a:cubicBezTo>
                    <a:pt x="19602" y="187"/>
                    <a:pt x="18857" y="0"/>
                    <a:pt x="18087"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2" name="Google Shape;1432;p43"/>
            <p:cNvSpPr/>
            <p:nvPr/>
          </p:nvSpPr>
          <p:spPr>
            <a:xfrm flipH="1">
              <a:off x="7274487" y="603457"/>
              <a:ext cx="119371" cy="80112"/>
            </a:xfrm>
            <a:custGeom>
              <a:rect b="b" l="l" r="r" t="t"/>
              <a:pathLst>
                <a:path extrusionOk="0" h="1808" w="2694">
                  <a:moveTo>
                    <a:pt x="1304" y="1"/>
                  </a:moveTo>
                  <a:cubicBezTo>
                    <a:pt x="140" y="1"/>
                    <a:pt x="0" y="1808"/>
                    <a:pt x="1450" y="1808"/>
                  </a:cubicBezTo>
                  <a:cubicBezTo>
                    <a:pt x="1458" y="1808"/>
                    <a:pt x="1465" y="1808"/>
                    <a:pt x="1473" y="1808"/>
                  </a:cubicBezTo>
                  <a:cubicBezTo>
                    <a:pt x="2555" y="1808"/>
                    <a:pt x="2694" y="53"/>
                    <a:pt x="1375" y="3"/>
                  </a:cubicBezTo>
                  <a:cubicBezTo>
                    <a:pt x="1351" y="2"/>
                    <a:pt x="1327" y="1"/>
                    <a:pt x="130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33" name="Google Shape;1433;p43"/>
          <p:cNvGrpSpPr/>
          <p:nvPr/>
        </p:nvGrpSpPr>
        <p:grpSpPr>
          <a:xfrm>
            <a:off x="7271350" y="248700"/>
            <a:ext cx="1291805" cy="2011223"/>
            <a:chOff x="7176100" y="258225"/>
            <a:chExt cx="1291805" cy="2011223"/>
          </a:xfrm>
        </p:grpSpPr>
        <p:sp>
          <p:nvSpPr>
            <p:cNvPr id="1434" name="Google Shape;1434;p43"/>
            <p:cNvSpPr/>
            <p:nvPr/>
          </p:nvSpPr>
          <p:spPr>
            <a:xfrm>
              <a:off x="7176100" y="258225"/>
              <a:ext cx="451200" cy="555000"/>
            </a:xfrm>
            <a:custGeom>
              <a:rect b="b" l="l" r="r" t="t"/>
              <a:pathLst>
                <a:path extrusionOk="0" h="22200" w="18048">
                  <a:moveTo>
                    <a:pt x="8520" y="1563"/>
                  </a:moveTo>
                  <a:cubicBezTo>
                    <a:pt x="14072" y="1563"/>
                    <a:pt x="8179" y="13801"/>
                    <a:pt x="5973" y="19170"/>
                  </a:cubicBezTo>
                  <a:lnTo>
                    <a:pt x="5973" y="19170"/>
                  </a:lnTo>
                  <a:cubicBezTo>
                    <a:pt x="5551" y="16350"/>
                    <a:pt x="5004" y="13551"/>
                    <a:pt x="4814" y="10699"/>
                  </a:cubicBezTo>
                  <a:cubicBezTo>
                    <a:pt x="4639" y="7942"/>
                    <a:pt x="4263" y="1902"/>
                    <a:pt x="8197" y="1576"/>
                  </a:cubicBezTo>
                  <a:cubicBezTo>
                    <a:pt x="8309" y="1567"/>
                    <a:pt x="8417" y="1563"/>
                    <a:pt x="8520" y="1563"/>
                  </a:cubicBezTo>
                  <a:close/>
                  <a:moveTo>
                    <a:pt x="8102" y="1"/>
                  </a:moveTo>
                  <a:cubicBezTo>
                    <a:pt x="1" y="1"/>
                    <a:pt x="4055" y="16395"/>
                    <a:pt x="4639" y="20749"/>
                  </a:cubicBezTo>
                  <a:cubicBezTo>
                    <a:pt x="4686" y="21117"/>
                    <a:pt x="4936" y="21351"/>
                    <a:pt x="5223" y="21444"/>
                  </a:cubicBezTo>
                  <a:lnTo>
                    <a:pt x="5223" y="21444"/>
                  </a:lnTo>
                  <a:cubicBezTo>
                    <a:pt x="5250" y="21906"/>
                    <a:pt x="5683" y="22199"/>
                    <a:pt x="6086" y="22199"/>
                  </a:cubicBezTo>
                  <a:cubicBezTo>
                    <a:pt x="6396" y="22199"/>
                    <a:pt x="6689" y="22027"/>
                    <a:pt x="6769" y="21626"/>
                  </a:cubicBezTo>
                  <a:cubicBezTo>
                    <a:pt x="7621" y="17415"/>
                    <a:pt x="18047" y="1075"/>
                    <a:pt x="8874" y="47"/>
                  </a:cubicBezTo>
                  <a:cubicBezTo>
                    <a:pt x="8605" y="16"/>
                    <a:pt x="8348" y="1"/>
                    <a:pt x="810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5" name="Google Shape;1435;p43"/>
            <p:cNvSpPr/>
            <p:nvPr/>
          </p:nvSpPr>
          <p:spPr>
            <a:xfrm>
              <a:off x="7194929" y="658689"/>
              <a:ext cx="1272976" cy="1610759"/>
            </a:xfrm>
            <a:custGeom>
              <a:rect b="b" l="l" r="r" t="t"/>
              <a:pathLst>
                <a:path extrusionOk="0" h="57109" w="45133">
                  <a:moveTo>
                    <a:pt x="11235" y="1"/>
                  </a:moveTo>
                  <a:cubicBezTo>
                    <a:pt x="7515" y="1"/>
                    <a:pt x="4198" y="1195"/>
                    <a:pt x="2532" y="4731"/>
                  </a:cubicBezTo>
                  <a:cubicBezTo>
                    <a:pt x="0" y="20220"/>
                    <a:pt x="2532" y="42175"/>
                    <a:pt x="2532" y="42175"/>
                  </a:cubicBezTo>
                  <a:cubicBezTo>
                    <a:pt x="3700" y="52965"/>
                    <a:pt x="15524" y="57109"/>
                    <a:pt x="26217" y="57109"/>
                  </a:cubicBezTo>
                  <a:cubicBezTo>
                    <a:pt x="36164" y="57109"/>
                    <a:pt x="45132" y="53523"/>
                    <a:pt x="43635" y="48365"/>
                  </a:cubicBezTo>
                  <a:cubicBezTo>
                    <a:pt x="40552" y="37664"/>
                    <a:pt x="30677" y="40771"/>
                    <a:pt x="28722" y="34280"/>
                  </a:cubicBezTo>
                  <a:cubicBezTo>
                    <a:pt x="26742" y="27814"/>
                    <a:pt x="31529" y="6711"/>
                    <a:pt x="27594" y="4731"/>
                  </a:cubicBezTo>
                  <a:cubicBezTo>
                    <a:pt x="25113" y="3482"/>
                    <a:pt x="17587" y="1"/>
                    <a:pt x="112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6" name="Google Shape;1436;p43"/>
            <p:cNvSpPr/>
            <p:nvPr/>
          </p:nvSpPr>
          <p:spPr>
            <a:xfrm>
              <a:off x="7246735" y="1633799"/>
              <a:ext cx="274322" cy="531608"/>
            </a:xfrm>
            <a:custGeom>
              <a:rect b="b" l="l" r="r" t="t"/>
              <a:pathLst>
                <a:path extrusionOk="0" h="18848" w="9726">
                  <a:moveTo>
                    <a:pt x="1" y="1"/>
                  </a:moveTo>
                  <a:cubicBezTo>
                    <a:pt x="302" y="4587"/>
                    <a:pt x="653" y="7645"/>
                    <a:pt x="653" y="7645"/>
                  </a:cubicBezTo>
                  <a:cubicBezTo>
                    <a:pt x="1229" y="12808"/>
                    <a:pt x="4237" y="16442"/>
                    <a:pt x="8372" y="18848"/>
                  </a:cubicBezTo>
                  <a:cubicBezTo>
                    <a:pt x="9725" y="11204"/>
                    <a:pt x="7645" y="2557"/>
                    <a:pt x="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7" name="Google Shape;1437;p43"/>
            <p:cNvSpPr/>
            <p:nvPr/>
          </p:nvSpPr>
          <p:spPr>
            <a:xfrm>
              <a:off x="8052386" y="1841157"/>
              <a:ext cx="407901" cy="418506"/>
            </a:xfrm>
            <a:custGeom>
              <a:rect b="b" l="l" r="r" t="t"/>
              <a:pathLst>
                <a:path extrusionOk="0" h="14838" w="14462">
                  <a:moveTo>
                    <a:pt x="9123" y="0"/>
                  </a:moveTo>
                  <a:cubicBezTo>
                    <a:pt x="6717" y="401"/>
                    <a:pt x="4812" y="2481"/>
                    <a:pt x="3660" y="4186"/>
                  </a:cubicBezTo>
                  <a:cubicBezTo>
                    <a:pt x="1529" y="7043"/>
                    <a:pt x="0" y="11103"/>
                    <a:pt x="1103" y="14837"/>
                  </a:cubicBezTo>
                  <a:cubicBezTo>
                    <a:pt x="8672" y="13810"/>
                    <a:pt x="14462" y="10652"/>
                    <a:pt x="13234" y="6441"/>
                  </a:cubicBezTo>
                  <a:cubicBezTo>
                    <a:pt x="12331" y="3283"/>
                    <a:pt x="10828" y="1354"/>
                    <a:pt x="912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8" name="Google Shape;1438;p43"/>
            <p:cNvSpPr/>
            <p:nvPr/>
          </p:nvSpPr>
          <p:spPr>
            <a:xfrm>
              <a:off x="7191375" y="649325"/>
              <a:ext cx="920414" cy="537869"/>
            </a:xfrm>
            <a:custGeom>
              <a:rect b="b" l="l" r="r" t="t"/>
              <a:pathLst>
                <a:path extrusionOk="0" h="19070" w="32633">
                  <a:moveTo>
                    <a:pt x="11195" y="1"/>
                  </a:moveTo>
                  <a:cubicBezTo>
                    <a:pt x="9945" y="1"/>
                    <a:pt x="8732" y="101"/>
                    <a:pt x="7595" y="326"/>
                  </a:cubicBezTo>
                  <a:cubicBezTo>
                    <a:pt x="7595" y="326"/>
                    <a:pt x="2532" y="1254"/>
                    <a:pt x="1530" y="6191"/>
                  </a:cubicBezTo>
                  <a:cubicBezTo>
                    <a:pt x="552" y="11128"/>
                    <a:pt x="1" y="12807"/>
                    <a:pt x="2958" y="14787"/>
                  </a:cubicBezTo>
                  <a:cubicBezTo>
                    <a:pt x="5353" y="16370"/>
                    <a:pt x="14104" y="19070"/>
                    <a:pt x="21087" y="19070"/>
                  </a:cubicBezTo>
                  <a:cubicBezTo>
                    <a:pt x="22729" y="19070"/>
                    <a:pt x="24274" y="18920"/>
                    <a:pt x="25615" y="18572"/>
                  </a:cubicBezTo>
                  <a:cubicBezTo>
                    <a:pt x="32633" y="16742"/>
                    <a:pt x="30953" y="13935"/>
                    <a:pt x="30953" y="10276"/>
                  </a:cubicBezTo>
                  <a:cubicBezTo>
                    <a:pt x="30953" y="6617"/>
                    <a:pt x="29750" y="5264"/>
                    <a:pt x="25314" y="3233"/>
                  </a:cubicBezTo>
                  <a:cubicBezTo>
                    <a:pt x="21785" y="1609"/>
                    <a:pt x="16201" y="1"/>
                    <a:pt x="1119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9" name="Google Shape;1439;p43"/>
            <p:cNvSpPr/>
            <p:nvPr/>
          </p:nvSpPr>
          <p:spPr>
            <a:xfrm>
              <a:off x="7292461" y="666389"/>
              <a:ext cx="786102" cy="267919"/>
            </a:xfrm>
            <a:custGeom>
              <a:rect b="b" l="l" r="r" t="t"/>
              <a:pathLst>
                <a:path extrusionOk="0" h="9499" w="27871">
                  <a:moveTo>
                    <a:pt x="7558" y="1"/>
                  </a:moveTo>
                  <a:cubicBezTo>
                    <a:pt x="3456" y="1"/>
                    <a:pt x="2257" y="1501"/>
                    <a:pt x="2257" y="1501"/>
                  </a:cubicBezTo>
                  <a:cubicBezTo>
                    <a:pt x="1" y="3029"/>
                    <a:pt x="1379" y="5837"/>
                    <a:pt x="7219" y="7992"/>
                  </a:cubicBezTo>
                  <a:cubicBezTo>
                    <a:pt x="10162" y="9074"/>
                    <a:pt x="13068" y="9499"/>
                    <a:pt x="15805" y="9499"/>
                  </a:cubicBezTo>
                  <a:cubicBezTo>
                    <a:pt x="18522" y="9499"/>
                    <a:pt x="21075" y="9080"/>
                    <a:pt x="23334" y="8468"/>
                  </a:cubicBezTo>
                  <a:cubicBezTo>
                    <a:pt x="27871" y="7265"/>
                    <a:pt x="25014" y="5310"/>
                    <a:pt x="23334" y="4258"/>
                  </a:cubicBezTo>
                  <a:cubicBezTo>
                    <a:pt x="21630" y="3205"/>
                    <a:pt x="15565" y="774"/>
                    <a:pt x="9700" y="122"/>
                  </a:cubicBezTo>
                  <a:cubicBezTo>
                    <a:pt x="8911" y="38"/>
                    <a:pt x="8199" y="1"/>
                    <a:pt x="755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0" name="Google Shape;1440;p43"/>
            <p:cNvSpPr/>
            <p:nvPr/>
          </p:nvSpPr>
          <p:spPr>
            <a:xfrm>
              <a:off x="8004324" y="1795211"/>
              <a:ext cx="260163" cy="471531"/>
            </a:xfrm>
            <a:custGeom>
              <a:rect b="b" l="l" r="r" t="t"/>
              <a:pathLst>
                <a:path extrusionOk="0" h="16718" w="9224">
                  <a:moveTo>
                    <a:pt x="8246" y="0"/>
                  </a:moveTo>
                  <a:cubicBezTo>
                    <a:pt x="6491" y="752"/>
                    <a:pt x="3785" y="2406"/>
                    <a:pt x="2055" y="5840"/>
                  </a:cubicBezTo>
                  <a:cubicBezTo>
                    <a:pt x="50" y="9850"/>
                    <a:pt x="0" y="14512"/>
                    <a:pt x="326" y="16717"/>
                  </a:cubicBezTo>
                  <a:cubicBezTo>
                    <a:pt x="602" y="16692"/>
                    <a:pt x="902" y="16667"/>
                    <a:pt x="1178" y="16642"/>
                  </a:cubicBezTo>
                  <a:cubicBezTo>
                    <a:pt x="877" y="14862"/>
                    <a:pt x="727" y="10326"/>
                    <a:pt x="2807" y="6216"/>
                  </a:cubicBezTo>
                  <a:cubicBezTo>
                    <a:pt x="4637" y="2607"/>
                    <a:pt x="7694" y="1078"/>
                    <a:pt x="9223" y="526"/>
                  </a:cubicBezTo>
                  <a:cubicBezTo>
                    <a:pt x="8897" y="351"/>
                    <a:pt x="8572" y="176"/>
                    <a:pt x="824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1" name="Google Shape;1441;p43"/>
            <p:cNvSpPr/>
            <p:nvPr/>
          </p:nvSpPr>
          <p:spPr>
            <a:xfrm>
              <a:off x="7243210" y="1573017"/>
              <a:ext cx="314599" cy="619269"/>
            </a:xfrm>
            <a:custGeom>
              <a:rect b="b" l="l" r="r" t="t"/>
              <a:pathLst>
                <a:path extrusionOk="0" h="21956" w="11154">
                  <a:moveTo>
                    <a:pt x="1" y="0"/>
                  </a:moveTo>
                  <a:cubicBezTo>
                    <a:pt x="1" y="301"/>
                    <a:pt x="26" y="627"/>
                    <a:pt x="51" y="903"/>
                  </a:cubicBezTo>
                  <a:cubicBezTo>
                    <a:pt x="2156" y="1579"/>
                    <a:pt x="6066" y="3258"/>
                    <a:pt x="7920" y="6918"/>
                  </a:cubicBezTo>
                  <a:cubicBezTo>
                    <a:pt x="10226" y="11429"/>
                    <a:pt x="10301" y="17720"/>
                    <a:pt x="9600" y="21579"/>
                  </a:cubicBezTo>
                  <a:cubicBezTo>
                    <a:pt x="9850" y="21705"/>
                    <a:pt x="10126" y="21855"/>
                    <a:pt x="10377" y="21955"/>
                  </a:cubicBezTo>
                  <a:cubicBezTo>
                    <a:pt x="11154" y="17970"/>
                    <a:pt x="11103" y="11304"/>
                    <a:pt x="8672" y="6517"/>
                  </a:cubicBezTo>
                  <a:cubicBezTo>
                    <a:pt x="6542" y="2356"/>
                    <a:pt x="2156" y="627"/>
                    <a:pt x="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2" name="Google Shape;1442;p43"/>
            <p:cNvSpPr/>
            <p:nvPr/>
          </p:nvSpPr>
          <p:spPr>
            <a:xfrm>
              <a:off x="7235911" y="1131264"/>
              <a:ext cx="770561" cy="183276"/>
            </a:xfrm>
            <a:custGeom>
              <a:rect b="b" l="l" r="r" t="t"/>
              <a:pathLst>
                <a:path extrusionOk="0" h="6498" w="27320">
                  <a:moveTo>
                    <a:pt x="742" y="1"/>
                  </a:moveTo>
                  <a:cubicBezTo>
                    <a:pt x="507" y="1"/>
                    <a:pt x="265" y="26"/>
                    <a:pt x="26" y="56"/>
                  </a:cubicBezTo>
                  <a:cubicBezTo>
                    <a:pt x="26" y="357"/>
                    <a:pt x="26" y="633"/>
                    <a:pt x="1" y="934"/>
                  </a:cubicBezTo>
                  <a:cubicBezTo>
                    <a:pt x="225" y="891"/>
                    <a:pt x="505" y="857"/>
                    <a:pt x="738" y="857"/>
                  </a:cubicBezTo>
                  <a:cubicBezTo>
                    <a:pt x="922" y="857"/>
                    <a:pt x="1077" y="878"/>
                    <a:pt x="1154" y="934"/>
                  </a:cubicBezTo>
                  <a:cubicBezTo>
                    <a:pt x="1229" y="1034"/>
                    <a:pt x="1254" y="1485"/>
                    <a:pt x="1279" y="1736"/>
                  </a:cubicBezTo>
                  <a:cubicBezTo>
                    <a:pt x="1304" y="2412"/>
                    <a:pt x="1354" y="3164"/>
                    <a:pt x="1906" y="3490"/>
                  </a:cubicBezTo>
                  <a:cubicBezTo>
                    <a:pt x="2030" y="3559"/>
                    <a:pt x="2163" y="3588"/>
                    <a:pt x="2301" y="3588"/>
                  </a:cubicBezTo>
                  <a:cubicBezTo>
                    <a:pt x="2663" y="3588"/>
                    <a:pt x="3067" y="3389"/>
                    <a:pt x="3485" y="3189"/>
                  </a:cubicBezTo>
                  <a:cubicBezTo>
                    <a:pt x="3759" y="3052"/>
                    <a:pt x="4241" y="2832"/>
                    <a:pt x="4419" y="2832"/>
                  </a:cubicBezTo>
                  <a:cubicBezTo>
                    <a:pt x="4437" y="2832"/>
                    <a:pt x="4451" y="2834"/>
                    <a:pt x="4462" y="2838"/>
                  </a:cubicBezTo>
                  <a:cubicBezTo>
                    <a:pt x="4587" y="2913"/>
                    <a:pt x="4738" y="3365"/>
                    <a:pt x="4813" y="3640"/>
                  </a:cubicBezTo>
                  <a:cubicBezTo>
                    <a:pt x="5038" y="4292"/>
                    <a:pt x="5239" y="4944"/>
                    <a:pt x="5815" y="5119"/>
                  </a:cubicBezTo>
                  <a:cubicBezTo>
                    <a:pt x="5893" y="5142"/>
                    <a:pt x="5971" y="5153"/>
                    <a:pt x="6048" y="5153"/>
                  </a:cubicBezTo>
                  <a:cubicBezTo>
                    <a:pt x="6472" y="5153"/>
                    <a:pt x="6896" y="4835"/>
                    <a:pt x="7319" y="4517"/>
                  </a:cubicBezTo>
                  <a:cubicBezTo>
                    <a:pt x="7570" y="4317"/>
                    <a:pt x="8046" y="3966"/>
                    <a:pt x="8196" y="3966"/>
                  </a:cubicBezTo>
                  <a:cubicBezTo>
                    <a:pt x="8322" y="4041"/>
                    <a:pt x="8547" y="4467"/>
                    <a:pt x="8673" y="4743"/>
                  </a:cubicBezTo>
                  <a:cubicBezTo>
                    <a:pt x="8973" y="5320"/>
                    <a:pt x="9299" y="5946"/>
                    <a:pt x="9876" y="6021"/>
                  </a:cubicBezTo>
                  <a:cubicBezTo>
                    <a:pt x="9917" y="6027"/>
                    <a:pt x="9957" y="6030"/>
                    <a:pt x="9997" y="6030"/>
                  </a:cubicBezTo>
                  <a:cubicBezTo>
                    <a:pt x="10468" y="6030"/>
                    <a:pt x="10865" y="5633"/>
                    <a:pt x="11304" y="5194"/>
                  </a:cubicBezTo>
                  <a:cubicBezTo>
                    <a:pt x="11505" y="4994"/>
                    <a:pt x="11931" y="4568"/>
                    <a:pt x="12056" y="4568"/>
                  </a:cubicBezTo>
                  <a:lnTo>
                    <a:pt x="12081" y="4568"/>
                  </a:lnTo>
                  <a:cubicBezTo>
                    <a:pt x="12206" y="4618"/>
                    <a:pt x="12482" y="5044"/>
                    <a:pt x="12658" y="5269"/>
                  </a:cubicBezTo>
                  <a:cubicBezTo>
                    <a:pt x="13008" y="5821"/>
                    <a:pt x="13384" y="6397"/>
                    <a:pt x="13961" y="6422"/>
                  </a:cubicBezTo>
                  <a:cubicBezTo>
                    <a:pt x="13983" y="6424"/>
                    <a:pt x="14006" y="6425"/>
                    <a:pt x="14028" y="6425"/>
                  </a:cubicBezTo>
                  <a:cubicBezTo>
                    <a:pt x="14523" y="6425"/>
                    <a:pt x="14929" y="5900"/>
                    <a:pt x="15289" y="5420"/>
                  </a:cubicBezTo>
                  <a:cubicBezTo>
                    <a:pt x="15465" y="5194"/>
                    <a:pt x="15740" y="4818"/>
                    <a:pt x="15841" y="4793"/>
                  </a:cubicBezTo>
                  <a:cubicBezTo>
                    <a:pt x="15966" y="4818"/>
                    <a:pt x="16267" y="5244"/>
                    <a:pt x="16442" y="5495"/>
                  </a:cubicBezTo>
                  <a:cubicBezTo>
                    <a:pt x="16818" y="5996"/>
                    <a:pt x="17144" y="6497"/>
                    <a:pt x="17645" y="6497"/>
                  </a:cubicBezTo>
                  <a:lnTo>
                    <a:pt x="17670" y="6497"/>
                  </a:lnTo>
                  <a:cubicBezTo>
                    <a:pt x="18222" y="6497"/>
                    <a:pt x="18597" y="5921"/>
                    <a:pt x="18948" y="5370"/>
                  </a:cubicBezTo>
                  <a:cubicBezTo>
                    <a:pt x="19099" y="5144"/>
                    <a:pt x="19324" y="4768"/>
                    <a:pt x="19425" y="4718"/>
                  </a:cubicBezTo>
                  <a:cubicBezTo>
                    <a:pt x="19575" y="4743"/>
                    <a:pt x="19926" y="5144"/>
                    <a:pt x="20101" y="5370"/>
                  </a:cubicBezTo>
                  <a:cubicBezTo>
                    <a:pt x="20496" y="5834"/>
                    <a:pt x="20847" y="6255"/>
                    <a:pt x="21295" y="6255"/>
                  </a:cubicBezTo>
                  <a:cubicBezTo>
                    <a:pt x="21331" y="6255"/>
                    <a:pt x="21367" y="6252"/>
                    <a:pt x="21404" y="6247"/>
                  </a:cubicBezTo>
                  <a:cubicBezTo>
                    <a:pt x="21981" y="6197"/>
                    <a:pt x="22282" y="5570"/>
                    <a:pt x="22582" y="4969"/>
                  </a:cubicBezTo>
                  <a:cubicBezTo>
                    <a:pt x="22683" y="4743"/>
                    <a:pt x="22883" y="4342"/>
                    <a:pt x="22958" y="4292"/>
                  </a:cubicBezTo>
                  <a:cubicBezTo>
                    <a:pt x="22964" y="4291"/>
                    <a:pt x="22969" y="4291"/>
                    <a:pt x="22975" y="4291"/>
                  </a:cubicBezTo>
                  <a:cubicBezTo>
                    <a:pt x="23159" y="4291"/>
                    <a:pt x="23566" y="4673"/>
                    <a:pt x="23760" y="4843"/>
                  </a:cubicBezTo>
                  <a:cubicBezTo>
                    <a:pt x="24173" y="5213"/>
                    <a:pt x="24567" y="5544"/>
                    <a:pt x="24975" y="5544"/>
                  </a:cubicBezTo>
                  <a:cubicBezTo>
                    <a:pt x="25038" y="5544"/>
                    <a:pt x="25101" y="5537"/>
                    <a:pt x="25164" y="5520"/>
                  </a:cubicBezTo>
                  <a:cubicBezTo>
                    <a:pt x="25765" y="5345"/>
                    <a:pt x="25941" y="4618"/>
                    <a:pt x="26116" y="3966"/>
                  </a:cubicBezTo>
                  <a:cubicBezTo>
                    <a:pt x="26166" y="3741"/>
                    <a:pt x="26267" y="3340"/>
                    <a:pt x="26317" y="3264"/>
                  </a:cubicBezTo>
                  <a:cubicBezTo>
                    <a:pt x="26342" y="3252"/>
                    <a:pt x="26375" y="3246"/>
                    <a:pt x="26414" y="3246"/>
                  </a:cubicBezTo>
                  <a:cubicBezTo>
                    <a:pt x="26613" y="3246"/>
                    <a:pt x="26976" y="3389"/>
                    <a:pt x="27269" y="3515"/>
                  </a:cubicBezTo>
                  <a:cubicBezTo>
                    <a:pt x="27269" y="3214"/>
                    <a:pt x="27294" y="2913"/>
                    <a:pt x="27319" y="2613"/>
                  </a:cubicBezTo>
                  <a:cubicBezTo>
                    <a:pt x="27021" y="2497"/>
                    <a:pt x="26702" y="2403"/>
                    <a:pt x="26403" y="2403"/>
                  </a:cubicBezTo>
                  <a:cubicBezTo>
                    <a:pt x="26250" y="2403"/>
                    <a:pt x="26102" y="2428"/>
                    <a:pt x="25966" y="2487"/>
                  </a:cubicBezTo>
                  <a:cubicBezTo>
                    <a:pt x="25565" y="2688"/>
                    <a:pt x="25440" y="3189"/>
                    <a:pt x="25289" y="3766"/>
                  </a:cubicBezTo>
                  <a:cubicBezTo>
                    <a:pt x="25214" y="4041"/>
                    <a:pt x="25064" y="4618"/>
                    <a:pt x="24963" y="4693"/>
                  </a:cubicBezTo>
                  <a:cubicBezTo>
                    <a:pt x="24863" y="4668"/>
                    <a:pt x="24512" y="4392"/>
                    <a:pt x="24337" y="4217"/>
                  </a:cubicBezTo>
                  <a:cubicBezTo>
                    <a:pt x="23884" y="3831"/>
                    <a:pt x="23430" y="3426"/>
                    <a:pt x="22958" y="3426"/>
                  </a:cubicBezTo>
                  <a:cubicBezTo>
                    <a:pt x="22909" y="3426"/>
                    <a:pt x="22858" y="3430"/>
                    <a:pt x="22808" y="3440"/>
                  </a:cubicBezTo>
                  <a:cubicBezTo>
                    <a:pt x="22332" y="3540"/>
                    <a:pt x="22081" y="4066"/>
                    <a:pt x="21805" y="4593"/>
                  </a:cubicBezTo>
                  <a:cubicBezTo>
                    <a:pt x="21680" y="4868"/>
                    <a:pt x="21430" y="5345"/>
                    <a:pt x="21354" y="5420"/>
                  </a:cubicBezTo>
                  <a:cubicBezTo>
                    <a:pt x="21229" y="5370"/>
                    <a:pt x="20928" y="5019"/>
                    <a:pt x="20753" y="4818"/>
                  </a:cubicBezTo>
                  <a:cubicBezTo>
                    <a:pt x="20362" y="4354"/>
                    <a:pt x="19922" y="3865"/>
                    <a:pt x="19412" y="3865"/>
                  </a:cubicBezTo>
                  <a:cubicBezTo>
                    <a:pt x="19400" y="3865"/>
                    <a:pt x="19387" y="3865"/>
                    <a:pt x="19374" y="3866"/>
                  </a:cubicBezTo>
                  <a:cubicBezTo>
                    <a:pt x="18873" y="3891"/>
                    <a:pt x="18572" y="4392"/>
                    <a:pt x="18222" y="4919"/>
                  </a:cubicBezTo>
                  <a:cubicBezTo>
                    <a:pt x="18071" y="5144"/>
                    <a:pt x="17770" y="5595"/>
                    <a:pt x="17695" y="5645"/>
                  </a:cubicBezTo>
                  <a:cubicBezTo>
                    <a:pt x="17570" y="5595"/>
                    <a:pt x="17294" y="5219"/>
                    <a:pt x="17144" y="4994"/>
                  </a:cubicBezTo>
                  <a:cubicBezTo>
                    <a:pt x="16768" y="4467"/>
                    <a:pt x="16392" y="3941"/>
                    <a:pt x="15866" y="3941"/>
                  </a:cubicBezTo>
                  <a:lnTo>
                    <a:pt x="15841" y="3941"/>
                  </a:lnTo>
                  <a:cubicBezTo>
                    <a:pt x="15364" y="3941"/>
                    <a:pt x="14988" y="4392"/>
                    <a:pt x="14612" y="4893"/>
                  </a:cubicBezTo>
                  <a:cubicBezTo>
                    <a:pt x="14437" y="5119"/>
                    <a:pt x="14136" y="5545"/>
                    <a:pt x="14011" y="5570"/>
                  </a:cubicBezTo>
                  <a:cubicBezTo>
                    <a:pt x="13861" y="5570"/>
                    <a:pt x="13510" y="5044"/>
                    <a:pt x="13359" y="4818"/>
                  </a:cubicBezTo>
                  <a:cubicBezTo>
                    <a:pt x="13008" y="4267"/>
                    <a:pt x="12683" y="3766"/>
                    <a:pt x="12156" y="3715"/>
                  </a:cubicBezTo>
                  <a:cubicBezTo>
                    <a:pt x="12129" y="3713"/>
                    <a:pt x="12103" y="3712"/>
                    <a:pt x="12076" y="3712"/>
                  </a:cubicBezTo>
                  <a:cubicBezTo>
                    <a:pt x="11561" y="3712"/>
                    <a:pt x="11131" y="4164"/>
                    <a:pt x="10678" y="4593"/>
                  </a:cubicBezTo>
                  <a:cubicBezTo>
                    <a:pt x="10477" y="4818"/>
                    <a:pt x="10126" y="5169"/>
                    <a:pt x="10001" y="5169"/>
                  </a:cubicBezTo>
                  <a:cubicBezTo>
                    <a:pt x="9851" y="5144"/>
                    <a:pt x="9575" y="4618"/>
                    <a:pt x="9450" y="4342"/>
                  </a:cubicBezTo>
                  <a:cubicBezTo>
                    <a:pt x="9149" y="3791"/>
                    <a:pt x="8873" y="3264"/>
                    <a:pt x="8397" y="3139"/>
                  </a:cubicBezTo>
                  <a:cubicBezTo>
                    <a:pt x="8339" y="3128"/>
                    <a:pt x="8281" y="3123"/>
                    <a:pt x="8223" y="3123"/>
                  </a:cubicBezTo>
                  <a:cubicBezTo>
                    <a:pt x="7734" y="3123"/>
                    <a:pt x="7264" y="3482"/>
                    <a:pt x="6793" y="3841"/>
                  </a:cubicBezTo>
                  <a:cubicBezTo>
                    <a:pt x="6567" y="4016"/>
                    <a:pt x="6191" y="4317"/>
                    <a:pt x="6066" y="4317"/>
                  </a:cubicBezTo>
                  <a:cubicBezTo>
                    <a:pt x="5916" y="4267"/>
                    <a:pt x="5715" y="3665"/>
                    <a:pt x="5640" y="3365"/>
                  </a:cubicBezTo>
                  <a:cubicBezTo>
                    <a:pt x="5439" y="2788"/>
                    <a:pt x="5264" y="2237"/>
                    <a:pt x="4813" y="2061"/>
                  </a:cubicBezTo>
                  <a:cubicBezTo>
                    <a:pt x="4683" y="2006"/>
                    <a:pt x="4549" y="1982"/>
                    <a:pt x="4412" y="1982"/>
                  </a:cubicBezTo>
                  <a:cubicBezTo>
                    <a:pt x="3992" y="1982"/>
                    <a:pt x="3543" y="2204"/>
                    <a:pt x="3109" y="2412"/>
                  </a:cubicBezTo>
                  <a:cubicBezTo>
                    <a:pt x="2871" y="2531"/>
                    <a:pt x="2476" y="2740"/>
                    <a:pt x="2350" y="2740"/>
                  </a:cubicBezTo>
                  <a:cubicBezTo>
                    <a:pt x="2343" y="2740"/>
                    <a:pt x="2337" y="2739"/>
                    <a:pt x="2332" y="2738"/>
                  </a:cubicBezTo>
                  <a:cubicBezTo>
                    <a:pt x="2181" y="2663"/>
                    <a:pt x="2131" y="2011"/>
                    <a:pt x="2131" y="1685"/>
                  </a:cubicBezTo>
                  <a:cubicBezTo>
                    <a:pt x="2081" y="1109"/>
                    <a:pt x="2056" y="558"/>
                    <a:pt x="1705" y="257"/>
                  </a:cubicBezTo>
                  <a:cubicBezTo>
                    <a:pt x="1433" y="60"/>
                    <a:pt x="1097" y="1"/>
                    <a:pt x="74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3" name="Google Shape;1443;p43"/>
            <p:cNvSpPr/>
            <p:nvPr/>
          </p:nvSpPr>
          <p:spPr>
            <a:xfrm>
              <a:off x="7234500" y="1238866"/>
              <a:ext cx="767007" cy="139304"/>
            </a:xfrm>
            <a:custGeom>
              <a:rect b="b" l="l" r="r" t="t"/>
              <a:pathLst>
                <a:path extrusionOk="0" h="4939" w="27194">
                  <a:moveTo>
                    <a:pt x="26" y="1"/>
                  </a:moveTo>
                  <a:cubicBezTo>
                    <a:pt x="26" y="327"/>
                    <a:pt x="1" y="677"/>
                    <a:pt x="26" y="1003"/>
                  </a:cubicBezTo>
                  <a:cubicBezTo>
                    <a:pt x="2106" y="2231"/>
                    <a:pt x="7244" y="4813"/>
                    <a:pt x="13710" y="4913"/>
                  </a:cubicBezTo>
                  <a:cubicBezTo>
                    <a:pt x="14011" y="4938"/>
                    <a:pt x="14287" y="4938"/>
                    <a:pt x="14587" y="4938"/>
                  </a:cubicBezTo>
                  <a:cubicBezTo>
                    <a:pt x="21605" y="4938"/>
                    <a:pt x="24963" y="3434"/>
                    <a:pt x="27119" y="2181"/>
                  </a:cubicBezTo>
                  <a:cubicBezTo>
                    <a:pt x="27144" y="1830"/>
                    <a:pt x="27169" y="1505"/>
                    <a:pt x="27194" y="1154"/>
                  </a:cubicBezTo>
                  <a:lnTo>
                    <a:pt x="27194" y="1154"/>
                  </a:lnTo>
                  <a:cubicBezTo>
                    <a:pt x="25018" y="2483"/>
                    <a:pt x="21956" y="4093"/>
                    <a:pt x="14568" y="4093"/>
                  </a:cubicBezTo>
                  <a:cubicBezTo>
                    <a:pt x="14296" y="4093"/>
                    <a:pt x="14019" y="4090"/>
                    <a:pt x="13735" y="4086"/>
                  </a:cubicBezTo>
                  <a:cubicBezTo>
                    <a:pt x="7018" y="3961"/>
                    <a:pt x="1680" y="1028"/>
                    <a:pt x="2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4" name="Google Shape;1444;p43"/>
            <p:cNvSpPr/>
            <p:nvPr/>
          </p:nvSpPr>
          <p:spPr>
            <a:xfrm>
              <a:off x="7238759" y="1326951"/>
              <a:ext cx="752848" cy="126838"/>
            </a:xfrm>
            <a:custGeom>
              <a:rect b="b" l="l" r="r" t="t"/>
              <a:pathLst>
                <a:path extrusionOk="0" h="4497" w="26692">
                  <a:moveTo>
                    <a:pt x="491" y="0"/>
                  </a:moveTo>
                  <a:cubicBezTo>
                    <a:pt x="340" y="0"/>
                    <a:pt x="193" y="84"/>
                    <a:pt x="125" y="236"/>
                  </a:cubicBezTo>
                  <a:cubicBezTo>
                    <a:pt x="0" y="437"/>
                    <a:pt x="75" y="687"/>
                    <a:pt x="301" y="788"/>
                  </a:cubicBezTo>
                  <a:lnTo>
                    <a:pt x="276" y="788"/>
                  </a:lnTo>
                  <a:cubicBezTo>
                    <a:pt x="351" y="838"/>
                    <a:pt x="426" y="838"/>
                    <a:pt x="501" y="838"/>
                  </a:cubicBezTo>
                  <a:cubicBezTo>
                    <a:pt x="627" y="838"/>
                    <a:pt x="777" y="762"/>
                    <a:pt x="852" y="637"/>
                  </a:cubicBezTo>
                  <a:cubicBezTo>
                    <a:pt x="978" y="437"/>
                    <a:pt x="902" y="186"/>
                    <a:pt x="702" y="61"/>
                  </a:cubicBezTo>
                  <a:cubicBezTo>
                    <a:pt x="637" y="20"/>
                    <a:pt x="563" y="0"/>
                    <a:pt x="491" y="0"/>
                  </a:cubicBezTo>
                  <a:close/>
                  <a:moveTo>
                    <a:pt x="1983" y="773"/>
                  </a:moveTo>
                  <a:cubicBezTo>
                    <a:pt x="1822" y="773"/>
                    <a:pt x="1659" y="866"/>
                    <a:pt x="1604" y="1013"/>
                  </a:cubicBezTo>
                  <a:cubicBezTo>
                    <a:pt x="1504" y="1239"/>
                    <a:pt x="1579" y="1489"/>
                    <a:pt x="1780" y="1564"/>
                  </a:cubicBezTo>
                  <a:cubicBezTo>
                    <a:pt x="1855" y="1615"/>
                    <a:pt x="1905" y="1615"/>
                    <a:pt x="1980" y="1615"/>
                  </a:cubicBezTo>
                  <a:cubicBezTo>
                    <a:pt x="2130" y="1615"/>
                    <a:pt x="2281" y="1539"/>
                    <a:pt x="2356" y="1389"/>
                  </a:cubicBezTo>
                  <a:cubicBezTo>
                    <a:pt x="2456" y="1163"/>
                    <a:pt x="2356" y="913"/>
                    <a:pt x="2156" y="813"/>
                  </a:cubicBezTo>
                  <a:cubicBezTo>
                    <a:pt x="2102" y="786"/>
                    <a:pt x="2043" y="773"/>
                    <a:pt x="1983" y="773"/>
                  </a:cubicBezTo>
                  <a:close/>
                  <a:moveTo>
                    <a:pt x="26219" y="1245"/>
                  </a:moveTo>
                  <a:cubicBezTo>
                    <a:pt x="26152" y="1245"/>
                    <a:pt x="26083" y="1259"/>
                    <a:pt x="26015" y="1289"/>
                  </a:cubicBezTo>
                  <a:cubicBezTo>
                    <a:pt x="25815" y="1414"/>
                    <a:pt x="25740" y="1665"/>
                    <a:pt x="25840" y="1865"/>
                  </a:cubicBezTo>
                  <a:cubicBezTo>
                    <a:pt x="25915" y="2016"/>
                    <a:pt x="26065" y="2091"/>
                    <a:pt x="26216" y="2091"/>
                  </a:cubicBezTo>
                  <a:cubicBezTo>
                    <a:pt x="26291" y="2091"/>
                    <a:pt x="26366" y="2091"/>
                    <a:pt x="26416" y="2041"/>
                  </a:cubicBezTo>
                  <a:cubicBezTo>
                    <a:pt x="26617" y="1940"/>
                    <a:pt x="26692" y="1690"/>
                    <a:pt x="26592" y="1464"/>
                  </a:cubicBezTo>
                  <a:cubicBezTo>
                    <a:pt x="26521" y="1324"/>
                    <a:pt x="26377" y="1245"/>
                    <a:pt x="26219" y="1245"/>
                  </a:cubicBezTo>
                  <a:close/>
                  <a:moveTo>
                    <a:pt x="3519" y="1464"/>
                  </a:moveTo>
                  <a:cubicBezTo>
                    <a:pt x="3354" y="1464"/>
                    <a:pt x="3186" y="1559"/>
                    <a:pt x="3108" y="1715"/>
                  </a:cubicBezTo>
                  <a:cubicBezTo>
                    <a:pt x="3008" y="1940"/>
                    <a:pt x="3108" y="2191"/>
                    <a:pt x="3333" y="2266"/>
                  </a:cubicBezTo>
                  <a:cubicBezTo>
                    <a:pt x="3384" y="2291"/>
                    <a:pt x="3459" y="2316"/>
                    <a:pt x="3509" y="2316"/>
                  </a:cubicBezTo>
                  <a:cubicBezTo>
                    <a:pt x="3659" y="2316"/>
                    <a:pt x="3810" y="2216"/>
                    <a:pt x="3885" y="2041"/>
                  </a:cubicBezTo>
                  <a:cubicBezTo>
                    <a:pt x="3985" y="1840"/>
                    <a:pt x="3885" y="1590"/>
                    <a:pt x="3659" y="1489"/>
                  </a:cubicBezTo>
                  <a:cubicBezTo>
                    <a:pt x="3614" y="1472"/>
                    <a:pt x="3566" y="1464"/>
                    <a:pt x="3519" y="1464"/>
                  </a:cubicBezTo>
                  <a:close/>
                  <a:moveTo>
                    <a:pt x="24727" y="1977"/>
                  </a:moveTo>
                  <a:cubicBezTo>
                    <a:pt x="24671" y="1977"/>
                    <a:pt x="24614" y="1989"/>
                    <a:pt x="24562" y="2016"/>
                  </a:cubicBezTo>
                  <a:cubicBezTo>
                    <a:pt x="24336" y="2091"/>
                    <a:pt x="24236" y="2341"/>
                    <a:pt x="24336" y="2567"/>
                  </a:cubicBezTo>
                  <a:cubicBezTo>
                    <a:pt x="24386" y="2717"/>
                    <a:pt x="24562" y="2818"/>
                    <a:pt x="24712" y="2818"/>
                  </a:cubicBezTo>
                  <a:cubicBezTo>
                    <a:pt x="24762" y="2818"/>
                    <a:pt x="24837" y="2818"/>
                    <a:pt x="24887" y="2793"/>
                  </a:cubicBezTo>
                  <a:cubicBezTo>
                    <a:pt x="25088" y="2692"/>
                    <a:pt x="25188" y="2442"/>
                    <a:pt x="25113" y="2241"/>
                  </a:cubicBezTo>
                  <a:cubicBezTo>
                    <a:pt x="25039" y="2075"/>
                    <a:pt x="24884" y="1977"/>
                    <a:pt x="24727" y="1977"/>
                  </a:cubicBezTo>
                  <a:close/>
                  <a:moveTo>
                    <a:pt x="5050" y="2066"/>
                  </a:moveTo>
                  <a:cubicBezTo>
                    <a:pt x="4885" y="2066"/>
                    <a:pt x="4720" y="2166"/>
                    <a:pt x="4662" y="2341"/>
                  </a:cubicBezTo>
                  <a:cubicBezTo>
                    <a:pt x="4587" y="2567"/>
                    <a:pt x="4687" y="2793"/>
                    <a:pt x="4912" y="2893"/>
                  </a:cubicBezTo>
                  <a:cubicBezTo>
                    <a:pt x="4963" y="2893"/>
                    <a:pt x="5013" y="2918"/>
                    <a:pt x="5063" y="2918"/>
                  </a:cubicBezTo>
                  <a:cubicBezTo>
                    <a:pt x="5238" y="2918"/>
                    <a:pt x="5389" y="2793"/>
                    <a:pt x="5464" y="2617"/>
                  </a:cubicBezTo>
                  <a:cubicBezTo>
                    <a:pt x="5539" y="2392"/>
                    <a:pt x="5414" y="2166"/>
                    <a:pt x="5188" y="2091"/>
                  </a:cubicBezTo>
                  <a:cubicBezTo>
                    <a:pt x="5144" y="2074"/>
                    <a:pt x="5097" y="2066"/>
                    <a:pt x="5050" y="2066"/>
                  </a:cubicBezTo>
                  <a:close/>
                  <a:moveTo>
                    <a:pt x="23165" y="2545"/>
                  </a:moveTo>
                  <a:cubicBezTo>
                    <a:pt x="23122" y="2545"/>
                    <a:pt x="23077" y="2552"/>
                    <a:pt x="23033" y="2567"/>
                  </a:cubicBezTo>
                  <a:cubicBezTo>
                    <a:pt x="22807" y="2642"/>
                    <a:pt x="22682" y="2868"/>
                    <a:pt x="22732" y="3093"/>
                  </a:cubicBezTo>
                  <a:cubicBezTo>
                    <a:pt x="22807" y="3269"/>
                    <a:pt x="22983" y="3394"/>
                    <a:pt x="23158" y="3394"/>
                  </a:cubicBezTo>
                  <a:cubicBezTo>
                    <a:pt x="23183" y="3394"/>
                    <a:pt x="23233" y="3394"/>
                    <a:pt x="23283" y="3369"/>
                  </a:cubicBezTo>
                  <a:cubicBezTo>
                    <a:pt x="23484" y="3294"/>
                    <a:pt x="23609" y="3068"/>
                    <a:pt x="23559" y="2843"/>
                  </a:cubicBezTo>
                  <a:cubicBezTo>
                    <a:pt x="23499" y="2662"/>
                    <a:pt x="23342" y="2545"/>
                    <a:pt x="23165" y="2545"/>
                  </a:cubicBezTo>
                  <a:close/>
                  <a:moveTo>
                    <a:pt x="6635" y="2570"/>
                  </a:moveTo>
                  <a:cubicBezTo>
                    <a:pt x="6458" y="2570"/>
                    <a:pt x="6301" y="2687"/>
                    <a:pt x="6241" y="2868"/>
                  </a:cubicBezTo>
                  <a:cubicBezTo>
                    <a:pt x="6191" y="3093"/>
                    <a:pt x="6316" y="3344"/>
                    <a:pt x="6542" y="3394"/>
                  </a:cubicBezTo>
                  <a:cubicBezTo>
                    <a:pt x="6567" y="3419"/>
                    <a:pt x="6617" y="3419"/>
                    <a:pt x="6642" y="3419"/>
                  </a:cubicBezTo>
                  <a:cubicBezTo>
                    <a:pt x="6842" y="3419"/>
                    <a:pt x="6993" y="3294"/>
                    <a:pt x="7043" y="3118"/>
                  </a:cubicBezTo>
                  <a:cubicBezTo>
                    <a:pt x="7118" y="2893"/>
                    <a:pt x="6993" y="2667"/>
                    <a:pt x="6767" y="2592"/>
                  </a:cubicBezTo>
                  <a:cubicBezTo>
                    <a:pt x="6723" y="2577"/>
                    <a:pt x="6678" y="2570"/>
                    <a:pt x="6635" y="2570"/>
                  </a:cubicBezTo>
                  <a:close/>
                  <a:moveTo>
                    <a:pt x="8282" y="2983"/>
                  </a:moveTo>
                  <a:cubicBezTo>
                    <a:pt x="8084" y="2983"/>
                    <a:pt x="7888" y="3123"/>
                    <a:pt x="7845" y="3319"/>
                  </a:cubicBezTo>
                  <a:cubicBezTo>
                    <a:pt x="7795" y="3544"/>
                    <a:pt x="7945" y="3770"/>
                    <a:pt x="8171" y="3820"/>
                  </a:cubicBezTo>
                  <a:lnTo>
                    <a:pt x="8271" y="3820"/>
                  </a:lnTo>
                  <a:cubicBezTo>
                    <a:pt x="8471" y="3820"/>
                    <a:pt x="8622" y="3695"/>
                    <a:pt x="8672" y="3494"/>
                  </a:cubicBezTo>
                  <a:cubicBezTo>
                    <a:pt x="8722" y="3269"/>
                    <a:pt x="8597" y="3043"/>
                    <a:pt x="8371" y="2993"/>
                  </a:cubicBezTo>
                  <a:cubicBezTo>
                    <a:pt x="8342" y="2987"/>
                    <a:pt x="8312" y="2983"/>
                    <a:pt x="8282" y="2983"/>
                  </a:cubicBezTo>
                  <a:close/>
                  <a:moveTo>
                    <a:pt x="21552" y="2982"/>
                  </a:moveTo>
                  <a:cubicBezTo>
                    <a:pt x="21520" y="2982"/>
                    <a:pt x="21487" y="2986"/>
                    <a:pt x="21454" y="2993"/>
                  </a:cubicBezTo>
                  <a:cubicBezTo>
                    <a:pt x="21203" y="3043"/>
                    <a:pt x="21078" y="3269"/>
                    <a:pt x="21128" y="3494"/>
                  </a:cubicBezTo>
                  <a:cubicBezTo>
                    <a:pt x="21153" y="3695"/>
                    <a:pt x="21329" y="3820"/>
                    <a:pt x="21529" y="3820"/>
                  </a:cubicBezTo>
                  <a:lnTo>
                    <a:pt x="21629" y="3820"/>
                  </a:lnTo>
                  <a:cubicBezTo>
                    <a:pt x="21855" y="3745"/>
                    <a:pt x="22005" y="3544"/>
                    <a:pt x="21955" y="3319"/>
                  </a:cubicBezTo>
                  <a:cubicBezTo>
                    <a:pt x="21912" y="3105"/>
                    <a:pt x="21742" y="2982"/>
                    <a:pt x="21552" y="2982"/>
                  </a:cubicBezTo>
                  <a:close/>
                  <a:moveTo>
                    <a:pt x="19910" y="3285"/>
                  </a:moveTo>
                  <a:cubicBezTo>
                    <a:pt x="19882" y="3285"/>
                    <a:pt x="19854" y="3288"/>
                    <a:pt x="19825" y="3294"/>
                  </a:cubicBezTo>
                  <a:cubicBezTo>
                    <a:pt x="19599" y="3319"/>
                    <a:pt x="19449" y="3544"/>
                    <a:pt x="19474" y="3770"/>
                  </a:cubicBezTo>
                  <a:cubicBezTo>
                    <a:pt x="19499" y="3971"/>
                    <a:pt x="19674" y="4121"/>
                    <a:pt x="19900" y="4121"/>
                  </a:cubicBezTo>
                  <a:lnTo>
                    <a:pt x="19950" y="4121"/>
                  </a:lnTo>
                  <a:cubicBezTo>
                    <a:pt x="20201" y="4096"/>
                    <a:pt x="20351" y="3870"/>
                    <a:pt x="20301" y="3645"/>
                  </a:cubicBezTo>
                  <a:cubicBezTo>
                    <a:pt x="20279" y="3445"/>
                    <a:pt x="20120" y="3285"/>
                    <a:pt x="19910" y="3285"/>
                  </a:cubicBezTo>
                  <a:close/>
                  <a:moveTo>
                    <a:pt x="9897" y="3310"/>
                  </a:moveTo>
                  <a:cubicBezTo>
                    <a:pt x="9700" y="3310"/>
                    <a:pt x="9521" y="3470"/>
                    <a:pt x="9499" y="3670"/>
                  </a:cubicBezTo>
                  <a:cubicBezTo>
                    <a:pt x="9449" y="3895"/>
                    <a:pt x="9599" y="4121"/>
                    <a:pt x="9850" y="4146"/>
                  </a:cubicBezTo>
                  <a:lnTo>
                    <a:pt x="9900" y="4146"/>
                  </a:lnTo>
                  <a:cubicBezTo>
                    <a:pt x="10100" y="4146"/>
                    <a:pt x="10301" y="4021"/>
                    <a:pt x="10326" y="3795"/>
                  </a:cubicBezTo>
                  <a:cubicBezTo>
                    <a:pt x="10351" y="3570"/>
                    <a:pt x="10201" y="3344"/>
                    <a:pt x="9975" y="3319"/>
                  </a:cubicBezTo>
                  <a:cubicBezTo>
                    <a:pt x="9949" y="3313"/>
                    <a:pt x="9923" y="3310"/>
                    <a:pt x="9897" y="3310"/>
                  </a:cubicBezTo>
                  <a:close/>
                  <a:moveTo>
                    <a:pt x="18245" y="3492"/>
                  </a:moveTo>
                  <a:cubicBezTo>
                    <a:pt x="18228" y="3492"/>
                    <a:pt x="18212" y="3492"/>
                    <a:pt x="18196" y="3494"/>
                  </a:cubicBezTo>
                  <a:cubicBezTo>
                    <a:pt x="17970" y="3494"/>
                    <a:pt x="17795" y="3720"/>
                    <a:pt x="17820" y="3945"/>
                  </a:cubicBezTo>
                  <a:cubicBezTo>
                    <a:pt x="17845" y="4171"/>
                    <a:pt x="18020" y="4321"/>
                    <a:pt x="18246" y="4321"/>
                  </a:cubicBezTo>
                  <a:lnTo>
                    <a:pt x="18271" y="4321"/>
                  </a:lnTo>
                  <a:cubicBezTo>
                    <a:pt x="18522" y="4296"/>
                    <a:pt x="18672" y="4096"/>
                    <a:pt x="18647" y="3870"/>
                  </a:cubicBezTo>
                  <a:cubicBezTo>
                    <a:pt x="18647" y="3638"/>
                    <a:pt x="18453" y="3492"/>
                    <a:pt x="18245" y="3492"/>
                  </a:cubicBezTo>
                  <a:close/>
                  <a:moveTo>
                    <a:pt x="11561" y="3517"/>
                  </a:moveTo>
                  <a:cubicBezTo>
                    <a:pt x="11351" y="3517"/>
                    <a:pt x="11153" y="3684"/>
                    <a:pt x="11153" y="3895"/>
                  </a:cubicBezTo>
                  <a:cubicBezTo>
                    <a:pt x="11128" y="4146"/>
                    <a:pt x="11303" y="4346"/>
                    <a:pt x="11529" y="4372"/>
                  </a:cubicBezTo>
                  <a:lnTo>
                    <a:pt x="11554" y="4372"/>
                  </a:lnTo>
                  <a:cubicBezTo>
                    <a:pt x="11780" y="4372"/>
                    <a:pt x="11980" y="4196"/>
                    <a:pt x="11980" y="3996"/>
                  </a:cubicBezTo>
                  <a:cubicBezTo>
                    <a:pt x="12005" y="3745"/>
                    <a:pt x="11830" y="3544"/>
                    <a:pt x="11604" y="3519"/>
                  </a:cubicBezTo>
                  <a:cubicBezTo>
                    <a:pt x="11590" y="3518"/>
                    <a:pt x="11575" y="3517"/>
                    <a:pt x="11561" y="3517"/>
                  </a:cubicBezTo>
                  <a:close/>
                  <a:moveTo>
                    <a:pt x="16542" y="3595"/>
                  </a:moveTo>
                  <a:cubicBezTo>
                    <a:pt x="16316" y="3620"/>
                    <a:pt x="16141" y="3795"/>
                    <a:pt x="16141" y="4046"/>
                  </a:cubicBezTo>
                  <a:cubicBezTo>
                    <a:pt x="16166" y="4271"/>
                    <a:pt x="16366" y="4447"/>
                    <a:pt x="16592" y="4447"/>
                  </a:cubicBezTo>
                  <a:cubicBezTo>
                    <a:pt x="16817" y="4422"/>
                    <a:pt x="16993" y="4246"/>
                    <a:pt x="16993" y="3996"/>
                  </a:cubicBezTo>
                  <a:cubicBezTo>
                    <a:pt x="16993" y="3770"/>
                    <a:pt x="16792" y="3595"/>
                    <a:pt x="16542" y="3595"/>
                  </a:cubicBezTo>
                  <a:close/>
                  <a:moveTo>
                    <a:pt x="13233" y="3620"/>
                  </a:moveTo>
                  <a:cubicBezTo>
                    <a:pt x="13008" y="3620"/>
                    <a:pt x="12807" y="3795"/>
                    <a:pt x="12807" y="4046"/>
                  </a:cubicBezTo>
                  <a:cubicBezTo>
                    <a:pt x="12807" y="4271"/>
                    <a:pt x="12983" y="4472"/>
                    <a:pt x="13208" y="4472"/>
                  </a:cubicBezTo>
                  <a:lnTo>
                    <a:pt x="13233" y="4472"/>
                  </a:lnTo>
                  <a:cubicBezTo>
                    <a:pt x="13459" y="4472"/>
                    <a:pt x="13659" y="4296"/>
                    <a:pt x="13659" y="4071"/>
                  </a:cubicBezTo>
                  <a:cubicBezTo>
                    <a:pt x="13659" y="3820"/>
                    <a:pt x="13484" y="3645"/>
                    <a:pt x="13233" y="3620"/>
                  </a:cubicBezTo>
                  <a:close/>
                  <a:moveTo>
                    <a:pt x="14887" y="3645"/>
                  </a:moveTo>
                  <a:cubicBezTo>
                    <a:pt x="14662" y="3645"/>
                    <a:pt x="14486" y="3845"/>
                    <a:pt x="14486" y="4071"/>
                  </a:cubicBezTo>
                  <a:cubicBezTo>
                    <a:pt x="14486" y="4296"/>
                    <a:pt x="14662" y="4497"/>
                    <a:pt x="14887" y="4497"/>
                  </a:cubicBezTo>
                  <a:lnTo>
                    <a:pt x="14912" y="4497"/>
                  </a:lnTo>
                  <a:cubicBezTo>
                    <a:pt x="15138" y="4497"/>
                    <a:pt x="15339" y="4296"/>
                    <a:pt x="15313" y="4071"/>
                  </a:cubicBezTo>
                  <a:cubicBezTo>
                    <a:pt x="15313" y="3820"/>
                    <a:pt x="15138" y="3645"/>
                    <a:pt x="14887" y="364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45" name="Google Shape;1445;p43"/>
          <p:cNvGrpSpPr/>
          <p:nvPr/>
        </p:nvGrpSpPr>
        <p:grpSpPr>
          <a:xfrm>
            <a:off x="453300" y="2779925"/>
            <a:ext cx="1261950" cy="1890250"/>
            <a:chOff x="720000" y="2713250"/>
            <a:chExt cx="1261950" cy="1890250"/>
          </a:xfrm>
        </p:grpSpPr>
        <p:sp>
          <p:nvSpPr>
            <p:cNvPr id="1446" name="Google Shape;1446;p43"/>
            <p:cNvSpPr/>
            <p:nvPr/>
          </p:nvSpPr>
          <p:spPr>
            <a:xfrm>
              <a:off x="720000" y="3441225"/>
              <a:ext cx="1261950" cy="1162275"/>
            </a:xfrm>
            <a:custGeom>
              <a:rect b="b" l="l" r="r" t="t"/>
              <a:pathLst>
                <a:path extrusionOk="0" h="46491" w="50478">
                  <a:moveTo>
                    <a:pt x="42357" y="1"/>
                  </a:moveTo>
                  <a:lnTo>
                    <a:pt x="10978" y="6667"/>
                  </a:lnTo>
                  <a:cubicBezTo>
                    <a:pt x="11680" y="12256"/>
                    <a:pt x="14638" y="29174"/>
                    <a:pt x="13861" y="29650"/>
                  </a:cubicBezTo>
                  <a:cubicBezTo>
                    <a:pt x="7069" y="33836"/>
                    <a:pt x="252" y="31981"/>
                    <a:pt x="1" y="40227"/>
                  </a:cubicBezTo>
                  <a:cubicBezTo>
                    <a:pt x="76" y="45891"/>
                    <a:pt x="7094" y="46292"/>
                    <a:pt x="10878" y="46442"/>
                  </a:cubicBezTo>
                  <a:cubicBezTo>
                    <a:pt x="11318" y="46475"/>
                    <a:pt x="11815" y="46490"/>
                    <a:pt x="12362" y="46490"/>
                  </a:cubicBezTo>
                  <a:cubicBezTo>
                    <a:pt x="19766" y="46490"/>
                    <a:pt x="36243" y="43661"/>
                    <a:pt x="41355" y="42658"/>
                  </a:cubicBezTo>
                  <a:cubicBezTo>
                    <a:pt x="50477" y="40853"/>
                    <a:pt x="47821" y="34011"/>
                    <a:pt x="4235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7" name="Google Shape;1447;p43"/>
            <p:cNvSpPr/>
            <p:nvPr/>
          </p:nvSpPr>
          <p:spPr>
            <a:xfrm>
              <a:off x="720000" y="4235725"/>
              <a:ext cx="449275" cy="367775"/>
            </a:xfrm>
            <a:custGeom>
              <a:rect b="b" l="l" r="r" t="t"/>
              <a:pathLst>
                <a:path extrusionOk="0" h="14711" w="17971">
                  <a:moveTo>
                    <a:pt x="9224" y="0"/>
                  </a:moveTo>
                  <a:cubicBezTo>
                    <a:pt x="4262" y="1730"/>
                    <a:pt x="201" y="2106"/>
                    <a:pt x="1" y="8447"/>
                  </a:cubicBezTo>
                  <a:cubicBezTo>
                    <a:pt x="76" y="14111"/>
                    <a:pt x="7094" y="14512"/>
                    <a:pt x="10878" y="14662"/>
                  </a:cubicBezTo>
                  <a:cubicBezTo>
                    <a:pt x="11321" y="14695"/>
                    <a:pt x="11824" y="14711"/>
                    <a:pt x="12377" y="14711"/>
                  </a:cubicBezTo>
                  <a:cubicBezTo>
                    <a:pt x="13918" y="14711"/>
                    <a:pt x="15849" y="14589"/>
                    <a:pt x="17971" y="14386"/>
                  </a:cubicBezTo>
                  <a:cubicBezTo>
                    <a:pt x="16793" y="8421"/>
                    <a:pt x="14487" y="2958"/>
                    <a:pt x="922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8" name="Google Shape;1448;p43"/>
            <p:cNvSpPr/>
            <p:nvPr/>
          </p:nvSpPr>
          <p:spPr>
            <a:xfrm>
              <a:off x="1678025" y="4157400"/>
              <a:ext cx="244400" cy="364075"/>
            </a:xfrm>
            <a:custGeom>
              <a:rect b="b" l="l" r="r" t="t"/>
              <a:pathLst>
                <a:path extrusionOk="0" h="14563" w="9776">
                  <a:moveTo>
                    <a:pt x="8597" y="1"/>
                  </a:moveTo>
                  <a:lnTo>
                    <a:pt x="8597" y="1"/>
                  </a:lnTo>
                  <a:cubicBezTo>
                    <a:pt x="2156" y="1755"/>
                    <a:pt x="377" y="8221"/>
                    <a:pt x="1" y="14562"/>
                  </a:cubicBezTo>
                  <a:cubicBezTo>
                    <a:pt x="1229" y="14362"/>
                    <a:pt x="2257" y="14161"/>
                    <a:pt x="3034" y="14011"/>
                  </a:cubicBezTo>
                  <a:cubicBezTo>
                    <a:pt x="8597" y="12908"/>
                    <a:pt x="9775" y="9925"/>
                    <a:pt x="8597"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49" name="Google Shape;1449;p43"/>
            <p:cNvGrpSpPr/>
            <p:nvPr/>
          </p:nvGrpSpPr>
          <p:grpSpPr>
            <a:xfrm>
              <a:off x="1010800" y="3626550"/>
              <a:ext cx="872782" cy="520600"/>
              <a:chOff x="1010800" y="3626550"/>
              <a:chExt cx="872782" cy="520600"/>
            </a:xfrm>
          </p:grpSpPr>
          <p:sp>
            <p:nvSpPr>
              <p:cNvPr id="1450" name="Google Shape;1450;p43"/>
              <p:cNvSpPr/>
              <p:nvPr/>
            </p:nvSpPr>
            <p:spPr>
              <a:xfrm>
                <a:off x="1027500" y="3777925"/>
                <a:ext cx="819174" cy="205150"/>
              </a:xfrm>
              <a:custGeom>
                <a:rect b="b" l="l" r="r" t="t"/>
                <a:pathLst>
                  <a:path extrusionOk="0" h="8206" w="36958">
                    <a:moveTo>
                      <a:pt x="35763" y="1"/>
                    </a:moveTo>
                    <a:cubicBezTo>
                      <a:pt x="35647" y="1"/>
                      <a:pt x="35526" y="29"/>
                      <a:pt x="35404" y="92"/>
                    </a:cubicBezTo>
                    <a:cubicBezTo>
                      <a:pt x="34777" y="418"/>
                      <a:pt x="34426" y="894"/>
                      <a:pt x="34076" y="1470"/>
                    </a:cubicBezTo>
                    <a:cubicBezTo>
                      <a:pt x="33825" y="1871"/>
                      <a:pt x="33624" y="2297"/>
                      <a:pt x="33399" y="2698"/>
                    </a:cubicBezTo>
                    <a:cubicBezTo>
                      <a:pt x="33174" y="3098"/>
                      <a:pt x="32923" y="3242"/>
                      <a:pt x="32656" y="3242"/>
                    </a:cubicBezTo>
                    <a:cubicBezTo>
                      <a:pt x="32270" y="3242"/>
                      <a:pt x="31849" y="2940"/>
                      <a:pt x="31419" y="2673"/>
                    </a:cubicBezTo>
                    <a:cubicBezTo>
                      <a:pt x="30658" y="2180"/>
                      <a:pt x="29929" y="1798"/>
                      <a:pt x="29223" y="1798"/>
                    </a:cubicBezTo>
                    <a:cubicBezTo>
                      <a:pt x="28673" y="1798"/>
                      <a:pt x="28136" y="2030"/>
                      <a:pt x="27609" y="2623"/>
                    </a:cubicBezTo>
                    <a:cubicBezTo>
                      <a:pt x="27192" y="3063"/>
                      <a:pt x="26543" y="4735"/>
                      <a:pt x="25680" y="4735"/>
                    </a:cubicBezTo>
                    <a:cubicBezTo>
                      <a:pt x="25559" y="4735"/>
                      <a:pt x="25433" y="4702"/>
                      <a:pt x="25304" y="4628"/>
                    </a:cubicBezTo>
                    <a:cubicBezTo>
                      <a:pt x="24376" y="4127"/>
                      <a:pt x="23725" y="3375"/>
                      <a:pt x="22722" y="3024"/>
                    </a:cubicBezTo>
                    <a:cubicBezTo>
                      <a:pt x="22548" y="2960"/>
                      <a:pt x="22380" y="2930"/>
                      <a:pt x="22217" y="2930"/>
                    </a:cubicBezTo>
                    <a:cubicBezTo>
                      <a:pt x="20925" y="2930"/>
                      <a:pt x="19978" y="4776"/>
                      <a:pt x="19289" y="5555"/>
                    </a:cubicBezTo>
                    <a:cubicBezTo>
                      <a:pt x="19210" y="5648"/>
                      <a:pt x="19107" y="5689"/>
                      <a:pt x="18984" y="5689"/>
                    </a:cubicBezTo>
                    <a:cubicBezTo>
                      <a:pt x="18141" y="5689"/>
                      <a:pt x="16358" y="3778"/>
                      <a:pt x="15043" y="3778"/>
                    </a:cubicBezTo>
                    <a:cubicBezTo>
                      <a:pt x="14842" y="3778"/>
                      <a:pt x="14651" y="3823"/>
                      <a:pt x="14476" y="3926"/>
                    </a:cubicBezTo>
                    <a:cubicBezTo>
                      <a:pt x="13800" y="4327"/>
                      <a:pt x="13299" y="4904"/>
                      <a:pt x="12797" y="5505"/>
                    </a:cubicBezTo>
                    <a:cubicBezTo>
                      <a:pt x="12390" y="5997"/>
                      <a:pt x="12041" y="6188"/>
                      <a:pt x="11714" y="6188"/>
                    </a:cubicBezTo>
                    <a:cubicBezTo>
                      <a:pt x="11076" y="6188"/>
                      <a:pt x="10528" y="5459"/>
                      <a:pt x="9815" y="4829"/>
                    </a:cubicBezTo>
                    <a:cubicBezTo>
                      <a:pt x="9286" y="4365"/>
                      <a:pt x="8772" y="4161"/>
                      <a:pt x="8272" y="4161"/>
                    </a:cubicBezTo>
                    <a:cubicBezTo>
                      <a:pt x="7609" y="4161"/>
                      <a:pt x="6970" y="4519"/>
                      <a:pt x="6356" y="5104"/>
                    </a:cubicBezTo>
                    <a:cubicBezTo>
                      <a:pt x="6030" y="5430"/>
                      <a:pt x="5730" y="5806"/>
                      <a:pt x="5404" y="6132"/>
                    </a:cubicBezTo>
                    <a:cubicBezTo>
                      <a:pt x="5145" y="6408"/>
                      <a:pt x="4911" y="6516"/>
                      <a:pt x="4692" y="6516"/>
                    </a:cubicBezTo>
                    <a:cubicBezTo>
                      <a:pt x="4254" y="6516"/>
                      <a:pt x="3875" y="6082"/>
                      <a:pt x="3474" y="5681"/>
                    </a:cubicBezTo>
                    <a:cubicBezTo>
                      <a:pt x="2847" y="5029"/>
                      <a:pt x="2246" y="4403"/>
                      <a:pt x="1344" y="4227"/>
                    </a:cubicBezTo>
                    <a:cubicBezTo>
                      <a:pt x="1281" y="4215"/>
                      <a:pt x="1221" y="4209"/>
                      <a:pt x="1164" y="4209"/>
                    </a:cubicBezTo>
                    <a:cubicBezTo>
                      <a:pt x="296" y="4209"/>
                      <a:pt x="1" y="5543"/>
                      <a:pt x="918" y="5731"/>
                    </a:cubicBezTo>
                    <a:cubicBezTo>
                      <a:pt x="2565" y="6056"/>
                      <a:pt x="3052" y="8206"/>
                      <a:pt x="4785" y="8206"/>
                    </a:cubicBezTo>
                    <a:cubicBezTo>
                      <a:pt x="4924" y="8206"/>
                      <a:pt x="5072" y="8192"/>
                      <a:pt x="5228" y="8162"/>
                    </a:cubicBezTo>
                    <a:cubicBezTo>
                      <a:pt x="5980" y="8012"/>
                      <a:pt x="6657" y="7084"/>
                      <a:pt x="7158" y="6558"/>
                    </a:cubicBezTo>
                    <a:cubicBezTo>
                      <a:pt x="7561" y="6106"/>
                      <a:pt x="7910" y="5928"/>
                      <a:pt x="8236" y="5928"/>
                    </a:cubicBezTo>
                    <a:cubicBezTo>
                      <a:pt x="8901" y="5928"/>
                      <a:pt x="9467" y="6670"/>
                      <a:pt x="10191" y="7310"/>
                    </a:cubicBezTo>
                    <a:cubicBezTo>
                      <a:pt x="10709" y="7773"/>
                      <a:pt x="11208" y="7969"/>
                      <a:pt x="11683" y="7969"/>
                    </a:cubicBezTo>
                    <a:cubicBezTo>
                      <a:pt x="12493" y="7969"/>
                      <a:pt x="13236" y="7398"/>
                      <a:pt x="13900" y="6608"/>
                    </a:cubicBezTo>
                    <a:cubicBezTo>
                      <a:pt x="14201" y="6282"/>
                      <a:pt x="14502" y="5931"/>
                      <a:pt x="14802" y="5581"/>
                    </a:cubicBezTo>
                    <a:cubicBezTo>
                      <a:pt x="14957" y="5421"/>
                      <a:pt x="15122" y="5355"/>
                      <a:pt x="15291" y="5355"/>
                    </a:cubicBezTo>
                    <a:cubicBezTo>
                      <a:pt x="15890" y="5355"/>
                      <a:pt x="16536" y="6176"/>
                      <a:pt x="16908" y="6508"/>
                    </a:cubicBezTo>
                    <a:cubicBezTo>
                      <a:pt x="17509" y="7034"/>
                      <a:pt x="18111" y="7385"/>
                      <a:pt x="18938" y="7460"/>
                    </a:cubicBezTo>
                    <a:cubicBezTo>
                      <a:pt x="18991" y="7465"/>
                      <a:pt x="19042" y="7467"/>
                      <a:pt x="19093" y="7467"/>
                    </a:cubicBezTo>
                    <a:cubicBezTo>
                      <a:pt x="20826" y="7467"/>
                      <a:pt x="21025" y="4839"/>
                      <a:pt x="22409" y="4839"/>
                    </a:cubicBezTo>
                    <a:cubicBezTo>
                      <a:pt x="22752" y="4839"/>
                      <a:pt x="23169" y="5001"/>
                      <a:pt x="23700" y="5405"/>
                    </a:cubicBezTo>
                    <a:cubicBezTo>
                      <a:pt x="24425" y="5963"/>
                      <a:pt x="25189" y="6389"/>
                      <a:pt x="25919" y="6389"/>
                    </a:cubicBezTo>
                    <a:cubicBezTo>
                      <a:pt x="26500" y="6389"/>
                      <a:pt x="27059" y="6119"/>
                      <a:pt x="27559" y="5430"/>
                    </a:cubicBezTo>
                    <a:cubicBezTo>
                      <a:pt x="28154" y="4637"/>
                      <a:pt x="28530" y="3482"/>
                      <a:pt x="29405" y="3482"/>
                    </a:cubicBezTo>
                    <a:cubicBezTo>
                      <a:pt x="29636" y="3482"/>
                      <a:pt x="29902" y="3563"/>
                      <a:pt x="30216" y="3751"/>
                    </a:cubicBezTo>
                    <a:cubicBezTo>
                      <a:pt x="30873" y="4141"/>
                      <a:pt x="31744" y="4956"/>
                      <a:pt x="32597" y="4956"/>
                    </a:cubicBezTo>
                    <a:cubicBezTo>
                      <a:pt x="32622" y="4956"/>
                      <a:pt x="32647" y="4955"/>
                      <a:pt x="32672" y="4954"/>
                    </a:cubicBezTo>
                    <a:cubicBezTo>
                      <a:pt x="34878" y="4829"/>
                      <a:pt x="34552" y="2272"/>
                      <a:pt x="36181" y="1445"/>
                    </a:cubicBezTo>
                    <a:cubicBezTo>
                      <a:pt x="36957" y="1057"/>
                      <a:pt x="36472" y="1"/>
                      <a:pt x="3576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1" name="Google Shape;1451;p43"/>
              <p:cNvSpPr/>
              <p:nvPr/>
            </p:nvSpPr>
            <p:spPr>
              <a:xfrm>
                <a:off x="1020525" y="3702125"/>
                <a:ext cx="811844" cy="135105"/>
              </a:xfrm>
              <a:custGeom>
                <a:rect b="b" l="l" r="r" t="t"/>
                <a:pathLst>
                  <a:path extrusionOk="0" h="5532" w="34918">
                    <a:moveTo>
                      <a:pt x="34165" y="1"/>
                    </a:moveTo>
                    <a:cubicBezTo>
                      <a:pt x="34124" y="1"/>
                      <a:pt x="34081" y="6"/>
                      <a:pt x="34035" y="16"/>
                    </a:cubicBezTo>
                    <a:cubicBezTo>
                      <a:pt x="23083" y="2522"/>
                      <a:pt x="11880" y="3725"/>
                      <a:pt x="652" y="4502"/>
                    </a:cubicBezTo>
                    <a:cubicBezTo>
                      <a:pt x="15" y="4527"/>
                      <a:pt x="0" y="5532"/>
                      <a:pt x="607" y="5532"/>
                    </a:cubicBezTo>
                    <a:cubicBezTo>
                      <a:pt x="622" y="5532"/>
                      <a:pt x="637" y="5531"/>
                      <a:pt x="652" y="5530"/>
                    </a:cubicBezTo>
                    <a:cubicBezTo>
                      <a:pt x="11955" y="4778"/>
                      <a:pt x="23258" y="3550"/>
                      <a:pt x="34311" y="1018"/>
                    </a:cubicBezTo>
                    <a:cubicBezTo>
                      <a:pt x="34917" y="879"/>
                      <a:pt x="34721" y="1"/>
                      <a:pt x="3416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2" name="Google Shape;1452;p43"/>
              <p:cNvSpPr/>
              <p:nvPr/>
            </p:nvSpPr>
            <p:spPr>
              <a:xfrm>
                <a:off x="1010800" y="3626550"/>
                <a:ext cx="819170" cy="169144"/>
              </a:xfrm>
              <a:custGeom>
                <a:rect b="b" l="l" r="r" t="t"/>
                <a:pathLst>
                  <a:path extrusionOk="0" h="6577" w="36351">
                    <a:moveTo>
                      <a:pt x="34846" y="1"/>
                    </a:moveTo>
                    <a:cubicBezTo>
                      <a:pt x="34763" y="1"/>
                      <a:pt x="34677" y="11"/>
                      <a:pt x="34586" y="31"/>
                    </a:cubicBezTo>
                    <a:cubicBezTo>
                      <a:pt x="23659" y="2538"/>
                      <a:pt x="12506" y="3741"/>
                      <a:pt x="1328" y="4493"/>
                    </a:cubicBezTo>
                    <a:cubicBezTo>
                      <a:pt x="30" y="4566"/>
                      <a:pt x="0" y="6576"/>
                      <a:pt x="1237" y="6576"/>
                    </a:cubicBezTo>
                    <a:cubicBezTo>
                      <a:pt x="1267" y="6576"/>
                      <a:pt x="1297" y="6575"/>
                      <a:pt x="1328" y="6573"/>
                    </a:cubicBezTo>
                    <a:cubicBezTo>
                      <a:pt x="12681" y="5796"/>
                      <a:pt x="24035" y="4593"/>
                      <a:pt x="35137" y="2036"/>
                    </a:cubicBezTo>
                    <a:cubicBezTo>
                      <a:pt x="36350" y="1757"/>
                      <a:pt x="35957" y="1"/>
                      <a:pt x="3484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3" name="Google Shape;1453;p43"/>
              <p:cNvSpPr/>
              <p:nvPr/>
            </p:nvSpPr>
            <p:spPr>
              <a:xfrm>
                <a:off x="1054900" y="3933175"/>
                <a:ext cx="811832" cy="138302"/>
              </a:xfrm>
              <a:custGeom>
                <a:rect b="b" l="l" r="r" t="t"/>
                <a:pathLst>
                  <a:path extrusionOk="0" h="5712" w="36635">
                    <a:moveTo>
                      <a:pt x="35955" y="0"/>
                    </a:moveTo>
                    <a:cubicBezTo>
                      <a:pt x="35903" y="0"/>
                      <a:pt x="35848" y="9"/>
                      <a:pt x="35789" y="27"/>
                    </a:cubicBezTo>
                    <a:cubicBezTo>
                      <a:pt x="30050" y="1931"/>
                      <a:pt x="24035" y="3034"/>
                      <a:pt x="18020" y="3811"/>
                    </a:cubicBezTo>
                    <a:cubicBezTo>
                      <a:pt x="14071" y="4313"/>
                      <a:pt x="10038" y="4672"/>
                      <a:pt x="6021" y="4672"/>
                    </a:cubicBezTo>
                    <a:cubicBezTo>
                      <a:pt x="4225" y="4672"/>
                      <a:pt x="2432" y="4600"/>
                      <a:pt x="651" y="4438"/>
                    </a:cubicBezTo>
                    <a:cubicBezTo>
                      <a:pt x="629" y="4435"/>
                      <a:pt x="607" y="4434"/>
                      <a:pt x="586" y="4434"/>
                    </a:cubicBezTo>
                    <a:cubicBezTo>
                      <a:pt x="0" y="4434"/>
                      <a:pt x="22" y="5417"/>
                      <a:pt x="651" y="5465"/>
                    </a:cubicBezTo>
                    <a:cubicBezTo>
                      <a:pt x="2454" y="5637"/>
                      <a:pt x="4261" y="5711"/>
                      <a:pt x="6069" y="5711"/>
                    </a:cubicBezTo>
                    <a:cubicBezTo>
                      <a:pt x="10067" y="5711"/>
                      <a:pt x="14067" y="5347"/>
                      <a:pt x="18020" y="4864"/>
                    </a:cubicBezTo>
                    <a:cubicBezTo>
                      <a:pt x="24110" y="4112"/>
                      <a:pt x="30225" y="2984"/>
                      <a:pt x="36065" y="1029"/>
                    </a:cubicBezTo>
                    <a:cubicBezTo>
                      <a:pt x="36635" y="847"/>
                      <a:pt x="36479" y="0"/>
                      <a:pt x="3595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4" name="Google Shape;1454;p43"/>
              <p:cNvSpPr/>
              <p:nvPr/>
            </p:nvSpPr>
            <p:spPr>
              <a:xfrm>
                <a:off x="1054900" y="3978000"/>
                <a:ext cx="828682" cy="169150"/>
              </a:xfrm>
              <a:custGeom>
                <a:rect b="b" l="l" r="r" t="t"/>
                <a:pathLst>
                  <a:path extrusionOk="0" h="6766" w="38026">
                    <a:moveTo>
                      <a:pt x="36656" y="0"/>
                    </a:moveTo>
                    <a:cubicBezTo>
                      <a:pt x="36550" y="0"/>
                      <a:pt x="36436" y="19"/>
                      <a:pt x="36316" y="59"/>
                    </a:cubicBezTo>
                    <a:cubicBezTo>
                      <a:pt x="30601" y="1963"/>
                      <a:pt x="24636" y="3066"/>
                      <a:pt x="18697" y="3818"/>
                    </a:cubicBezTo>
                    <a:cubicBezTo>
                      <a:pt x="14735" y="4320"/>
                      <a:pt x="10714" y="4690"/>
                      <a:pt x="6708" y="4690"/>
                    </a:cubicBezTo>
                    <a:cubicBezTo>
                      <a:pt x="4909" y="4690"/>
                      <a:pt x="3114" y="4616"/>
                      <a:pt x="1328" y="4445"/>
                    </a:cubicBezTo>
                    <a:cubicBezTo>
                      <a:pt x="1289" y="4441"/>
                      <a:pt x="1252" y="4439"/>
                      <a:pt x="1215" y="4439"/>
                    </a:cubicBezTo>
                    <a:cubicBezTo>
                      <a:pt x="1" y="4439"/>
                      <a:pt x="39" y="6403"/>
                      <a:pt x="1328" y="6525"/>
                    </a:cubicBezTo>
                    <a:cubicBezTo>
                      <a:pt x="3083" y="6693"/>
                      <a:pt x="4848" y="6765"/>
                      <a:pt x="6615" y="6765"/>
                    </a:cubicBezTo>
                    <a:cubicBezTo>
                      <a:pt x="10652" y="6765"/>
                      <a:pt x="14705" y="6386"/>
                      <a:pt x="18697" y="5898"/>
                    </a:cubicBezTo>
                    <a:cubicBezTo>
                      <a:pt x="24837" y="5172"/>
                      <a:pt x="31002" y="4019"/>
                      <a:pt x="36867" y="2064"/>
                    </a:cubicBezTo>
                    <a:cubicBezTo>
                      <a:pt x="38025" y="1700"/>
                      <a:pt x="37682" y="0"/>
                      <a:pt x="3665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55" name="Google Shape;1455;p43"/>
            <p:cNvSpPr/>
            <p:nvPr/>
          </p:nvSpPr>
          <p:spPr>
            <a:xfrm>
              <a:off x="1095175" y="3862013"/>
              <a:ext cx="67700" cy="52050"/>
            </a:xfrm>
            <a:custGeom>
              <a:rect b="b" l="l" r="r" t="t"/>
              <a:pathLst>
                <a:path extrusionOk="0" h="2082" w="2708">
                  <a:moveTo>
                    <a:pt x="1354" y="1"/>
                  </a:moveTo>
                  <a:cubicBezTo>
                    <a:pt x="0" y="1"/>
                    <a:pt x="0" y="2081"/>
                    <a:pt x="1354" y="2081"/>
                  </a:cubicBezTo>
                  <a:cubicBezTo>
                    <a:pt x="2707" y="2081"/>
                    <a:pt x="2707" y="1"/>
                    <a:pt x="135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6" name="Google Shape;1456;p43"/>
            <p:cNvSpPr/>
            <p:nvPr/>
          </p:nvSpPr>
          <p:spPr>
            <a:xfrm>
              <a:off x="1242575" y="3849125"/>
              <a:ext cx="67075" cy="52025"/>
            </a:xfrm>
            <a:custGeom>
              <a:rect b="b" l="l" r="r" t="t"/>
              <a:pathLst>
                <a:path extrusionOk="0" h="2081" w="2683">
                  <a:moveTo>
                    <a:pt x="1329" y="1"/>
                  </a:moveTo>
                  <a:cubicBezTo>
                    <a:pt x="0" y="1"/>
                    <a:pt x="0" y="2081"/>
                    <a:pt x="1329" y="2081"/>
                  </a:cubicBezTo>
                  <a:cubicBezTo>
                    <a:pt x="2682" y="2081"/>
                    <a:pt x="2682" y="1"/>
                    <a:pt x="132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7" name="Google Shape;1457;p43"/>
            <p:cNvSpPr/>
            <p:nvPr/>
          </p:nvSpPr>
          <p:spPr>
            <a:xfrm>
              <a:off x="1406100" y="3837225"/>
              <a:ext cx="67075" cy="52025"/>
            </a:xfrm>
            <a:custGeom>
              <a:rect b="b" l="l" r="r" t="t"/>
              <a:pathLst>
                <a:path extrusionOk="0" h="2081" w="2683">
                  <a:moveTo>
                    <a:pt x="1329" y="0"/>
                  </a:moveTo>
                  <a:cubicBezTo>
                    <a:pt x="1" y="0"/>
                    <a:pt x="1" y="2081"/>
                    <a:pt x="1329" y="2081"/>
                  </a:cubicBezTo>
                  <a:cubicBezTo>
                    <a:pt x="2682" y="2081"/>
                    <a:pt x="2682" y="0"/>
                    <a:pt x="132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8" name="Google Shape;1458;p43"/>
            <p:cNvSpPr/>
            <p:nvPr/>
          </p:nvSpPr>
          <p:spPr>
            <a:xfrm>
              <a:off x="1558450" y="3810613"/>
              <a:ext cx="67075" cy="52650"/>
            </a:xfrm>
            <a:custGeom>
              <a:rect b="b" l="l" r="r" t="t"/>
              <a:pathLst>
                <a:path extrusionOk="0" h="2106" w="2683">
                  <a:moveTo>
                    <a:pt x="1354" y="0"/>
                  </a:moveTo>
                  <a:cubicBezTo>
                    <a:pt x="0" y="0"/>
                    <a:pt x="0" y="2106"/>
                    <a:pt x="1354" y="2106"/>
                  </a:cubicBezTo>
                  <a:cubicBezTo>
                    <a:pt x="2682" y="2106"/>
                    <a:pt x="2682" y="0"/>
                    <a:pt x="135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9" name="Google Shape;1459;p43"/>
            <p:cNvSpPr/>
            <p:nvPr/>
          </p:nvSpPr>
          <p:spPr>
            <a:xfrm>
              <a:off x="1709575" y="3777925"/>
              <a:ext cx="67050" cy="52650"/>
            </a:xfrm>
            <a:custGeom>
              <a:rect b="b" l="l" r="r" t="t"/>
              <a:pathLst>
                <a:path extrusionOk="0" h="2106" w="2682">
                  <a:moveTo>
                    <a:pt x="1353" y="1"/>
                  </a:moveTo>
                  <a:cubicBezTo>
                    <a:pt x="0" y="1"/>
                    <a:pt x="0" y="2106"/>
                    <a:pt x="1353" y="2106"/>
                  </a:cubicBezTo>
                  <a:cubicBezTo>
                    <a:pt x="2682" y="2106"/>
                    <a:pt x="2682" y="1"/>
                    <a:pt x="135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0" name="Google Shape;1460;p43"/>
            <p:cNvSpPr/>
            <p:nvPr/>
          </p:nvSpPr>
          <p:spPr>
            <a:xfrm>
              <a:off x="1671225" y="3897713"/>
              <a:ext cx="67700" cy="52650"/>
            </a:xfrm>
            <a:custGeom>
              <a:rect b="b" l="l" r="r" t="t"/>
              <a:pathLst>
                <a:path extrusionOk="0" h="2106" w="2708">
                  <a:moveTo>
                    <a:pt x="1354" y="0"/>
                  </a:moveTo>
                  <a:cubicBezTo>
                    <a:pt x="1" y="0"/>
                    <a:pt x="1" y="2105"/>
                    <a:pt x="1354" y="2105"/>
                  </a:cubicBezTo>
                  <a:cubicBezTo>
                    <a:pt x="2708" y="2105"/>
                    <a:pt x="2708" y="0"/>
                    <a:pt x="135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1" name="Google Shape;1461;p43"/>
            <p:cNvSpPr/>
            <p:nvPr/>
          </p:nvSpPr>
          <p:spPr>
            <a:xfrm>
              <a:off x="1517000" y="3932475"/>
              <a:ext cx="67700" cy="52650"/>
            </a:xfrm>
            <a:custGeom>
              <a:rect b="b" l="l" r="r" t="t"/>
              <a:pathLst>
                <a:path extrusionOk="0" h="2106" w="2708">
                  <a:moveTo>
                    <a:pt x="1354" y="0"/>
                  </a:moveTo>
                  <a:cubicBezTo>
                    <a:pt x="1" y="0"/>
                    <a:pt x="1" y="2105"/>
                    <a:pt x="1354" y="2105"/>
                  </a:cubicBezTo>
                  <a:cubicBezTo>
                    <a:pt x="2708" y="2105"/>
                    <a:pt x="2708" y="0"/>
                    <a:pt x="135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2" name="Google Shape;1462;p43"/>
            <p:cNvSpPr/>
            <p:nvPr/>
          </p:nvSpPr>
          <p:spPr>
            <a:xfrm>
              <a:off x="1332800" y="3950000"/>
              <a:ext cx="67075" cy="52675"/>
            </a:xfrm>
            <a:custGeom>
              <a:rect b="b" l="l" r="r" t="t"/>
              <a:pathLst>
                <a:path extrusionOk="0" h="2107" w="2683">
                  <a:moveTo>
                    <a:pt x="1354" y="1"/>
                  </a:moveTo>
                  <a:cubicBezTo>
                    <a:pt x="0" y="1"/>
                    <a:pt x="0" y="2106"/>
                    <a:pt x="1354" y="2106"/>
                  </a:cubicBezTo>
                  <a:cubicBezTo>
                    <a:pt x="2682" y="2106"/>
                    <a:pt x="2682" y="1"/>
                    <a:pt x="135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3" name="Google Shape;1463;p43"/>
            <p:cNvSpPr/>
            <p:nvPr/>
          </p:nvSpPr>
          <p:spPr>
            <a:xfrm>
              <a:off x="1180400" y="3971663"/>
              <a:ext cx="67675" cy="52050"/>
            </a:xfrm>
            <a:custGeom>
              <a:rect b="b" l="l" r="r" t="t"/>
              <a:pathLst>
                <a:path extrusionOk="0" h="2082" w="2707">
                  <a:moveTo>
                    <a:pt x="1353" y="1"/>
                  </a:moveTo>
                  <a:cubicBezTo>
                    <a:pt x="0" y="1"/>
                    <a:pt x="0" y="2081"/>
                    <a:pt x="1353" y="2081"/>
                  </a:cubicBezTo>
                  <a:cubicBezTo>
                    <a:pt x="2707" y="2081"/>
                    <a:pt x="2707" y="1"/>
                    <a:pt x="135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4" name="Google Shape;1464;p43"/>
            <p:cNvSpPr/>
            <p:nvPr/>
          </p:nvSpPr>
          <p:spPr>
            <a:xfrm>
              <a:off x="1528250" y="2713250"/>
              <a:ext cx="451200" cy="555000"/>
            </a:xfrm>
            <a:custGeom>
              <a:rect b="b" l="l" r="r" t="t"/>
              <a:pathLst>
                <a:path extrusionOk="0" h="22200" w="18048">
                  <a:moveTo>
                    <a:pt x="8520" y="1563"/>
                  </a:moveTo>
                  <a:cubicBezTo>
                    <a:pt x="14072" y="1563"/>
                    <a:pt x="8179" y="13801"/>
                    <a:pt x="5973" y="19170"/>
                  </a:cubicBezTo>
                  <a:lnTo>
                    <a:pt x="5973" y="19170"/>
                  </a:lnTo>
                  <a:cubicBezTo>
                    <a:pt x="5551" y="16350"/>
                    <a:pt x="5004" y="13551"/>
                    <a:pt x="4814" y="10699"/>
                  </a:cubicBezTo>
                  <a:cubicBezTo>
                    <a:pt x="4639" y="7942"/>
                    <a:pt x="4263" y="1902"/>
                    <a:pt x="8197" y="1576"/>
                  </a:cubicBezTo>
                  <a:cubicBezTo>
                    <a:pt x="8309" y="1567"/>
                    <a:pt x="8417" y="1563"/>
                    <a:pt x="8520" y="1563"/>
                  </a:cubicBezTo>
                  <a:close/>
                  <a:moveTo>
                    <a:pt x="8102" y="1"/>
                  </a:moveTo>
                  <a:cubicBezTo>
                    <a:pt x="1" y="1"/>
                    <a:pt x="4055" y="16395"/>
                    <a:pt x="4639" y="20749"/>
                  </a:cubicBezTo>
                  <a:cubicBezTo>
                    <a:pt x="4686" y="21117"/>
                    <a:pt x="4936" y="21351"/>
                    <a:pt x="5223" y="21444"/>
                  </a:cubicBezTo>
                  <a:lnTo>
                    <a:pt x="5223" y="21444"/>
                  </a:lnTo>
                  <a:cubicBezTo>
                    <a:pt x="5250" y="21906"/>
                    <a:pt x="5683" y="22199"/>
                    <a:pt x="6086" y="22199"/>
                  </a:cubicBezTo>
                  <a:cubicBezTo>
                    <a:pt x="6396" y="22199"/>
                    <a:pt x="6689" y="22027"/>
                    <a:pt x="6769" y="21626"/>
                  </a:cubicBezTo>
                  <a:cubicBezTo>
                    <a:pt x="7621" y="17415"/>
                    <a:pt x="18047" y="1075"/>
                    <a:pt x="8874" y="47"/>
                  </a:cubicBezTo>
                  <a:cubicBezTo>
                    <a:pt x="8605" y="16"/>
                    <a:pt x="8348" y="1"/>
                    <a:pt x="810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5" name="Google Shape;1465;p43"/>
            <p:cNvSpPr/>
            <p:nvPr/>
          </p:nvSpPr>
          <p:spPr>
            <a:xfrm>
              <a:off x="818375" y="3186025"/>
              <a:ext cx="1102900" cy="463975"/>
            </a:xfrm>
            <a:custGeom>
              <a:rect b="b" l="l" r="r" t="t"/>
              <a:pathLst>
                <a:path extrusionOk="0" h="18559" w="44116">
                  <a:moveTo>
                    <a:pt x="35840" y="0"/>
                  </a:moveTo>
                  <a:cubicBezTo>
                    <a:pt x="35455" y="0"/>
                    <a:pt x="35054" y="51"/>
                    <a:pt x="34638" y="159"/>
                  </a:cubicBezTo>
                  <a:cubicBezTo>
                    <a:pt x="27795" y="1011"/>
                    <a:pt x="10652" y="3016"/>
                    <a:pt x="4662" y="4545"/>
                  </a:cubicBezTo>
                  <a:cubicBezTo>
                    <a:pt x="1129" y="5422"/>
                    <a:pt x="1" y="9607"/>
                    <a:pt x="1229" y="14018"/>
                  </a:cubicBezTo>
                  <a:cubicBezTo>
                    <a:pt x="2229" y="17687"/>
                    <a:pt x="3606" y="18559"/>
                    <a:pt x="5873" y="18559"/>
                  </a:cubicBezTo>
                  <a:cubicBezTo>
                    <a:pt x="7355" y="18559"/>
                    <a:pt x="9218" y="18186"/>
                    <a:pt x="11605" y="17978"/>
                  </a:cubicBezTo>
                  <a:cubicBezTo>
                    <a:pt x="19124" y="17327"/>
                    <a:pt x="23986" y="16399"/>
                    <a:pt x="38898" y="14169"/>
                  </a:cubicBezTo>
                  <a:cubicBezTo>
                    <a:pt x="44115" y="13366"/>
                    <a:pt x="42084" y="0"/>
                    <a:pt x="3584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66" name="Google Shape;1466;p4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0" name="Shape 1470"/>
        <p:cNvGrpSpPr/>
        <p:nvPr/>
      </p:nvGrpSpPr>
      <p:grpSpPr>
        <a:xfrm>
          <a:off x="0" y="0"/>
          <a:ext cx="0" cy="0"/>
          <a:chOff x="0" y="0"/>
          <a:chExt cx="0" cy="0"/>
        </a:xfrm>
      </p:grpSpPr>
      <p:sp>
        <p:nvSpPr>
          <p:cNvPr id="1471" name="Google Shape;1471;p44"/>
          <p:cNvSpPr txBox="1"/>
          <p:nvPr>
            <p:ph idx="1" type="subTitle"/>
          </p:nvPr>
        </p:nvSpPr>
        <p:spPr>
          <a:xfrm>
            <a:off x="1064250" y="2901025"/>
            <a:ext cx="7015500" cy="21102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n" sz="1400">
                <a:solidFill>
                  <a:schemeClr val="lt2"/>
                </a:solidFill>
                <a:highlight>
                  <a:schemeClr val="accent3"/>
                </a:highlight>
              </a:rPr>
              <a:t>Circular</a:t>
            </a:r>
            <a:r>
              <a:rPr lang="en" sz="1400">
                <a:solidFill>
                  <a:schemeClr val="lt2"/>
                </a:solidFill>
                <a:highlight>
                  <a:schemeClr val="accent3"/>
                </a:highlight>
              </a:rPr>
              <a:t> Queue</a:t>
            </a:r>
            <a:r>
              <a:rPr lang="en" sz="1400"/>
              <a:t> là một biến thể của queue, trong đó các phần tử được lưu trữ dưới dạng một mảng vòng. Khi phần tử cuối cùng của mảng được đến, phần tử tiếp theo sẽ được đặt ở đầu mảng, tạo thành một vòng tròn. Điều này giúp tận dụng lại không gian lưu trữ và cho phép queue có kích thước cố định. </a:t>
            </a:r>
            <a:r>
              <a:rPr lang="en" sz="1400"/>
              <a:t>Circular</a:t>
            </a:r>
            <a:r>
              <a:rPr lang="en" sz="1400"/>
              <a:t> Queue có thêm một số phép toán như:</a:t>
            </a:r>
            <a:endParaRPr sz="1400"/>
          </a:p>
          <a:p>
            <a:pPr indent="-317500" lvl="0" marL="457200" rtl="0" algn="just">
              <a:spcBef>
                <a:spcPts val="1000"/>
              </a:spcBef>
              <a:spcAft>
                <a:spcPts val="0"/>
              </a:spcAft>
              <a:buSzPts val="1400"/>
              <a:buChar char="●"/>
            </a:pPr>
            <a:r>
              <a:rPr b="1" lang="en" sz="1400"/>
              <a:t>IsFull:</a:t>
            </a:r>
            <a:r>
              <a:rPr lang="en" sz="1400"/>
              <a:t> Kiểm tra xem queue có đầy hay không. Khi đầu và cuối queue trùng nhau, queue được coi là đầy.</a:t>
            </a:r>
            <a:endParaRPr sz="1400"/>
          </a:p>
          <a:p>
            <a:pPr indent="-317500" lvl="0" marL="457200" rtl="0" algn="just">
              <a:spcBef>
                <a:spcPts val="0"/>
              </a:spcBef>
              <a:spcAft>
                <a:spcPts val="0"/>
              </a:spcAft>
              <a:buSzPts val="1400"/>
              <a:buChar char="●"/>
            </a:pPr>
            <a:r>
              <a:rPr b="1" lang="en" sz="1400"/>
              <a:t>Rear: </a:t>
            </a:r>
            <a:r>
              <a:rPr lang="en" sz="1400"/>
              <a:t>Truy cập giá trị của phần tử cuối cùng trong queue mà không xóa nó.</a:t>
            </a:r>
            <a:endParaRPr sz="1400"/>
          </a:p>
        </p:txBody>
      </p:sp>
      <p:sp>
        <p:nvSpPr>
          <p:cNvPr id="1472" name="Google Shape;1472;p44"/>
          <p:cNvSpPr txBox="1"/>
          <p:nvPr>
            <p:ph type="title"/>
          </p:nvPr>
        </p:nvSpPr>
        <p:spPr>
          <a:xfrm>
            <a:off x="0" y="2175150"/>
            <a:ext cx="9144000" cy="793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4100"/>
              <a:t>CIRCULAR </a:t>
            </a:r>
            <a:r>
              <a:rPr lang="en" sz="4100"/>
              <a:t>QUEUES</a:t>
            </a:r>
            <a:endParaRPr sz="4100"/>
          </a:p>
        </p:txBody>
      </p:sp>
      <p:sp>
        <p:nvSpPr>
          <p:cNvPr id="1473" name="Google Shape;1473;p44"/>
          <p:cNvSpPr/>
          <p:nvPr/>
        </p:nvSpPr>
        <p:spPr>
          <a:xfrm rot="-3146971">
            <a:off x="6965341" y="4489707"/>
            <a:ext cx="40365" cy="27342"/>
          </a:xfrm>
          <a:custGeom>
            <a:rect b="b" l="l" r="r" t="t"/>
            <a:pathLst>
              <a:path extrusionOk="0" h="2362" w="3487">
                <a:moveTo>
                  <a:pt x="1668" y="1"/>
                </a:moveTo>
                <a:cubicBezTo>
                  <a:pt x="193" y="1"/>
                  <a:pt x="0" y="2361"/>
                  <a:pt x="1883" y="2361"/>
                </a:cubicBezTo>
                <a:cubicBezTo>
                  <a:pt x="3311" y="2361"/>
                  <a:pt x="3487" y="56"/>
                  <a:pt x="1783" y="5"/>
                </a:cubicBezTo>
                <a:cubicBezTo>
                  <a:pt x="1744" y="2"/>
                  <a:pt x="1706" y="1"/>
                  <a:pt x="166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74" name="Google Shape;1474;p44"/>
          <p:cNvGrpSpPr/>
          <p:nvPr/>
        </p:nvGrpSpPr>
        <p:grpSpPr>
          <a:xfrm>
            <a:off x="3518565" y="76201"/>
            <a:ext cx="2106851" cy="2110107"/>
            <a:chOff x="4716533" y="2046149"/>
            <a:chExt cx="2112978" cy="2116244"/>
          </a:xfrm>
        </p:grpSpPr>
        <p:sp>
          <p:nvSpPr>
            <p:cNvPr id="1475" name="Google Shape;1475;p44"/>
            <p:cNvSpPr/>
            <p:nvPr/>
          </p:nvSpPr>
          <p:spPr>
            <a:xfrm>
              <a:off x="4795406" y="2752385"/>
              <a:ext cx="232909" cy="31288"/>
            </a:xfrm>
            <a:custGeom>
              <a:rect b="b" l="l" r="r" t="t"/>
              <a:pathLst>
                <a:path extrusionOk="0" h="1054" w="7846">
                  <a:moveTo>
                    <a:pt x="677" y="1"/>
                  </a:moveTo>
                  <a:cubicBezTo>
                    <a:pt x="1" y="1"/>
                    <a:pt x="1" y="1053"/>
                    <a:pt x="677" y="1053"/>
                  </a:cubicBezTo>
                  <a:lnTo>
                    <a:pt x="7168" y="1053"/>
                  </a:lnTo>
                  <a:cubicBezTo>
                    <a:pt x="7845" y="1053"/>
                    <a:pt x="7845" y="1"/>
                    <a:pt x="716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6" name="Google Shape;1476;p44"/>
            <p:cNvSpPr/>
            <p:nvPr/>
          </p:nvSpPr>
          <p:spPr>
            <a:xfrm>
              <a:off x="4837083" y="2349530"/>
              <a:ext cx="1836937" cy="1625699"/>
            </a:xfrm>
            <a:custGeom>
              <a:rect b="b" l="l" r="r" t="t"/>
              <a:pathLst>
                <a:path extrusionOk="0" h="54765" w="61881">
                  <a:moveTo>
                    <a:pt x="29137" y="1253"/>
                  </a:moveTo>
                  <a:cubicBezTo>
                    <a:pt x="29967" y="1253"/>
                    <a:pt x="30800" y="1287"/>
                    <a:pt x="31634" y="1356"/>
                  </a:cubicBezTo>
                  <a:lnTo>
                    <a:pt x="31634" y="1356"/>
                  </a:lnTo>
                  <a:cubicBezTo>
                    <a:pt x="31672" y="1363"/>
                    <a:pt x="31712" y="1366"/>
                    <a:pt x="31755" y="1366"/>
                  </a:cubicBezTo>
                  <a:cubicBezTo>
                    <a:pt x="31771" y="1367"/>
                    <a:pt x="31787" y="1368"/>
                    <a:pt x="31802" y="1368"/>
                  </a:cubicBezTo>
                  <a:cubicBezTo>
                    <a:pt x="31825" y="1368"/>
                    <a:pt x="31846" y="1367"/>
                    <a:pt x="31867" y="1365"/>
                  </a:cubicBezTo>
                  <a:lnTo>
                    <a:pt x="31867" y="1365"/>
                  </a:lnTo>
                  <a:cubicBezTo>
                    <a:pt x="32030" y="1363"/>
                    <a:pt x="32192" y="1362"/>
                    <a:pt x="32355" y="1362"/>
                  </a:cubicBezTo>
                  <a:cubicBezTo>
                    <a:pt x="39221" y="1362"/>
                    <a:pt x="46046" y="3050"/>
                    <a:pt x="51404" y="7507"/>
                  </a:cubicBezTo>
                  <a:cubicBezTo>
                    <a:pt x="55890" y="11216"/>
                    <a:pt x="58672" y="16554"/>
                    <a:pt x="59700" y="22244"/>
                  </a:cubicBezTo>
                  <a:cubicBezTo>
                    <a:pt x="61880" y="34173"/>
                    <a:pt x="55489" y="46554"/>
                    <a:pt x="44236" y="51216"/>
                  </a:cubicBezTo>
                  <a:cubicBezTo>
                    <a:pt x="40460" y="52776"/>
                    <a:pt x="36193" y="53560"/>
                    <a:pt x="31875" y="53560"/>
                  </a:cubicBezTo>
                  <a:cubicBezTo>
                    <a:pt x="22322" y="53560"/>
                    <a:pt x="12517" y="49726"/>
                    <a:pt x="7218" y="41993"/>
                  </a:cubicBezTo>
                  <a:cubicBezTo>
                    <a:pt x="952" y="32820"/>
                    <a:pt x="1980" y="20088"/>
                    <a:pt x="8346" y="11291"/>
                  </a:cubicBezTo>
                  <a:cubicBezTo>
                    <a:pt x="13256" y="4525"/>
                    <a:pt x="21047" y="1253"/>
                    <a:pt x="29137" y="1253"/>
                  </a:cubicBezTo>
                  <a:close/>
                  <a:moveTo>
                    <a:pt x="29142" y="1"/>
                  </a:moveTo>
                  <a:cubicBezTo>
                    <a:pt x="18491" y="1"/>
                    <a:pt x="8928" y="5661"/>
                    <a:pt x="4361" y="15652"/>
                  </a:cubicBezTo>
                  <a:cubicBezTo>
                    <a:pt x="0" y="25226"/>
                    <a:pt x="1078" y="37006"/>
                    <a:pt x="8020" y="45076"/>
                  </a:cubicBezTo>
                  <a:cubicBezTo>
                    <a:pt x="13656" y="51629"/>
                    <a:pt x="22808" y="54765"/>
                    <a:pt x="31735" y="54765"/>
                  </a:cubicBezTo>
                  <a:cubicBezTo>
                    <a:pt x="36227" y="54765"/>
                    <a:pt x="40661" y="53971"/>
                    <a:pt x="44562" y="52419"/>
                  </a:cubicBezTo>
                  <a:cubicBezTo>
                    <a:pt x="55339" y="48133"/>
                    <a:pt x="61730" y="37131"/>
                    <a:pt x="61329" y="25727"/>
                  </a:cubicBezTo>
                  <a:cubicBezTo>
                    <a:pt x="61103" y="19010"/>
                    <a:pt x="58371" y="12519"/>
                    <a:pt x="53584" y="7782"/>
                  </a:cubicBezTo>
                  <a:cubicBezTo>
                    <a:pt x="47980" y="2252"/>
                    <a:pt x="40126" y="108"/>
                    <a:pt x="32417" y="108"/>
                  </a:cubicBezTo>
                  <a:cubicBezTo>
                    <a:pt x="32196" y="108"/>
                    <a:pt x="31975" y="110"/>
                    <a:pt x="31755" y="113"/>
                  </a:cubicBezTo>
                  <a:cubicBezTo>
                    <a:pt x="30878" y="38"/>
                    <a:pt x="30007" y="1"/>
                    <a:pt x="2914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7" name="Google Shape;1477;p44"/>
            <p:cNvSpPr/>
            <p:nvPr/>
          </p:nvSpPr>
          <p:spPr>
            <a:xfrm>
              <a:off x="5268585" y="2246553"/>
              <a:ext cx="316234" cy="144596"/>
            </a:xfrm>
            <a:custGeom>
              <a:rect b="b" l="l" r="r" t="t"/>
              <a:pathLst>
                <a:path extrusionOk="0" h="4871" w="10653">
                  <a:moveTo>
                    <a:pt x="3060" y="1"/>
                  </a:moveTo>
                  <a:cubicBezTo>
                    <a:pt x="2711" y="1"/>
                    <a:pt x="2372" y="21"/>
                    <a:pt x="2056" y="48"/>
                  </a:cubicBezTo>
                  <a:cubicBezTo>
                    <a:pt x="1479" y="98"/>
                    <a:pt x="953" y="224"/>
                    <a:pt x="602" y="324"/>
                  </a:cubicBezTo>
                  <a:cubicBezTo>
                    <a:pt x="401" y="374"/>
                    <a:pt x="251" y="449"/>
                    <a:pt x="151" y="474"/>
                  </a:cubicBezTo>
                  <a:cubicBezTo>
                    <a:pt x="51" y="524"/>
                    <a:pt x="0" y="550"/>
                    <a:pt x="0" y="550"/>
                  </a:cubicBezTo>
                  <a:cubicBezTo>
                    <a:pt x="0" y="550"/>
                    <a:pt x="26" y="600"/>
                    <a:pt x="76" y="700"/>
                  </a:cubicBezTo>
                  <a:cubicBezTo>
                    <a:pt x="126" y="800"/>
                    <a:pt x="176" y="951"/>
                    <a:pt x="301" y="1101"/>
                  </a:cubicBezTo>
                  <a:cubicBezTo>
                    <a:pt x="502" y="1452"/>
                    <a:pt x="802" y="1878"/>
                    <a:pt x="1203" y="2304"/>
                  </a:cubicBezTo>
                  <a:cubicBezTo>
                    <a:pt x="1404" y="2529"/>
                    <a:pt x="1630" y="2730"/>
                    <a:pt x="1880" y="2956"/>
                  </a:cubicBezTo>
                  <a:cubicBezTo>
                    <a:pt x="2131" y="3156"/>
                    <a:pt x="2406" y="3357"/>
                    <a:pt x="2682" y="3532"/>
                  </a:cubicBezTo>
                  <a:cubicBezTo>
                    <a:pt x="3284" y="3908"/>
                    <a:pt x="3910" y="4234"/>
                    <a:pt x="4612" y="4434"/>
                  </a:cubicBezTo>
                  <a:cubicBezTo>
                    <a:pt x="5339" y="4660"/>
                    <a:pt x="6066" y="4810"/>
                    <a:pt x="6742" y="4860"/>
                  </a:cubicBezTo>
                  <a:cubicBezTo>
                    <a:pt x="6852" y="4868"/>
                    <a:pt x="6956" y="4871"/>
                    <a:pt x="7056" y="4871"/>
                  </a:cubicBezTo>
                  <a:cubicBezTo>
                    <a:pt x="7297" y="4871"/>
                    <a:pt x="7514" y="4853"/>
                    <a:pt x="7745" y="4835"/>
                  </a:cubicBezTo>
                  <a:cubicBezTo>
                    <a:pt x="8071" y="4810"/>
                    <a:pt x="8371" y="4760"/>
                    <a:pt x="8672" y="4685"/>
                  </a:cubicBezTo>
                  <a:cubicBezTo>
                    <a:pt x="9249" y="4585"/>
                    <a:pt x="9725" y="4409"/>
                    <a:pt x="10101" y="4259"/>
                  </a:cubicBezTo>
                  <a:cubicBezTo>
                    <a:pt x="10276" y="4184"/>
                    <a:pt x="10427" y="4108"/>
                    <a:pt x="10502" y="4058"/>
                  </a:cubicBezTo>
                  <a:cubicBezTo>
                    <a:pt x="10602" y="4008"/>
                    <a:pt x="10652" y="3958"/>
                    <a:pt x="10652" y="3958"/>
                  </a:cubicBezTo>
                  <a:cubicBezTo>
                    <a:pt x="10652" y="3958"/>
                    <a:pt x="10627" y="3908"/>
                    <a:pt x="10577" y="3833"/>
                  </a:cubicBezTo>
                  <a:cubicBezTo>
                    <a:pt x="10502" y="3732"/>
                    <a:pt x="10427" y="3582"/>
                    <a:pt x="10301" y="3432"/>
                  </a:cubicBezTo>
                  <a:cubicBezTo>
                    <a:pt x="10076" y="3131"/>
                    <a:pt x="9725" y="2755"/>
                    <a:pt x="9274" y="2354"/>
                  </a:cubicBezTo>
                  <a:cubicBezTo>
                    <a:pt x="9048" y="2179"/>
                    <a:pt x="8798" y="1978"/>
                    <a:pt x="8547" y="1803"/>
                  </a:cubicBezTo>
                  <a:cubicBezTo>
                    <a:pt x="8271" y="1602"/>
                    <a:pt x="7970" y="1452"/>
                    <a:pt x="7695" y="1276"/>
                  </a:cubicBezTo>
                  <a:cubicBezTo>
                    <a:pt x="7143" y="951"/>
                    <a:pt x="6542" y="675"/>
                    <a:pt x="5890" y="474"/>
                  </a:cubicBezTo>
                  <a:cubicBezTo>
                    <a:pt x="5589" y="374"/>
                    <a:pt x="5264" y="299"/>
                    <a:pt x="4938" y="199"/>
                  </a:cubicBezTo>
                  <a:cubicBezTo>
                    <a:pt x="4587" y="123"/>
                    <a:pt x="4261" y="73"/>
                    <a:pt x="3935" y="48"/>
                  </a:cubicBezTo>
                  <a:cubicBezTo>
                    <a:pt x="3641" y="14"/>
                    <a:pt x="3347" y="1"/>
                    <a:pt x="306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8" name="Google Shape;1478;p44"/>
            <p:cNvSpPr/>
            <p:nvPr/>
          </p:nvSpPr>
          <p:spPr>
            <a:xfrm>
              <a:off x="5296845" y="2453309"/>
              <a:ext cx="124291" cy="294653"/>
            </a:xfrm>
            <a:custGeom>
              <a:rect b="b" l="l" r="r" t="t"/>
              <a:pathLst>
                <a:path extrusionOk="0" h="9926" w="4187">
                  <a:moveTo>
                    <a:pt x="1780" y="1"/>
                  </a:moveTo>
                  <a:cubicBezTo>
                    <a:pt x="1780" y="1"/>
                    <a:pt x="1755" y="51"/>
                    <a:pt x="1680" y="126"/>
                  </a:cubicBezTo>
                  <a:cubicBezTo>
                    <a:pt x="1630" y="201"/>
                    <a:pt x="1505" y="326"/>
                    <a:pt x="1429" y="477"/>
                  </a:cubicBezTo>
                  <a:cubicBezTo>
                    <a:pt x="1329" y="627"/>
                    <a:pt x="1204" y="803"/>
                    <a:pt x="1079" y="1003"/>
                  </a:cubicBezTo>
                  <a:cubicBezTo>
                    <a:pt x="978" y="1204"/>
                    <a:pt x="853" y="1429"/>
                    <a:pt x="753" y="1680"/>
                  </a:cubicBezTo>
                  <a:cubicBezTo>
                    <a:pt x="652" y="1930"/>
                    <a:pt x="552" y="2181"/>
                    <a:pt x="452" y="2457"/>
                  </a:cubicBezTo>
                  <a:cubicBezTo>
                    <a:pt x="377" y="2757"/>
                    <a:pt x="277" y="3008"/>
                    <a:pt x="201" y="3284"/>
                  </a:cubicBezTo>
                  <a:cubicBezTo>
                    <a:pt x="76" y="3835"/>
                    <a:pt x="1" y="4387"/>
                    <a:pt x="1" y="4963"/>
                  </a:cubicBezTo>
                  <a:cubicBezTo>
                    <a:pt x="26" y="5264"/>
                    <a:pt x="26" y="5565"/>
                    <a:pt x="51" y="5865"/>
                  </a:cubicBezTo>
                  <a:cubicBezTo>
                    <a:pt x="101" y="6166"/>
                    <a:pt x="151" y="6467"/>
                    <a:pt x="226" y="6768"/>
                  </a:cubicBezTo>
                  <a:cubicBezTo>
                    <a:pt x="377" y="7319"/>
                    <a:pt x="602" y="7870"/>
                    <a:pt x="853" y="8346"/>
                  </a:cubicBezTo>
                  <a:cubicBezTo>
                    <a:pt x="978" y="8597"/>
                    <a:pt x="1104" y="8823"/>
                    <a:pt x="1254" y="8998"/>
                  </a:cubicBezTo>
                  <a:cubicBezTo>
                    <a:pt x="1379" y="9199"/>
                    <a:pt x="1530" y="9349"/>
                    <a:pt x="1630" y="9499"/>
                  </a:cubicBezTo>
                  <a:cubicBezTo>
                    <a:pt x="1730" y="9625"/>
                    <a:pt x="1855" y="9750"/>
                    <a:pt x="1931" y="9825"/>
                  </a:cubicBezTo>
                  <a:cubicBezTo>
                    <a:pt x="1981" y="9875"/>
                    <a:pt x="2031" y="9925"/>
                    <a:pt x="2031" y="9925"/>
                  </a:cubicBezTo>
                  <a:cubicBezTo>
                    <a:pt x="2031" y="9925"/>
                    <a:pt x="2081" y="9875"/>
                    <a:pt x="2156" y="9825"/>
                  </a:cubicBezTo>
                  <a:cubicBezTo>
                    <a:pt x="2231" y="9750"/>
                    <a:pt x="2357" y="9625"/>
                    <a:pt x="2457" y="9499"/>
                  </a:cubicBezTo>
                  <a:cubicBezTo>
                    <a:pt x="2582" y="9374"/>
                    <a:pt x="2733" y="9199"/>
                    <a:pt x="2858" y="9023"/>
                  </a:cubicBezTo>
                  <a:cubicBezTo>
                    <a:pt x="3008" y="8823"/>
                    <a:pt x="3134" y="8622"/>
                    <a:pt x="3259" y="8397"/>
                  </a:cubicBezTo>
                  <a:cubicBezTo>
                    <a:pt x="3535" y="7945"/>
                    <a:pt x="3785" y="7394"/>
                    <a:pt x="3936" y="6818"/>
                  </a:cubicBezTo>
                  <a:cubicBezTo>
                    <a:pt x="4011" y="6517"/>
                    <a:pt x="4086" y="6216"/>
                    <a:pt x="4111" y="5890"/>
                  </a:cubicBezTo>
                  <a:cubicBezTo>
                    <a:pt x="4161" y="5590"/>
                    <a:pt x="4186" y="5289"/>
                    <a:pt x="4186" y="4938"/>
                  </a:cubicBezTo>
                  <a:cubicBezTo>
                    <a:pt x="4161" y="4286"/>
                    <a:pt x="4086" y="3610"/>
                    <a:pt x="3911" y="2983"/>
                  </a:cubicBezTo>
                  <a:cubicBezTo>
                    <a:pt x="3810" y="2682"/>
                    <a:pt x="3735" y="2382"/>
                    <a:pt x="3585" y="2131"/>
                  </a:cubicBezTo>
                  <a:cubicBezTo>
                    <a:pt x="3434" y="1880"/>
                    <a:pt x="3284" y="1630"/>
                    <a:pt x="3134" y="1429"/>
                  </a:cubicBezTo>
                  <a:cubicBezTo>
                    <a:pt x="2983" y="1204"/>
                    <a:pt x="2833" y="1003"/>
                    <a:pt x="2683" y="828"/>
                  </a:cubicBezTo>
                  <a:cubicBezTo>
                    <a:pt x="2532" y="652"/>
                    <a:pt x="2357" y="502"/>
                    <a:pt x="2231" y="377"/>
                  </a:cubicBezTo>
                  <a:cubicBezTo>
                    <a:pt x="2131" y="251"/>
                    <a:pt x="1981" y="176"/>
                    <a:pt x="1931" y="101"/>
                  </a:cubicBezTo>
                  <a:cubicBezTo>
                    <a:pt x="1830" y="26"/>
                    <a:pt x="1780" y="1"/>
                    <a:pt x="178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9" name="Google Shape;1479;p44"/>
            <p:cNvSpPr/>
            <p:nvPr/>
          </p:nvSpPr>
          <p:spPr>
            <a:xfrm>
              <a:off x="4904765" y="2487387"/>
              <a:ext cx="282007" cy="123668"/>
            </a:xfrm>
            <a:custGeom>
              <a:rect b="b" l="l" r="r" t="t"/>
              <a:pathLst>
                <a:path extrusionOk="0" h="4166" w="9500">
                  <a:moveTo>
                    <a:pt x="4947" y="1"/>
                  </a:moveTo>
                  <a:cubicBezTo>
                    <a:pt x="4877" y="1"/>
                    <a:pt x="4808" y="2"/>
                    <a:pt x="4738" y="5"/>
                  </a:cubicBezTo>
                  <a:cubicBezTo>
                    <a:pt x="4462" y="5"/>
                    <a:pt x="4161" y="5"/>
                    <a:pt x="3885" y="56"/>
                  </a:cubicBezTo>
                  <a:cubicBezTo>
                    <a:pt x="3585" y="81"/>
                    <a:pt x="3309" y="131"/>
                    <a:pt x="3033" y="206"/>
                  </a:cubicBezTo>
                  <a:cubicBezTo>
                    <a:pt x="2482" y="356"/>
                    <a:pt x="1956" y="582"/>
                    <a:pt x="1505" y="833"/>
                  </a:cubicBezTo>
                  <a:cubicBezTo>
                    <a:pt x="1254" y="958"/>
                    <a:pt x="1053" y="1108"/>
                    <a:pt x="878" y="1234"/>
                  </a:cubicBezTo>
                  <a:cubicBezTo>
                    <a:pt x="703" y="1359"/>
                    <a:pt x="527" y="1509"/>
                    <a:pt x="402" y="1609"/>
                  </a:cubicBezTo>
                  <a:cubicBezTo>
                    <a:pt x="276" y="1710"/>
                    <a:pt x="176" y="1835"/>
                    <a:pt x="101" y="1910"/>
                  </a:cubicBezTo>
                  <a:cubicBezTo>
                    <a:pt x="26" y="1985"/>
                    <a:pt x="1" y="2036"/>
                    <a:pt x="1" y="2036"/>
                  </a:cubicBezTo>
                  <a:cubicBezTo>
                    <a:pt x="1" y="2036"/>
                    <a:pt x="26" y="2061"/>
                    <a:pt x="101" y="2136"/>
                  </a:cubicBezTo>
                  <a:cubicBezTo>
                    <a:pt x="176" y="2211"/>
                    <a:pt x="276" y="2336"/>
                    <a:pt x="402" y="2437"/>
                  </a:cubicBezTo>
                  <a:cubicBezTo>
                    <a:pt x="527" y="2562"/>
                    <a:pt x="677" y="2712"/>
                    <a:pt x="853" y="2838"/>
                  </a:cubicBezTo>
                  <a:cubicBezTo>
                    <a:pt x="1053" y="2988"/>
                    <a:pt x="1254" y="3113"/>
                    <a:pt x="1454" y="3264"/>
                  </a:cubicBezTo>
                  <a:cubicBezTo>
                    <a:pt x="1906" y="3514"/>
                    <a:pt x="2407" y="3765"/>
                    <a:pt x="2983" y="3915"/>
                  </a:cubicBezTo>
                  <a:cubicBezTo>
                    <a:pt x="3259" y="3990"/>
                    <a:pt x="3560" y="4066"/>
                    <a:pt x="3835" y="4116"/>
                  </a:cubicBezTo>
                  <a:cubicBezTo>
                    <a:pt x="4161" y="4141"/>
                    <a:pt x="4437" y="4166"/>
                    <a:pt x="4763" y="4166"/>
                  </a:cubicBezTo>
                  <a:cubicBezTo>
                    <a:pt x="5414" y="4166"/>
                    <a:pt x="6066" y="4066"/>
                    <a:pt x="6642" y="3890"/>
                  </a:cubicBezTo>
                  <a:cubicBezTo>
                    <a:pt x="6943" y="3790"/>
                    <a:pt x="7219" y="3715"/>
                    <a:pt x="7469" y="3564"/>
                  </a:cubicBezTo>
                  <a:cubicBezTo>
                    <a:pt x="7695" y="3414"/>
                    <a:pt x="7946" y="3264"/>
                    <a:pt x="8146" y="3113"/>
                  </a:cubicBezTo>
                  <a:cubicBezTo>
                    <a:pt x="8347" y="2963"/>
                    <a:pt x="8547" y="2813"/>
                    <a:pt x="8698" y="2662"/>
                  </a:cubicBezTo>
                  <a:cubicBezTo>
                    <a:pt x="8873" y="2512"/>
                    <a:pt x="9023" y="2361"/>
                    <a:pt x="9124" y="2236"/>
                  </a:cubicBezTo>
                  <a:cubicBezTo>
                    <a:pt x="9249" y="2111"/>
                    <a:pt x="9349" y="1985"/>
                    <a:pt x="9399" y="1910"/>
                  </a:cubicBezTo>
                  <a:cubicBezTo>
                    <a:pt x="9474" y="1835"/>
                    <a:pt x="9500" y="1785"/>
                    <a:pt x="9500" y="1785"/>
                  </a:cubicBezTo>
                  <a:cubicBezTo>
                    <a:pt x="9500" y="1785"/>
                    <a:pt x="9449" y="1735"/>
                    <a:pt x="9374" y="1660"/>
                  </a:cubicBezTo>
                  <a:cubicBezTo>
                    <a:pt x="9299" y="1609"/>
                    <a:pt x="9174" y="1509"/>
                    <a:pt x="9048" y="1409"/>
                  </a:cubicBezTo>
                  <a:cubicBezTo>
                    <a:pt x="8898" y="1309"/>
                    <a:pt x="8723" y="1183"/>
                    <a:pt x="8547" y="1058"/>
                  </a:cubicBezTo>
                  <a:cubicBezTo>
                    <a:pt x="8347" y="958"/>
                    <a:pt x="8121" y="833"/>
                    <a:pt x="7896" y="732"/>
                  </a:cubicBezTo>
                  <a:cubicBezTo>
                    <a:pt x="7645" y="632"/>
                    <a:pt x="7394" y="532"/>
                    <a:pt x="7144" y="432"/>
                  </a:cubicBezTo>
                  <a:cubicBezTo>
                    <a:pt x="6868" y="356"/>
                    <a:pt x="6617" y="256"/>
                    <a:pt x="6342" y="206"/>
                  </a:cubicBezTo>
                  <a:cubicBezTo>
                    <a:pt x="5882" y="75"/>
                    <a:pt x="5423" y="1"/>
                    <a:pt x="4947"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0" name="Google Shape;1480;p44"/>
            <p:cNvSpPr/>
            <p:nvPr/>
          </p:nvSpPr>
          <p:spPr>
            <a:xfrm>
              <a:off x="5041672" y="2718158"/>
              <a:ext cx="136165" cy="289458"/>
            </a:xfrm>
            <a:custGeom>
              <a:rect b="b" l="l" r="r" t="t"/>
              <a:pathLst>
                <a:path extrusionOk="0" h="9751" w="4587">
                  <a:moveTo>
                    <a:pt x="627" y="1"/>
                  </a:moveTo>
                  <a:cubicBezTo>
                    <a:pt x="627" y="1"/>
                    <a:pt x="602" y="51"/>
                    <a:pt x="577" y="151"/>
                  </a:cubicBezTo>
                  <a:cubicBezTo>
                    <a:pt x="527" y="252"/>
                    <a:pt x="477" y="402"/>
                    <a:pt x="426" y="577"/>
                  </a:cubicBezTo>
                  <a:cubicBezTo>
                    <a:pt x="376" y="753"/>
                    <a:pt x="301" y="953"/>
                    <a:pt x="251" y="1179"/>
                  </a:cubicBezTo>
                  <a:cubicBezTo>
                    <a:pt x="226" y="1404"/>
                    <a:pt x="176" y="1655"/>
                    <a:pt x="126" y="1931"/>
                  </a:cubicBezTo>
                  <a:cubicBezTo>
                    <a:pt x="75" y="2181"/>
                    <a:pt x="50" y="2457"/>
                    <a:pt x="25" y="2733"/>
                  </a:cubicBezTo>
                  <a:cubicBezTo>
                    <a:pt x="0" y="2983"/>
                    <a:pt x="0" y="3284"/>
                    <a:pt x="0" y="3585"/>
                  </a:cubicBezTo>
                  <a:cubicBezTo>
                    <a:pt x="25" y="3886"/>
                    <a:pt x="50" y="4161"/>
                    <a:pt x="101" y="4462"/>
                  </a:cubicBezTo>
                  <a:cubicBezTo>
                    <a:pt x="151" y="4763"/>
                    <a:pt x="201" y="5064"/>
                    <a:pt x="276" y="5364"/>
                  </a:cubicBezTo>
                  <a:cubicBezTo>
                    <a:pt x="451" y="5966"/>
                    <a:pt x="677" y="6567"/>
                    <a:pt x="978" y="7094"/>
                  </a:cubicBezTo>
                  <a:cubicBezTo>
                    <a:pt x="1279" y="7645"/>
                    <a:pt x="1654" y="8146"/>
                    <a:pt x="2030" y="8547"/>
                  </a:cubicBezTo>
                  <a:cubicBezTo>
                    <a:pt x="2206" y="8748"/>
                    <a:pt x="2406" y="8923"/>
                    <a:pt x="2582" y="9074"/>
                  </a:cubicBezTo>
                  <a:cubicBezTo>
                    <a:pt x="2782" y="9224"/>
                    <a:pt x="2958" y="9349"/>
                    <a:pt x="3108" y="9450"/>
                  </a:cubicBezTo>
                  <a:cubicBezTo>
                    <a:pt x="3258" y="9550"/>
                    <a:pt x="3409" y="9625"/>
                    <a:pt x="3484" y="9675"/>
                  </a:cubicBezTo>
                  <a:cubicBezTo>
                    <a:pt x="3584" y="9725"/>
                    <a:pt x="3634" y="9750"/>
                    <a:pt x="3634" y="9750"/>
                  </a:cubicBezTo>
                  <a:cubicBezTo>
                    <a:pt x="3634" y="9750"/>
                    <a:pt x="3659" y="9700"/>
                    <a:pt x="3710" y="9625"/>
                  </a:cubicBezTo>
                  <a:cubicBezTo>
                    <a:pt x="3760" y="9525"/>
                    <a:pt x="3835" y="9374"/>
                    <a:pt x="3910" y="9224"/>
                  </a:cubicBezTo>
                  <a:cubicBezTo>
                    <a:pt x="3985" y="9049"/>
                    <a:pt x="4060" y="8848"/>
                    <a:pt x="4136" y="8623"/>
                  </a:cubicBezTo>
                  <a:cubicBezTo>
                    <a:pt x="4211" y="8422"/>
                    <a:pt x="4286" y="8171"/>
                    <a:pt x="4361" y="7896"/>
                  </a:cubicBezTo>
                  <a:cubicBezTo>
                    <a:pt x="4487" y="7394"/>
                    <a:pt x="4562" y="6793"/>
                    <a:pt x="4562" y="6166"/>
                  </a:cubicBezTo>
                  <a:cubicBezTo>
                    <a:pt x="4587" y="5565"/>
                    <a:pt x="4487" y="4913"/>
                    <a:pt x="4311" y="4287"/>
                  </a:cubicBezTo>
                  <a:cubicBezTo>
                    <a:pt x="4236" y="3961"/>
                    <a:pt x="4111" y="3635"/>
                    <a:pt x="3985" y="3334"/>
                  </a:cubicBezTo>
                  <a:cubicBezTo>
                    <a:pt x="3860" y="3034"/>
                    <a:pt x="3710" y="2733"/>
                    <a:pt x="3534" y="2457"/>
                  </a:cubicBezTo>
                  <a:cubicBezTo>
                    <a:pt x="3359" y="2181"/>
                    <a:pt x="3208" y="1931"/>
                    <a:pt x="2983" y="1680"/>
                  </a:cubicBezTo>
                  <a:cubicBezTo>
                    <a:pt x="2782" y="1430"/>
                    <a:pt x="2557" y="1229"/>
                    <a:pt x="2356" y="1029"/>
                  </a:cubicBezTo>
                  <a:cubicBezTo>
                    <a:pt x="2156" y="828"/>
                    <a:pt x="1930" y="678"/>
                    <a:pt x="1730" y="552"/>
                  </a:cubicBezTo>
                  <a:cubicBezTo>
                    <a:pt x="1554" y="427"/>
                    <a:pt x="1329" y="327"/>
                    <a:pt x="1178" y="252"/>
                  </a:cubicBezTo>
                  <a:cubicBezTo>
                    <a:pt x="1028" y="151"/>
                    <a:pt x="878" y="101"/>
                    <a:pt x="777" y="51"/>
                  </a:cubicBezTo>
                  <a:cubicBezTo>
                    <a:pt x="677" y="26"/>
                    <a:pt x="627" y="1"/>
                    <a:pt x="627"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1" name="Google Shape;1481;p44"/>
            <p:cNvSpPr/>
            <p:nvPr/>
          </p:nvSpPr>
          <p:spPr>
            <a:xfrm>
              <a:off x="4716533" y="2902680"/>
              <a:ext cx="215068" cy="181553"/>
            </a:xfrm>
            <a:custGeom>
              <a:rect b="b" l="l" r="r" t="t"/>
              <a:pathLst>
                <a:path extrusionOk="0" h="6116" w="7245">
                  <a:moveTo>
                    <a:pt x="6668" y="1"/>
                  </a:moveTo>
                  <a:cubicBezTo>
                    <a:pt x="6492" y="1"/>
                    <a:pt x="6292" y="1"/>
                    <a:pt x="6066" y="26"/>
                  </a:cubicBezTo>
                  <a:cubicBezTo>
                    <a:pt x="5841" y="51"/>
                    <a:pt x="5590" y="101"/>
                    <a:pt x="5339" y="151"/>
                  </a:cubicBezTo>
                  <a:cubicBezTo>
                    <a:pt x="5089" y="201"/>
                    <a:pt x="4838" y="276"/>
                    <a:pt x="4562" y="351"/>
                  </a:cubicBezTo>
                  <a:cubicBezTo>
                    <a:pt x="4312" y="452"/>
                    <a:pt x="4061" y="527"/>
                    <a:pt x="3785" y="627"/>
                  </a:cubicBezTo>
                  <a:cubicBezTo>
                    <a:pt x="3284" y="828"/>
                    <a:pt x="2808" y="1103"/>
                    <a:pt x="2382" y="1454"/>
                  </a:cubicBezTo>
                  <a:cubicBezTo>
                    <a:pt x="1931" y="1805"/>
                    <a:pt x="1505" y="2231"/>
                    <a:pt x="1154" y="2707"/>
                  </a:cubicBezTo>
                  <a:cubicBezTo>
                    <a:pt x="978" y="2933"/>
                    <a:pt x="828" y="3158"/>
                    <a:pt x="703" y="3409"/>
                  </a:cubicBezTo>
                  <a:cubicBezTo>
                    <a:pt x="552" y="3660"/>
                    <a:pt x="452" y="3935"/>
                    <a:pt x="352" y="4161"/>
                  </a:cubicBezTo>
                  <a:cubicBezTo>
                    <a:pt x="277" y="4412"/>
                    <a:pt x="201" y="4662"/>
                    <a:pt x="151" y="4863"/>
                  </a:cubicBezTo>
                  <a:cubicBezTo>
                    <a:pt x="76" y="5088"/>
                    <a:pt x="51" y="5314"/>
                    <a:pt x="26" y="5464"/>
                  </a:cubicBezTo>
                  <a:cubicBezTo>
                    <a:pt x="1" y="5640"/>
                    <a:pt x="1" y="5790"/>
                    <a:pt x="1" y="5890"/>
                  </a:cubicBezTo>
                  <a:cubicBezTo>
                    <a:pt x="1" y="5991"/>
                    <a:pt x="1" y="6041"/>
                    <a:pt x="1" y="6041"/>
                  </a:cubicBezTo>
                  <a:cubicBezTo>
                    <a:pt x="1" y="6041"/>
                    <a:pt x="51" y="6066"/>
                    <a:pt x="151" y="6066"/>
                  </a:cubicBezTo>
                  <a:cubicBezTo>
                    <a:pt x="251" y="6066"/>
                    <a:pt x="402" y="6091"/>
                    <a:pt x="577" y="6091"/>
                  </a:cubicBezTo>
                  <a:cubicBezTo>
                    <a:pt x="753" y="6116"/>
                    <a:pt x="953" y="6116"/>
                    <a:pt x="1179" y="6116"/>
                  </a:cubicBezTo>
                  <a:cubicBezTo>
                    <a:pt x="1404" y="6091"/>
                    <a:pt x="1655" y="6066"/>
                    <a:pt x="1906" y="6041"/>
                  </a:cubicBezTo>
                  <a:cubicBezTo>
                    <a:pt x="2382" y="5965"/>
                    <a:pt x="2908" y="5840"/>
                    <a:pt x="3434" y="5615"/>
                  </a:cubicBezTo>
                  <a:cubicBezTo>
                    <a:pt x="3986" y="5414"/>
                    <a:pt x="4487" y="5113"/>
                    <a:pt x="4938" y="4737"/>
                  </a:cubicBezTo>
                  <a:cubicBezTo>
                    <a:pt x="5439" y="4361"/>
                    <a:pt x="5891" y="3885"/>
                    <a:pt x="6242" y="3409"/>
                  </a:cubicBezTo>
                  <a:cubicBezTo>
                    <a:pt x="6417" y="3158"/>
                    <a:pt x="6592" y="2908"/>
                    <a:pt x="6693" y="2657"/>
                  </a:cubicBezTo>
                  <a:cubicBezTo>
                    <a:pt x="6793" y="2407"/>
                    <a:pt x="6893" y="2156"/>
                    <a:pt x="6968" y="1930"/>
                  </a:cubicBezTo>
                  <a:cubicBezTo>
                    <a:pt x="7044" y="1680"/>
                    <a:pt x="7094" y="1429"/>
                    <a:pt x="7144" y="1229"/>
                  </a:cubicBezTo>
                  <a:cubicBezTo>
                    <a:pt x="7194" y="1003"/>
                    <a:pt x="7219" y="777"/>
                    <a:pt x="7219" y="627"/>
                  </a:cubicBezTo>
                  <a:cubicBezTo>
                    <a:pt x="7244" y="452"/>
                    <a:pt x="7244" y="301"/>
                    <a:pt x="7244" y="201"/>
                  </a:cubicBezTo>
                  <a:cubicBezTo>
                    <a:pt x="7244" y="101"/>
                    <a:pt x="7244" y="51"/>
                    <a:pt x="7244" y="51"/>
                  </a:cubicBezTo>
                  <a:cubicBezTo>
                    <a:pt x="7244" y="51"/>
                    <a:pt x="7194" y="26"/>
                    <a:pt x="7094" y="26"/>
                  </a:cubicBezTo>
                  <a:cubicBezTo>
                    <a:pt x="6993" y="26"/>
                    <a:pt x="6843" y="1"/>
                    <a:pt x="666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2" name="Google Shape;1482;p44"/>
            <p:cNvSpPr/>
            <p:nvPr/>
          </p:nvSpPr>
          <p:spPr>
            <a:xfrm>
              <a:off x="4920409" y="3089429"/>
              <a:ext cx="217265" cy="186362"/>
            </a:xfrm>
            <a:custGeom>
              <a:rect b="b" l="l" r="r" t="t"/>
              <a:pathLst>
                <a:path extrusionOk="0" h="6278" w="7319">
                  <a:moveTo>
                    <a:pt x="50" y="0"/>
                  </a:moveTo>
                  <a:cubicBezTo>
                    <a:pt x="50" y="0"/>
                    <a:pt x="25" y="50"/>
                    <a:pt x="25" y="151"/>
                  </a:cubicBezTo>
                  <a:cubicBezTo>
                    <a:pt x="25" y="251"/>
                    <a:pt x="0" y="426"/>
                    <a:pt x="0" y="577"/>
                  </a:cubicBezTo>
                  <a:cubicBezTo>
                    <a:pt x="0" y="752"/>
                    <a:pt x="0" y="978"/>
                    <a:pt x="25" y="1203"/>
                  </a:cubicBezTo>
                  <a:cubicBezTo>
                    <a:pt x="50" y="1304"/>
                    <a:pt x="50" y="1429"/>
                    <a:pt x="75" y="1554"/>
                  </a:cubicBezTo>
                  <a:cubicBezTo>
                    <a:pt x="100" y="1679"/>
                    <a:pt x="150" y="1805"/>
                    <a:pt x="176" y="1930"/>
                  </a:cubicBezTo>
                  <a:cubicBezTo>
                    <a:pt x="276" y="2181"/>
                    <a:pt x="376" y="2481"/>
                    <a:pt x="526" y="2757"/>
                  </a:cubicBezTo>
                  <a:cubicBezTo>
                    <a:pt x="677" y="3058"/>
                    <a:pt x="827" y="3284"/>
                    <a:pt x="1028" y="3559"/>
                  </a:cubicBezTo>
                  <a:cubicBezTo>
                    <a:pt x="1203" y="3810"/>
                    <a:pt x="1404" y="4060"/>
                    <a:pt x="1629" y="4261"/>
                  </a:cubicBezTo>
                  <a:cubicBezTo>
                    <a:pt x="1830" y="4487"/>
                    <a:pt x="2080" y="4687"/>
                    <a:pt x="2331" y="4888"/>
                  </a:cubicBezTo>
                  <a:cubicBezTo>
                    <a:pt x="2807" y="5238"/>
                    <a:pt x="3333" y="5564"/>
                    <a:pt x="3860" y="5765"/>
                  </a:cubicBezTo>
                  <a:cubicBezTo>
                    <a:pt x="4110" y="5865"/>
                    <a:pt x="4386" y="5940"/>
                    <a:pt x="4637" y="6015"/>
                  </a:cubicBezTo>
                  <a:cubicBezTo>
                    <a:pt x="4912" y="6091"/>
                    <a:pt x="5163" y="6141"/>
                    <a:pt x="5414" y="6166"/>
                  </a:cubicBezTo>
                  <a:cubicBezTo>
                    <a:pt x="5664" y="6216"/>
                    <a:pt x="5890" y="6241"/>
                    <a:pt x="6115" y="6241"/>
                  </a:cubicBezTo>
                  <a:cubicBezTo>
                    <a:pt x="6316" y="6266"/>
                    <a:pt x="6541" y="6266"/>
                    <a:pt x="6717" y="6266"/>
                  </a:cubicBezTo>
                  <a:cubicBezTo>
                    <a:pt x="6767" y="6274"/>
                    <a:pt x="6820" y="6277"/>
                    <a:pt x="6872" y="6277"/>
                  </a:cubicBezTo>
                  <a:cubicBezTo>
                    <a:pt x="6976" y="6277"/>
                    <a:pt x="7076" y="6266"/>
                    <a:pt x="7143" y="6266"/>
                  </a:cubicBezTo>
                  <a:lnTo>
                    <a:pt x="7293" y="6266"/>
                  </a:lnTo>
                  <a:cubicBezTo>
                    <a:pt x="7293" y="6266"/>
                    <a:pt x="7293" y="6191"/>
                    <a:pt x="7293" y="6091"/>
                  </a:cubicBezTo>
                  <a:cubicBezTo>
                    <a:pt x="7293" y="5990"/>
                    <a:pt x="7318" y="5840"/>
                    <a:pt x="7293" y="5664"/>
                  </a:cubicBezTo>
                  <a:cubicBezTo>
                    <a:pt x="7268" y="5489"/>
                    <a:pt x="7243" y="5289"/>
                    <a:pt x="7193" y="5063"/>
                  </a:cubicBezTo>
                  <a:cubicBezTo>
                    <a:pt x="7143" y="4812"/>
                    <a:pt x="7068" y="4562"/>
                    <a:pt x="6968" y="4336"/>
                  </a:cubicBezTo>
                  <a:cubicBezTo>
                    <a:pt x="6867" y="4086"/>
                    <a:pt x="6742" y="3810"/>
                    <a:pt x="6617" y="3559"/>
                  </a:cubicBezTo>
                  <a:cubicBezTo>
                    <a:pt x="6466" y="3284"/>
                    <a:pt x="6316" y="3058"/>
                    <a:pt x="6115" y="2807"/>
                  </a:cubicBezTo>
                  <a:cubicBezTo>
                    <a:pt x="5940" y="2582"/>
                    <a:pt x="5739" y="2331"/>
                    <a:pt x="5514" y="2131"/>
                  </a:cubicBezTo>
                  <a:cubicBezTo>
                    <a:pt x="5313" y="1930"/>
                    <a:pt x="5088" y="1730"/>
                    <a:pt x="4837" y="1554"/>
                  </a:cubicBezTo>
                  <a:cubicBezTo>
                    <a:pt x="4612" y="1379"/>
                    <a:pt x="4386" y="1228"/>
                    <a:pt x="4135" y="1078"/>
                  </a:cubicBezTo>
                  <a:cubicBezTo>
                    <a:pt x="3885" y="953"/>
                    <a:pt x="3634" y="827"/>
                    <a:pt x="3384" y="702"/>
                  </a:cubicBezTo>
                  <a:cubicBezTo>
                    <a:pt x="3158" y="602"/>
                    <a:pt x="2857" y="502"/>
                    <a:pt x="2632" y="451"/>
                  </a:cubicBezTo>
                  <a:cubicBezTo>
                    <a:pt x="2406" y="376"/>
                    <a:pt x="2181" y="326"/>
                    <a:pt x="1930" y="276"/>
                  </a:cubicBezTo>
                  <a:cubicBezTo>
                    <a:pt x="1805" y="251"/>
                    <a:pt x="1704" y="226"/>
                    <a:pt x="1579" y="226"/>
                  </a:cubicBezTo>
                  <a:cubicBezTo>
                    <a:pt x="1454" y="176"/>
                    <a:pt x="1353" y="151"/>
                    <a:pt x="1228" y="126"/>
                  </a:cubicBezTo>
                  <a:cubicBezTo>
                    <a:pt x="1028" y="75"/>
                    <a:pt x="802" y="50"/>
                    <a:pt x="627" y="25"/>
                  </a:cubicBezTo>
                  <a:cubicBezTo>
                    <a:pt x="451" y="0"/>
                    <a:pt x="301" y="0"/>
                    <a:pt x="20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3" name="Google Shape;1483;p44"/>
            <p:cNvSpPr/>
            <p:nvPr/>
          </p:nvSpPr>
          <p:spPr>
            <a:xfrm>
              <a:off x="4790211" y="3349083"/>
              <a:ext cx="138391" cy="290171"/>
            </a:xfrm>
            <a:custGeom>
              <a:rect b="b" l="l" r="r" t="t"/>
              <a:pathLst>
                <a:path extrusionOk="0" h="9775" w="4662">
                  <a:moveTo>
                    <a:pt x="4186" y="0"/>
                  </a:moveTo>
                  <a:cubicBezTo>
                    <a:pt x="4186" y="0"/>
                    <a:pt x="4110" y="25"/>
                    <a:pt x="4010" y="50"/>
                  </a:cubicBezTo>
                  <a:cubicBezTo>
                    <a:pt x="3935" y="100"/>
                    <a:pt x="3760" y="151"/>
                    <a:pt x="3609" y="226"/>
                  </a:cubicBezTo>
                  <a:cubicBezTo>
                    <a:pt x="3434" y="301"/>
                    <a:pt x="3233" y="376"/>
                    <a:pt x="3033" y="501"/>
                  </a:cubicBezTo>
                  <a:cubicBezTo>
                    <a:pt x="2932" y="552"/>
                    <a:pt x="2807" y="627"/>
                    <a:pt x="2707" y="677"/>
                  </a:cubicBezTo>
                  <a:cubicBezTo>
                    <a:pt x="2582" y="752"/>
                    <a:pt x="2481" y="852"/>
                    <a:pt x="2381" y="953"/>
                  </a:cubicBezTo>
                  <a:cubicBezTo>
                    <a:pt x="2155" y="1153"/>
                    <a:pt x="1930" y="1379"/>
                    <a:pt x="1704" y="1629"/>
                  </a:cubicBezTo>
                  <a:cubicBezTo>
                    <a:pt x="1479" y="1905"/>
                    <a:pt x="1303" y="2156"/>
                    <a:pt x="1128" y="2431"/>
                  </a:cubicBezTo>
                  <a:cubicBezTo>
                    <a:pt x="952" y="2732"/>
                    <a:pt x="777" y="3033"/>
                    <a:pt x="652" y="3334"/>
                  </a:cubicBezTo>
                  <a:cubicBezTo>
                    <a:pt x="526" y="3634"/>
                    <a:pt x="401" y="3960"/>
                    <a:pt x="301" y="4286"/>
                  </a:cubicBezTo>
                  <a:cubicBezTo>
                    <a:pt x="226" y="4587"/>
                    <a:pt x="150" y="4912"/>
                    <a:pt x="100" y="5213"/>
                  </a:cubicBezTo>
                  <a:cubicBezTo>
                    <a:pt x="50" y="5539"/>
                    <a:pt x="25" y="5840"/>
                    <a:pt x="25" y="6141"/>
                  </a:cubicBezTo>
                  <a:cubicBezTo>
                    <a:pt x="0" y="6441"/>
                    <a:pt x="25" y="6742"/>
                    <a:pt x="50" y="7018"/>
                  </a:cubicBezTo>
                  <a:cubicBezTo>
                    <a:pt x="50" y="7319"/>
                    <a:pt x="100" y="7594"/>
                    <a:pt x="150" y="7845"/>
                  </a:cubicBezTo>
                  <a:cubicBezTo>
                    <a:pt x="201" y="8121"/>
                    <a:pt x="251" y="8371"/>
                    <a:pt x="301" y="8572"/>
                  </a:cubicBezTo>
                  <a:cubicBezTo>
                    <a:pt x="351" y="8797"/>
                    <a:pt x="426" y="9023"/>
                    <a:pt x="476" y="9198"/>
                  </a:cubicBezTo>
                  <a:cubicBezTo>
                    <a:pt x="526" y="9349"/>
                    <a:pt x="577" y="9499"/>
                    <a:pt x="627" y="9599"/>
                  </a:cubicBezTo>
                  <a:cubicBezTo>
                    <a:pt x="652" y="9699"/>
                    <a:pt x="677" y="9775"/>
                    <a:pt x="677" y="9775"/>
                  </a:cubicBezTo>
                  <a:cubicBezTo>
                    <a:pt x="677" y="9775"/>
                    <a:pt x="727" y="9750"/>
                    <a:pt x="827" y="9699"/>
                  </a:cubicBezTo>
                  <a:cubicBezTo>
                    <a:pt x="927" y="9674"/>
                    <a:pt x="1078" y="9599"/>
                    <a:pt x="1228" y="9524"/>
                  </a:cubicBezTo>
                  <a:cubicBezTo>
                    <a:pt x="1404" y="9424"/>
                    <a:pt x="1604" y="9324"/>
                    <a:pt x="1805" y="9173"/>
                  </a:cubicBezTo>
                  <a:cubicBezTo>
                    <a:pt x="2005" y="9048"/>
                    <a:pt x="2231" y="8872"/>
                    <a:pt x="2431" y="8672"/>
                  </a:cubicBezTo>
                  <a:cubicBezTo>
                    <a:pt x="2632" y="8471"/>
                    <a:pt x="2832" y="8246"/>
                    <a:pt x="3033" y="7995"/>
                  </a:cubicBezTo>
                  <a:cubicBezTo>
                    <a:pt x="3233" y="7745"/>
                    <a:pt x="3409" y="7494"/>
                    <a:pt x="3584" y="7218"/>
                  </a:cubicBezTo>
                  <a:cubicBezTo>
                    <a:pt x="3734" y="6943"/>
                    <a:pt x="3885" y="6617"/>
                    <a:pt x="4010" y="6341"/>
                  </a:cubicBezTo>
                  <a:cubicBezTo>
                    <a:pt x="4135" y="6040"/>
                    <a:pt x="4236" y="5715"/>
                    <a:pt x="4336" y="5414"/>
                  </a:cubicBezTo>
                  <a:cubicBezTo>
                    <a:pt x="4411" y="5113"/>
                    <a:pt x="4486" y="4812"/>
                    <a:pt x="4536" y="4511"/>
                  </a:cubicBezTo>
                  <a:cubicBezTo>
                    <a:pt x="4587" y="4186"/>
                    <a:pt x="4612" y="3910"/>
                    <a:pt x="4637" y="3609"/>
                  </a:cubicBezTo>
                  <a:cubicBezTo>
                    <a:pt x="4662" y="3334"/>
                    <a:pt x="4637" y="3008"/>
                    <a:pt x="4637" y="2757"/>
                  </a:cubicBezTo>
                  <a:cubicBezTo>
                    <a:pt x="4612" y="2506"/>
                    <a:pt x="4587" y="2231"/>
                    <a:pt x="4562" y="1980"/>
                  </a:cubicBezTo>
                  <a:cubicBezTo>
                    <a:pt x="4536" y="1855"/>
                    <a:pt x="4511" y="1730"/>
                    <a:pt x="4486" y="1604"/>
                  </a:cubicBezTo>
                  <a:cubicBezTo>
                    <a:pt x="4486" y="1479"/>
                    <a:pt x="4461" y="1354"/>
                    <a:pt x="4461" y="1228"/>
                  </a:cubicBezTo>
                  <a:cubicBezTo>
                    <a:pt x="4436" y="1003"/>
                    <a:pt x="4386" y="777"/>
                    <a:pt x="4336" y="602"/>
                  </a:cubicBezTo>
                  <a:cubicBezTo>
                    <a:pt x="4311" y="426"/>
                    <a:pt x="4261" y="276"/>
                    <a:pt x="4236" y="176"/>
                  </a:cubicBezTo>
                  <a:cubicBezTo>
                    <a:pt x="4211" y="75"/>
                    <a:pt x="4186" y="0"/>
                    <a:pt x="418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4" name="Google Shape;1484;p44"/>
            <p:cNvSpPr/>
            <p:nvPr/>
          </p:nvSpPr>
          <p:spPr>
            <a:xfrm>
              <a:off x="5023060" y="3500655"/>
              <a:ext cx="282750" cy="124469"/>
            </a:xfrm>
            <a:custGeom>
              <a:rect b="b" l="l" r="r" t="t"/>
              <a:pathLst>
                <a:path extrusionOk="0" h="4193" w="9525">
                  <a:moveTo>
                    <a:pt x="4562" y="1"/>
                  </a:moveTo>
                  <a:cubicBezTo>
                    <a:pt x="4103" y="1"/>
                    <a:pt x="3647" y="53"/>
                    <a:pt x="3209" y="157"/>
                  </a:cubicBezTo>
                  <a:cubicBezTo>
                    <a:pt x="2933" y="208"/>
                    <a:pt x="2682" y="308"/>
                    <a:pt x="2407" y="383"/>
                  </a:cubicBezTo>
                  <a:cubicBezTo>
                    <a:pt x="2131" y="458"/>
                    <a:pt x="1880" y="558"/>
                    <a:pt x="1655" y="659"/>
                  </a:cubicBezTo>
                  <a:cubicBezTo>
                    <a:pt x="1404" y="759"/>
                    <a:pt x="1179" y="859"/>
                    <a:pt x="978" y="984"/>
                  </a:cubicBezTo>
                  <a:cubicBezTo>
                    <a:pt x="778" y="1085"/>
                    <a:pt x="602" y="1210"/>
                    <a:pt x="477" y="1310"/>
                  </a:cubicBezTo>
                  <a:cubicBezTo>
                    <a:pt x="327" y="1385"/>
                    <a:pt x="201" y="1486"/>
                    <a:pt x="126" y="1561"/>
                  </a:cubicBezTo>
                  <a:cubicBezTo>
                    <a:pt x="51" y="1611"/>
                    <a:pt x="1" y="1661"/>
                    <a:pt x="1" y="1661"/>
                  </a:cubicBezTo>
                  <a:cubicBezTo>
                    <a:pt x="1" y="1661"/>
                    <a:pt x="26" y="1711"/>
                    <a:pt x="101" y="1786"/>
                  </a:cubicBezTo>
                  <a:cubicBezTo>
                    <a:pt x="151" y="1862"/>
                    <a:pt x="251" y="1987"/>
                    <a:pt x="352" y="2112"/>
                  </a:cubicBezTo>
                  <a:cubicBezTo>
                    <a:pt x="477" y="2238"/>
                    <a:pt x="602" y="2413"/>
                    <a:pt x="778" y="2563"/>
                  </a:cubicBezTo>
                  <a:cubicBezTo>
                    <a:pt x="928" y="2714"/>
                    <a:pt x="1129" y="2889"/>
                    <a:pt x="1329" y="3040"/>
                  </a:cubicBezTo>
                  <a:cubicBezTo>
                    <a:pt x="1530" y="3190"/>
                    <a:pt x="1755" y="3340"/>
                    <a:pt x="1981" y="3491"/>
                  </a:cubicBezTo>
                  <a:cubicBezTo>
                    <a:pt x="2231" y="3616"/>
                    <a:pt x="2532" y="3741"/>
                    <a:pt x="2808" y="3842"/>
                  </a:cubicBezTo>
                  <a:cubicBezTo>
                    <a:pt x="3384" y="4017"/>
                    <a:pt x="4036" y="4142"/>
                    <a:pt x="4662" y="4192"/>
                  </a:cubicBezTo>
                  <a:cubicBezTo>
                    <a:pt x="5289" y="4192"/>
                    <a:pt x="5890" y="4142"/>
                    <a:pt x="6467" y="3992"/>
                  </a:cubicBezTo>
                  <a:cubicBezTo>
                    <a:pt x="7043" y="3842"/>
                    <a:pt x="7570" y="3616"/>
                    <a:pt x="8021" y="3365"/>
                  </a:cubicBezTo>
                  <a:cubicBezTo>
                    <a:pt x="8246" y="3240"/>
                    <a:pt x="8447" y="3090"/>
                    <a:pt x="8622" y="2964"/>
                  </a:cubicBezTo>
                  <a:cubicBezTo>
                    <a:pt x="8823" y="2839"/>
                    <a:pt x="8973" y="2689"/>
                    <a:pt x="9099" y="2563"/>
                  </a:cubicBezTo>
                  <a:cubicBezTo>
                    <a:pt x="9224" y="2463"/>
                    <a:pt x="9349" y="2338"/>
                    <a:pt x="9399" y="2288"/>
                  </a:cubicBezTo>
                  <a:cubicBezTo>
                    <a:pt x="9474" y="2213"/>
                    <a:pt x="9525" y="2162"/>
                    <a:pt x="9525" y="2162"/>
                  </a:cubicBezTo>
                  <a:cubicBezTo>
                    <a:pt x="9525" y="2162"/>
                    <a:pt x="9474" y="2112"/>
                    <a:pt x="9399" y="2037"/>
                  </a:cubicBezTo>
                  <a:cubicBezTo>
                    <a:pt x="9349" y="1962"/>
                    <a:pt x="9224" y="1837"/>
                    <a:pt x="9099" y="1736"/>
                  </a:cubicBezTo>
                  <a:cubicBezTo>
                    <a:pt x="8973" y="1636"/>
                    <a:pt x="8823" y="1486"/>
                    <a:pt x="8647" y="1360"/>
                  </a:cubicBezTo>
                  <a:cubicBezTo>
                    <a:pt x="8447" y="1210"/>
                    <a:pt x="8246" y="1085"/>
                    <a:pt x="8021" y="934"/>
                  </a:cubicBezTo>
                  <a:cubicBezTo>
                    <a:pt x="7595" y="684"/>
                    <a:pt x="7068" y="458"/>
                    <a:pt x="6542" y="283"/>
                  </a:cubicBezTo>
                  <a:cubicBezTo>
                    <a:pt x="5991" y="107"/>
                    <a:pt x="5414" y="32"/>
                    <a:pt x="4838" y="7"/>
                  </a:cubicBezTo>
                  <a:cubicBezTo>
                    <a:pt x="4746" y="3"/>
                    <a:pt x="4654" y="1"/>
                    <a:pt x="456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5" name="Google Shape;1485;p44"/>
            <p:cNvSpPr/>
            <p:nvPr/>
          </p:nvSpPr>
          <p:spPr>
            <a:xfrm>
              <a:off x="5124998" y="3762744"/>
              <a:ext cx="135423" cy="259684"/>
            </a:xfrm>
            <a:custGeom>
              <a:rect b="b" l="l" r="r" t="t"/>
              <a:pathLst>
                <a:path extrusionOk="0" h="8748" w="4562">
                  <a:moveTo>
                    <a:pt x="1078" y="0"/>
                  </a:moveTo>
                  <a:cubicBezTo>
                    <a:pt x="1078" y="0"/>
                    <a:pt x="1028" y="50"/>
                    <a:pt x="978" y="125"/>
                  </a:cubicBezTo>
                  <a:cubicBezTo>
                    <a:pt x="928" y="201"/>
                    <a:pt x="827" y="326"/>
                    <a:pt x="752" y="476"/>
                  </a:cubicBezTo>
                  <a:cubicBezTo>
                    <a:pt x="652" y="602"/>
                    <a:pt x="552" y="777"/>
                    <a:pt x="451" y="978"/>
                  </a:cubicBezTo>
                  <a:cubicBezTo>
                    <a:pt x="351" y="1178"/>
                    <a:pt x="276" y="1379"/>
                    <a:pt x="201" y="1654"/>
                  </a:cubicBezTo>
                  <a:cubicBezTo>
                    <a:pt x="126" y="1905"/>
                    <a:pt x="76" y="2181"/>
                    <a:pt x="50" y="2456"/>
                  </a:cubicBezTo>
                  <a:cubicBezTo>
                    <a:pt x="0" y="2782"/>
                    <a:pt x="0" y="3033"/>
                    <a:pt x="0" y="3333"/>
                  </a:cubicBezTo>
                  <a:cubicBezTo>
                    <a:pt x="25" y="3609"/>
                    <a:pt x="50" y="3910"/>
                    <a:pt x="101" y="4186"/>
                  </a:cubicBezTo>
                  <a:cubicBezTo>
                    <a:pt x="151" y="4461"/>
                    <a:pt x="226" y="4737"/>
                    <a:pt x="301" y="5013"/>
                  </a:cubicBezTo>
                  <a:cubicBezTo>
                    <a:pt x="376" y="5263"/>
                    <a:pt x="477" y="5514"/>
                    <a:pt x="602" y="5765"/>
                  </a:cubicBezTo>
                  <a:cubicBezTo>
                    <a:pt x="727" y="6015"/>
                    <a:pt x="852" y="6241"/>
                    <a:pt x="978" y="6441"/>
                  </a:cubicBezTo>
                  <a:cubicBezTo>
                    <a:pt x="1128" y="6667"/>
                    <a:pt x="1304" y="6867"/>
                    <a:pt x="1454" y="7068"/>
                  </a:cubicBezTo>
                  <a:cubicBezTo>
                    <a:pt x="1604" y="7243"/>
                    <a:pt x="1755" y="7419"/>
                    <a:pt x="1930" y="7594"/>
                  </a:cubicBezTo>
                  <a:cubicBezTo>
                    <a:pt x="2106" y="7770"/>
                    <a:pt x="2281" y="7920"/>
                    <a:pt x="2406" y="8045"/>
                  </a:cubicBezTo>
                  <a:cubicBezTo>
                    <a:pt x="2582" y="8196"/>
                    <a:pt x="2732" y="8321"/>
                    <a:pt x="2858" y="8421"/>
                  </a:cubicBezTo>
                  <a:cubicBezTo>
                    <a:pt x="2983" y="8521"/>
                    <a:pt x="3108" y="8597"/>
                    <a:pt x="3183" y="8672"/>
                  </a:cubicBezTo>
                  <a:cubicBezTo>
                    <a:pt x="3284" y="8722"/>
                    <a:pt x="3334" y="8747"/>
                    <a:pt x="3334" y="8747"/>
                  </a:cubicBezTo>
                  <a:cubicBezTo>
                    <a:pt x="3334" y="8747"/>
                    <a:pt x="3359" y="8722"/>
                    <a:pt x="3434" y="8647"/>
                  </a:cubicBezTo>
                  <a:cubicBezTo>
                    <a:pt x="3484" y="8572"/>
                    <a:pt x="3609" y="8471"/>
                    <a:pt x="3685" y="8321"/>
                  </a:cubicBezTo>
                  <a:cubicBezTo>
                    <a:pt x="3785" y="8171"/>
                    <a:pt x="3910" y="7995"/>
                    <a:pt x="4010" y="7795"/>
                  </a:cubicBezTo>
                  <a:cubicBezTo>
                    <a:pt x="4061" y="7694"/>
                    <a:pt x="4111" y="7594"/>
                    <a:pt x="4186" y="7469"/>
                  </a:cubicBezTo>
                  <a:cubicBezTo>
                    <a:pt x="4236" y="7369"/>
                    <a:pt x="4261" y="7243"/>
                    <a:pt x="4311" y="7118"/>
                  </a:cubicBezTo>
                  <a:cubicBezTo>
                    <a:pt x="4386" y="6867"/>
                    <a:pt x="4462" y="6592"/>
                    <a:pt x="4512" y="6316"/>
                  </a:cubicBezTo>
                  <a:cubicBezTo>
                    <a:pt x="4562" y="6015"/>
                    <a:pt x="4562" y="5739"/>
                    <a:pt x="4562" y="5439"/>
                  </a:cubicBezTo>
                  <a:cubicBezTo>
                    <a:pt x="4562" y="5163"/>
                    <a:pt x="4537" y="4837"/>
                    <a:pt x="4487" y="4562"/>
                  </a:cubicBezTo>
                  <a:cubicBezTo>
                    <a:pt x="4436" y="4286"/>
                    <a:pt x="4361" y="3985"/>
                    <a:pt x="4286" y="3709"/>
                  </a:cubicBezTo>
                  <a:cubicBezTo>
                    <a:pt x="4086" y="3183"/>
                    <a:pt x="3835" y="2657"/>
                    <a:pt x="3534" y="2231"/>
                  </a:cubicBezTo>
                  <a:cubicBezTo>
                    <a:pt x="3409" y="2005"/>
                    <a:pt x="3233" y="1780"/>
                    <a:pt x="3058" y="1629"/>
                  </a:cubicBezTo>
                  <a:cubicBezTo>
                    <a:pt x="2908" y="1454"/>
                    <a:pt x="2732" y="1278"/>
                    <a:pt x="2557" y="1128"/>
                  </a:cubicBezTo>
                  <a:cubicBezTo>
                    <a:pt x="2381" y="978"/>
                    <a:pt x="2206" y="802"/>
                    <a:pt x="2030" y="652"/>
                  </a:cubicBezTo>
                  <a:cubicBezTo>
                    <a:pt x="1880" y="526"/>
                    <a:pt x="1705" y="401"/>
                    <a:pt x="1554" y="301"/>
                  </a:cubicBezTo>
                  <a:cubicBezTo>
                    <a:pt x="1429" y="201"/>
                    <a:pt x="1279" y="125"/>
                    <a:pt x="1203" y="75"/>
                  </a:cubicBezTo>
                  <a:cubicBezTo>
                    <a:pt x="1128" y="25"/>
                    <a:pt x="1078" y="0"/>
                    <a:pt x="1078"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6" name="Google Shape;1486;p44"/>
            <p:cNvSpPr/>
            <p:nvPr/>
          </p:nvSpPr>
          <p:spPr>
            <a:xfrm>
              <a:off x="5364556" y="3734276"/>
              <a:ext cx="252976" cy="140084"/>
            </a:xfrm>
            <a:custGeom>
              <a:rect b="b" l="l" r="r" t="t"/>
              <a:pathLst>
                <a:path extrusionOk="0" h="4719" w="8522">
                  <a:moveTo>
                    <a:pt x="5599" y="0"/>
                  </a:moveTo>
                  <a:cubicBezTo>
                    <a:pt x="5458" y="0"/>
                    <a:pt x="5314" y="7"/>
                    <a:pt x="5163" y="7"/>
                  </a:cubicBezTo>
                  <a:cubicBezTo>
                    <a:pt x="4863" y="32"/>
                    <a:pt x="4562" y="57"/>
                    <a:pt x="4261" y="132"/>
                  </a:cubicBezTo>
                  <a:cubicBezTo>
                    <a:pt x="3986" y="207"/>
                    <a:pt x="3710" y="307"/>
                    <a:pt x="3409" y="408"/>
                  </a:cubicBezTo>
                  <a:cubicBezTo>
                    <a:pt x="2883" y="633"/>
                    <a:pt x="2356" y="909"/>
                    <a:pt x="1955" y="1260"/>
                  </a:cubicBezTo>
                  <a:cubicBezTo>
                    <a:pt x="1730" y="1435"/>
                    <a:pt x="1529" y="1636"/>
                    <a:pt x="1354" y="1836"/>
                  </a:cubicBezTo>
                  <a:cubicBezTo>
                    <a:pt x="1179" y="2012"/>
                    <a:pt x="1028" y="2212"/>
                    <a:pt x="878" y="2413"/>
                  </a:cubicBezTo>
                  <a:cubicBezTo>
                    <a:pt x="752" y="2613"/>
                    <a:pt x="627" y="2814"/>
                    <a:pt x="502" y="2989"/>
                  </a:cubicBezTo>
                  <a:cubicBezTo>
                    <a:pt x="377" y="3190"/>
                    <a:pt x="301" y="3365"/>
                    <a:pt x="226" y="3516"/>
                  </a:cubicBezTo>
                  <a:cubicBezTo>
                    <a:pt x="151" y="3666"/>
                    <a:pt x="101" y="3816"/>
                    <a:pt x="51" y="3891"/>
                  </a:cubicBezTo>
                  <a:cubicBezTo>
                    <a:pt x="26" y="3992"/>
                    <a:pt x="1" y="4042"/>
                    <a:pt x="1" y="4042"/>
                  </a:cubicBezTo>
                  <a:cubicBezTo>
                    <a:pt x="1" y="4042"/>
                    <a:pt x="51" y="4067"/>
                    <a:pt x="151" y="4117"/>
                  </a:cubicBezTo>
                  <a:cubicBezTo>
                    <a:pt x="226" y="4167"/>
                    <a:pt x="377" y="4242"/>
                    <a:pt x="527" y="4292"/>
                  </a:cubicBezTo>
                  <a:cubicBezTo>
                    <a:pt x="677" y="4343"/>
                    <a:pt x="878" y="4443"/>
                    <a:pt x="1078" y="4493"/>
                  </a:cubicBezTo>
                  <a:cubicBezTo>
                    <a:pt x="1279" y="4568"/>
                    <a:pt x="1504" y="4618"/>
                    <a:pt x="1755" y="4643"/>
                  </a:cubicBezTo>
                  <a:cubicBezTo>
                    <a:pt x="2006" y="4693"/>
                    <a:pt x="2281" y="4719"/>
                    <a:pt x="2557" y="4719"/>
                  </a:cubicBezTo>
                  <a:cubicBezTo>
                    <a:pt x="2833" y="4719"/>
                    <a:pt x="3108" y="4719"/>
                    <a:pt x="3384" y="4693"/>
                  </a:cubicBezTo>
                  <a:cubicBezTo>
                    <a:pt x="3935" y="4618"/>
                    <a:pt x="4462" y="4493"/>
                    <a:pt x="4963" y="4292"/>
                  </a:cubicBezTo>
                  <a:cubicBezTo>
                    <a:pt x="5464" y="4092"/>
                    <a:pt x="5940" y="3816"/>
                    <a:pt x="6341" y="3516"/>
                  </a:cubicBezTo>
                  <a:cubicBezTo>
                    <a:pt x="6567" y="3390"/>
                    <a:pt x="6742" y="3190"/>
                    <a:pt x="6943" y="3039"/>
                  </a:cubicBezTo>
                  <a:cubicBezTo>
                    <a:pt x="7118" y="2864"/>
                    <a:pt x="7294" y="2688"/>
                    <a:pt x="7444" y="2513"/>
                  </a:cubicBezTo>
                  <a:cubicBezTo>
                    <a:pt x="7595" y="2338"/>
                    <a:pt x="7745" y="2162"/>
                    <a:pt x="7870" y="1987"/>
                  </a:cubicBezTo>
                  <a:cubicBezTo>
                    <a:pt x="7996" y="1836"/>
                    <a:pt x="8121" y="1661"/>
                    <a:pt x="8221" y="1536"/>
                  </a:cubicBezTo>
                  <a:cubicBezTo>
                    <a:pt x="8321" y="1410"/>
                    <a:pt x="8372" y="1260"/>
                    <a:pt x="8447" y="1185"/>
                  </a:cubicBezTo>
                  <a:cubicBezTo>
                    <a:pt x="8497" y="1084"/>
                    <a:pt x="8522" y="1034"/>
                    <a:pt x="8522" y="1034"/>
                  </a:cubicBezTo>
                  <a:cubicBezTo>
                    <a:pt x="8522" y="1034"/>
                    <a:pt x="8472" y="1009"/>
                    <a:pt x="8397" y="934"/>
                  </a:cubicBezTo>
                  <a:cubicBezTo>
                    <a:pt x="8321" y="884"/>
                    <a:pt x="8196" y="784"/>
                    <a:pt x="8046" y="708"/>
                  </a:cubicBezTo>
                  <a:cubicBezTo>
                    <a:pt x="7920" y="633"/>
                    <a:pt x="7720" y="508"/>
                    <a:pt x="7519" y="433"/>
                  </a:cubicBezTo>
                  <a:cubicBezTo>
                    <a:pt x="7319" y="333"/>
                    <a:pt x="7068" y="232"/>
                    <a:pt x="6818" y="182"/>
                  </a:cubicBezTo>
                  <a:cubicBezTo>
                    <a:pt x="6567" y="107"/>
                    <a:pt x="6316" y="57"/>
                    <a:pt x="6016" y="32"/>
                  </a:cubicBezTo>
                  <a:cubicBezTo>
                    <a:pt x="5878" y="7"/>
                    <a:pt x="5740" y="0"/>
                    <a:pt x="5599"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7" name="Google Shape;1487;p44"/>
            <p:cNvSpPr/>
            <p:nvPr/>
          </p:nvSpPr>
          <p:spPr>
            <a:xfrm>
              <a:off x="5584047" y="3950947"/>
              <a:ext cx="196426" cy="211446"/>
            </a:xfrm>
            <a:custGeom>
              <a:rect b="b" l="l" r="r" t="t"/>
              <a:pathLst>
                <a:path extrusionOk="0" h="7123" w="6617">
                  <a:moveTo>
                    <a:pt x="125" y="1"/>
                  </a:moveTo>
                  <a:cubicBezTo>
                    <a:pt x="125" y="1"/>
                    <a:pt x="100" y="51"/>
                    <a:pt x="100" y="151"/>
                  </a:cubicBezTo>
                  <a:cubicBezTo>
                    <a:pt x="75" y="252"/>
                    <a:pt x="50" y="402"/>
                    <a:pt x="50" y="577"/>
                  </a:cubicBezTo>
                  <a:cubicBezTo>
                    <a:pt x="25" y="753"/>
                    <a:pt x="0" y="953"/>
                    <a:pt x="0" y="1179"/>
                  </a:cubicBezTo>
                  <a:cubicBezTo>
                    <a:pt x="0" y="1405"/>
                    <a:pt x="0" y="1630"/>
                    <a:pt x="25" y="1881"/>
                  </a:cubicBezTo>
                  <a:cubicBezTo>
                    <a:pt x="50" y="2382"/>
                    <a:pt x="150" y="2933"/>
                    <a:pt x="351" y="3510"/>
                  </a:cubicBezTo>
                  <a:cubicBezTo>
                    <a:pt x="551" y="4061"/>
                    <a:pt x="877" y="4638"/>
                    <a:pt x="1278" y="5164"/>
                  </a:cubicBezTo>
                  <a:cubicBezTo>
                    <a:pt x="1504" y="5415"/>
                    <a:pt x="1729" y="5665"/>
                    <a:pt x="1980" y="5891"/>
                  </a:cubicBezTo>
                  <a:cubicBezTo>
                    <a:pt x="2231" y="6141"/>
                    <a:pt x="2531" y="6317"/>
                    <a:pt x="2832" y="6492"/>
                  </a:cubicBezTo>
                  <a:cubicBezTo>
                    <a:pt x="3133" y="6668"/>
                    <a:pt x="3434" y="6818"/>
                    <a:pt x="3734" y="6918"/>
                  </a:cubicBezTo>
                  <a:cubicBezTo>
                    <a:pt x="3910" y="6943"/>
                    <a:pt x="4060" y="6994"/>
                    <a:pt x="4211" y="7044"/>
                  </a:cubicBezTo>
                  <a:cubicBezTo>
                    <a:pt x="4361" y="7069"/>
                    <a:pt x="4511" y="7094"/>
                    <a:pt x="4637" y="7094"/>
                  </a:cubicBezTo>
                  <a:cubicBezTo>
                    <a:pt x="4764" y="7115"/>
                    <a:pt x="4886" y="7123"/>
                    <a:pt x="5003" y="7123"/>
                  </a:cubicBezTo>
                  <a:cubicBezTo>
                    <a:pt x="5162" y="7123"/>
                    <a:pt x="5308" y="7108"/>
                    <a:pt x="5439" y="7094"/>
                  </a:cubicBezTo>
                  <a:cubicBezTo>
                    <a:pt x="5689" y="7069"/>
                    <a:pt x="5915" y="7019"/>
                    <a:pt x="6065" y="6968"/>
                  </a:cubicBezTo>
                  <a:cubicBezTo>
                    <a:pt x="6241" y="6918"/>
                    <a:pt x="6391" y="6843"/>
                    <a:pt x="6491" y="6818"/>
                  </a:cubicBezTo>
                  <a:cubicBezTo>
                    <a:pt x="6567" y="6768"/>
                    <a:pt x="6617" y="6743"/>
                    <a:pt x="6617" y="6743"/>
                  </a:cubicBezTo>
                  <a:cubicBezTo>
                    <a:pt x="6617" y="6743"/>
                    <a:pt x="6592" y="6693"/>
                    <a:pt x="6567" y="6593"/>
                  </a:cubicBezTo>
                  <a:cubicBezTo>
                    <a:pt x="6541" y="6517"/>
                    <a:pt x="6491" y="6342"/>
                    <a:pt x="6416" y="6217"/>
                  </a:cubicBezTo>
                  <a:cubicBezTo>
                    <a:pt x="6341" y="6066"/>
                    <a:pt x="6266" y="5866"/>
                    <a:pt x="6191" y="5665"/>
                  </a:cubicBezTo>
                  <a:cubicBezTo>
                    <a:pt x="6115" y="5465"/>
                    <a:pt x="6015" y="5264"/>
                    <a:pt x="5940" y="5064"/>
                  </a:cubicBezTo>
                  <a:cubicBezTo>
                    <a:pt x="5865" y="4863"/>
                    <a:pt x="5765" y="4638"/>
                    <a:pt x="5664" y="4412"/>
                  </a:cubicBezTo>
                  <a:cubicBezTo>
                    <a:pt x="5564" y="4212"/>
                    <a:pt x="5464" y="3986"/>
                    <a:pt x="5364" y="3785"/>
                  </a:cubicBezTo>
                  <a:cubicBezTo>
                    <a:pt x="5238" y="3560"/>
                    <a:pt x="5113" y="3384"/>
                    <a:pt x="4988" y="3159"/>
                  </a:cubicBezTo>
                  <a:cubicBezTo>
                    <a:pt x="4862" y="2958"/>
                    <a:pt x="4712" y="2758"/>
                    <a:pt x="4536" y="2557"/>
                  </a:cubicBezTo>
                  <a:cubicBezTo>
                    <a:pt x="4211" y="2156"/>
                    <a:pt x="3835" y="1755"/>
                    <a:pt x="3409" y="1379"/>
                  </a:cubicBezTo>
                  <a:cubicBezTo>
                    <a:pt x="2957" y="1029"/>
                    <a:pt x="2481" y="728"/>
                    <a:pt x="1980" y="502"/>
                  </a:cubicBezTo>
                  <a:cubicBezTo>
                    <a:pt x="1754" y="377"/>
                    <a:pt x="1529" y="277"/>
                    <a:pt x="1303" y="227"/>
                  </a:cubicBezTo>
                  <a:cubicBezTo>
                    <a:pt x="1078" y="126"/>
                    <a:pt x="877" y="101"/>
                    <a:pt x="702" y="76"/>
                  </a:cubicBezTo>
                  <a:cubicBezTo>
                    <a:pt x="526" y="26"/>
                    <a:pt x="376" y="26"/>
                    <a:pt x="276"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8" name="Google Shape;1488;p44"/>
            <p:cNvSpPr/>
            <p:nvPr/>
          </p:nvSpPr>
          <p:spPr>
            <a:xfrm>
              <a:off x="5799056" y="3725519"/>
              <a:ext cx="149553" cy="225458"/>
            </a:xfrm>
            <a:custGeom>
              <a:rect b="b" l="l" r="r" t="t"/>
              <a:pathLst>
                <a:path extrusionOk="0" h="7595" w="5038">
                  <a:moveTo>
                    <a:pt x="4737" y="1"/>
                  </a:moveTo>
                  <a:cubicBezTo>
                    <a:pt x="4637" y="1"/>
                    <a:pt x="4486" y="1"/>
                    <a:pt x="4336" y="26"/>
                  </a:cubicBezTo>
                  <a:cubicBezTo>
                    <a:pt x="4161" y="51"/>
                    <a:pt x="3935" y="101"/>
                    <a:pt x="3735" y="151"/>
                  </a:cubicBezTo>
                  <a:cubicBezTo>
                    <a:pt x="3509" y="201"/>
                    <a:pt x="3283" y="302"/>
                    <a:pt x="3058" y="402"/>
                  </a:cubicBezTo>
                  <a:cubicBezTo>
                    <a:pt x="2832" y="527"/>
                    <a:pt x="2582" y="653"/>
                    <a:pt x="2331" y="803"/>
                  </a:cubicBezTo>
                  <a:cubicBezTo>
                    <a:pt x="2106" y="953"/>
                    <a:pt x="1905" y="1154"/>
                    <a:pt x="1679" y="1354"/>
                  </a:cubicBezTo>
                  <a:cubicBezTo>
                    <a:pt x="1479" y="1555"/>
                    <a:pt x="1278" y="1755"/>
                    <a:pt x="1103" y="1981"/>
                  </a:cubicBezTo>
                  <a:cubicBezTo>
                    <a:pt x="953" y="2232"/>
                    <a:pt x="777" y="2457"/>
                    <a:pt x="652" y="2708"/>
                  </a:cubicBezTo>
                  <a:cubicBezTo>
                    <a:pt x="376" y="3209"/>
                    <a:pt x="176" y="3760"/>
                    <a:pt x="100" y="4287"/>
                  </a:cubicBezTo>
                  <a:cubicBezTo>
                    <a:pt x="50" y="4537"/>
                    <a:pt x="0" y="4813"/>
                    <a:pt x="0" y="5064"/>
                  </a:cubicBezTo>
                  <a:cubicBezTo>
                    <a:pt x="0" y="5314"/>
                    <a:pt x="0" y="5565"/>
                    <a:pt x="0" y="5790"/>
                  </a:cubicBezTo>
                  <a:cubicBezTo>
                    <a:pt x="25" y="6041"/>
                    <a:pt x="50" y="6267"/>
                    <a:pt x="100" y="6492"/>
                  </a:cubicBezTo>
                  <a:cubicBezTo>
                    <a:pt x="126" y="6693"/>
                    <a:pt x="176" y="6893"/>
                    <a:pt x="201" y="7044"/>
                  </a:cubicBezTo>
                  <a:cubicBezTo>
                    <a:pt x="251" y="7219"/>
                    <a:pt x="301" y="7344"/>
                    <a:pt x="326" y="7445"/>
                  </a:cubicBezTo>
                  <a:cubicBezTo>
                    <a:pt x="351" y="7545"/>
                    <a:pt x="376" y="7595"/>
                    <a:pt x="376" y="7595"/>
                  </a:cubicBezTo>
                  <a:cubicBezTo>
                    <a:pt x="376" y="7595"/>
                    <a:pt x="426" y="7595"/>
                    <a:pt x="527" y="7570"/>
                  </a:cubicBezTo>
                  <a:cubicBezTo>
                    <a:pt x="627" y="7545"/>
                    <a:pt x="777" y="7520"/>
                    <a:pt x="928" y="7470"/>
                  </a:cubicBezTo>
                  <a:cubicBezTo>
                    <a:pt x="1078" y="7420"/>
                    <a:pt x="1278" y="7369"/>
                    <a:pt x="1479" y="7294"/>
                  </a:cubicBezTo>
                  <a:cubicBezTo>
                    <a:pt x="1679" y="7194"/>
                    <a:pt x="1905" y="7119"/>
                    <a:pt x="2106" y="6993"/>
                  </a:cubicBezTo>
                  <a:cubicBezTo>
                    <a:pt x="2331" y="6843"/>
                    <a:pt x="2532" y="6718"/>
                    <a:pt x="2757" y="6542"/>
                  </a:cubicBezTo>
                  <a:cubicBezTo>
                    <a:pt x="2983" y="6367"/>
                    <a:pt x="3183" y="6191"/>
                    <a:pt x="3359" y="5991"/>
                  </a:cubicBezTo>
                  <a:cubicBezTo>
                    <a:pt x="3760" y="5615"/>
                    <a:pt x="4060" y="5164"/>
                    <a:pt x="4336" y="4688"/>
                  </a:cubicBezTo>
                  <a:cubicBezTo>
                    <a:pt x="4461" y="4462"/>
                    <a:pt x="4562" y="4212"/>
                    <a:pt x="4662" y="3986"/>
                  </a:cubicBezTo>
                  <a:cubicBezTo>
                    <a:pt x="4737" y="3735"/>
                    <a:pt x="4812" y="3485"/>
                    <a:pt x="4887" y="3234"/>
                  </a:cubicBezTo>
                  <a:cubicBezTo>
                    <a:pt x="4938" y="2983"/>
                    <a:pt x="4963" y="2733"/>
                    <a:pt x="4988" y="2507"/>
                  </a:cubicBezTo>
                  <a:cubicBezTo>
                    <a:pt x="5013" y="2257"/>
                    <a:pt x="5038" y="2031"/>
                    <a:pt x="5038" y="1780"/>
                  </a:cubicBezTo>
                  <a:cubicBezTo>
                    <a:pt x="5038" y="1555"/>
                    <a:pt x="5013" y="1329"/>
                    <a:pt x="5013" y="1129"/>
                  </a:cubicBezTo>
                  <a:cubicBezTo>
                    <a:pt x="5013" y="928"/>
                    <a:pt x="4988" y="728"/>
                    <a:pt x="4963" y="552"/>
                  </a:cubicBezTo>
                  <a:cubicBezTo>
                    <a:pt x="4963" y="402"/>
                    <a:pt x="4913" y="252"/>
                    <a:pt x="4913" y="151"/>
                  </a:cubicBezTo>
                  <a:cubicBezTo>
                    <a:pt x="4887" y="51"/>
                    <a:pt x="4887" y="1"/>
                    <a:pt x="4887"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9" name="Google Shape;1489;p44"/>
            <p:cNvSpPr/>
            <p:nvPr/>
          </p:nvSpPr>
          <p:spPr>
            <a:xfrm>
              <a:off x="6003645" y="3946672"/>
              <a:ext cx="269362" cy="148959"/>
            </a:xfrm>
            <a:custGeom>
              <a:rect b="b" l="l" r="r" t="t"/>
              <a:pathLst>
                <a:path extrusionOk="0" h="5018" w="9074">
                  <a:moveTo>
                    <a:pt x="2331" y="1"/>
                  </a:moveTo>
                  <a:cubicBezTo>
                    <a:pt x="2206" y="1"/>
                    <a:pt x="2081" y="7"/>
                    <a:pt x="1955" y="20"/>
                  </a:cubicBezTo>
                  <a:cubicBezTo>
                    <a:pt x="1830" y="20"/>
                    <a:pt x="1705" y="20"/>
                    <a:pt x="1579" y="45"/>
                  </a:cubicBezTo>
                  <a:cubicBezTo>
                    <a:pt x="1454" y="45"/>
                    <a:pt x="1329" y="20"/>
                    <a:pt x="1229" y="20"/>
                  </a:cubicBezTo>
                  <a:cubicBezTo>
                    <a:pt x="978" y="20"/>
                    <a:pt x="752" y="45"/>
                    <a:pt x="577" y="45"/>
                  </a:cubicBezTo>
                  <a:cubicBezTo>
                    <a:pt x="402" y="70"/>
                    <a:pt x="251" y="95"/>
                    <a:pt x="151" y="120"/>
                  </a:cubicBezTo>
                  <a:cubicBezTo>
                    <a:pt x="51" y="120"/>
                    <a:pt x="0" y="145"/>
                    <a:pt x="0" y="145"/>
                  </a:cubicBezTo>
                  <a:cubicBezTo>
                    <a:pt x="0" y="145"/>
                    <a:pt x="0" y="195"/>
                    <a:pt x="26" y="295"/>
                  </a:cubicBezTo>
                  <a:cubicBezTo>
                    <a:pt x="26" y="396"/>
                    <a:pt x="51" y="571"/>
                    <a:pt x="101" y="721"/>
                  </a:cubicBezTo>
                  <a:cubicBezTo>
                    <a:pt x="151" y="897"/>
                    <a:pt x="201" y="1122"/>
                    <a:pt x="301" y="1323"/>
                  </a:cubicBezTo>
                  <a:cubicBezTo>
                    <a:pt x="326" y="1448"/>
                    <a:pt x="376" y="1549"/>
                    <a:pt x="427" y="1674"/>
                  </a:cubicBezTo>
                  <a:cubicBezTo>
                    <a:pt x="502" y="1799"/>
                    <a:pt x="577" y="1899"/>
                    <a:pt x="652" y="2025"/>
                  </a:cubicBezTo>
                  <a:cubicBezTo>
                    <a:pt x="803" y="2275"/>
                    <a:pt x="1003" y="2526"/>
                    <a:pt x="1229" y="2777"/>
                  </a:cubicBezTo>
                  <a:cubicBezTo>
                    <a:pt x="1454" y="3027"/>
                    <a:pt x="1680" y="3228"/>
                    <a:pt x="1930" y="3453"/>
                  </a:cubicBezTo>
                  <a:cubicBezTo>
                    <a:pt x="2206" y="3654"/>
                    <a:pt x="2482" y="3854"/>
                    <a:pt x="2757" y="4030"/>
                  </a:cubicBezTo>
                  <a:cubicBezTo>
                    <a:pt x="3033" y="4180"/>
                    <a:pt x="3334" y="4330"/>
                    <a:pt x="3635" y="4456"/>
                  </a:cubicBezTo>
                  <a:cubicBezTo>
                    <a:pt x="4236" y="4706"/>
                    <a:pt x="4863" y="4882"/>
                    <a:pt x="5464" y="4957"/>
                  </a:cubicBezTo>
                  <a:cubicBezTo>
                    <a:pt x="5795" y="4998"/>
                    <a:pt x="6119" y="5017"/>
                    <a:pt x="6431" y="5017"/>
                  </a:cubicBezTo>
                  <a:cubicBezTo>
                    <a:pt x="6685" y="5017"/>
                    <a:pt x="6932" y="5005"/>
                    <a:pt x="7168" y="4982"/>
                  </a:cubicBezTo>
                  <a:cubicBezTo>
                    <a:pt x="7419" y="4932"/>
                    <a:pt x="7670" y="4907"/>
                    <a:pt x="7895" y="4857"/>
                  </a:cubicBezTo>
                  <a:cubicBezTo>
                    <a:pt x="8121" y="4832"/>
                    <a:pt x="8321" y="4782"/>
                    <a:pt x="8497" y="4731"/>
                  </a:cubicBezTo>
                  <a:cubicBezTo>
                    <a:pt x="8672" y="4706"/>
                    <a:pt x="8823" y="4631"/>
                    <a:pt x="8923" y="4606"/>
                  </a:cubicBezTo>
                  <a:cubicBezTo>
                    <a:pt x="9023" y="4581"/>
                    <a:pt x="9073" y="4556"/>
                    <a:pt x="9073" y="4556"/>
                  </a:cubicBezTo>
                  <a:cubicBezTo>
                    <a:pt x="9073" y="4556"/>
                    <a:pt x="9073" y="4506"/>
                    <a:pt x="9023" y="4406"/>
                  </a:cubicBezTo>
                  <a:cubicBezTo>
                    <a:pt x="8998" y="4305"/>
                    <a:pt x="8948" y="4155"/>
                    <a:pt x="8873" y="4005"/>
                  </a:cubicBezTo>
                  <a:cubicBezTo>
                    <a:pt x="8798" y="3829"/>
                    <a:pt x="8722" y="3629"/>
                    <a:pt x="8597" y="3403"/>
                  </a:cubicBezTo>
                  <a:cubicBezTo>
                    <a:pt x="8472" y="3203"/>
                    <a:pt x="8321" y="2977"/>
                    <a:pt x="8146" y="2777"/>
                  </a:cubicBezTo>
                  <a:cubicBezTo>
                    <a:pt x="7970" y="2551"/>
                    <a:pt x="7795" y="2325"/>
                    <a:pt x="7569" y="2125"/>
                  </a:cubicBezTo>
                  <a:cubicBezTo>
                    <a:pt x="7344" y="1899"/>
                    <a:pt x="7118" y="1699"/>
                    <a:pt x="6868" y="1523"/>
                  </a:cubicBezTo>
                  <a:cubicBezTo>
                    <a:pt x="6341" y="1148"/>
                    <a:pt x="5815" y="847"/>
                    <a:pt x="5239" y="596"/>
                  </a:cubicBezTo>
                  <a:cubicBezTo>
                    <a:pt x="4963" y="496"/>
                    <a:pt x="4662" y="396"/>
                    <a:pt x="4386" y="295"/>
                  </a:cubicBezTo>
                  <a:cubicBezTo>
                    <a:pt x="4086" y="220"/>
                    <a:pt x="3810" y="170"/>
                    <a:pt x="3534" y="120"/>
                  </a:cubicBezTo>
                  <a:cubicBezTo>
                    <a:pt x="3259" y="70"/>
                    <a:pt x="2958" y="45"/>
                    <a:pt x="2707" y="20"/>
                  </a:cubicBezTo>
                  <a:cubicBezTo>
                    <a:pt x="2582" y="7"/>
                    <a:pt x="2457" y="1"/>
                    <a:pt x="233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0" name="Google Shape;1490;p44"/>
            <p:cNvSpPr/>
            <p:nvPr/>
          </p:nvSpPr>
          <p:spPr>
            <a:xfrm>
              <a:off x="6171780" y="3581932"/>
              <a:ext cx="126517" cy="264909"/>
            </a:xfrm>
            <a:custGeom>
              <a:rect b="b" l="l" r="r" t="t"/>
              <a:pathLst>
                <a:path extrusionOk="0" h="8924" w="4262">
                  <a:moveTo>
                    <a:pt x="2332" y="1"/>
                  </a:moveTo>
                  <a:cubicBezTo>
                    <a:pt x="2332" y="1"/>
                    <a:pt x="2281" y="51"/>
                    <a:pt x="2206" y="126"/>
                  </a:cubicBezTo>
                  <a:cubicBezTo>
                    <a:pt x="2156" y="176"/>
                    <a:pt x="2031" y="277"/>
                    <a:pt x="1931" y="402"/>
                  </a:cubicBezTo>
                  <a:cubicBezTo>
                    <a:pt x="1830" y="527"/>
                    <a:pt x="1680" y="678"/>
                    <a:pt x="1555" y="853"/>
                  </a:cubicBezTo>
                  <a:cubicBezTo>
                    <a:pt x="1429" y="1003"/>
                    <a:pt x="1304" y="1204"/>
                    <a:pt x="1154" y="1379"/>
                  </a:cubicBezTo>
                  <a:cubicBezTo>
                    <a:pt x="1028" y="1580"/>
                    <a:pt x="903" y="1780"/>
                    <a:pt x="778" y="2006"/>
                  </a:cubicBezTo>
                  <a:cubicBezTo>
                    <a:pt x="677" y="2231"/>
                    <a:pt x="552" y="2457"/>
                    <a:pt x="452" y="2708"/>
                  </a:cubicBezTo>
                  <a:cubicBezTo>
                    <a:pt x="276" y="3159"/>
                    <a:pt x="126" y="3685"/>
                    <a:pt x="76" y="4211"/>
                  </a:cubicBezTo>
                  <a:cubicBezTo>
                    <a:pt x="1" y="4763"/>
                    <a:pt x="1" y="5314"/>
                    <a:pt x="101" y="5866"/>
                  </a:cubicBezTo>
                  <a:cubicBezTo>
                    <a:pt x="176" y="6392"/>
                    <a:pt x="327" y="6943"/>
                    <a:pt x="552" y="7394"/>
                  </a:cubicBezTo>
                  <a:cubicBezTo>
                    <a:pt x="652" y="7620"/>
                    <a:pt x="753" y="7845"/>
                    <a:pt x="878" y="8021"/>
                  </a:cubicBezTo>
                  <a:cubicBezTo>
                    <a:pt x="978" y="8196"/>
                    <a:pt x="1103" y="8372"/>
                    <a:pt x="1204" y="8497"/>
                  </a:cubicBezTo>
                  <a:cubicBezTo>
                    <a:pt x="1304" y="8622"/>
                    <a:pt x="1404" y="8748"/>
                    <a:pt x="1479" y="8823"/>
                  </a:cubicBezTo>
                  <a:cubicBezTo>
                    <a:pt x="1530" y="8873"/>
                    <a:pt x="1580" y="8923"/>
                    <a:pt x="1580" y="8923"/>
                  </a:cubicBezTo>
                  <a:cubicBezTo>
                    <a:pt x="1580" y="8923"/>
                    <a:pt x="1630" y="8898"/>
                    <a:pt x="1705" y="8848"/>
                  </a:cubicBezTo>
                  <a:cubicBezTo>
                    <a:pt x="1780" y="8773"/>
                    <a:pt x="1905" y="8698"/>
                    <a:pt x="2031" y="8597"/>
                  </a:cubicBezTo>
                  <a:cubicBezTo>
                    <a:pt x="2156" y="8472"/>
                    <a:pt x="2332" y="8347"/>
                    <a:pt x="2457" y="8196"/>
                  </a:cubicBezTo>
                  <a:cubicBezTo>
                    <a:pt x="2607" y="8021"/>
                    <a:pt x="2783" y="7845"/>
                    <a:pt x="2933" y="7670"/>
                  </a:cubicBezTo>
                  <a:cubicBezTo>
                    <a:pt x="3234" y="7294"/>
                    <a:pt x="3535" y="6868"/>
                    <a:pt x="3760" y="6367"/>
                  </a:cubicBezTo>
                  <a:cubicBezTo>
                    <a:pt x="3986" y="5866"/>
                    <a:pt x="4136" y="5289"/>
                    <a:pt x="4211" y="4738"/>
                  </a:cubicBezTo>
                  <a:cubicBezTo>
                    <a:pt x="4236" y="4437"/>
                    <a:pt x="4261" y="4136"/>
                    <a:pt x="4261" y="3861"/>
                  </a:cubicBezTo>
                  <a:cubicBezTo>
                    <a:pt x="4261" y="3560"/>
                    <a:pt x="4211" y="3259"/>
                    <a:pt x="4161" y="2983"/>
                  </a:cubicBezTo>
                  <a:cubicBezTo>
                    <a:pt x="4086" y="2683"/>
                    <a:pt x="4036" y="2432"/>
                    <a:pt x="3936" y="2156"/>
                  </a:cubicBezTo>
                  <a:cubicBezTo>
                    <a:pt x="3835" y="1881"/>
                    <a:pt x="3710" y="1630"/>
                    <a:pt x="3585" y="1404"/>
                  </a:cubicBezTo>
                  <a:cubicBezTo>
                    <a:pt x="3459" y="1204"/>
                    <a:pt x="3334" y="978"/>
                    <a:pt x="3184" y="803"/>
                  </a:cubicBezTo>
                  <a:cubicBezTo>
                    <a:pt x="3033" y="627"/>
                    <a:pt x="2883" y="477"/>
                    <a:pt x="2758" y="352"/>
                  </a:cubicBezTo>
                  <a:cubicBezTo>
                    <a:pt x="2657" y="251"/>
                    <a:pt x="2532" y="151"/>
                    <a:pt x="2457" y="101"/>
                  </a:cubicBezTo>
                  <a:cubicBezTo>
                    <a:pt x="2382" y="26"/>
                    <a:pt x="2332" y="1"/>
                    <a:pt x="233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1" name="Google Shape;1491;p44"/>
            <p:cNvSpPr/>
            <p:nvPr/>
          </p:nvSpPr>
          <p:spPr>
            <a:xfrm>
              <a:off x="6362239" y="3721660"/>
              <a:ext cx="282007" cy="124440"/>
            </a:xfrm>
            <a:custGeom>
              <a:rect b="b" l="l" r="r" t="t"/>
              <a:pathLst>
                <a:path extrusionOk="0" h="4192" w="9500">
                  <a:moveTo>
                    <a:pt x="4946" y="1"/>
                  </a:moveTo>
                  <a:cubicBezTo>
                    <a:pt x="4868" y="1"/>
                    <a:pt x="4790" y="2"/>
                    <a:pt x="4713" y="6"/>
                  </a:cubicBezTo>
                  <a:cubicBezTo>
                    <a:pt x="4111" y="31"/>
                    <a:pt x="3535" y="106"/>
                    <a:pt x="2958" y="281"/>
                  </a:cubicBezTo>
                  <a:cubicBezTo>
                    <a:pt x="2407" y="457"/>
                    <a:pt x="1906" y="707"/>
                    <a:pt x="1454" y="983"/>
                  </a:cubicBezTo>
                  <a:cubicBezTo>
                    <a:pt x="1229" y="1108"/>
                    <a:pt x="1028" y="1259"/>
                    <a:pt x="853" y="1384"/>
                  </a:cubicBezTo>
                  <a:cubicBezTo>
                    <a:pt x="677" y="1534"/>
                    <a:pt x="527" y="1685"/>
                    <a:pt x="402" y="1785"/>
                  </a:cubicBezTo>
                  <a:cubicBezTo>
                    <a:pt x="276" y="1910"/>
                    <a:pt x="176" y="2036"/>
                    <a:pt x="101" y="2086"/>
                  </a:cubicBezTo>
                  <a:cubicBezTo>
                    <a:pt x="26" y="2161"/>
                    <a:pt x="1" y="2211"/>
                    <a:pt x="1" y="2211"/>
                  </a:cubicBezTo>
                  <a:cubicBezTo>
                    <a:pt x="1" y="2211"/>
                    <a:pt x="26" y="2261"/>
                    <a:pt x="101" y="2336"/>
                  </a:cubicBezTo>
                  <a:cubicBezTo>
                    <a:pt x="176" y="2387"/>
                    <a:pt x="276" y="2512"/>
                    <a:pt x="427" y="2612"/>
                  </a:cubicBezTo>
                  <a:cubicBezTo>
                    <a:pt x="552" y="2737"/>
                    <a:pt x="703" y="2863"/>
                    <a:pt x="903" y="2988"/>
                  </a:cubicBezTo>
                  <a:cubicBezTo>
                    <a:pt x="1078" y="3138"/>
                    <a:pt x="1279" y="3264"/>
                    <a:pt x="1505" y="3389"/>
                  </a:cubicBezTo>
                  <a:cubicBezTo>
                    <a:pt x="1956" y="3640"/>
                    <a:pt x="2482" y="3840"/>
                    <a:pt x="3033" y="3991"/>
                  </a:cubicBezTo>
                  <a:cubicBezTo>
                    <a:pt x="3610" y="4141"/>
                    <a:pt x="4211" y="4191"/>
                    <a:pt x="4788" y="4191"/>
                  </a:cubicBezTo>
                  <a:cubicBezTo>
                    <a:pt x="5389" y="4166"/>
                    <a:pt x="5966" y="4066"/>
                    <a:pt x="6517" y="3890"/>
                  </a:cubicBezTo>
                  <a:cubicBezTo>
                    <a:pt x="7068" y="3740"/>
                    <a:pt x="7595" y="3489"/>
                    <a:pt x="8021" y="3214"/>
                  </a:cubicBezTo>
                  <a:cubicBezTo>
                    <a:pt x="8246" y="3088"/>
                    <a:pt x="8447" y="2938"/>
                    <a:pt x="8622" y="2788"/>
                  </a:cubicBezTo>
                  <a:cubicBezTo>
                    <a:pt x="8798" y="2662"/>
                    <a:pt x="8973" y="2512"/>
                    <a:pt x="9099" y="2387"/>
                  </a:cubicBezTo>
                  <a:cubicBezTo>
                    <a:pt x="9224" y="2286"/>
                    <a:pt x="9324" y="2161"/>
                    <a:pt x="9399" y="2086"/>
                  </a:cubicBezTo>
                  <a:cubicBezTo>
                    <a:pt x="9475" y="2011"/>
                    <a:pt x="9500" y="1961"/>
                    <a:pt x="9500" y="1961"/>
                  </a:cubicBezTo>
                  <a:cubicBezTo>
                    <a:pt x="9500" y="1961"/>
                    <a:pt x="9475" y="1910"/>
                    <a:pt x="9399" y="1860"/>
                  </a:cubicBezTo>
                  <a:cubicBezTo>
                    <a:pt x="9324" y="1785"/>
                    <a:pt x="9224" y="1660"/>
                    <a:pt x="9099" y="1560"/>
                  </a:cubicBezTo>
                  <a:cubicBezTo>
                    <a:pt x="8973" y="1459"/>
                    <a:pt x="8798" y="1309"/>
                    <a:pt x="8622" y="1184"/>
                  </a:cubicBezTo>
                  <a:cubicBezTo>
                    <a:pt x="8447" y="1058"/>
                    <a:pt x="8246" y="933"/>
                    <a:pt x="8021" y="808"/>
                  </a:cubicBezTo>
                  <a:cubicBezTo>
                    <a:pt x="7570" y="557"/>
                    <a:pt x="7043" y="331"/>
                    <a:pt x="6467" y="181"/>
                  </a:cubicBezTo>
                  <a:cubicBezTo>
                    <a:pt x="5987" y="72"/>
                    <a:pt x="5469" y="1"/>
                    <a:pt x="4946"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2" name="Google Shape;1492;p44"/>
            <p:cNvSpPr/>
            <p:nvPr/>
          </p:nvSpPr>
          <p:spPr>
            <a:xfrm>
              <a:off x="6365980" y="3326760"/>
              <a:ext cx="148811" cy="245554"/>
            </a:xfrm>
            <a:custGeom>
              <a:rect b="b" l="l" r="r" t="t"/>
              <a:pathLst>
                <a:path extrusionOk="0" h="8272" w="5013">
                  <a:moveTo>
                    <a:pt x="551" y="0"/>
                  </a:moveTo>
                  <a:cubicBezTo>
                    <a:pt x="551" y="0"/>
                    <a:pt x="501" y="75"/>
                    <a:pt x="476" y="151"/>
                  </a:cubicBezTo>
                  <a:cubicBezTo>
                    <a:pt x="451" y="251"/>
                    <a:pt x="376" y="376"/>
                    <a:pt x="326" y="552"/>
                  </a:cubicBezTo>
                  <a:cubicBezTo>
                    <a:pt x="276" y="702"/>
                    <a:pt x="201" y="903"/>
                    <a:pt x="176" y="1128"/>
                  </a:cubicBezTo>
                  <a:cubicBezTo>
                    <a:pt x="125" y="1329"/>
                    <a:pt x="75" y="1579"/>
                    <a:pt x="50" y="1830"/>
                  </a:cubicBezTo>
                  <a:cubicBezTo>
                    <a:pt x="0" y="2331"/>
                    <a:pt x="0" y="2908"/>
                    <a:pt x="100" y="3459"/>
                  </a:cubicBezTo>
                  <a:cubicBezTo>
                    <a:pt x="176" y="4035"/>
                    <a:pt x="351" y="4587"/>
                    <a:pt x="602" y="5138"/>
                  </a:cubicBezTo>
                  <a:cubicBezTo>
                    <a:pt x="877" y="5639"/>
                    <a:pt x="1203" y="6116"/>
                    <a:pt x="1579" y="6517"/>
                  </a:cubicBezTo>
                  <a:cubicBezTo>
                    <a:pt x="1955" y="6918"/>
                    <a:pt x="2406" y="7269"/>
                    <a:pt x="2832" y="7544"/>
                  </a:cubicBezTo>
                  <a:cubicBezTo>
                    <a:pt x="3033" y="7670"/>
                    <a:pt x="3258" y="7795"/>
                    <a:pt x="3434" y="7870"/>
                  </a:cubicBezTo>
                  <a:cubicBezTo>
                    <a:pt x="3634" y="7970"/>
                    <a:pt x="3835" y="8045"/>
                    <a:pt x="3985" y="8096"/>
                  </a:cubicBezTo>
                  <a:cubicBezTo>
                    <a:pt x="4161" y="8171"/>
                    <a:pt x="4311" y="8196"/>
                    <a:pt x="4386" y="8221"/>
                  </a:cubicBezTo>
                  <a:cubicBezTo>
                    <a:pt x="4486" y="8246"/>
                    <a:pt x="4536" y="8271"/>
                    <a:pt x="4536" y="8271"/>
                  </a:cubicBezTo>
                  <a:cubicBezTo>
                    <a:pt x="4536" y="8271"/>
                    <a:pt x="4562" y="8221"/>
                    <a:pt x="4612" y="8121"/>
                  </a:cubicBezTo>
                  <a:cubicBezTo>
                    <a:pt x="4637" y="8020"/>
                    <a:pt x="4687" y="7895"/>
                    <a:pt x="4737" y="7720"/>
                  </a:cubicBezTo>
                  <a:cubicBezTo>
                    <a:pt x="4787" y="7569"/>
                    <a:pt x="4837" y="7369"/>
                    <a:pt x="4887" y="7143"/>
                  </a:cubicBezTo>
                  <a:cubicBezTo>
                    <a:pt x="4912" y="6918"/>
                    <a:pt x="4937" y="6692"/>
                    <a:pt x="4963" y="6441"/>
                  </a:cubicBezTo>
                  <a:cubicBezTo>
                    <a:pt x="5013" y="5940"/>
                    <a:pt x="4988" y="5389"/>
                    <a:pt x="4887" y="4837"/>
                  </a:cubicBezTo>
                  <a:cubicBezTo>
                    <a:pt x="4787" y="4286"/>
                    <a:pt x="4587" y="3735"/>
                    <a:pt x="4336" y="3233"/>
                  </a:cubicBezTo>
                  <a:cubicBezTo>
                    <a:pt x="4085" y="2707"/>
                    <a:pt x="3785" y="2231"/>
                    <a:pt x="3434" y="1830"/>
                  </a:cubicBezTo>
                  <a:cubicBezTo>
                    <a:pt x="3058" y="1429"/>
                    <a:pt x="2657" y="1078"/>
                    <a:pt x="2231" y="802"/>
                  </a:cubicBezTo>
                  <a:cubicBezTo>
                    <a:pt x="2030" y="652"/>
                    <a:pt x="1830" y="552"/>
                    <a:pt x="1629" y="451"/>
                  </a:cubicBezTo>
                  <a:cubicBezTo>
                    <a:pt x="1429" y="351"/>
                    <a:pt x="1228" y="251"/>
                    <a:pt x="1078" y="201"/>
                  </a:cubicBezTo>
                  <a:cubicBezTo>
                    <a:pt x="927" y="126"/>
                    <a:pt x="777" y="101"/>
                    <a:pt x="702" y="50"/>
                  </a:cubicBezTo>
                  <a:cubicBezTo>
                    <a:pt x="602" y="25"/>
                    <a:pt x="551" y="0"/>
                    <a:pt x="55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3" name="Google Shape;1493;p44"/>
            <p:cNvSpPr/>
            <p:nvPr/>
          </p:nvSpPr>
          <p:spPr>
            <a:xfrm>
              <a:off x="6609990" y="3238210"/>
              <a:ext cx="216522" cy="189004"/>
            </a:xfrm>
            <a:custGeom>
              <a:rect b="b" l="l" r="r" t="t"/>
              <a:pathLst>
                <a:path extrusionOk="0" h="6367" w="7294">
                  <a:moveTo>
                    <a:pt x="7093" y="1"/>
                  </a:moveTo>
                  <a:cubicBezTo>
                    <a:pt x="6993" y="1"/>
                    <a:pt x="6818" y="1"/>
                    <a:pt x="6667" y="26"/>
                  </a:cubicBezTo>
                  <a:cubicBezTo>
                    <a:pt x="6492" y="26"/>
                    <a:pt x="6291" y="51"/>
                    <a:pt x="6066" y="101"/>
                  </a:cubicBezTo>
                  <a:cubicBezTo>
                    <a:pt x="5840" y="126"/>
                    <a:pt x="5615" y="201"/>
                    <a:pt x="5364" y="251"/>
                  </a:cubicBezTo>
                  <a:cubicBezTo>
                    <a:pt x="4888" y="402"/>
                    <a:pt x="4362" y="602"/>
                    <a:pt x="3885" y="853"/>
                  </a:cubicBezTo>
                  <a:cubicBezTo>
                    <a:pt x="3409" y="1104"/>
                    <a:pt x="2933" y="1404"/>
                    <a:pt x="2532" y="1780"/>
                  </a:cubicBezTo>
                  <a:cubicBezTo>
                    <a:pt x="2332" y="1956"/>
                    <a:pt x="2131" y="2156"/>
                    <a:pt x="1956" y="2357"/>
                  </a:cubicBezTo>
                  <a:cubicBezTo>
                    <a:pt x="1780" y="2557"/>
                    <a:pt x="1605" y="2758"/>
                    <a:pt x="1454" y="2958"/>
                  </a:cubicBezTo>
                  <a:cubicBezTo>
                    <a:pt x="1304" y="3159"/>
                    <a:pt x="1154" y="3409"/>
                    <a:pt x="1028" y="3610"/>
                  </a:cubicBezTo>
                  <a:cubicBezTo>
                    <a:pt x="928" y="3810"/>
                    <a:pt x="803" y="4036"/>
                    <a:pt x="702" y="4236"/>
                  </a:cubicBezTo>
                  <a:cubicBezTo>
                    <a:pt x="652" y="4362"/>
                    <a:pt x="602" y="4462"/>
                    <a:pt x="577" y="4562"/>
                  </a:cubicBezTo>
                  <a:cubicBezTo>
                    <a:pt x="502" y="4688"/>
                    <a:pt x="452" y="4788"/>
                    <a:pt x="402" y="4888"/>
                  </a:cubicBezTo>
                  <a:cubicBezTo>
                    <a:pt x="301" y="5089"/>
                    <a:pt x="226" y="5289"/>
                    <a:pt x="176" y="5439"/>
                  </a:cubicBezTo>
                  <a:cubicBezTo>
                    <a:pt x="101" y="5590"/>
                    <a:pt x="76" y="5740"/>
                    <a:pt x="26" y="5840"/>
                  </a:cubicBezTo>
                  <a:cubicBezTo>
                    <a:pt x="1" y="5941"/>
                    <a:pt x="1" y="5991"/>
                    <a:pt x="1" y="5991"/>
                  </a:cubicBezTo>
                  <a:cubicBezTo>
                    <a:pt x="1" y="5991"/>
                    <a:pt x="51" y="6016"/>
                    <a:pt x="151" y="6066"/>
                  </a:cubicBezTo>
                  <a:cubicBezTo>
                    <a:pt x="226" y="6091"/>
                    <a:pt x="377" y="6141"/>
                    <a:pt x="552" y="6166"/>
                  </a:cubicBezTo>
                  <a:cubicBezTo>
                    <a:pt x="702" y="6216"/>
                    <a:pt x="928" y="6267"/>
                    <a:pt x="1129" y="6317"/>
                  </a:cubicBezTo>
                  <a:cubicBezTo>
                    <a:pt x="1254" y="6342"/>
                    <a:pt x="1354" y="6342"/>
                    <a:pt x="1479" y="6367"/>
                  </a:cubicBezTo>
                  <a:cubicBezTo>
                    <a:pt x="1605" y="6367"/>
                    <a:pt x="1755" y="6342"/>
                    <a:pt x="1880" y="6342"/>
                  </a:cubicBezTo>
                  <a:cubicBezTo>
                    <a:pt x="2156" y="6317"/>
                    <a:pt x="2457" y="6292"/>
                    <a:pt x="2758" y="6216"/>
                  </a:cubicBezTo>
                  <a:cubicBezTo>
                    <a:pt x="3083" y="6141"/>
                    <a:pt x="3359" y="6041"/>
                    <a:pt x="3660" y="5941"/>
                  </a:cubicBezTo>
                  <a:cubicBezTo>
                    <a:pt x="3936" y="5815"/>
                    <a:pt x="4236" y="5690"/>
                    <a:pt x="4512" y="5490"/>
                  </a:cubicBezTo>
                  <a:cubicBezTo>
                    <a:pt x="4763" y="5339"/>
                    <a:pt x="5038" y="5139"/>
                    <a:pt x="5289" y="4938"/>
                  </a:cubicBezTo>
                  <a:cubicBezTo>
                    <a:pt x="5514" y="4713"/>
                    <a:pt x="5740" y="4487"/>
                    <a:pt x="5941" y="4262"/>
                  </a:cubicBezTo>
                  <a:cubicBezTo>
                    <a:pt x="6166" y="4011"/>
                    <a:pt x="6316" y="3760"/>
                    <a:pt x="6492" y="3485"/>
                  </a:cubicBezTo>
                  <a:cubicBezTo>
                    <a:pt x="6642" y="3234"/>
                    <a:pt x="6768" y="2983"/>
                    <a:pt x="6868" y="2708"/>
                  </a:cubicBezTo>
                  <a:cubicBezTo>
                    <a:pt x="6993" y="2432"/>
                    <a:pt x="7068" y="2181"/>
                    <a:pt x="7119" y="1906"/>
                  </a:cubicBezTo>
                  <a:cubicBezTo>
                    <a:pt x="7194" y="1655"/>
                    <a:pt x="7244" y="1404"/>
                    <a:pt x="7244" y="1179"/>
                  </a:cubicBezTo>
                  <a:cubicBezTo>
                    <a:pt x="7269" y="953"/>
                    <a:pt x="7269" y="753"/>
                    <a:pt x="7294" y="577"/>
                  </a:cubicBezTo>
                  <a:cubicBezTo>
                    <a:pt x="7294" y="402"/>
                    <a:pt x="7269" y="251"/>
                    <a:pt x="7269" y="151"/>
                  </a:cubicBezTo>
                  <a:cubicBezTo>
                    <a:pt x="7269" y="51"/>
                    <a:pt x="7244" y="1"/>
                    <a:pt x="724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4" name="Google Shape;1494;p44"/>
            <p:cNvSpPr/>
            <p:nvPr/>
          </p:nvSpPr>
          <p:spPr>
            <a:xfrm>
              <a:off x="6429209" y="2993873"/>
              <a:ext cx="200166" cy="182177"/>
            </a:xfrm>
            <a:custGeom>
              <a:rect b="b" l="l" r="r" t="t"/>
              <a:pathLst>
                <a:path extrusionOk="0" h="6137" w="6743">
                  <a:moveTo>
                    <a:pt x="1357" y="1"/>
                  </a:moveTo>
                  <a:cubicBezTo>
                    <a:pt x="1288" y="1"/>
                    <a:pt x="1219" y="4"/>
                    <a:pt x="1153" y="11"/>
                  </a:cubicBezTo>
                  <a:cubicBezTo>
                    <a:pt x="903" y="11"/>
                    <a:pt x="702" y="36"/>
                    <a:pt x="527" y="86"/>
                  </a:cubicBezTo>
                  <a:cubicBezTo>
                    <a:pt x="376" y="86"/>
                    <a:pt x="226" y="137"/>
                    <a:pt x="151" y="162"/>
                  </a:cubicBezTo>
                  <a:cubicBezTo>
                    <a:pt x="51" y="187"/>
                    <a:pt x="0" y="212"/>
                    <a:pt x="0" y="212"/>
                  </a:cubicBezTo>
                  <a:cubicBezTo>
                    <a:pt x="0" y="212"/>
                    <a:pt x="0" y="287"/>
                    <a:pt x="25" y="387"/>
                  </a:cubicBezTo>
                  <a:cubicBezTo>
                    <a:pt x="51" y="462"/>
                    <a:pt x="51" y="638"/>
                    <a:pt x="101" y="788"/>
                  </a:cubicBezTo>
                  <a:cubicBezTo>
                    <a:pt x="126" y="939"/>
                    <a:pt x="176" y="1139"/>
                    <a:pt x="226" y="1340"/>
                  </a:cubicBezTo>
                  <a:cubicBezTo>
                    <a:pt x="276" y="1515"/>
                    <a:pt x="326" y="1741"/>
                    <a:pt x="401" y="1966"/>
                  </a:cubicBezTo>
                  <a:cubicBezTo>
                    <a:pt x="477" y="2192"/>
                    <a:pt x="552" y="2417"/>
                    <a:pt x="652" y="2618"/>
                  </a:cubicBezTo>
                  <a:cubicBezTo>
                    <a:pt x="752" y="2843"/>
                    <a:pt x="853" y="3069"/>
                    <a:pt x="978" y="3294"/>
                  </a:cubicBezTo>
                  <a:cubicBezTo>
                    <a:pt x="1103" y="3520"/>
                    <a:pt x="1254" y="3721"/>
                    <a:pt x="1429" y="3946"/>
                  </a:cubicBezTo>
                  <a:cubicBezTo>
                    <a:pt x="1579" y="4147"/>
                    <a:pt x="1755" y="4347"/>
                    <a:pt x="1955" y="4548"/>
                  </a:cubicBezTo>
                  <a:cubicBezTo>
                    <a:pt x="2156" y="4748"/>
                    <a:pt x="2381" y="4924"/>
                    <a:pt x="2607" y="5074"/>
                  </a:cubicBezTo>
                  <a:cubicBezTo>
                    <a:pt x="2807" y="5249"/>
                    <a:pt x="3083" y="5400"/>
                    <a:pt x="3334" y="5525"/>
                  </a:cubicBezTo>
                  <a:cubicBezTo>
                    <a:pt x="3584" y="5650"/>
                    <a:pt x="3810" y="5751"/>
                    <a:pt x="4086" y="5851"/>
                  </a:cubicBezTo>
                  <a:cubicBezTo>
                    <a:pt x="4386" y="5951"/>
                    <a:pt x="4637" y="6026"/>
                    <a:pt x="4913" y="6076"/>
                  </a:cubicBezTo>
                  <a:cubicBezTo>
                    <a:pt x="5096" y="6113"/>
                    <a:pt x="5266" y="6136"/>
                    <a:pt x="5433" y="6136"/>
                  </a:cubicBezTo>
                  <a:cubicBezTo>
                    <a:pt x="5494" y="6136"/>
                    <a:pt x="5554" y="6133"/>
                    <a:pt x="5614" y="6127"/>
                  </a:cubicBezTo>
                  <a:cubicBezTo>
                    <a:pt x="5815" y="6127"/>
                    <a:pt x="6041" y="6101"/>
                    <a:pt x="6191" y="6076"/>
                  </a:cubicBezTo>
                  <a:cubicBezTo>
                    <a:pt x="6366" y="6076"/>
                    <a:pt x="6517" y="6026"/>
                    <a:pt x="6592" y="6001"/>
                  </a:cubicBezTo>
                  <a:cubicBezTo>
                    <a:pt x="6692" y="6001"/>
                    <a:pt x="6742" y="5976"/>
                    <a:pt x="6742" y="5976"/>
                  </a:cubicBezTo>
                  <a:cubicBezTo>
                    <a:pt x="6742" y="5976"/>
                    <a:pt x="6742" y="5926"/>
                    <a:pt x="6742" y="5826"/>
                  </a:cubicBezTo>
                  <a:cubicBezTo>
                    <a:pt x="6717" y="5726"/>
                    <a:pt x="6717" y="5575"/>
                    <a:pt x="6692" y="5425"/>
                  </a:cubicBezTo>
                  <a:cubicBezTo>
                    <a:pt x="6667" y="5249"/>
                    <a:pt x="6617" y="5049"/>
                    <a:pt x="6567" y="4848"/>
                  </a:cubicBezTo>
                  <a:cubicBezTo>
                    <a:pt x="6492" y="4623"/>
                    <a:pt x="6442" y="4397"/>
                    <a:pt x="6391" y="4172"/>
                  </a:cubicBezTo>
                  <a:cubicBezTo>
                    <a:pt x="6341" y="3946"/>
                    <a:pt x="6266" y="3721"/>
                    <a:pt x="6191" y="3520"/>
                  </a:cubicBezTo>
                  <a:cubicBezTo>
                    <a:pt x="6091" y="3294"/>
                    <a:pt x="5990" y="3044"/>
                    <a:pt x="5865" y="2818"/>
                  </a:cubicBezTo>
                  <a:cubicBezTo>
                    <a:pt x="5614" y="2392"/>
                    <a:pt x="5264" y="1941"/>
                    <a:pt x="4863" y="1540"/>
                  </a:cubicBezTo>
                  <a:cubicBezTo>
                    <a:pt x="4662" y="1340"/>
                    <a:pt x="4437" y="1164"/>
                    <a:pt x="4211" y="989"/>
                  </a:cubicBezTo>
                  <a:cubicBezTo>
                    <a:pt x="3985" y="838"/>
                    <a:pt x="3735" y="688"/>
                    <a:pt x="3459" y="538"/>
                  </a:cubicBezTo>
                  <a:cubicBezTo>
                    <a:pt x="3208" y="412"/>
                    <a:pt x="2958" y="312"/>
                    <a:pt x="2682" y="237"/>
                  </a:cubicBezTo>
                  <a:cubicBezTo>
                    <a:pt x="2406" y="137"/>
                    <a:pt x="2131" y="86"/>
                    <a:pt x="1880" y="36"/>
                  </a:cubicBezTo>
                  <a:cubicBezTo>
                    <a:pt x="1703" y="19"/>
                    <a:pt x="1526" y="1"/>
                    <a:pt x="1357"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5" name="Google Shape;1495;p44"/>
            <p:cNvSpPr/>
            <p:nvPr/>
          </p:nvSpPr>
          <p:spPr>
            <a:xfrm>
              <a:off x="6255848" y="2673720"/>
              <a:ext cx="282007" cy="128566"/>
            </a:xfrm>
            <a:custGeom>
              <a:rect b="b" l="l" r="r" t="t"/>
              <a:pathLst>
                <a:path extrusionOk="0" h="4331" w="9500">
                  <a:moveTo>
                    <a:pt x="3760" y="0"/>
                  </a:moveTo>
                  <a:cubicBezTo>
                    <a:pt x="3610" y="0"/>
                    <a:pt x="3459" y="7"/>
                    <a:pt x="3309" y="19"/>
                  </a:cubicBezTo>
                  <a:cubicBezTo>
                    <a:pt x="3033" y="44"/>
                    <a:pt x="2733" y="94"/>
                    <a:pt x="2457" y="170"/>
                  </a:cubicBezTo>
                  <a:cubicBezTo>
                    <a:pt x="2181" y="245"/>
                    <a:pt x="1906" y="320"/>
                    <a:pt x="1655" y="420"/>
                  </a:cubicBezTo>
                  <a:cubicBezTo>
                    <a:pt x="1404" y="520"/>
                    <a:pt x="1179" y="621"/>
                    <a:pt x="978" y="721"/>
                  </a:cubicBezTo>
                  <a:cubicBezTo>
                    <a:pt x="778" y="846"/>
                    <a:pt x="602" y="972"/>
                    <a:pt x="452" y="1047"/>
                  </a:cubicBezTo>
                  <a:cubicBezTo>
                    <a:pt x="302" y="1147"/>
                    <a:pt x="201" y="1247"/>
                    <a:pt x="126" y="1323"/>
                  </a:cubicBezTo>
                  <a:cubicBezTo>
                    <a:pt x="26" y="1373"/>
                    <a:pt x="1" y="1423"/>
                    <a:pt x="1" y="1423"/>
                  </a:cubicBezTo>
                  <a:cubicBezTo>
                    <a:pt x="1" y="1423"/>
                    <a:pt x="26" y="1473"/>
                    <a:pt x="101" y="1548"/>
                  </a:cubicBezTo>
                  <a:cubicBezTo>
                    <a:pt x="151" y="1623"/>
                    <a:pt x="251" y="1749"/>
                    <a:pt x="352" y="1874"/>
                  </a:cubicBezTo>
                  <a:cubicBezTo>
                    <a:pt x="477" y="2024"/>
                    <a:pt x="627" y="2175"/>
                    <a:pt x="778" y="2325"/>
                  </a:cubicBezTo>
                  <a:cubicBezTo>
                    <a:pt x="928" y="2500"/>
                    <a:pt x="1129" y="2651"/>
                    <a:pt x="1304" y="2826"/>
                  </a:cubicBezTo>
                  <a:cubicBezTo>
                    <a:pt x="1505" y="2977"/>
                    <a:pt x="1730" y="3127"/>
                    <a:pt x="1956" y="3277"/>
                  </a:cubicBezTo>
                  <a:cubicBezTo>
                    <a:pt x="2181" y="3428"/>
                    <a:pt x="2432" y="3553"/>
                    <a:pt x="2683" y="3678"/>
                  </a:cubicBezTo>
                  <a:cubicBezTo>
                    <a:pt x="2958" y="3804"/>
                    <a:pt x="3234" y="3929"/>
                    <a:pt x="3510" y="4004"/>
                  </a:cubicBezTo>
                  <a:cubicBezTo>
                    <a:pt x="3785" y="4104"/>
                    <a:pt x="4061" y="4155"/>
                    <a:pt x="4387" y="4230"/>
                  </a:cubicBezTo>
                  <a:cubicBezTo>
                    <a:pt x="4804" y="4297"/>
                    <a:pt x="5222" y="4330"/>
                    <a:pt x="5640" y="4330"/>
                  </a:cubicBezTo>
                  <a:cubicBezTo>
                    <a:pt x="5849" y="4330"/>
                    <a:pt x="6058" y="4322"/>
                    <a:pt x="6266" y="4305"/>
                  </a:cubicBezTo>
                  <a:cubicBezTo>
                    <a:pt x="6567" y="4255"/>
                    <a:pt x="6843" y="4230"/>
                    <a:pt x="7119" y="4130"/>
                  </a:cubicBezTo>
                  <a:cubicBezTo>
                    <a:pt x="7394" y="4054"/>
                    <a:pt x="7645" y="3954"/>
                    <a:pt x="7871" y="3854"/>
                  </a:cubicBezTo>
                  <a:cubicBezTo>
                    <a:pt x="8121" y="3754"/>
                    <a:pt x="8347" y="3653"/>
                    <a:pt x="8522" y="3528"/>
                  </a:cubicBezTo>
                  <a:cubicBezTo>
                    <a:pt x="8723" y="3428"/>
                    <a:pt x="8898" y="3302"/>
                    <a:pt x="9048" y="3202"/>
                  </a:cubicBezTo>
                  <a:cubicBezTo>
                    <a:pt x="9199" y="3102"/>
                    <a:pt x="9299" y="3002"/>
                    <a:pt x="9374" y="2952"/>
                  </a:cubicBezTo>
                  <a:cubicBezTo>
                    <a:pt x="9449" y="2876"/>
                    <a:pt x="9500" y="2826"/>
                    <a:pt x="9500" y="2826"/>
                  </a:cubicBezTo>
                  <a:cubicBezTo>
                    <a:pt x="9500" y="2826"/>
                    <a:pt x="9475" y="2776"/>
                    <a:pt x="9399" y="2701"/>
                  </a:cubicBezTo>
                  <a:cubicBezTo>
                    <a:pt x="9349" y="2626"/>
                    <a:pt x="9249" y="2500"/>
                    <a:pt x="9149" y="2375"/>
                  </a:cubicBezTo>
                  <a:cubicBezTo>
                    <a:pt x="9023" y="2250"/>
                    <a:pt x="8873" y="2074"/>
                    <a:pt x="8723" y="1924"/>
                  </a:cubicBezTo>
                  <a:cubicBezTo>
                    <a:pt x="8547" y="1774"/>
                    <a:pt x="8347" y="1623"/>
                    <a:pt x="8146" y="1473"/>
                  </a:cubicBezTo>
                  <a:cubicBezTo>
                    <a:pt x="7946" y="1323"/>
                    <a:pt x="7695" y="1172"/>
                    <a:pt x="7469" y="1022"/>
                  </a:cubicBezTo>
                  <a:cubicBezTo>
                    <a:pt x="7219" y="896"/>
                    <a:pt x="6968" y="746"/>
                    <a:pt x="6718" y="621"/>
                  </a:cubicBezTo>
                  <a:cubicBezTo>
                    <a:pt x="6216" y="370"/>
                    <a:pt x="5665" y="195"/>
                    <a:pt x="5114" y="94"/>
                  </a:cubicBezTo>
                  <a:cubicBezTo>
                    <a:pt x="4838" y="69"/>
                    <a:pt x="4512" y="19"/>
                    <a:pt x="4211" y="19"/>
                  </a:cubicBezTo>
                  <a:cubicBezTo>
                    <a:pt x="4061" y="7"/>
                    <a:pt x="3911" y="0"/>
                    <a:pt x="376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6" name="Google Shape;1496;p44"/>
            <p:cNvSpPr/>
            <p:nvPr/>
          </p:nvSpPr>
          <p:spPr>
            <a:xfrm>
              <a:off x="6425498" y="2381887"/>
              <a:ext cx="124261" cy="269362"/>
            </a:xfrm>
            <a:custGeom>
              <a:rect b="b" l="l" r="r" t="t"/>
              <a:pathLst>
                <a:path extrusionOk="0" h="9074" w="4186">
                  <a:moveTo>
                    <a:pt x="2030" y="1"/>
                  </a:moveTo>
                  <a:cubicBezTo>
                    <a:pt x="2030" y="1"/>
                    <a:pt x="1980" y="26"/>
                    <a:pt x="1930" y="101"/>
                  </a:cubicBezTo>
                  <a:cubicBezTo>
                    <a:pt x="1855" y="151"/>
                    <a:pt x="1729" y="251"/>
                    <a:pt x="1629" y="377"/>
                  </a:cubicBezTo>
                  <a:cubicBezTo>
                    <a:pt x="1504" y="502"/>
                    <a:pt x="1379" y="652"/>
                    <a:pt x="1228" y="853"/>
                  </a:cubicBezTo>
                  <a:cubicBezTo>
                    <a:pt x="1103" y="1028"/>
                    <a:pt x="978" y="1229"/>
                    <a:pt x="852" y="1429"/>
                  </a:cubicBezTo>
                  <a:cubicBezTo>
                    <a:pt x="602" y="1880"/>
                    <a:pt x="376" y="2382"/>
                    <a:pt x="226" y="2908"/>
                  </a:cubicBezTo>
                  <a:cubicBezTo>
                    <a:pt x="75" y="3434"/>
                    <a:pt x="0" y="3986"/>
                    <a:pt x="0" y="4537"/>
                  </a:cubicBezTo>
                  <a:cubicBezTo>
                    <a:pt x="0" y="5088"/>
                    <a:pt x="100" y="5640"/>
                    <a:pt x="226" y="6141"/>
                  </a:cubicBezTo>
                  <a:cubicBezTo>
                    <a:pt x="276" y="6392"/>
                    <a:pt x="376" y="6642"/>
                    <a:pt x="476" y="6868"/>
                  </a:cubicBezTo>
                  <a:cubicBezTo>
                    <a:pt x="551" y="7093"/>
                    <a:pt x="652" y="7319"/>
                    <a:pt x="777" y="7519"/>
                  </a:cubicBezTo>
                  <a:cubicBezTo>
                    <a:pt x="902" y="7720"/>
                    <a:pt x="1003" y="7945"/>
                    <a:pt x="1103" y="8121"/>
                  </a:cubicBezTo>
                  <a:cubicBezTo>
                    <a:pt x="1228" y="8321"/>
                    <a:pt x="1353" y="8497"/>
                    <a:pt x="1429" y="8622"/>
                  </a:cubicBezTo>
                  <a:cubicBezTo>
                    <a:pt x="1529" y="8773"/>
                    <a:pt x="1629" y="8898"/>
                    <a:pt x="1679" y="8973"/>
                  </a:cubicBezTo>
                  <a:cubicBezTo>
                    <a:pt x="1754" y="9048"/>
                    <a:pt x="1780" y="9073"/>
                    <a:pt x="1780" y="9073"/>
                  </a:cubicBezTo>
                  <a:cubicBezTo>
                    <a:pt x="1780" y="9073"/>
                    <a:pt x="1830" y="9048"/>
                    <a:pt x="1930" y="8998"/>
                  </a:cubicBezTo>
                  <a:cubicBezTo>
                    <a:pt x="2005" y="8948"/>
                    <a:pt x="2130" y="8873"/>
                    <a:pt x="2256" y="8747"/>
                  </a:cubicBezTo>
                  <a:cubicBezTo>
                    <a:pt x="2381" y="8647"/>
                    <a:pt x="2557" y="8522"/>
                    <a:pt x="2707" y="8372"/>
                  </a:cubicBezTo>
                  <a:cubicBezTo>
                    <a:pt x="2857" y="8221"/>
                    <a:pt x="3008" y="8046"/>
                    <a:pt x="3158" y="7820"/>
                  </a:cubicBezTo>
                  <a:cubicBezTo>
                    <a:pt x="3308" y="7595"/>
                    <a:pt x="3459" y="7344"/>
                    <a:pt x="3584" y="7093"/>
                  </a:cubicBezTo>
                  <a:cubicBezTo>
                    <a:pt x="3734" y="6818"/>
                    <a:pt x="3835" y="6567"/>
                    <a:pt x="3910" y="6291"/>
                  </a:cubicBezTo>
                  <a:cubicBezTo>
                    <a:pt x="4110" y="5715"/>
                    <a:pt x="4186" y="5138"/>
                    <a:pt x="4186" y="4537"/>
                  </a:cubicBezTo>
                  <a:cubicBezTo>
                    <a:pt x="4186" y="3960"/>
                    <a:pt x="4110" y="3359"/>
                    <a:pt x="3935" y="2833"/>
                  </a:cubicBezTo>
                  <a:cubicBezTo>
                    <a:pt x="3785" y="2306"/>
                    <a:pt x="3534" y="1805"/>
                    <a:pt x="3258" y="1404"/>
                  </a:cubicBezTo>
                  <a:cubicBezTo>
                    <a:pt x="3133" y="1179"/>
                    <a:pt x="2983" y="978"/>
                    <a:pt x="2857" y="828"/>
                  </a:cubicBezTo>
                  <a:cubicBezTo>
                    <a:pt x="2732" y="652"/>
                    <a:pt x="2582" y="502"/>
                    <a:pt x="2456" y="377"/>
                  </a:cubicBezTo>
                  <a:cubicBezTo>
                    <a:pt x="2356" y="251"/>
                    <a:pt x="2231" y="151"/>
                    <a:pt x="2156" y="101"/>
                  </a:cubicBezTo>
                  <a:cubicBezTo>
                    <a:pt x="2080" y="26"/>
                    <a:pt x="2030" y="1"/>
                    <a:pt x="203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7" name="Google Shape;1497;p44"/>
            <p:cNvSpPr/>
            <p:nvPr/>
          </p:nvSpPr>
          <p:spPr>
            <a:xfrm>
              <a:off x="5998450" y="2477146"/>
              <a:ext cx="279751" cy="128328"/>
            </a:xfrm>
            <a:custGeom>
              <a:rect b="b" l="l" r="r" t="t"/>
              <a:pathLst>
                <a:path extrusionOk="0" h="4323" w="9424">
                  <a:moveTo>
                    <a:pt x="5524" y="0"/>
                  </a:moveTo>
                  <a:cubicBezTo>
                    <a:pt x="5140" y="0"/>
                    <a:pt x="4763" y="39"/>
                    <a:pt x="4386" y="125"/>
                  </a:cubicBezTo>
                  <a:cubicBezTo>
                    <a:pt x="4135" y="175"/>
                    <a:pt x="3860" y="225"/>
                    <a:pt x="3584" y="300"/>
                  </a:cubicBezTo>
                  <a:cubicBezTo>
                    <a:pt x="3308" y="376"/>
                    <a:pt x="3058" y="451"/>
                    <a:pt x="2807" y="576"/>
                  </a:cubicBezTo>
                  <a:cubicBezTo>
                    <a:pt x="2556" y="676"/>
                    <a:pt x="2306" y="802"/>
                    <a:pt x="2080" y="952"/>
                  </a:cubicBezTo>
                  <a:cubicBezTo>
                    <a:pt x="1830" y="1077"/>
                    <a:pt x="1629" y="1203"/>
                    <a:pt x="1429" y="1353"/>
                  </a:cubicBezTo>
                  <a:cubicBezTo>
                    <a:pt x="1203" y="1478"/>
                    <a:pt x="1028" y="1629"/>
                    <a:pt x="852" y="1779"/>
                  </a:cubicBezTo>
                  <a:cubicBezTo>
                    <a:pt x="677" y="1904"/>
                    <a:pt x="526" y="2055"/>
                    <a:pt x="401" y="2180"/>
                  </a:cubicBezTo>
                  <a:cubicBezTo>
                    <a:pt x="276" y="2305"/>
                    <a:pt x="175" y="2431"/>
                    <a:pt x="100" y="2506"/>
                  </a:cubicBezTo>
                  <a:cubicBezTo>
                    <a:pt x="25" y="2581"/>
                    <a:pt x="0" y="2631"/>
                    <a:pt x="0" y="2631"/>
                  </a:cubicBezTo>
                  <a:cubicBezTo>
                    <a:pt x="0" y="2631"/>
                    <a:pt x="25" y="2656"/>
                    <a:pt x="100" y="2731"/>
                  </a:cubicBezTo>
                  <a:cubicBezTo>
                    <a:pt x="175" y="2807"/>
                    <a:pt x="276" y="2907"/>
                    <a:pt x="401" y="3007"/>
                  </a:cubicBezTo>
                  <a:cubicBezTo>
                    <a:pt x="551" y="3132"/>
                    <a:pt x="702" y="3258"/>
                    <a:pt x="902" y="3383"/>
                  </a:cubicBezTo>
                  <a:cubicBezTo>
                    <a:pt x="1103" y="3508"/>
                    <a:pt x="1328" y="3634"/>
                    <a:pt x="1554" y="3759"/>
                  </a:cubicBezTo>
                  <a:cubicBezTo>
                    <a:pt x="1805" y="3884"/>
                    <a:pt x="2080" y="4010"/>
                    <a:pt x="2356" y="4085"/>
                  </a:cubicBezTo>
                  <a:cubicBezTo>
                    <a:pt x="2632" y="4160"/>
                    <a:pt x="2932" y="4210"/>
                    <a:pt x="3233" y="4260"/>
                  </a:cubicBezTo>
                  <a:cubicBezTo>
                    <a:pt x="3534" y="4298"/>
                    <a:pt x="3847" y="4323"/>
                    <a:pt x="4164" y="4323"/>
                  </a:cubicBezTo>
                  <a:cubicBezTo>
                    <a:pt x="4480" y="4323"/>
                    <a:pt x="4800" y="4298"/>
                    <a:pt x="5113" y="4235"/>
                  </a:cubicBezTo>
                  <a:cubicBezTo>
                    <a:pt x="5739" y="4110"/>
                    <a:pt x="6366" y="3909"/>
                    <a:pt x="6917" y="3634"/>
                  </a:cubicBezTo>
                  <a:cubicBezTo>
                    <a:pt x="7193" y="3508"/>
                    <a:pt x="7419" y="3358"/>
                    <a:pt x="7644" y="3183"/>
                  </a:cubicBezTo>
                  <a:cubicBezTo>
                    <a:pt x="7870" y="3007"/>
                    <a:pt x="8070" y="2832"/>
                    <a:pt x="8271" y="2656"/>
                  </a:cubicBezTo>
                  <a:cubicBezTo>
                    <a:pt x="8446" y="2481"/>
                    <a:pt x="8622" y="2280"/>
                    <a:pt x="8747" y="2105"/>
                  </a:cubicBezTo>
                  <a:cubicBezTo>
                    <a:pt x="8897" y="1929"/>
                    <a:pt x="9023" y="1754"/>
                    <a:pt x="9123" y="1629"/>
                  </a:cubicBezTo>
                  <a:cubicBezTo>
                    <a:pt x="9223" y="1478"/>
                    <a:pt x="9298" y="1353"/>
                    <a:pt x="9348" y="1253"/>
                  </a:cubicBezTo>
                  <a:cubicBezTo>
                    <a:pt x="9399" y="1178"/>
                    <a:pt x="9424" y="1127"/>
                    <a:pt x="9424" y="1127"/>
                  </a:cubicBezTo>
                  <a:cubicBezTo>
                    <a:pt x="9424" y="1127"/>
                    <a:pt x="9374" y="1077"/>
                    <a:pt x="9298" y="1027"/>
                  </a:cubicBezTo>
                  <a:cubicBezTo>
                    <a:pt x="9198" y="977"/>
                    <a:pt x="9073" y="877"/>
                    <a:pt x="8922" y="827"/>
                  </a:cubicBezTo>
                  <a:cubicBezTo>
                    <a:pt x="8772" y="751"/>
                    <a:pt x="8572" y="626"/>
                    <a:pt x="8371" y="551"/>
                  </a:cubicBezTo>
                  <a:cubicBezTo>
                    <a:pt x="8171" y="476"/>
                    <a:pt x="7920" y="376"/>
                    <a:pt x="7669" y="300"/>
                  </a:cubicBezTo>
                  <a:cubicBezTo>
                    <a:pt x="7444" y="250"/>
                    <a:pt x="7168" y="175"/>
                    <a:pt x="6892" y="125"/>
                  </a:cubicBezTo>
                  <a:cubicBezTo>
                    <a:pt x="6617" y="100"/>
                    <a:pt x="6316" y="75"/>
                    <a:pt x="6065" y="25"/>
                  </a:cubicBezTo>
                  <a:cubicBezTo>
                    <a:pt x="5883" y="9"/>
                    <a:pt x="5703" y="0"/>
                    <a:pt x="552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8" name="Google Shape;1498;p44"/>
            <p:cNvSpPr/>
            <p:nvPr/>
          </p:nvSpPr>
          <p:spPr>
            <a:xfrm>
              <a:off x="6101843" y="2178782"/>
              <a:ext cx="125033" cy="244812"/>
            </a:xfrm>
            <a:custGeom>
              <a:rect b="b" l="l" r="r" t="t"/>
              <a:pathLst>
                <a:path extrusionOk="0" h="8247" w="4212">
                  <a:moveTo>
                    <a:pt x="1780" y="0"/>
                  </a:moveTo>
                  <a:cubicBezTo>
                    <a:pt x="1780" y="0"/>
                    <a:pt x="1730" y="25"/>
                    <a:pt x="1655" y="101"/>
                  </a:cubicBezTo>
                  <a:cubicBezTo>
                    <a:pt x="1605" y="176"/>
                    <a:pt x="1479" y="276"/>
                    <a:pt x="1379" y="401"/>
                  </a:cubicBezTo>
                  <a:cubicBezTo>
                    <a:pt x="1279" y="527"/>
                    <a:pt x="1154" y="677"/>
                    <a:pt x="1028" y="827"/>
                  </a:cubicBezTo>
                  <a:cubicBezTo>
                    <a:pt x="903" y="1003"/>
                    <a:pt x="778" y="1178"/>
                    <a:pt x="677" y="1379"/>
                  </a:cubicBezTo>
                  <a:cubicBezTo>
                    <a:pt x="452" y="1780"/>
                    <a:pt x="251" y="2231"/>
                    <a:pt x="151" y="2707"/>
                  </a:cubicBezTo>
                  <a:cubicBezTo>
                    <a:pt x="76" y="2958"/>
                    <a:pt x="51" y="3208"/>
                    <a:pt x="26" y="3434"/>
                  </a:cubicBezTo>
                  <a:cubicBezTo>
                    <a:pt x="1" y="3685"/>
                    <a:pt x="26" y="3935"/>
                    <a:pt x="26" y="4186"/>
                  </a:cubicBezTo>
                  <a:cubicBezTo>
                    <a:pt x="51" y="4712"/>
                    <a:pt x="151" y="5213"/>
                    <a:pt x="327" y="5690"/>
                  </a:cubicBezTo>
                  <a:cubicBezTo>
                    <a:pt x="502" y="6166"/>
                    <a:pt x="753" y="6617"/>
                    <a:pt x="1028" y="6993"/>
                  </a:cubicBezTo>
                  <a:cubicBezTo>
                    <a:pt x="1154" y="7193"/>
                    <a:pt x="1304" y="7369"/>
                    <a:pt x="1429" y="7519"/>
                  </a:cubicBezTo>
                  <a:cubicBezTo>
                    <a:pt x="1580" y="7670"/>
                    <a:pt x="1730" y="7795"/>
                    <a:pt x="1855" y="7920"/>
                  </a:cubicBezTo>
                  <a:cubicBezTo>
                    <a:pt x="1956" y="8021"/>
                    <a:pt x="2081" y="8096"/>
                    <a:pt x="2156" y="8171"/>
                  </a:cubicBezTo>
                  <a:cubicBezTo>
                    <a:pt x="2231" y="8221"/>
                    <a:pt x="2282" y="8246"/>
                    <a:pt x="2282" y="8246"/>
                  </a:cubicBezTo>
                  <a:cubicBezTo>
                    <a:pt x="2282" y="8246"/>
                    <a:pt x="2307" y="8221"/>
                    <a:pt x="2382" y="8146"/>
                  </a:cubicBezTo>
                  <a:cubicBezTo>
                    <a:pt x="2457" y="8096"/>
                    <a:pt x="2557" y="7995"/>
                    <a:pt x="2683" y="7895"/>
                  </a:cubicBezTo>
                  <a:cubicBezTo>
                    <a:pt x="2783" y="7770"/>
                    <a:pt x="2908" y="7620"/>
                    <a:pt x="3033" y="7469"/>
                  </a:cubicBezTo>
                  <a:cubicBezTo>
                    <a:pt x="3184" y="7294"/>
                    <a:pt x="3309" y="7118"/>
                    <a:pt x="3434" y="6918"/>
                  </a:cubicBezTo>
                  <a:cubicBezTo>
                    <a:pt x="3660" y="6517"/>
                    <a:pt x="3886" y="6066"/>
                    <a:pt x="4011" y="5589"/>
                  </a:cubicBezTo>
                  <a:cubicBezTo>
                    <a:pt x="4161" y="5088"/>
                    <a:pt x="4211" y="4562"/>
                    <a:pt x="4211" y="4061"/>
                  </a:cubicBezTo>
                  <a:cubicBezTo>
                    <a:pt x="4161" y="3534"/>
                    <a:pt x="4036" y="2983"/>
                    <a:pt x="3835" y="2507"/>
                  </a:cubicBezTo>
                  <a:cubicBezTo>
                    <a:pt x="3660" y="2005"/>
                    <a:pt x="3384" y="1554"/>
                    <a:pt x="3084" y="1178"/>
                  </a:cubicBezTo>
                  <a:cubicBezTo>
                    <a:pt x="2933" y="1003"/>
                    <a:pt x="2783" y="827"/>
                    <a:pt x="2632" y="677"/>
                  </a:cubicBezTo>
                  <a:cubicBezTo>
                    <a:pt x="2482" y="527"/>
                    <a:pt x="2332" y="401"/>
                    <a:pt x="2206" y="301"/>
                  </a:cubicBezTo>
                  <a:cubicBezTo>
                    <a:pt x="2106" y="201"/>
                    <a:pt x="1981" y="126"/>
                    <a:pt x="1906" y="76"/>
                  </a:cubicBezTo>
                  <a:cubicBezTo>
                    <a:pt x="1830" y="25"/>
                    <a:pt x="1780" y="0"/>
                    <a:pt x="178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9" name="Google Shape;1499;p44"/>
            <p:cNvSpPr/>
            <p:nvPr/>
          </p:nvSpPr>
          <p:spPr>
            <a:xfrm>
              <a:off x="6609248" y="2783643"/>
              <a:ext cx="72936" cy="228545"/>
            </a:xfrm>
            <a:custGeom>
              <a:rect b="b" l="l" r="r" t="t"/>
              <a:pathLst>
                <a:path extrusionOk="0" h="7699" w="2457">
                  <a:moveTo>
                    <a:pt x="2457" y="0"/>
                  </a:moveTo>
                  <a:lnTo>
                    <a:pt x="2457" y="0"/>
                  </a:lnTo>
                  <a:cubicBezTo>
                    <a:pt x="2457" y="1"/>
                    <a:pt x="2356" y="452"/>
                    <a:pt x="2206" y="1128"/>
                  </a:cubicBezTo>
                  <a:cubicBezTo>
                    <a:pt x="2181" y="1304"/>
                    <a:pt x="2131" y="1504"/>
                    <a:pt x="2106" y="1680"/>
                  </a:cubicBezTo>
                  <a:cubicBezTo>
                    <a:pt x="2056" y="1880"/>
                    <a:pt x="1981" y="2081"/>
                    <a:pt x="1930" y="2281"/>
                  </a:cubicBezTo>
                  <a:cubicBezTo>
                    <a:pt x="1805" y="2707"/>
                    <a:pt x="1680" y="3133"/>
                    <a:pt x="1555" y="3584"/>
                  </a:cubicBezTo>
                  <a:cubicBezTo>
                    <a:pt x="1404" y="4011"/>
                    <a:pt x="1229" y="4437"/>
                    <a:pt x="1078" y="4838"/>
                  </a:cubicBezTo>
                  <a:cubicBezTo>
                    <a:pt x="1003" y="5013"/>
                    <a:pt x="953" y="5214"/>
                    <a:pt x="853" y="5389"/>
                  </a:cubicBezTo>
                  <a:cubicBezTo>
                    <a:pt x="778" y="5564"/>
                    <a:pt x="702" y="5740"/>
                    <a:pt x="627" y="5890"/>
                  </a:cubicBezTo>
                  <a:cubicBezTo>
                    <a:pt x="326" y="6517"/>
                    <a:pt x="126" y="6943"/>
                    <a:pt x="126" y="6943"/>
                  </a:cubicBezTo>
                  <a:lnTo>
                    <a:pt x="76" y="7018"/>
                  </a:lnTo>
                  <a:cubicBezTo>
                    <a:pt x="1" y="7294"/>
                    <a:pt x="151" y="7594"/>
                    <a:pt x="427" y="7670"/>
                  </a:cubicBezTo>
                  <a:cubicBezTo>
                    <a:pt x="480" y="7689"/>
                    <a:pt x="534" y="7698"/>
                    <a:pt x="588" y="7698"/>
                  </a:cubicBezTo>
                  <a:cubicBezTo>
                    <a:pt x="810" y="7698"/>
                    <a:pt x="1018" y="7541"/>
                    <a:pt x="1078" y="7319"/>
                  </a:cubicBezTo>
                  <a:cubicBezTo>
                    <a:pt x="1078" y="7319"/>
                    <a:pt x="1229" y="6893"/>
                    <a:pt x="1429" y="6216"/>
                  </a:cubicBezTo>
                  <a:cubicBezTo>
                    <a:pt x="1479" y="6066"/>
                    <a:pt x="1555" y="5890"/>
                    <a:pt x="1605" y="5690"/>
                  </a:cubicBezTo>
                  <a:cubicBezTo>
                    <a:pt x="1680" y="5514"/>
                    <a:pt x="1705" y="5289"/>
                    <a:pt x="1755" y="5063"/>
                  </a:cubicBezTo>
                  <a:cubicBezTo>
                    <a:pt x="1855" y="4637"/>
                    <a:pt x="1956" y="4161"/>
                    <a:pt x="2056" y="3710"/>
                  </a:cubicBezTo>
                  <a:cubicBezTo>
                    <a:pt x="2131" y="3259"/>
                    <a:pt x="2206" y="2782"/>
                    <a:pt x="2256" y="2356"/>
                  </a:cubicBezTo>
                  <a:cubicBezTo>
                    <a:pt x="2281" y="2131"/>
                    <a:pt x="2331" y="1930"/>
                    <a:pt x="2331" y="1730"/>
                  </a:cubicBezTo>
                  <a:cubicBezTo>
                    <a:pt x="2357" y="1529"/>
                    <a:pt x="2357" y="1329"/>
                    <a:pt x="2382" y="1153"/>
                  </a:cubicBezTo>
                  <a:cubicBezTo>
                    <a:pt x="2432" y="477"/>
                    <a:pt x="2457" y="1"/>
                    <a:pt x="245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0" name="Google Shape;1500;p44"/>
            <p:cNvSpPr/>
            <p:nvPr/>
          </p:nvSpPr>
          <p:spPr>
            <a:xfrm>
              <a:off x="6527407" y="2542601"/>
              <a:ext cx="159260" cy="185680"/>
            </a:xfrm>
            <a:custGeom>
              <a:rect b="b" l="l" r="r" t="t"/>
              <a:pathLst>
                <a:path extrusionOk="0" h="6255" w="5365">
                  <a:moveTo>
                    <a:pt x="4687" y="0"/>
                  </a:moveTo>
                  <a:cubicBezTo>
                    <a:pt x="3459" y="50"/>
                    <a:pt x="1154" y="1354"/>
                    <a:pt x="677" y="2632"/>
                  </a:cubicBezTo>
                  <a:cubicBezTo>
                    <a:pt x="1" y="4536"/>
                    <a:pt x="2332" y="4511"/>
                    <a:pt x="1304" y="5865"/>
                  </a:cubicBezTo>
                  <a:cubicBezTo>
                    <a:pt x="1655" y="6150"/>
                    <a:pt x="1876" y="6254"/>
                    <a:pt x="2023" y="6254"/>
                  </a:cubicBezTo>
                  <a:cubicBezTo>
                    <a:pt x="2376" y="6254"/>
                    <a:pt x="2291" y="5645"/>
                    <a:pt x="2557" y="5539"/>
                  </a:cubicBezTo>
                  <a:cubicBezTo>
                    <a:pt x="3359" y="5063"/>
                    <a:pt x="4211" y="5639"/>
                    <a:pt x="4788" y="4687"/>
                  </a:cubicBezTo>
                  <a:cubicBezTo>
                    <a:pt x="5364" y="3709"/>
                    <a:pt x="5038" y="902"/>
                    <a:pt x="4687" y="0"/>
                  </a:cubicBezTo>
                  <a:close/>
                </a:path>
              </a:pathLst>
            </a:custGeom>
            <a:solidFill>
              <a:srgbClr val="9D66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1" name="Google Shape;1501;p44"/>
            <p:cNvSpPr/>
            <p:nvPr/>
          </p:nvSpPr>
          <p:spPr>
            <a:xfrm>
              <a:off x="6561634" y="2621444"/>
              <a:ext cx="90064" cy="49129"/>
            </a:xfrm>
            <a:custGeom>
              <a:rect b="b" l="l" r="r" t="t"/>
              <a:pathLst>
                <a:path extrusionOk="0" h="1655" w="3034">
                  <a:moveTo>
                    <a:pt x="853" y="1"/>
                  </a:moveTo>
                  <a:cubicBezTo>
                    <a:pt x="752" y="1"/>
                    <a:pt x="652" y="26"/>
                    <a:pt x="577" y="26"/>
                  </a:cubicBezTo>
                  <a:cubicBezTo>
                    <a:pt x="402" y="26"/>
                    <a:pt x="251" y="101"/>
                    <a:pt x="151" y="126"/>
                  </a:cubicBezTo>
                  <a:cubicBezTo>
                    <a:pt x="51" y="151"/>
                    <a:pt x="1" y="176"/>
                    <a:pt x="1" y="176"/>
                  </a:cubicBezTo>
                  <a:cubicBezTo>
                    <a:pt x="1" y="176"/>
                    <a:pt x="51" y="226"/>
                    <a:pt x="151" y="276"/>
                  </a:cubicBezTo>
                  <a:cubicBezTo>
                    <a:pt x="226" y="352"/>
                    <a:pt x="351" y="402"/>
                    <a:pt x="502" y="502"/>
                  </a:cubicBezTo>
                  <a:cubicBezTo>
                    <a:pt x="577" y="527"/>
                    <a:pt x="652" y="577"/>
                    <a:pt x="727" y="627"/>
                  </a:cubicBezTo>
                  <a:cubicBezTo>
                    <a:pt x="803" y="652"/>
                    <a:pt x="878" y="703"/>
                    <a:pt x="953" y="753"/>
                  </a:cubicBezTo>
                  <a:cubicBezTo>
                    <a:pt x="1053" y="778"/>
                    <a:pt x="1128" y="828"/>
                    <a:pt x="1229" y="878"/>
                  </a:cubicBezTo>
                  <a:cubicBezTo>
                    <a:pt x="1304" y="903"/>
                    <a:pt x="1404" y="953"/>
                    <a:pt x="1479" y="1003"/>
                  </a:cubicBezTo>
                  <a:cubicBezTo>
                    <a:pt x="1580" y="1028"/>
                    <a:pt x="1655" y="1078"/>
                    <a:pt x="1755" y="1104"/>
                  </a:cubicBezTo>
                  <a:cubicBezTo>
                    <a:pt x="1855" y="1154"/>
                    <a:pt x="1930" y="1204"/>
                    <a:pt x="2006" y="1229"/>
                  </a:cubicBezTo>
                  <a:cubicBezTo>
                    <a:pt x="2081" y="1279"/>
                    <a:pt x="2181" y="1304"/>
                    <a:pt x="2256" y="1354"/>
                  </a:cubicBezTo>
                  <a:cubicBezTo>
                    <a:pt x="2331" y="1379"/>
                    <a:pt x="2407" y="1404"/>
                    <a:pt x="2482" y="1454"/>
                  </a:cubicBezTo>
                  <a:cubicBezTo>
                    <a:pt x="2632" y="1505"/>
                    <a:pt x="2758" y="1555"/>
                    <a:pt x="2858" y="1605"/>
                  </a:cubicBezTo>
                  <a:cubicBezTo>
                    <a:pt x="2958" y="1630"/>
                    <a:pt x="3033" y="1655"/>
                    <a:pt x="3033" y="1655"/>
                  </a:cubicBezTo>
                  <a:cubicBezTo>
                    <a:pt x="3033" y="1655"/>
                    <a:pt x="3033" y="1580"/>
                    <a:pt x="2983" y="1479"/>
                  </a:cubicBezTo>
                  <a:cubicBezTo>
                    <a:pt x="2958" y="1379"/>
                    <a:pt x="2908" y="1229"/>
                    <a:pt x="2808" y="1078"/>
                  </a:cubicBezTo>
                  <a:cubicBezTo>
                    <a:pt x="2758" y="1003"/>
                    <a:pt x="2707" y="928"/>
                    <a:pt x="2657" y="853"/>
                  </a:cubicBezTo>
                  <a:cubicBezTo>
                    <a:pt x="2582" y="753"/>
                    <a:pt x="2507" y="703"/>
                    <a:pt x="2432" y="627"/>
                  </a:cubicBezTo>
                  <a:cubicBezTo>
                    <a:pt x="2331" y="552"/>
                    <a:pt x="2256" y="477"/>
                    <a:pt x="2156" y="402"/>
                  </a:cubicBezTo>
                  <a:cubicBezTo>
                    <a:pt x="2056" y="352"/>
                    <a:pt x="1955" y="302"/>
                    <a:pt x="1830" y="226"/>
                  </a:cubicBezTo>
                  <a:cubicBezTo>
                    <a:pt x="1730" y="201"/>
                    <a:pt x="1630" y="151"/>
                    <a:pt x="1504" y="101"/>
                  </a:cubicBezTo>
                  <a:cubicBezTo>
                    <a:pt x="1404" y="76"/>
                    <a:pt x="1279" y="51"/>
                    <a:pt x="1179" y="51"/>
                  </a:cubicBezTo>
                  <a:cubicBezTo>
                    <a:pt x="1078" y="26"/>
                    <a:pt x="978" y="1"/>
                    <a:pt x="878" y="1"/>
                  </a:cubicBezTo>
                  <a:close/>
                </a:path>
              </a:pathLst>
            </a:custGeom>
            <a:solidFill>
              <a:srgbClr val="82541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2" name="Google Shape;1502;p44"/>
            <p:cNvSpPr/>
            <p:nvPr/>
          </p:nvSpPr>
          <p:spPr>
            <a:xfrm>
              <a:off x="6595118" y="2582765"/>
              <a:ext cx="69225" cy="34256"/>
            </a:xfrm>
            <a:custGeom>
              <a:rect b="b" l="l" r="r" t="t"/>
              <a:pathLst>
                <a:path extrusionOk="0" h="1154" w="2332">
                  <a:moveTo>
                    <a:pt x="752" y="1"/>
                  </a:moveTo>
                  <a:cubicBezTo>
                    <a:pt x="627" y="1"/>
                    <a:pt x="527" y="26"/>
                    <a:pt x="426" y="51"/>
                  </a:cubicBezTo>
                  <a:cubicBezTo>
                    <a:pt x="176" y="101"/>
                    <a:pt x="0" y="201"/>
                    <a:pt x="0" y="201"/>
                  </a:cubicBezTo>
                  <a:cubicBezTo>
                    <a:pt x="0" y="201"/>
                    <a:pt x="126" y="376"/>
                    <a:pt x="326" y="502"/>
                  </a:cubicBezTo>
                  <a:cubicBezTo>
                    <a:pt x="426" y="602"/>
                    <a:pt x="577" y="652"/>
                    <a:pt x="677" y="727"/>
                  </a:cubicBezTo>
                  <a:cubicBezTo>
                    <a:pt x="802" y="803"/>
                    <a:pt x="953" y="853"/>
                    <a:pt x="1078" y="903"/>
                  </a:cubicBezTo>
                  <a:cubicBezTo>
                    <a:pt x="1203" y="953"/>
                    <a:pt x="1329" y="1003"/>
                    <a:pt x="1479" y="1028"/>
                  </a:cubicBezTo>
                  <a:cubicBezTo>
                    <a:pt x="1604" y="1053"/>
                    <a:pt x="1730" y="1103"/>
                    <a:pt x="1855" y="1103"/>
                  </a:cubicBezTo>
                  <a:cubicBezTo>
                    <a:pt x="2005" y="1128"/>
                    <a:pt x="2131" y="1153"/>
                    <a:pt x="2206" y="1153"/>
                  </a:cubicBezTo>
                  <a:cubicBezTo>
                    <a:pt x="2281" y="1153"/>
                    <a:pt x="2331" y="1128"/>
                    <a:pt x="2331" y="1128"/>
                  </a:cubicBezTo>
                  <a:cubicBezTo>
                    <a:pt x="2331" y="1128"/>
                    <a:pt x="2281" y="953"/>
                    <a:pt x="2131" y="702"/>
                  </a:cubicBezTo>
                  <a:cubicBezTo>
                    <a:pt x="2056" y="602"/>
                    <a:pt x="1955" y="452"/>
                    <a:pt x="1830" y="376"/>
                  </a:cubicBezTo>
                  <a:cubicBezTo>
                    <a:pt x="1680" y="276"/>
                    <a:pt x="1529" y="176"/>
                    <a:pt x="1379" y="101"/>
                  </a:cubicBezTo>
                  <a:cubicBezTo>
                    <a:pt x="1203" y="51"/>
                    <a:pt x="1028" y="26"/>
                    <a:pt x="853" y="1"/>
                  </a:cubicBezTo>
                  <a:close/>
                </a:path>
              </a:pathLst>
            </a:custGeom>
            <a:solidFill>
              <a:srgbClr val="82541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3" name="Google Shape;1503;p44"/>
            <p:cNvSpPr/>
            <p:nvPr/>
          </p:nvSpPr>
          <p:spPr>
            <a:xfrm>
              <a:off x="5101191" y="2329285"/>
              <a:ext cx="212812" cy="135334"/>
            </a:xfrm>
            <a:custGeom>
              <a:rect b="b" l="l" r="r" t="t"/>
              <a:pathLst>
                <a:path extrusionOk="0" h="4559" w="7169">
                  <a:moveTo>
                    <a:pt x="4047" y="1"/>
                  </a:moveTo>
                  <a:cubicBezTo>
                    <a:pt x="2827" y="1"/>
                    <a:pt x="673" y="959"/>
                    <a:pt x="0" y="1497"/>
                  </a:cubicBezTo>
                  <a:cubicBezTo>
                    <a:pt x="401" y="2650"/>
                    <a:pt x="2306" y="4479"/>
                    <a:pt x="3660" y="4555"/>
                  </a:cubicBezTo>
                  <a:cubicBezTo>
                    <a:pt x="3710" y="4557"/>
                    <a:pt x="3758" y="4559"/>
                    <a:pt x="3805" y="4559"/>
                  </a:cubicBezTo>
                  <a:cubicBezTo>
                    <a:pt x="4625" y="4559"/>
                    <a:pt x="4953" y="4156"/>
                    <a:pt x="5213" y="3753"/>
                  </a:cubicBezTo>
                  <a:cubicBezTo>
                    <a:pt x="5469" y="3339"/>
                    <a:pt x="5633" y="2925"/>
                    <a:pt x="6104" y="2925"/>
                  </a:cubicBezTo>
                  <a:cubicBezTo>
                    <a:pt x="6233" y="2925"/>
                    <a:pt x="6384" y="2956"/>
                    <a:pt x="6567" y="3026"/>
                  </a:cubicBezTo>
                  <a:cubicBezTo>
                    <a:pt x="7168" y="1597"/>
                    <a:pt x="6166" y="2249"/>
                    <a:pt x="5915" y="1923"/>
                  </a:cubicBezTo>
                  <a:cubicBezTo>
                    <a:pt x="5238" y="1296"/>
                    <a:pt x="5514" y="294"/>
                    <a:pt x="4436" y="43"/>
                  </a:cubicBezTo>
                  <a:cubicBezTo>
                    <a:pt x="4322" y="14"/>
                    <a:pt x="4191" y="1"/>
                    <a:pt x="4047" y="1"/>
                  </a:cubicBezTo>
                  <a:close/>
                </a:path>
              </a:pathLst>
            </a:custGeom>
            <a:solidFill>
              <a:srgbClr val="9D66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4" name="Google Shape;1504;p44"/>
            <p:cNvSpPr/>
            <p:nvPr/>
          </p:nvSpPr>
          <p:spPr>
            <a:xfrm>
              <a:off x="5203099" y="2349144"/>
              <a:ext cx="26835" cy="96743"/>
            </a:xfrm>
            <a:custGeom>
              <a:rect b="b" l="l" r="r" t="t"/>
              <a:pathLst>
                <a:path extrusionOk="0" h="3259" w="904">
                  <a:moveTo>
                    <a:pt x="853" y="1"/>
                  </a:moveTo>
                  <a:cubicBezTo>
                    <a:pt x="853" y="1"/>
                    <a:pt x="803" y="26"/>
                    <a:pt x="728" y="101"/>
                  </a:cubicBezTo>
                  <a:cubicBezTo>
                    <a:pt x="653" y="151"/>
                    <a:pt x="527" y="226"/>
                    <a:pt x="452" y="402"/>
                  </a:cubicBezTo>
                  <a:cubicBezTo>
                    <a:pt x="327" y="527"/>
                    <a:pt x="227" y="728"/>
                    <a:pt x="151" y="928"/>
                  </a:cubicBezTo>
                  <a:cubicBezTo>
                    <a:pt x="76" y="1129"/>
                    <a:pt x="51" y="1329"/>
                    <a:pt x="1" y="1555"/>
                  </a:cubicBezTo>
                  <a:cubicBezTo>
                    <a:pt x="1" y="1780"/>
                    <a:pt x="1" y="2006"/>
                    <a:pt x="26" y="2231"/>
                  </a:cubicBezTo>
                  <a:cubicBezTo>
                    <a:pt x="76" y="2432"/>
                    <a:pt x="126" y="2607"/>
                    <a:pt x="201" y="2783"/>
                  </a:cubicBezTo>
                  <a:cubicBezTo>
                    <a:pt x="252" y="2933"/>
                    <a:pt x="352" y="3058"/>
                    <a:pt x="402" y="3134"/>
                  </a:cubicBezTo>
                  <a:cubicBezTo>
                    <a:pt x="477" y="3234"/>
                    <a:pt x="527" y="3259"/>
                    <a:pt x="527" y="3259"/>
                  </a:cubicBezTo>
                  <a:cubicBezTo>
                    <a:pt x="527" y="3259"/>
                    <a:pt x="552" y="3209"/>
                    <a:pt x="577" y="3109"/>
                  </a:cubicBezTo>
                  <a:cubicBezTo>
                    <a:pt x="602" y="3008"/>
                    <a:pt x="628" y="2883"/>
                    <a:pt x="678" y="2733"/>
                  </a:cubicBezTo>
                  <a:cubicBezTo>
                    <a:pt x="728" y="2557"/>
                    <a:pt x="753" y="2382"/>
                    <a:pt x="778" y="2206"/>
                  </a:cubicBezTo>
                  <a:cubicBezTo>
                    <a:pt x="803" y="2031"/>
                    <a:pt x="828" y="1830"/>
                    <a:pt x="853" y="1630"/>
                  </a:cubicBezTo>
                  <a:cubicBezTo>
                    <a:pt x="878" y="1454"/>
                    <a:pt x="878" y="1254"/>
                    <a:pt x="878" y="1078"/>
                  </a:cubicBezTo>
                  <a:cubicBezTo>
                    <a:pt x="878" y="878"/>
                    <a:pt x="903" y="728"/>
                    <a:pt x="878" y="552"/>
                  </a:cubicBezTo>
                  <a:cubicBezTo>
                    <a:pt x="878" y="402"/>
                    <a:pt x="903" y="251"/>
                    <a:pt x="878" y="151"/>
                  </a:cubicBezTo>
                  <a:cubicBezTo>
                    <a:pt x="878" y="51"/>
                    <a:pt x="853" y="1"/>
                    <a:pt x="853" y="1"/>
                  </a:cubicBezTo>
                  <a:close/>
                </a:path>
              </a:pathLst>
            </a:custGeom>
            <a:solidFill>
              <a:srgbClr val="82541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5" name="Google Shape;1505;p44"/>
            <p:cNvSpPr/>
            <p:nvPr/>
          </p:nvSpPr>
          <p:spPr>
            <a:xfrm>
              <a:off x="5155485" y="2355853"/>
              <a:ext cx="25351" cy="70710"/>
            </a:xfrm>
            <a:custGeom>
              <a:rect b="b" l="l" r="r" t="t"/>
              <a:pathLst>
                <a:path extrusionOk="0" h="2382" w="854">
                  <a:moveTo>
                    <a:pt x="703" y="0"/>
                  </a:moveTo>
                  <a:cubicBezTo>
                    <a:pt x="703" y="0"/>
                    <a:pt x="653" y="25"/>
                    <a:pt x="577" y="76"/>
                  </a:cubicBezTo>
                  <a:cubicBezTo>
                    <a:pt x="502" y="126"/>
                    <a:pt x="402" y="151"/>
                    <a:pt x="327" y="276"/>
                  </a:cubicBezTo>
                  <a:cubicBezTo>
                    <a:pt x="226" y="376"/>
                    <a:pt x="151" y="527"/>
                    <a:pt x="101" y="677"/>
                  </a:cubicBezTo>
                  <a:cubicBezTo>
                    <a:pt x="51" y="827"/>
                    <a:pt x="26" y="1003"/>
                    <a:pt x="1" y="1153"/>
                  </a:cubicBezTo>
                  <a:cubicBezTo>
                    <a:pt x="1" y="1479"/>
                    <a:pt x="76" y="1780"/>
                    <a:pt x="201" y="2005"/>
                  </a:cubicBezTo>
                  <a:cubicBezTo>
                    <a:pt x="302" y="2231"/>
                    <a:pt x="452" y="2381"/>
                    <a:pt x="452" y="2381"/>
                  </a:cubicBezTo>
                  <a:cubicBezTo>
                    <a:pt x="452" y="2381"/>
                    <a:pt x="577" y="2231"/>
                    <a:pt x="678" y="2005"/>
                  </a:cubicBezTo>
                  <a:cubicBezTo>
                    <a:pt x="778" y="1755"/>
                    <a:pt x="828" y="1479"/>
                    <a:pt x="853" y="1178"/>
                  </a:cubicBezTo>
                  <a:cubicBezTo>
                    <a:pt x="853" y="1053"/>
                    <a:pt x="828" y="903"/>
                    <a:pt x="828" y="777"/>
                  </a:cubicBezTo>
                  <a:cubicBezTo>
                    <a:pt x="828" y="727"/>
                    <a:pt x="803" y="652"/>
                    <a:pt x="803" y="602"/>
                  </a:cubicBezTo>
                  <a:cubicBezTo>
                    <a:pt x="803" y="552"/>
                    <a:pt x="778" y="502"/>
                    <a:pt x="778" y="451"/>
                  </a:cubicBezTo>
                  <a:cubicBezTo>
                    <a:pt x="728" y="351"/>
                    <a:pt x="753" y="226"/>
                    <a:pt x="728" y="151"/>
                  </a:cubicBezTo>
                  <a:cubicBezTo>
                    <a:pt x="703" y="50"/>
                    <a:pt x="703" y="0"/>
                    <a:pt x="703" y="0"/>
                  </a:cubicBezTo>
                  <a:close/>
                </a:path>
              </a:pathLst>
            </a:custGeom>
            <a:solidFill>
              <a:srgbClr val="82541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6" name="Google Shape;1506;p44"/>
            <p:cNvSpPr/>
            <p:nvPr/>
          </p:nvSpPr>
          <p:spPr>
            <a:xfrm>
              <a:off x="4958347" y="2968670"/>
              <a:ext cx="193457" cy="140826"/>
            </a:xfrm>
            <a:custGeom>
              <a:rect b="b" l="l" r="r" t="t"/>
              <a:pathLst>
                <a:path extrusionOk="0" h="4744" w="6517">
                  <a:moveTo>
                    <a:pt x="3615" y="0"/>
                  </a:moveTo>
                  <a:cubicBezTo>
                    <a:pt x="3231" y="0"/>
                    <a:pt x="2930" y="167"/>
                    <a:pt x="2657" y="334"/>
                  </a:cubicBezTo>
                  <a:cubicBezTo>
                    <a:pt x="2371" y="505"/>
                    <a:pt x="2127" y="676"/>
                    <a:pt x="1858" y="676"/>
                  </a:cubicBezTo>
                  <a:cubicBezTo>
                    <a:pt x="1654" y="676"/>
                    <a:pt x="1437" y="579"/>
                    <a:pt x="1178" y="309"/>
                  </a:cubicBezTo>
                  <a:lnTo>
                    <a:pt x="1178" y="309"/>
                  </a:lnTo>
                  <a:cubicBezTo>
                    <a:pt x="0" y="1286"/>
                    <a:pt x="1203" y="1186"/>
                    <a:pt x="1278" y="1587"/>
                  </a:cubicBezTo>
                  <a:cubicBezTo>
                    <a:pt x="1604" y="2464"/>
                    <a:pt x="877" y="3191"/>
                    <a:pt x="1730" y="3943"/>
                  </a:cubicBezTo>
                  <a:cubicBezTo>
                    <a:pt x="2357" y="4495"/>
                    <a:pt x="4155" y="4743"/>
                    <a:pt x="5390" y="4743"/>
                  </a:cubicBezTo>
                  <a:cubicBezTo>
                    <a:pt x="5782" y="4743"/>
                    <a:pt x="6118" y="4718"/>
                    <a:pt x="6341" y="4670"/>
                  </a:cubicBezTo>
                  <a:cubicBezTo>
                    <a:pt x="6517" y="3467"/>
                    <a:pt x="5639" y="935"/>
                    <a:pt x="4487" y="259"/>
                  </a:cubicBezTo>
                  <a:cubicBezTo>
                    <a:pt x="4150" y="71"/>
                    <a:pt x="3865" y="0"/>
                    <a:pt x="3615" y="0"/>
                  </a:cubicBezTo>
                  <a:close/>
                </a:path>
              </a:pathLst>
            </a:custGeom>
            <a:solidFill>
              <a:srgbClr val="9D66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7" name="Google Shape;1507;p44"/>
            <p:cNvSpPr/>
            <p:nvPr/>
          </p:nvSpPr>
          <p:spPr>
            <a:xfrm>
              <a:off x="5017865" y="2990459"/>
              <a:ext cx="63259" cy="81129"/>
            </a:xfrm>
            <a:custGeom>
              <a:rect b="b" l="l" r="r" t="t"/>
              <a:pathLst>
                <a:path extrusionOk="0" h="2733" w="2131">
                  <a:moveTo>
                    <a:pt x="2131" y="1"/>
                  </a:moveTo>
                  <a:lnTo>
                    <a:pt x="2131" y="1"/>
                  </a:lnTo>
                  <a:cubicBezTo>
                    <a:pt x="2131" y="1"/>
                    <a:pt x="1880" y="101"/>
                    <a:pt x="1629" y="327"/>
                  </a:cubicBezTo>
                  <a:cubicBezTo>
                    <a:pt x="1354" y="552"/>
                    <a:pt x="1053" y="878"/>
                    <a:pt x="827" y="1229"/>
                  </a:cubicBezTo>
                  <a:cubicBezTo>
                    <a:pt x="702" y="1404"/>
                    <a:pt x="602" y="1580"/>
                    <a:pt x="502" y="1730"/>
                  </a:cubicBezTo>
                  <a:cubicBezTo>
                    <a:pt x="451" y="1805"/>
                    <a:pt x="426" y="1906"/>
                    <a:pt x="376" y="1981"/>
                  </a:cubicBezTo>
                  <a:cubicBezTo>
                    <a:pt x="326" y="2056"/>
                    <a:pt x="301" y="2131"/>
                    <a:pt x="251" y="2206"/>
                  </a:cubicBezTo>
                  <a:cubicBezTo>
                    <a:pt x="176" y="2357"/>
                    <a:pt x="101" y="2457"/>
                    <a:pt x="75" y="2557"/>
                  </a:cubicBezTo>
                  <a:cubicBezTo>
                    <a:pt x="25" y="2658"/>
                    <a:pt x="0" y="2733"/>
                    <a:pt x="0" y="2733"/>
                  </a:cubicBezTo>
                  <a:cubicBezTo>
                    <a:pt x="0" y="2733"/>
                    <a:pt x="75" y="2708"/>
                    <a:pt x="176" y="2708"/>
                  </a:cubicBezTo>
                  <a:cubicBezTo>
                    <a:pt x="276" y="2658"/>
                    <a:pt x="426" y="2633"/>
                    <a:pt x="577" y="2557"/>
                  </a:cubicBezTo>
                  <a:cubicBezTo>
                    <a:pt x="652" y="2507"/>
                    <a:pt x="752" y="2457"/>
                    <a:pt x="827" y="2407"/>
                  </a:cubicBezTo>
                  <a:cubicBezTo>
                    <a:pt x="928" y="2357"/>
                    <a:pt x="1003" y="2282"/>
                    <a:pt x="1078" y="2206"/>
                  </a:cubicBezTo>
                  <a:cubicBezTo>
                    <a:pt x="1153" y="2131"/>
                    <a:pt x="1253" y="2056"/>
                    <a:pt x="1304" y="1956"/>
                  </a:cubicBezTo>
                  <a:cubicBezTo>
                    <a:pt x="1379" y="1881"/>
                    <a:pt x="1454" y="1780"/>
                    <a:pt x="1529" y="1705"/>
                  </a:cubicBezTo>
                  <a:cubicBezTo>
                    <a:pt x="1780" y="1329"/>
                    <a:pt x="1930" y="903"/>
                    <a:pt x="2030" y="577"/>
                  </a:cubicBezTo>
                  <a:cubicBezTo>
                    <a:pt x="2055" y="427"/>
                    <a:pt x="2106" y="277"/>
                    <a:pt x="2106" y="176"/>
                  </a:cubicBezTo>
                  <a:cubicBezTo>
                    <a:pt x="2131" y="76"/>
                    <a:pt x="2131" y="1"/>
                    <a:pt x="2131" y="1"/>
                  </a:cubicBezTo>
                  <a:close/>
                </a:path>
              </a:pathLst>
            </a:custGeom>
            <a:solidFill>
              <a:srgbClr val="82541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8" name="Google Shape;1508;p44"/>
            <p:cNvSpPr/>
            <p:nvPr/>
          </p:nvSpPr>
          <p:spPr>
            <a:xfrm>
              <a:off x="5078868" y="3035105"/>
              <a:ext cx="41678" cy="56580"/>
            </a:xfrm>
            <a:custGeom>
              <a:rect b="b" l="l" r="r" t="t"/>
              <a:pathLst>
                <a:path extrusionOk="0" h="1906" w="1404">
                  <a:moveTo>
                    <a:pt x="1329" y="1"/>
                  </a:moveTo>
                  <a:cubicBezTo>
                    <a:pt x="1329" y="1"/>
                    <a:pt x="1279" y="26"/>
                    <a:pt x="1203" y="51"/>
                  </a:cubicBezTo>
                  <a:cubicBezTo>
                    <a:pt x="1128" y="101"/>
                    <a:pt x="1053" y="176"/>
                    <a:pt x="953" y="251"/>
                  </a:cubicBezTo>
                  <a:cubicBezTo>
                    <a:pt x="777" y="377"/>
                    <a:pt x="577" y="577"/>
                    <a:pt x="427" y="828"/>
                  </a:cubicBezTo>
                  <a:cubicBezTo>
                    <a:pt x="276" y="1028"/>
                    <a:pt x="176" y="1279"/>
                    <a:pt x="101" y="1504"/>
                  </a:cubicBezTo>
                  <a:cubicBezTo>
                    <a:pt x="76" y="1605"/>
                    <a:pt x="51" y="1705"/>
                    <a:pt x="26" y="1780"/>
                  </a:cubicBezTo>
                  <a:cubicBezTo>
                    <a:pt x="0" y="1855"/>
                    <a:pt x="0" y="1905"/>
                    <a:pt x="0" y="1905"/>
                  </a:cubicBezTo>
                  <a:lnTo>
                    <a:pt x="126" y="1905"/>
                  </a:lnTo>
                  <a:cubicBezTo>
                    <a:pt x="201" y="1905"/>
                    <a:pt x="326" y="1905"/>
                    <a:pt x="452" y="1855"/>
                  </a:cubicBezTo>
                  <a:cubicBezTo>
                    <a:pt x="577" y="1805"/>
                    <a:pt x="702" y="1730"/>
                    <a:pt x="828" y="1630"/>
                  </a:cubicBezTo>
                  <a:cubicBezTo>
                    <a:pt x="953" y="1530"/>
                    <a:pt x="1053" y="1404"/>
                    <a:pt x="1128" y="1279"/>
                  </a:cubicBezTo>
                  <a:cubicBezTo>
                    <a:pt x="1304" y="1003"/>
                    <a:pt x="1404" y="702"/>
                    <a:pt x="1404" y="427"/>
                  </a:cubicBezTo>
                  <a:cubicBezTo>
                    <a:pt x="1404" y="176"/>
                    <a:pt x="1329" y="1"/>
                    <a:pt x="1329" y="1"/>
                  </a:cubicBezTo>
                  <a:close/>
                </a:path>
              </a:pathLst>
            </a:custGeom>
            <a:solidFill>
              <a:srgbClr val="82541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9" name="Google Shape;1509;p44"/>
            <p:cNvSpPr/>
            <p:nvPr/>
          </p:nvSpPr>
          <p:spPr>
            <a:xfrm>
              <a:off x="4914443" y="3661162"/>
              <a:ext cx="147327" cy="199810"/>
            </a:xfrm>
            <a:custGeom>
              <a:rect b="b" l="l" r="r" t="t"/>
              <a:pathLst>
                <a:path extrusionOk="0" h="6731" w="4963">
                  <a:moveTo>
                    <a:pt x="2668" y="1"/>
                  </a:moveTo>
                  <a:cubicBezTo>
                    <a:pt x="2195" y="1"/>
                    <a:pt x="2500" y="649"/>
                    <a:pt x="2231" y="841"/>
                  </a:cubicBezTo>
                  <a:cubicBezTo>
                    <a:pt x="1605" y="1492"/>
                    <a:pt x="602" y="1166"/>
                    <a:pt x="301" y="2244"/>
                  </a:cubicBezTo>
                  <a:cubicBezTo>
                    <a:pt x="1" y="3322"/>
                    <a:pt x="1053" y="5979"/>
                    <a:pt x="1630" y="6730"/>
                  </a:cubicBezTo>
                  <a:cubicBezTo>
                    <a:pt x="2783" y="6354"/>
                    <a:pt x="4687" y="4500"/>
                    <a:pt x="4813" y="3171"/>
                  </a:cubicBezTo>
                  <a:cubicBezTo>
                    <a:pt x="4963" y="1141"/>
                    <a:pt x="2732" y="1768"/>
                    <a:pt x="3359" y="214"/>
                  </a:cubicBezTo>
                  <a:cubicBezTo>
                    <a:pt x="3030" y="62"/>
                    <a:pt x="2813" y="1"/>
                    <a:pt x="2668" y="1"/>
                  </a:cubicBezTo>
                  <a:close/>
                </a:path>
              </a:pathLst>
            </a:custGeom>
            <a:solidFill>
              <a:srgbClr val="9D66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0" name="Google Shape;1510;p44"/>
            <p:cNvSpPr/>
            <p:nvPr/>
          </p:nvSpPr>
          <p:spPr>
            <a:xfrm>
              <a:off x="4937508" y="3735938"/>
              <a:ext cx="104194" cy="26835"/>
            </a:xfrm>
            <a:custGeom>
              <a:rect b="b" l="l" r="r" t="t"/>
              <a:pathLst>
                <a:path extrusionOk="0" h="904" w="3510">
                  <a:moveTo>
                    <a:pt x="1" y="1"/>
                  </a:moveTo>
                  <a:lnTo>
                    <a:pt x="1" y="1"/>
                  </a:lnTo>
                  <a:cubicBezTo>
                    <a:pt x="1" y="1"/>
                    <a:pt x="26" y="51"/>
                    <a:pt x="76" y="151"/>
                  </a:cubicBezTo>
                  <a:cubicBezTo>
                    <a:pt x="101" y="201"/>
                    <a:pt x="126" y="251"/>
                    <a:pt x="176" y="302"/>
                  </a:cubicBezTo>
                  <a:cubicBezTo>
                    <a:pt x="226" y="377"/>
                    <a:pt x="301" y="427"/>
                    <a:pt x="376" y="502"/>
                  </a:cubicBezTo>
                  <a:cubicBezTo>
                    <a:pt x="477" y="552"/>
                    <a:pt x="552" y="627"/>
                    <a:pt x="652" y="678"/>
                  </a:cubicBezTo>
                  <a:cubicBezTo>
                    <a:pt x="752" y="703"/>
                    <a:pt x="878" y="753"/>
                    <a:pt x="978" y="803"/>
                  </a:cubicBezTo>
                  <a:cubicBezTo>
                    <a:pt x="1204" y="853"/>
                    <a:pt x="1454" y="878"/>
                    <a:pt x="1680" y="903"/>
                  </a:cubicBezTo>
                  <a:lnTo>
                    <a:pt x="2331" y="903"/>
                  </a:lnTo>
                  <a:cubicBezTo>
                    <a:pt x="2432" y="903"/>
                    <a:pt x="2557" y="903"/>
                    <a:pt x="2657" y="878"/>
                  </a:cubicBezTo>
                  <a:cubicBezTo>
                    <a:pt x="2757" y="878"/>
                    <a:pt x="2858" y="853"/>
                    <a:pt x="2958" y="828"/>
                  </a:cubicBezTo>
                  <a:cubicBezTo>
                    <a:pt x="3133" y="778"/>
                    <a:pt x="3284" y="703"/>
                    <a:pt x="3384" y="627"/>
                  </a:cubicBezTo>
                  <a:cubicBezTo>
                    <a:pt x="3459" y="552"/>
                    <a:pt x="3509" y="502"/>
                    <a:pt x="3509" y="502"/>
                  </a:cubicBezTo>
                  <a:cubicBezTo>
                    <a:pt x="3509" y="502"/>
                    <a:pt x="3434" y="502"/>
                    <a:pt x="3334" y="452"/>
                  </a:cubicBezTo>
                  <a:cubicBezTo>
                    <a:pt x="3284" y="452"/>
                    <a:pt x="3234" y="427"/>
                    <a:pt x="3158" y="427"/>
                  </a:cubicBezTo>
                  <a:cubicBezTo>
                    <a:pt x="3108" y="402"/>
                    <a:pt x="3033" y="352"/>
                    <a:pt x="2958" y="327"/>
                  </a:cubicBezTo>
                  <a:cubicBezTo>
                    <a:pt x="2808" y="302"/>
                    <a:pt x="2607" y="226"/>
                    <a:pt x="2407" y="176"/>
                  </a:cubicBezTo>
                  <a:cubicBezTo>
                    <a:pt x="2206" y="126"/>
                    <a:pt x="1955" y="76"/>
                    <a:pt x="1730" y="76"/>
                  </a:cubicBezTo>
                  <a:cubicBezTo>
                    <a:pt x="1605" y="51"/>
                    <a:pt x="1479" y="51"/>
                    <a:pt x="1354" y="51"/>
                  </a:cubicBezTo>
                  <a:lnTo>
                    <a:pt x="1103" y="51"/>
                  </a:lnTo>
                  <a:cubicBezTo>
                    <a:pt x="1003" y="76"/>
                    <a:pt x="903" y="76"/>
                    <a:pt x="828" y="76"/>
                  </a:cubicBezTo>
                  <a:cubicBezTo>
                    <a:pt x="752" y="51"/>
                    <a:pt x="702" y="51"/>
                    <a:pt x="652" y="51"/>
                  </a:cubicBezTo>
                  <a:lnTo>
                    <a:pt x="351" y="51"/>
                  </a:lnTo>
                  <a:cubicBezTo>
                    <a:pt x="301" y="51"/>
                    <a:pt x="226" y="26"/>
                    <a:pt x="176" y="26"/>
                  </a:cubicBezTo>
                  <a:cubicBezTo>
                    <a:pt x="51" y="1"/>
                    <a:pt x="1" y="1"/>
                    <a:pt x="1" y="1"/>
                  </a:cubicBezTo>
                  <a:close/>
                </a:path>
              </a:pathLst>
            </a:custGeom>
            <a:solidFill>
              <a:srgbClr val="82541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1" name="Google Shape;1511;p44"/>
            <p:cNvSpPr/>
            <p:nvPr/>
          </p:nvSpPr>
          <p:spPr>
            <a:xfrm>
              <a:off x="4949411" y="3789520"/>
              <a:ext cx="62517" cy="24579"/>
            </a:xfrm>
            <a:custGeom>
              <a:rect b="b" l="l" r="r" t="t"/>
              <a:pathLst>
                <a:path extrusionOk="0" h="828" w="2106">
                  <a:moveTo>
                    <a:pt x="552" y="0"/>
                  </a:moveTo>
                  <a:cubicBezTo>
                    <a:pt x="502" y="25"/>
                    <a:pt x="452" y="25"/>
                    <a:pt x="402" y="25"/>
                  </a:cubicBezTo>
                  <a:cubicBezTo>
                    <a:pt x="376" y="50"/>
                    <a:pt x="326" y="50"/>
                    <a:pt x="276" y="50"/>
                  </a:cubicBezTo>
                  <a:cubicBezTo>
                    <a:pt x="226" y="50"/>
                    <a:pt x="176" y="76"/>
                    <a:pt x="126" y="76"/>
                  </a:cubicBezTo>
                  <a:cubicBezTo>
                    <a:pt x="51" y="76"/>
                    <a:pt x="1" y="101"/>
                    <a:pt x="1" y="101"/>
                  </a:cubicBezTo>
                  <a:cubicBezTo>
                    <a:pt x="1" y="101"/>
                    <a:pt x="26" y="151"/>
                    <a:pt x="51" y="226"/>
                  </a:cubicBezTo>
                  <a:cubicBezTo>
                    <a:pt x="76" y="276"/>
                    <a:pt x="101" y="376"/>
                    <a:pt x="201" y="477"/>
                  </a:cubicBezTo>
                  <a:cubicBezTo>
                    <a:pt x="251" y="527"/>
                    <a:pt x="301" y="577"/>
                    <a:pt x="376" y="602"/>
                  </a:cubicBezTo>
                  <a:cubicBezTo>
                    <a:pt x="427" y="652"/>
                    <a:pt x="502" y="677"/>
                    <a:pt x="552" y="702"/>
                  </a:cubicBezTo>
                  <a:cubicBezTo>
                    <a:pt x="702" y="777"/>
                    <a:pt x="853" y="802"/>
                    <a:pt x="1003" y="827"/>
                  </a:cubicBezTo>
                  <a:lnTo>
                    <a:pt x="1103" y="827"/>
                  </a:lnTo>
                  <a:cubicBezTo>
                    <a:pt x="1229" y="827"/>
                    <a:pt x="1329" y="827"/>
                    <a:pt x="1454" y="802"/>
                  </a:cubicBezTo>
                  <a:cubicBezTo>
                    <a:pt x="1579" y="752"/>
                    <a:pt x="1705" y="702"/>
                    <a:pt x="1805" y="627"/>
                  </a:cubicBezTo>
                  <a:cubicBezTo>
                    <a:pt x="1905" y="552"/>
                    <a:pt x="1980" y="477"/>
                    <a:pt x="2031" y="401"/>
                  </a:cubicBezTo>
                  <a:cubicBezTo>
                    <a:pt x="2081" y="351"/>
                    <a:pt x="2106" y="301"/>
                    <a:pt x="2106" y="301"/>
                  </a:cubicBezTo>
                  <a:cubicBezTo>
                    <a:pt x="2106" y="301"/>
                    <a:pt x="2056" y="276"/>
                    <a:pt x="1980" y="251"/>
                  </a:cubicBezTo>
                  <a:cubicBezTo>
                    <a:pt x="1905" y="226"/>
                    <a:pt x="1830" y="201"/>
                    <a:pt x="1730" y="151"/>
                  </a:cubicBezTo>
                  <a:cubicBezTo>
                    <a:pt x="1630" y="101"/>
                    <a:pt x="1529" y="76"/>
                    <a:pt x="1404" y="50"/>
                  </a:cubicBezTo>
                  <a:cubicBezTo>
                    <a:pt x="1304" y="25"/>
                    <a:pt x="1178" y="0"/>
                    <a:pt x="1078" y="0"/>
                  </a:cubicBezTo>
                  <a:close/>
                </a:path>
              </a:pathLst>
            </a:custGeom>
            <a:solidFill>
              <a:srgbClr val="82541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2" name="Google Shape;1512;p44"/>
            <p:cNvSpPr/>
            <p:nvPr/>
          </p:nvSpPr>
          <p:spPr>
            <a:xfrm>
              <a:off x="5604114" y="3764733"/>
              <a:ext cx="180069" cy="147000"/>
            </a:xfrm>
            <a:custGeom>
              <a:rect b="b" l="l" r="r" t="t"/>
              <a:pathLst>
                <a:path extrusionOk="0" h="4952" w="6066">
                  <a:moveTo>
                    <a:pt x="4773" y="0"/>
                  </a:moveTo>
                  <a:cubicBezTo>
                    <a:pt x="3535" y="0"/>
                    <a:pt x="2014" y="366"/>
                    <a:pt x="1354" y="1061"/>
                  </a:cubicBezTo>
                  <a:cubicBezTo>
                    <a:pt x="1" y="2565"/>
                    <a:pt x="2156" y="3442"/>
                    <a:pt x="703" y="4294"/>
                  </a:cubicBezTo>
                  <a:cubicBezTo>
                    <a:pt x="959" y="4794"/>
                    <a:pt x="1143" y="4951"/>
                    <a:pt x="1293" y="4951"/>
                  </a:cubicBezTo>
                  <a:cubicBezTo>
                    <a:pt x="1422" y="4951"/>
                    <a:pt x="1526" y="4836"/>
                    <a:pt x="1630" y="4720"/>
                  </a:cubicBezTo>
                  <a:cubicBezTo>
                    <a:pt x="1730" y="4595"/>
                    <a:pt x="1830" y="4469"/>
                    <a:pt x="1981" y="4469"/>
                  </a:cubicBezTo>
                  <a:cubicBezTo>
                    <a:pt x="2045" y="4460"/>
                    <a:pt x="2108" y="4456"/>
                    <a:pt x="2169" y="4456"/>
                  </a:cubicBezTo>
                  <a:cubicBezTo>
                    <a:pt x="2442" y="4456"/>
                    <a:pt x="2688" y="4538"/>
                    <a:pt x="2933" y="4620"/>
                  </a:cubicBezTo>
                  <a:cubicBezTo>
                    <a:pt x="3173" y="4713"/>
                    <a:pt x="3406" y="4799"/>
                    <a:pt x="3654" y="4799"/>
                  </a:cubicBezTo>
                  <a:cubicBezTo>
                    <a:pt x="3873" y="4799"/>
                    <a:pt x="4103" y="4732"/>
                    <a:pt x="4362" y="4545"/>
                  </a:cubicBezTo>
                  <a:cubicBezTo>
                    <a:pt x="5264" y="3868"/>
                    <a:pt x="6041" y="1136"/>
                    <a:pt x="6066" y="184"/>
                  </a:cubicBezTo>
                  <a:cubicBezTo>
                    <a:pt x="5733" y="61"/>
                    <a:pt x="5276" y="0"/>
                    <a:pt x="4773" y="0"/>
                  </a:cubicBezTo>
                  <a:close/>
                </a:path>
              </a:pathLst>
            </a:custGeom>
            <a:solidFill>
              <a:srgbClr val="9D66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3" name="Google Shape;1513;p44"/>
            <p:cNvSpPr/>
            <p:nvPr/>
          </p:nvSpPr>
          <p:spPr>
            <a:xfrm>
              <a:off x="5649503" y="3814069"/>
              <a:ext cx="67741" cy="71452"/>
            </a:xfrm>
            <a:custGeom>
              <a:rect b="b" l="l" r="r" t="t"/>
              <a:pathLst>
                <a:path extrusionOk="0" h="2407" w="2282">
                  <a:moveTo>
                    <a:pt x="1" y="0"/>
                  </a:moveTo>
                  <a:cubicBezTo>
                    <a:pt x="1" y="0"/>
                    <a:pt x="101" y="226"/>
                    <a:pt x="301" y="477"/>
                  </a:cubicBezTo>
                  <a:cubicBezTo>
                    <a:pt x="502" y="727"/>
                    <a:pt x="778" y="1028"/>
                    <a:pt x="1053" y="1304"/>
                  </a:cubicBezTo>
                  <a:cubicBezTo>
                    <a:pt x="1329" y="1554"/>
                    <a:pt x="1605" y="1805"/>
                    <a:pt x="1830" y="2005"/>
                  </a:cubicBezTo>
                  <a:cubicBezTo>
                    <a:pt x="1930" y="2106"/>
                    <a:pt x="2006" y="2206"/>
                    <a:pt x="2081" y="2281"/>
                  </a:cubicBezTo>
                  <a:cubicBezTo>
                    <a:pt x="2131" y="2356"/>
                    <a:pt x="2181" y="2406"/>
                    <a:pt x="2181" y="2406"/>
                  </a:cubicBezTo>
                  <a:cubicBezTo>
                    <a:pt x="2181" y="2406"/>
                    <a:pt x="2206" y="2356"/>
                    <a:pt x="2231" y="2256"/>
                  </a:cubicBezTo>
                  <a:cubicBezTo>
                    <a:pt x="2256" y="2156"/>
                    <a:pt x="2281" y="1980"/>
                    <a:pt x="2256" y="1805"/>
                  </a:cubicBezTo>
                  <a:cubicBezTo>
                    <a:pt x="2231" y="1630"/>
                    <a:pt x="2156" y="1429"/>
                    <a:pt x="2056" y="1229"/>
                  </a:cubicBezTo>
                  <a:cubicBezTo>
                    <a:pt x="1956" y="1028"/>
                    <a:pt x="1805" y="853"/>
                    <a:pt x="1630" y="702"/>
                  </a:cubicBezTo>
                  <a:cubicBezTo>
                    <a:pt x="1304" y="376"/>
                    <a:pt x="903" y="176"/>
                    <a:pt x="577" y="76"/>
                  </a:cubicBezTo>
                  <a:cubicBezTo>
                    <a:pt x="351" y="0"/>
                    <a:pt x="151" y="0"/>
                    <a:pt x="51" y="0"/>
                  </a:cubicBezTo>
                  <a:close/>
                </a:path>
              </a:pathLst>
            </a:custGeom>
            <a:solidFill>
              <a:srgbClr val="82541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4" name="Google Shape;1514;p44"/>
            <p:cNvSpPr/>
            <p:nvPr/>
          </p:nvSpPr>
          <p:spPr>
            <a:xfrm>
              <a:off x="5700086" y="3785037"/>
              <a:ext cx="54353" cy="50643"/>
            </a:xfrm>
            <a:custGeom>
              <a:rect b="b" l="l" r="r" t="t"/>
              <a:pathLst>
                <a:path extrusionOk="0" h="1706" w="1831">
                  <a:moveTo>
                    <a:pt x="377" y="1"/>
                  </a:moveTo>
                  <a:cubicBezTo>
                    <a:pt x="277" y="1"/>
                    <a:pt x="176" y="51"/>
                    <a:pt x="126" y="51"/>
                  </a:cubicBezTo>
                  <a:cubicBezTo>
                    <a:pt x="51" y="101"/>
                    <a:pt x="1" y="101"/>
                    <a:pt x="1" y="101"/>
                  </a:cubicBezTo>
                  <a:cubicBezTo>
                    <a:pt x="1" y="101"/>
                    <a:pt x="26" y="151"/>
                    <a:pt x="76" y="227"/>
                  </a:cubicBezTo>
                  <a:cubicBezTo>
                    <a:pt x="126" y="277"/>
                    <a:pt x="226" y="352"/>
                    <a:pt x="277" y="452"/>
                  </a:cubicBezTo>
                  <a:cubicBezTo>
                    <a:pt x="327" y="502"/>
                    <a:pt x="352" y="552"/>
                    <a:pt x="377" y="577"/>
                  </a:cubicBezTo>
                  <a:cubicBezTo>
                    <a:pt x="427" y="628"/>
                    <a:pt x="477" y="678"/>
                    <a:pt x="502" y="728"/>
                  </a:cubicBezTo>
                  <a:cubicBezTo>
                    <a:pt x="602" y="803"/>
                    <a:pt x="678" y="928"/>
                    <a:pt x="803" y="1003"/>
                  </a:cubicBezTo>
                  <a:cubicBezTo>
                    <a:pt x="878" y="1104"/>
                    <a:pt x="1003" y="1179"/>
                    <a:pt x="1079" y="1254"/>
                  </a:cubicBezTo>
                  <a:cubicBezTo>
                    <a:pt x="1179" y="1329"/>
                    <a:pt x="1279" y="1405"/>
                    <a:pt x="1379" y="1455"/>
                  </a:cubicBezTo>
                  <a:cubicBezTo>
                    <a:pt x="1480" y="1530"/>
                    <a:pt x="1555" y="1580"/>
                    <a:pt x="1630" y="1630"/>
                  </a:cubicBezTo>
                  <a:cubicBezTo>
                    <a:pt x="1680" y="1680"/>
                    <a:pt x="1730" y="1705"/>
                    <a:pt x="1730" y="1705"/>
                  </a:cubicBezTo>
                  <a:cubicBezTo>
                    <a:pt x="1730" y="1705"/>
                    <a:pt x="1755" y="1680"/>
                    <a:pt x="1780" y="1580"/>
                  </a:cubicBezTo>
                  <a:cubicBezTo>
                    <a:pt x="1805" y="1505"/>
                    <a:pt x="1830" y="1379"/>
                    <a:pt x="1805" y="1254"/>
                  </a:cubicBezTo>
                  <a:cubicBezTo>
                    <a:pt x="1805" y="1104"/>
                    <a:pt x="1755" y="953"/>
                    <a:pt x="1680" y="803"/>
                  </a:cubicBezTo>
                  <a:cubicBezTo>
                    <a:pt x="1605" y="628"/>
                    <a:pt x="1480" y="502"/>
                    <a:pt x="1354" y="377"/>
                  </a:cubicBezTo>
                  <a:cubicBezTo>
                    <a:pt x="1204" y="277"/>
                    <a:pt x="1079" y="151"/>
                    <a:pt x="903" y="101"/>
                  </a:cubicBezTo>
                  <a:cubicBezTo>
                    <a:pt x="753" y="51"/>
                    <a:pt x="577" y="1"/>
                    <a:pt x="452" y="1"/>
                  </a:cubicBezTo>
                  <a:close/>
                </a:path>
              </a:pathLst>
            </a:custGeom>
            <a:solidFill>
              <a:srgbClr val="82541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5" name="Google Shape;1515;p44"/>
            <p:cNvSpPr/>
            <p:nvPr/>
          </p:nvSpPr>
          <p:spPr>
            <a:xfrm>
              <a:off x="6211232" y="3870975"/>
              <a:ext cx="203877" cy="134918"/>
            </a:xfrm>
            <a:custGeom>
              <a:rect b="b" l="l" r="r" t="t"/>
              <a:pathLst>
                <a:path extrusionOk="0" h="4545" w="6868">
                  <a:moveTo>
                    <a:pt x="3528" y="0"/>
                  </a:moveTo>
                  <a:cubicBezTo>
                    <a:pt x="3013" y="0"/>
                    <a:pt x="2683" y="263"/>
                    <a:pt x="2406" y="540"/>
                  </a:cubicBezTo>
                  <a:cubicBezTo>
                    <a:pt x="2126" y="803"/>
                    <a:pt x="1900" y="1067"/>
                    <a:pt x="1571" y="1067"/>
                  </a:cubicBezTo>
                  <a:cubicBezTo>
                    <a:pt x="1400" y="1067"/>
                    <a:pt x="1201" y="995"/>
                    <a:pt x="952" y="815"/>
                  </a:cubicBezTo>
                  <a:lnTo>
                    <a:pt x="952" y="815"/>
                  </a:lnTo>
                  <a:cubicBezTo>
                    <a:pt x="0" y="2043"/>
                    <a:pt x="1153" y="1667"/>
                    <a:pt x="1303" y="2043"/>
                  </a:cubicBezTo>
                  <a:cubicBezTo>
                    <a:pt x="1779" y="2845"/>
                    <a:pt x="1253" y="3723"/>
                    <a:pt x="2206" y="4274"/>
                  </a:cubicBezTo>
                  <a:cubicBezTo>
                    <a:pt x="2551" y="4469"/>
                    <a:pt x="3129" y="4545"/>
                    <a:pt x="3769" y="4545"/>
                  </a:cubicBezTo>
                  <a:cubicBezTo>
                    <a:pt x="4939" y="4545"/>
                    <a:pt x="6316" y="4291"/>
                    <a:pt x="6867" y="4048"/>
                  </a:cubicBezTo>
                  <a:cubicBezTo>
                    <a:pt x="6792" y="2820"/>
                    <a:pt x="5439" y="540"/>
                    <a:pt x="4160" y="114"/>
                  </a:cubicBezTo>
                  <a:cubicBezTo>
                    <a:pt x="3922" y="34"/>
                    <a:pt x="3713" y="0"/>
                    <a:pt x="3528" y="0"/>
                  </a:cubicBezTo>
                  <a:close/>
                </a:path>
              </a:pathLst>
            </a:custGeom>
            <a:solidFill>
              <a:srgbClr val="9D66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6" name="Google Shape;1516;p44"/>
            <p:cNvSpPr/>
            <p:nvPr/>
          </p:nvSpPr>
          <p:spPr>
            <a:xfrm>
              <a:off x="6292302" y="3893684"/>
              <a:ext cx="49900" cy="87066"/>
            </a:xfrm>
            <a:custGeom>
              <a:rect b="b" l="l" r="r" t="t"/>
              <a:pathLst>
                <a:path extrusionOk="0" h="2933" w="1681">
                  <a:moveTo>
                    <a:pt x="1530" y="0"/>
                  </a:moveTo>
                  <a:cubicBezTo>
                    <a:pt x="1530" y="0"/>
                    <a:pt x="1480" y="50"/>
                    <a:pt x="1429" y="151"/>
                  </a:cubicBezTo>
                  <a:cubicBezTo>
                    <a:pt x="1354" y="226"/>
                    <a:pt x="1304" y="351"/>
                    <a:pt x="1204" y="476"/>
                  </a:cubicBezTo>
                  <a:cubicBezTo>
                    <a:pt x="1179" y="552"/>
                    <a:pt x="1129" y="627"/>
                    <a:pt x="1079" y="677"/>
                  </a:cubicBezTo>
                  <a:cubicBezTo>
                    <a:pt x="1028" y="752"/>
                    <a:pt x="978" y="827"/>
                    <a:pt x="953" y="927"/>
                  </a:cubicBezTo>
                  <a:cubicBezTo>
                    <a:pt x="903" y="1003"/>
                    <a:pt x="853" y="1078"/>
                    <a:pt x="803" y="1178"/>
                  </a:cubicBezTo>
                  <a:cubicBezTo>
                    <a:pt x="753" y="1253"/>
                    <a:pt x="728" y="1328"/>
                    <a:pt x="678" y="1429"/>
                  </a:cubicBezTo>
                  <a:cubicBezTo>
                    <a:pt x="577" y="1579"/>
                    <a:pt x="502" y="1780"/>
                    <a:pt x="427" y="1930"/>
                  </a:cubicBezTo>
                  <a:cubicBezTo>
                    <a:pt x="377" y="2030"/>
                    <a:pt x="352" y="2105"/>
                    <a:pt x="302" y="2181"/>
                  </a:cubicBezTo>
                  <a:cubicBezTo>
                    <a:pt x="277" y="2256"/>
                    <a:pt x="226" y="2331"/>
                    <a:pt x="201" y="2406"/>
                  </a:cubicBezTo>
                  <a:cubicBezTo>
                    <a:pt x="151" y="2557"/>
                    <a:pt x="101" y="2682"/>
                    <a:pt x="51" y="2757"/>
                  </a:cubicBezTo>
                  <a:cubicBezTo>
                    <a:pt x="1" y="2857"/>
                    <a:pt x="1" y="2933"/>
                    <a:pt x="1" y="2933"/>
                  </a:cubicBezTo>
                  <a:cubicBezTo>
                    <a:pt x="1" y="2933"/>
                    <a:pt x="51" y="2933"/>
                    <a:pt x="151" y="2907"/>
                  </a:cubicBezTo>
                  <a:cubicBezTo>
                    <a:pt x="251" y="2882"/>
                    <a:pt x="402" y="2832"/>
                    <a:pt x="552" y="2732"/>
                  </a:cubicBezTo>
                  <a:cubicBezTo>
                    <a:pt x="627" y="2682"/>
                    <a:pt x="728" y="2632"/>
                    <a:pt x="803" y="2582"/>
                  </a:cubicBezTo>
                  <a:cubicBezTo>
                    <a:pt x="878" y="2506"/>
                    <a:pt x="953" y="2431"/>
                    <a:pt x="1028" y="2356"/>
                  </a:cubicBezTo>
                  <a:cubicBezTo>
                    <a:pt x="1179" y="2206"/>
                    <a:pt x="1304" y="2005"/>
                    <a:pt x="1404" y="1805"/>
                  </a:cubicBezTo>
                  <a:cubicBezTo>
                    <a:pt x="1505" y="1604"/>
                    <a:pt x="1605" y="1379"/>
                    <a:pt x="1630" y="1178"/>
                  </a:cubicBezTo>
                  <a:cubicBezTo>
                    <a:pt x="1655" y="1053"/>
                    <a:pt x="1680" y="953"/>
                    <a:pt x="1680" y="852"/>
                  </a:cubicBezTo>
                  <a:cubicBezTo>
                    <a:pt x="1680" y="752"/>
                    <a:pt x="1680" y="652"/>
                    <a:pt x="1680" y="577"/>
                  </a:cubicBezTo>
                  <a:cubicBezTo>
                    <a:pt x="1680" y="376"/>
                    <a:pt x="1630" y="251"/>
                    <a:pt x="1580" y="151"/>
                  </a:cubicBezTo>
                  <a:cubicBezTo>
                    <a:pt x="1555" y="50"/>
                    <a:pt x="1530" y="0"/>
                    <a:pt x="1530" y="0"/>
                  </a:cubicBezTo>
                  <a:close/>
                </a:path>
              </a:pathLst>
            </a:custGeom>
            <a:solidFill>
              <a:srgbClr val="82541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7" name="Google Shape;1517;p44"/>
            <p:cNvSpPr/>
            <p:nvPr/>
          </p:nvSpPr>
          <p:spPr>
            <a:xfrm>
              <a:off x="6349594" y="3936074"/>
              <a:ext cx="34256" cy="52869"/>
            </a:xfrm>
            <a:custGeom>
              <a:rect b="b" l="l" r="r" t="t"/>
              <a:pathLst>
                <a:path extrusionOk="0" h="1781" w="1154">
                  <a:moveTo>
                    <a:pt x="903" y="1"/>
                  </a:moveTo>
                  <a:cubicBezTo>
                    <a:pt x="903" y="1"/>
                    <a:pt x="878" y="26"/>
                    <a:pt x="828" y="76"/>
                  </a:cubicBezTo>
                  <a:cubicBezTo>
                    <a:pt x="778" y="126"/>
                    <a:pt x="702" y="226"/>
                    <a:pt x="652" y="276"/>
                  </a:cubicBezTo>
                  <a:cubicBezTo>
                    <a:pt x="577" y="352"/>
                    <a:pt x="502" y="427"/>
                    <a:pt x="452" y="527"/>
                  </a:cubicBezTo>
                  <a:cubicBezTo>
                    <a:pt x="402" y="602"/>
                    <a:pt x="327" y="702"/>
                    <a:pt x="276" y="803"/>
                  </a:cubicBezTo>
                  <a:cubicBezTo>
                    <a:pt x="226" y="903"/>
                    <a:pt x="201" y="1003"/>
                    <a:pt x="176" y="1103"/>
                  </a:cubicBezTo>
                  <a:cubicBezTo>
                    <a:pt x="151" y="1129"/>
                    <a:pt x="151" y="1204"/>
                    <a:pt x="126" y="1254"/>
                  </a:cubicBezTo>
                  <a:cubicBezTo>
                    <a:pt x="126" y="1279"/>
                    <a:pt x="101" y="1329"/>
                    <a:pt x="101" y="1379"/>
                  </a:cubicBezTo>
                  <a:cubicBezTo>
                    <a:pt x="76" y="1429"/>
                    <a:pt x="76" y="1479"/>
                    <a:pt x="76" y="1505"/>
                  </a:cubicBezTo>
                  <a:cubicBezTo>
                    <a:pt x="51" y="1555"/>
                    <a:pt x="51" y="1605"/>
                    <a:pt x="51" y="1630"/>
                  </a:cubicBezTo>
                  <a:cubicBezTo>
                    <a:pt x="26" y="1705"/>
                    <a:pt x="1" y="1730"/>
                    <a:pt x="1" y="1730"/>
                  </a:cubicBezTo>
                  <a:cubicBezTo>
                    <a:pt x="1" y="1730"/>
                    <a:pt x="51" y="1755"/>
                    <a:pt x="126" y="1755"/>
                  </a:cubicBezTo>
                  <a:cubicBezTo>
                    <a:pt x="151" y="1780"/>
                    <a:pt x="176" y="1780"/>
                    <a:pt x="201" y="1780"/>
                  </a:cubicBezTo>
                  <a:cubicBezTo>
                    <a:pt x="276" y="1780"/>
                    <a:pt x="352" y="1755"/>
                    <a:pt x="427" y="1730"/>
                  </a:cubicBezTo>
                  <a:cubicBezTo>
                    <a:pt x="477" y="1705"/>
                    <a:pt x="552" y="1680"/>
                    <a:pt x="602" y="1655"/>
                  </a:cubicBezTo>
                  <a:cubicBezTo>
                    <a:pt x="677" y="1605"/>
                    <a:pt x="728" y="1555"/>
                    <a:pt x="778" y="1505"/>
                  </a:cubicBezTo>
                  <a:cubicBezTo>
                    <a:pt x="903" y="1429"/>
                    <a:pt x="953" y="1279"/>
                    <a:pt x="1028" y="1154"/>
                  </a:cubicBezTo>
                  <a:cubicBezTo>
                    <a:pt x="1103" y="1028"/>
                    <a:pt x="1154" y="878"/>
                    <a:pt x="1154" y="753"/>
                  </a:cubicBezTo>
                  <a:cubicBezTo>
                    <a:pt x="1154" y="602"/>
                    <a:pt x="1154" y="477"/>
                    <a:pt x="1103" y="352"/>
                  </a:cubicBezTo>
                  <a:cubicBezTo>
                    <a:pt x="1103" y="226"/>
                    <a:pt x="1028" y="151"/>
                    <a:pt x="978" y="101"/>
                  </a:cubicBezTo>
                  <a:cubicBezTo>
                    <a:pt x="953" y="26"/>
                    <a:pt x="903" y="1"/>
                    <a:pt x="903" y="1"/>
                  </a:cubicBezTo>
                  <a:close/>
                </a:path>
              </a:pathLst>
            </a:custGeom>
            <a:solidFill>
              <a:srgbClr val="82541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8" name="Google Shape;1518;p44"/>
            <p:cNvSpPr/>
            <p:nvPr/>
          </p:nvSpPr>
          <p:spPr>
            <a:xfrm>
              <a:off x="6439628" y="3180918"/>
              <a:ext cx="156262" cy="181583"/>
            </a:xfrm>
            <a:custGeom>
              <a:rect b="b" l="l" r="r" t="t"/>
              <a:pathLst>
                <a:path extrusionOk="0" h="6117" w="5264">
                  <a:moveTo>
                    <a:pt x="928" y="1"/>
                  </a:moveTo>
                  <a:cubicBezTo>
                    <a:pt x="276" y="1004"/>
                    <a:pt x="0" y="3660"/>
                    <a:pt x="777" y="4763"/>
                  </a:cubicBezTo>
                  <a:cubicBezTo>
                    <a:pt x="1199" y="5367"/>
                    <a:pt x="1647" y="5503"/>
                    <a:pt x="2073" y="5503"/>
                  </a:cubicBezTo>
                  <a:cubicBezTo>
                    <a:pt x="2229" y="5503"/>
                    <a:pt x="2383" y="5485"/>
                    <a:pt x="2532" y="5465"/>
                  </a:cubicBezTo>
                  <a:cubicBezTo>
                    <a:pt x="2686" y="5443"/>
                    <a:pt x="2833" y="5421"/>
                    <a:pt x="2971" y="5421"/>
                  </a:cubicBezTo>
                  <a:cubicBezTo>
                    <a:pt x="3305" y="5421"/>
                    <a:pt x="3582" y="5549"/>
                    <a:pt x="3760" y="6116"/>
                  </a:cubicBezTo>
                  <a:cubicBezTo>
                    <a:pt x="5263" y="5715"/>
                    <a:pt x="4111" y="5314"/>
                    <a:pt x="4236" y="4913"/>
                  </a:cubicBezTo>
                  <a:cubicBezTo>
                    <a:pt x="4311" y="3986"/>
                    <a:pt x="5263" y="3610"/>
                    <a:pt x="4812" y="2582"/>
                  </a:cubicBezTo>
                  <a:cubicBezTo>
                    <a:pt x="4361" y="1555"/>
                    <a:pt x="1855" y="202"/>
                    <a:pt x="928" y="1"/>
                  </a:cubicBezTo>
                  <a:close/>
                </a:path>
              </a:pathLst>
            </a:custGeom>
            <a:solidFill>
              <a:srgbClr val="9D66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9" name="Google Shape;1519;p44"/>
            <p:cNvSpPr/>
            <p:nvPr/>
          </p:nvSpPr>
          <p:spPr>
            <a:xfrm>
              <a:off x="6473855" y="3263501"/>
              <a:ext cx="95259" cy="53611"/>
            </a:xfrm>
            <a:custGeom>
              <a:rect b="b" l="l" r="r" t="t"/>
              <a:pathLst>
                <a:path extrusionOk="0" h="1806" w="3209">
                  <a:moveTo>
                    <a:pt x="2231" y="1"/>
                  </a:moveTo>
                  <a:cubicBezTo>
                    <a:pt x="2156" y="1"/>
                    <a:pt x="2055" y="26"/>
                    <a:pt x="1955" y="51"/>
                  </a:cubicBezTo>
                  <a:cubicBezTo>
                    <a:pt x="1830" y="51"/>
                    <a:pt x="1704" y="76"/>
                    <a:pt x="1579" y="126"/>
                  </a:cubicBezTo>
                  <a:cubicBezTo>
                    <a:pt x="1479" y="151"/>
                    <a:pt x="1354" y="201"/>
                    <a:pt x="1228" y="252"/>
                  </a:cubicBezTo>
                  <a:cubicBezTo>
                    <a:pt x="1128" y="327"/>
                    <a:pt x="1003" y="377"/>
                    <a:pt x="902" y="452"/>
                  </a:cubicBezTo>
                  <a:cubicBezTo>
                    <a:pt x="802" y="527"/>
                    <a:pt x="702" y="602"/>
                    <a:pt x="602" y="678"/>
                  </a:cubicBezTo>
                  <a:cubicBezTo>
                    <a:pt x="527" y="778"/>
                    <a:pt x="451" y="853"/>
                    <a:pt x="376" y="953"/>
                  </a:cubicBezTo>
                  <a:cubicBezTo>
                    <a:pt x="301" y="1029"/>
                    <a:pt x="251" y="1129"/>
                    <a:pt x="201" y="1204"/>
                  </a:cubicBezTo>
                  <a:cubicBezTo>
                    <a:pt x="100" y="1379"/>
                    <a:pt x="75" y="1530"/>
                    <a:pt x="50" y="1630"/>
                  </a:cubicBezTo>
                  <a:cubicBezTo>
                    <a:pt x="0" y="1730"/>
                    <a:pt x="0" y="1805"/>
                    <a:pt x="0" y="1805"/>
                  </a:cubicBezTo>
                  <a:cubicBezTo>
                    <a:pt x="0" y="1805"/>
                    <a:pt x="75" y="1780"/>
                    <a:pt x="176" y="1730"/>
                  </a:cubicBezTo>
                  <a:cubicBezTo>
                    <a:pt x="276" y="1705"/>
                    <a:pt x="401" y="1605"/>
                    <a:pt x="552" y="1530"/>
                  </a:cubicBezTo>
                  <a:cubicBezTo>
                    <a:pt x="627" y="1505"/>
                    <a:pt x="727" y="1455"/>
                    <a:pt x="802" y="1404"/>
                  </a:cubicBezTo>
                  <a:cubicBezTo>
                    <a:pt x="877" y="1354"/>
                    <a:pt x="953" y="1329"/>
                    <a:pt x="1053" y="1279"/>
                  </a:cubicBezTo>
                  <a:cubicBezTo>
                    <a:pt x="1128" y="1254"/>
                    <a:pt x="1228" y="1179"/>
                    <a:pt x="1329" y="1154"/>
                  </a:cubicBezTo>
                  <a:cubicBezTo>
                    <a:pt x="1404" y="1104"/>
                    <a:pt x="1504" y="1054"/>
                    <a:pt x="1579" y="1003"/>
                  </a:cubicBezTo>
                  <a:cubicBezTo>
                    <a:pt x="1679" y="978"/>
                    <a:pt x="1780" y="928"/>
                    <a:pt x="1880" y="878"/>
                  </a:cubicBezTo>
                  <a:cubicBezTo>
                    <a:pt x="1955" y="828"/>
                    <a:pt x="2055" y="803"/>
                    <a:pt x="2156" y="753"/>
                  </a:cubicBezTo>
                  <a:cubicBezTo>
                    <a:pt x="2256" y="728"/>
                    <a:pt x="2331" y="653"/>
                    <a:pt x="2406" y="628"/>
                  </a:cubicBezTo>
                  <a:cubicBezTo>
                    <a:pt x="2506" y="602"/>
                    <a:pt x="2582" y="552"/>
                    <a:pt x="2657" y="502"/>
                  </a:cubicBezTo>
                  <a:cubicBezTo>
                    <a:pt x="2807" y="427"/>
                    <a:pt x="2958" y="352"/>
                    <a:pt x="3058" y="302"/>
                  </a:cubicBezTo>
                  <a:cubicBezTo>
                    <a:pt x="3158" y="252"/>
                    <a:pt x="3208" y="201"/>
                    <a:pt x="3208" y="201"/>
                  </a:cubicBezTo>
                  <a:cubicBezTo>
                    <a:pt x="3208" y="201"/>
                    <a:pt x="3133" y="176"/>
                    <a:pt x="3033" y="151"/>
                  </a:cubicBezTo>
                  <a:cubicBezTo>
                    <a:pt x="2933" y="101"/>
                    <a:pt x="2782" y="51"/>
                    <a:pt x="2582" y="26"/>
                  </a:cubicBezTo>
                  <a:cubicBezTo>
                    <a:pt x="2506" y="26"/>
                    <a:pt x="2406" y="26"/>
                    <a:pt x="2281" y="1"/>
                  </a:cubicBezTo>
                  <a:close/>
                </a:path>
              </a:pathLst>
            </a:custGeom>
            <a:solidFill>
              <a:srgbClr val="82541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0" name="Google Shape;1520;p44"/>
            <p:cNvSpPr/>
            <p:nvPr/>
          </p:nvSpPr>
          <p:spPr>
            <a:xfrm>
              <a:off x="6463436" y="3221853"/>
              <a:ext cx="58806" cy="37225"/>
            </a:xfrm>
            <a:custGeom>
              <a:rect b="b" l="l" r="r" t="t"/>
              <a:pathLst>
                <a:path extrusionOk="0" h="1254" w="1981">
                  <a:moveTo>
                    <a:pt x="1304" y="0"/>
                  </a:moveTo>
                  <a:cubicBezTo>
                    <a:pt x="1253" y="0"/>
                    <a:pt x="1203" y="0"/>
                    <a:pt x="1153" y="26"/>
                  </a:cubicBezTo>
                  <a:cubicBezTo>
                    <a:pt x="1078" y="26"/>
                    <a:pt x="1003" y="26"/>
                    <a:pt x="928" y="76"/>
                  </a:cubicBezTo>
                  <a:cubicBezTo>
                    <a:pt x="827" y="101"/>
                    <a:pt x="752" y="126"/>
                    <a:pt x="677" y="176"/>
                  </a:cubicBezTo>
                  <a:cubicBezTo>
                    <a:pt x="627" y="201"/>
                    <a:pt x="552" y="251"/>
                    <a:pt x="476" y="301"/>
                  </a:cubicBezTo>
                  <a:cubicBezTo>
                    <a:pt x="426" y="351"/>
                    <a:pt x="376" y="427"/>
                    <a:pt x="301" y="477"/>
                  </a:cubicBezTo>
                  <a:cubicBezTo>
                    <a:pt x="201" y="577"/>
                    <a:pt x="151" y="727"/>
                    <a:pt x="101" y="828"/>
                  </a:cubicBezTo>
                  <a:cubicBezTo>
                    <a:pt x="50" y="953"/>
                    <a:pt x="25" y="1053"/>
                    <a:pt x="25" y="1128"/>
                  </a:cubicBezTo>
                  <a:cubicBezTo>
                    <a:pt x="0" y="1203"/>
                    <a:pt x="0" y="1254"/>
                    <a:pt x="0" y="1254"/>
                  </a:cubicBezTo>
                  <a:lnTo>
                    <a:pt x="126" y="1254"/>
                  </a:lnTo>
                  <a:cubicBezTo>
                    <a:pt x="201" y="1229"/>
                    <a:pt x="326" y="1203"/>
                    <a:pt x="426" y="1178"/>
                  </a:cubicBezTo>
                  <a:cubicBezTo>
                    <a:pt x="552" y="1153"/>
                    <a:pt x="652" y="1103"/>
                    <a:pt x="777" y="1053"/>
                  </a:cubicBezTo>
                  <a:cubicBezTo>
                    <a:pt x="878" y="1003"/>
                    <a:pt x="978" y="953"/>
                    <a:pt x="1103" y="903"/>
                  </a:cubicBezTo>
                  <a:cubicBezTo>
                    <a:pt x="1203" y="853"/>
                    <a:pt x="1304" y="777"/>
                    <a:pt x="1404" y="702"/>
                  </a:cubicBezTo>
                  <a:cubicBezTo>
                    <a:pt x="1504" y="652"/>
                    <a:pt x="1604" y="577"/>
                    <a:pt x="1680" y="502"/>
                  </a:cubicBezTo>
                  <a:cubicBezTo>
                    <a:pt x="1755" y="427"/>
                    <a:pt x="1855" y="376"/>
                    <a:pt x="1905" y="301"/>
                  </a:cubicBezTo>
                  <a:cubicBezTo>
                    <a:pt x="1955" y="251"/>
                    <a:pt x="1980" y="226"/>
                    <a:pt x="1980" y="226"/>
                  </a:cubicBezTo>
                  <a:cubicBezTo>
                    <a:pt x="1980" y="226"/>
                    <a:pt x="1955" y="176"/>
                    <a:pt x="1880" y="151"/>
                  </a:cubicBezTo>
                  <a:cubicBezTo>
                    <a:pt x="1805" y="101"/>
                    <a:pt x="1705" y="51"/>
                    <a:pt x="1579" y="26"/>
                  </a:cubicBezTo>
                  <a:cubicBezTo>
                    <a:pt x="1504" y="26"/>
                    <a:pt x="1404" y="0"/>
                    <a:pt x="1304" y="0"/>
                  </a:cubicBezTo>
                  <a:close/>
                </a:path>
              </a:pathLst>
            </a:custGeom>
            <a:solidFill>
              <a:srgbClr val="82541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1" name="Google Shape;1521;p44"/>
            <p:cNvSpPr/>
            <p:nvPr/>
          </p:nvSpPr>
          <p:spPr>
            <a:xfrm>
              <a:off x="6314625" y="2307318"/>
              <a:ext cx="39095" cy="230474"/>
            </a:xfrm>
            <a:custGeom>
              <a:rect b="b" l="l" r="r" t="t"/>
              <a:pathLst>
                <a:path extrusionOk="0" h="7764" w="1317">
                  <a:moveTo>
                    <a:pt x="515" y="0"/>
                  </a:moveTo>
                  <a:cubicBezTo>
                    <a:pt x="258" y="0"/>
                    <a:pt x="1" y="169"/>
                    <a:pt x="1" y="508"/>
                  </a:cubicBezTo>
                  <a:cubicBezTo>
                    <a:pt x="1" y="2763"/>
                    <a:pt x="26" y="5019"/>
                    <a:pt x="251" y="7274"/>
                  </a:cubicBezTo>
                  <a:cubicBezTo>
                    <a:pt x="289" y="7600"/>
                    <a:pt x="565" y="7763"/>
                    <a:pt x="822" y="7763"/>
                  </a:cubicBezTo>
                  <a:cubicBezTo>
                    <a:pt x="1078" y="7763"/>
                    <a:pt x="1317" y="7600"/>
                    <a:pt x="1279" y="7274"/>
                  </a:cubicBezTo>
                  <a:cubicBezTo>
                    <a:pt x="1053" y="5019"/>
                    <a:pt x="1028" y="2763"/>
                    <a:pt x="1028" y="508"/>
                  </a:cubicBezTo>
                  <a:cubicBezTo>
                    <a:pt x="1028" y="169"/>
                    <a:pt x="771" y="0"/>
                    <a:pt x="51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2" name="Google Shape;1522;p44"/>
            <p:cNvSpPr/>
            <p:nvPr/>
          </p:nvSpPr>
          <p:spPr>
            <a:xfrm>
              <a:off x="6374737" y="2841974"/>
              <a:ext cx="245050" cy="82762"/>
            </a:xfrm>
            <a:custGeom>
              <a:rect b="b" l="l" r="r" t="t"/>
              <a:pathLst>
                <a:path extrusionOk="0" h="2788" w="8255">
                  <a:moveTo>
                    <a:pt x="753" y="0"/>
                  </a:moveTo>
                  <a:cubicBezTo>
                    <a:pt x="198" y="0"/>
                    <a:pt x="1" y="878"/>
                    <a:pt x="607" y="1018"/>
                  </a:cubicBezTo>
                  <a:cubicBezTo>
                    <a:pt x="2863" y="1544"/>
                    <a:pt x="5094" y="2246"/>
                    <a:pt x="7349" y="2772"/>
                  </a:cubicBezTo>
                  <a:cubicBezTo>
                    <a:pt x="7396" y="2783"/>
                    <a:pt x="7441" y="2788"/>
                    <a:pt x="7484" y="2788"/>
                  </a:cubicBezTo>
                  <a:cubicBezTo>
                    <a:pt x="8060" y="2788"/>
                    <a:pt x="8255" y="1910"/>
                    <a:pt x="7625" y="1770"/>
                  </a:cubicBezTo>
                  <a:cubicBezTo>
                    <a:pt x="5369" y="1244"/>
                    <a:pt x="3139" y="542"/>
                    <a:pt x="883" y="15"/>
                  </a:cubicBezTo>
                  <a:cubicBezTo>
                    <a:pt x="838" y="5"/>
                    <a:pt x="794" y="0"/>
                    <a:pt x="75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3" name="Google Shape;1523;p44"/>
            <p:cNvSpPr/>
            <p:nvPr/>
          </p:nvSpPr>
          <p:spPr>
            <a:xfrm>
              <a:off x="6535629" y="3505197"/>
              <a:ext cx="232790" cy="45656"/>
            </a:xfrm>
            <a:custGeom>
              <a:rect b="b" l="l" r="r" t="t"/>
              <a:pathLst>
                <a:path extrusionOk="0" h="1538" w="7842">
                  <a:moveTo>
                    <a:pt x="7235" y="1"/>
                  </a:moveTo>
                  <a:cubicBezTo>
                    <a:pt x="7213" y="1"/>
                    <a:pt x="7191" y="2"/>
                    <a:pt x="7167" y="4"/>
                  </a:cubicBezTo>
                  <a:cubicBezTo>
                    <a:pt x="4987" y="230"/>
                    <a:pt x="2831" y="280"/>
                    <a:pt x="651" y="506"/>
                  </a:cubicBezTo>
                  <a:cubicBezTo>
                    <a:pt x="22" y="554"/>
                    <a:pt x="0" y="1537"/>
                    <a:pt x="586" y="1537"/>
                  </a:cubicBezTo>
                  <a:cubicBezTo>
                    <a:pt x="607" y="1537"/>
                    <a:pt x="629" y="1536"/>
                    <a:pt x="651" y="1533"/>
                  </a:cubicBezTo>
                  <a:cubicBezTo>
                    <a:pt x="2831" y="1308"/>
                    <a:pt x="4987" y="1258"/>
                    <a:pt x="7167" y="1032"/>
                  </a:cubicBezTo>
                  <a:cubicBezTo>
                    <a:pt x="7797" y="984"/>
                    <a:pt x="7842" y="1"/>
                    <a:pt x="723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4" name="Google Shape;1524;p44"/>
            <p:cNvSpPr/>
            <p:nvPr/>
          </p:nvSpPr>
          <p:spPr>
            <a:xfrm>
              <a:off x="6044847" y="3703760"/>
              <a:ext cx="61507" cy="230712"/>
            </a:xfrm>
            <a:custGeom>
              <a:rect b="b" l="l" r="r" t="t"/>
              <a:pathLst>
                <a:path extrusionOk="0" h="7772" w="2072">
                  <a:moveTo>
                    <a:pt x="1307" y="1"/>
                  </a:moveTo>
                  <a:cubicBezTo>
                    <a:pt x="1044" y="1"/>
                    <a:pt x="793" y="170"/>
                    <a:pt x="818" y="508"/>
                  </a:cubicBezTo>
                  <a:cubicBezTo>
                    <a:pt x="1019" y="2739"/>
                    <a:pt x="592" y="4919"/>
                    <a:pt x="91" y="7100"/>
                  </a:cubicBezTo>
                  <a:cubicBezTo>
                    <a:pt x="0" y="7509"/>
                    <a:pt x="339" y="7771"/>
                    <a:pt x="650" y="7771"/>
                  </a:cubicBezTo>
                  <a:cubicBezTo>
                    <a:pt x="853" y="7771"/>
                    <a:pt x="1044" y="7659"/>
                    <a:pt x="1094" y="7401"/>
                  </a:cubicBezTo>
                  <a:cubicBezTo>
                    <a:pt x="1620" y="5120"/>
                    <a:pt x="2071" y="2839"/>
                    <a:pt x="1871" y="508"/>
                  </a:cubicBezTo>
                  <a:cubicBezTo>
                    <a:pt x="1846" y="170"/>
                    <a:pt x="1570" y="1"/>
                    <a:pt x="130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5" name="Google Shape;1525;p44"/>
            <p:cNvSpPr/>
            <p:nvPr/>
          </p:nvSpPr>
          <p:spPr>
            <a:xfrm>
              <a:off x="5429715" y="3896059"/>
              <a:ext cx="55778" cy="193695"/>
            </a:xfrm>
            <a:custGeom>
              <a:rect b="b" l="l" r="r" t="t"/>
              <a:pathLst>
                <a:path extrusionOk="0" h="6525" w="1879">
                  <a:moveTo>
                    <a:pt x="645" y="1"/>
                  </a:moveTo>
                  <a:cubicBezTo>
                    <a:pt x="343" y="1"/>
                    <a:pt x="1" y="263"/>
                    <a:pt x="61" y="672"/>
                  </a:cubicBezTo>
                  <a:cubicBezTo>
                    <a:pt x="312" y="2451"/>
                    <a:pt x="562" y="4231"/>
                    <a:pt x="788" y="6035"/>
                  </a:cubicBezTo>
                  <a:cubicBezTo>
                    <a:pt x="826" y="6361"/>
                    <a:pt x="1108" y="6524"/>
                    <a:pt x="1371" y="6524"/>
                  </a:cubicBezTo>
                  <a:cubicBezTo>
                    <a:pt x="1634" y="6524"/>
                    <a:pt x="1878" y="6361"/>
                    <a:pt x="1841" y="6035"/>
                  </a:cubicBezTo>
                  <a:cubicBezTo>
                    <a:pt x="1590" y="4131"/>
                    <a:pt x="1339" y="2251"/>
                    <a:pt x="1064" y="371"/>
                  </a:cubicBezTo>
                  <a:cubicBezTo>
                    <a:pt x="1024" y="113"/>
                    <a:pt x="843" y="1"/>
                    <a:pt x="64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6" name="Google Shape;1526;p44"/>
            <p:cNvSpPr/>
            <p:nvPr/>
          </p:nvSpPr>
          <p:spPr>
            <a:xfrm>
              <a:off x="4919875" y="3360957"/>
              <a:ext cx="244901" cy="90391"/>
            </a:xfrm>
            <a:custGeom>
              <a:rect b="b" l="l" r="r" t="t"/>
              <a:pathLst>
                <a:path extrusionOk="0" h="3045" w="8250">
                  <a:moveTo>
                    <a:pt x="707" y="0"/>
                  </a:moveTo>
                  <a:cubicBezTo>
                    <a:pt x="177" y="0"/>
                    <a:pt x="0" y="871"/>
                    <a:pt x="595" y="1054"/>
                  </a:cubicBezTo>
                  <a:cubicBezTo>
                    <a:pt x="2850" y="1731"/>
                    <a:pt x="5006" y="2658"/>
                    <a:pt x="7336" y="3034"/>
                  </a:cubicBezTo>
                  <a:cubicBezTo>
                    <a:pt x="7376" y="3041"/>
                    <a:pt x="7414" y="3045"/>
                    <a:pt x="7451" y="3045"/>
                  </a:cubicBezTo>
                  <a:cubicBezTo>
                    <a:pt x="8042" y="3045"/>
                    <a:pt x="8249" y="2149"/>
                    <a:pt x="7612" y="2031"/>
                  </a:cubicBezTo>
                  <a:cubicBezTo>
                    <a:pt x="5281" y="1655"/>
                    <a:pt x="3126" y="728"/>
                    <a:pt x="870" y="26"/>
                  </a:cubicBezTo>
                  <a:cubicBezTo>
                    <a:pt x="813" y="9"/>
                    <a:pt x="758" y="0"/>
                    <a:pt x="70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7" name="Google Shape;1527;p44"/>
            <p:cNvSpPr/>
            <p:nvPr/>
          </p:nvSpPr>
          <p:spPr>
            <a:xfrm>
              <a:off x="5505174" y="2382005"/>
              <a:ext cx="64327" cy="207854"/>
            </a:xfrm>
            <a:custGeom>
              <a:rect b="b" l="l" r="r" t="t"/>
              <a:pathLst>
                <a:path extrusionOk="0" h="7002" w="2167">
                  <a:moveTo>
                    <a:pt x="1541" y="0"/>
                  </a:moveTo>
                  <a:cubicBezTo>
                    <a:pt x="1331" y="0"/>
                    <a:pt x="1118" y="113"/>
                    <a:pt x="1028" y="373"/>
                  </a:cubicBezTo>
                  <a:cubicBezTo>
                    <a:pt x="301" y="2352"/>
                    <a:pt x="25" y="4408"/>
                    <a:pt x="0" y="6513"/>
                  </a:cubicBezTo>
                  <a:cubicBezTo>
                    <a:pt x="0" y="6839"/>
                    <a:pt x="257" y="7002"/>
                    <a:pt x="517" y="7002"/>
                  </a:cubicBezTo>
                  <a:cubicBezTo>
                    <a:pt x="777" y="7002"/>
                    <a:pt x="1041" y="6839"/>
                    <a:pt x="1053" y="6513"/>
                  </a:cubicBezTo>
                  <a:cubicBezTo>
                    <a:pt x="1053" y="4483"/>
                    <a:pt x="1354" y="2553"/>
                    <a:pt x="2031" y="648"/>
                  </a:cubicBezTo>
                  <a:cubicBezTo>
                    <a:pt x="2166" y="256"/>
                    <a:pt x="1858" y="0"/>
                    <a:pt x="154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8" name="Google Shape;1528;p44"/>
            <p:cNvSpPr/>
            <p:nvPr/>
          </p:nvSpPr>
          <p:spPr>
            <a:xfrm>
              <a:off x="6633026" y="3572136"/>
              <a:ext cx="104224" cy="69344"/>
            </a:xfrm>
            <a:custGeom>
              <a:rect b="b" l="l" r="r" t="t"/>
              <a:pathLst>
                <a:path extrusionOk="0" h="2336" w="3511">
                  <a:moveTo>
                    <a:pt x="1689" y="0"/>
                  </a:moveTo>
                  <a:cubicBezTo>
                    <a:pt x="191" y="0"/>
                    <a:pt x="0" y="2336"/>
                    <a:pt x="1906" y="2336"/>
                  </a:cubicBezTo>
                  <a:cubicBezTo>
                    <a:pt x="3335" y="2336"/>
                    <a:pt x="3510" y="30"/>
                    <a:pt x="1806" y="5"/>
                  </a:cubicBezTo>
                  <a:cubicBezTo>
                    <a:pt x="1766" y="2"/>
                    <a:pt x="1727" y="0"/>
                    <a:pt x="168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9" name="Google Shape;1529;p44"/>
            <p:cNvSpPr/>
            <p:nvPr/>
          </p:nvSpPr>
          <p:spPr>
            <a:xfrm>
              <a:off x="6413535" y="2910725"/>
              <a:ext cx="104224" cy="70116"/>
            </a:xfrm>
            <a:custGeom>
              <a:rect b="b" l="l" r="r" t="t"/>
              <a:pathLst>
                <a:path extrusionOk="0" h="2362" w="3511">
                  <a:moveTo>
                    <a:pt x="1667" y="1"/>
                  </a:moveTo>
                  <a:cubicBezTo>
                    <a:pt x="192" y="1"/>
                    <a:pt x="0" y="2361"/>
                    <a:pt x="1907" y="2361"/>
                  </a:cubicBezTo>
                  <a:cubicBezTo>
                    <a:pt x="3335" y="2361"/>
                    <a:pt x="3511" y="55"/>
                    <a:pt x="1782" y="5"/>
                  </a:cubicBezTo>
                  <a:cubicBezTo>
                    <a:pt x="1743" y="2"/>
                    <a:pt x="1705" y="1"/>
                    <a:pt x="16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0" name="Google Shape;1530;p44"/>
            <p:cNvSpPr/>
            <p:nvPr/>
          </p:nvSpPr>
          <p:spPr>
            <a:xfrm>
              <a:off x="5957188" y="3774558"/>
              <a:ext cx="104521" cy="70057"/>
            </a:xfrm>
            <a:custGeom>
              <a:rect b="b" l="l" r="r" t="t"/>
              <a:pathLst>
                <a:path extrusionOk="0" h="2360" w="3521">
                  <a:moveTo>
                    <a:pt x="1698" y="0"/>
                  </a:moveTo>
                  <a:cubicBezTo>
                    <a:pt x="203" y="0"/>
                    <a:pt x="0" y="2359"/>
                    <a:pt x="1891" y="2359"/>
                  </a:cubicBezTo>
                  <a:cubicBezTo>
                    <a:pt x="3320" y="2359"/>
                    <a:pt x="3520" y="53"/>
                    <a:pt x="1791" y="3"/>
                  </a:cubicBezTo>
                  <a:cubicBezTo>
                    <a:pt x="1759" y="1"/>
                    <a:pt x="1728"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1" name="Google Shape;1531;p44"/>
            <p:cNvSpPr/>
            <p:nvPr/>
          </p:nvSpPr>
          <p:spPr>
            <a:xfrm>
              <a:off x="5450613" y="2554297"/>
              <a:ext cx="138659" cy="93211"/>
            </a:xfrm>
            <a:custGeom>
              <a:rect b="b" l="l" r="r" t="t"/>
              <a:pathLst>
                <a:path extrusionOk="0" h="3140" w="4671">
                  <a:moveTo>
                    <a:pt x="2227" y="0"/>
                  </a:moveTo>
                  <a:cubicBezTo>
                    <a:pt x="244" y="0"/>
                    <a:pt x="1" y="3116"/>
                    <a:pt x="2515" y="3140"/>
                  </a:cubicBezTo>
                  <a:cubicBezTo>
                    <a:pt x="4445" y="3140"/>
                    <a:pt x="4671" y="57"/>
                    <a:pt x="2390" y="7"/>
                  </a:cubicBezTo>
                  <a:cubicBezTo>
                    <a:pt x="2334" y="3"/>
                    <a:pt x="2280" y="0"/>
                    <a:pt x="222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2" name="Google Shape;1532;p44"/>
            <p:cNvSpPr/>
            <p:nvPr/>
          </p:nvSpPr>
          <p:spPr>
            <a:xfrm>
              <a:off x="6311894" y="2816237"/>
              <a:ext cx="138926" cy="93181"/>
            </a:xfrm>
            <a:custGeom>
              <a:rect b="b" l="l" r="r" t="t"/>
              <a:pathLst>
                <a:path extrusionOk="0" h="3139" w="4680">
                  <a:moveTo>
                    <a:pt x="2235" y="0"/>
                  </a:moveTo>
                  <a:cubicBezTo>
                    <a:pt x="255" y="0"/>
                    <a:pt x="0" y="3138"/>
                    <a:pt x="2524" y="3138"/>
                  </a:cubicBezTo>
                  <a:cubicBezTo>
                    <a:pt x="4429" y="3138"/>
                    <a:pt x="4679" y="80"/>
                    <a:pt x="2373" y="5"/>
                  </a:cubicBezTo>
                  <a:cubicBezTo>
                    <a:pt x="2326" y="2"/>
                    <a:pt x="2280" y="0"/>
                    <a:pt x="22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3" name="Google Shape;1533;p44"/>
            <p:cNvSpPr/>
            <p:nvPr/>
          </p:nvSpPr>
          <p:spPr>
            <a:xfrm>
              <a:off x="6263774" y="2276030"/>
              <a:ext cx="138688" cy="93241"/>
            </a:xfrm>
            <a:custGeom>
              <a:rect b="b" l="l" r="r" t="t"/>
              <a:pathLst>
                <a:path extrusionOk="0" h="3141" w="4672">
                  <a:moveTo>
                    <a:pt x="2206" y="1"/>
                  </a:moveTo>
                  <a:cubicBezTo>
                    <a:pt x="245" y="1"/>
                    <a:pt x="1" y="3140"/>
                    <a:pt x="2516" y="3140"/>
                  </a:cubicBezTo>
                  <a:cubicBezTo>
                    <a:pt x="4421" y="3140"/>
                    <a:pt x="4671" y="58"/>
                    <a:pt x="2365" y="8"/>
                  </a:cubicBezTo>
                  <a:cubicBezTo>
                    <a:pt x="2311" y="3"/>
                    <a:pt x="2258" y="1"/>
                    <a:pt x="220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4" name="Google Shape;1534;p44"/>
            <p:cNvSpPr/>
            <p:nvPr/>
          </p:nvSpPr>
          <p:spPr>
            <a:xfrm>
              <a:off x="6344310" y="2361671"/>
              <a:ext cx="104283" cy="70086"/>
            </a:xfrm>
            <a:custGeom>
              <a:rect b="b" l="l" r="r" t="t"/>
              <a:pathLst>
                <a:path extrusionOk="0" h="2361" w="3513">
                  <a:moveTo>
                    <a:pt x="1668" y="0"/>
                  </a:moveTo>
                  <a:cubicBezTo>
                    <a:pt x="193" y="0"/>
                    <a:pt x="1" y="2361"/>
                    <a:pt x="1883" y="2361"/>
                  </a:cubicBezTo>
                  <a:cubicBezTo>
                    <a:pt x="3337" y="2361"/>
                    <a:pt x="3512" y="55"/>
                    <a:pt x="1783" y="5"/>
                  </a:cubicBezTo>
                  <a:cubicBezTo>
                    <a:pt x="1744" y="2"/>
                    <a:pt x="1706" y="0"/>
                    <a:pt x="166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5" name="Google Shape;1535;p44"/>
            <p:cNvSpPr/>
            <p:nvPr/>
          </p:nvSpPr>
          <p:spPr>
            <a:xfrm>
              <a:off x="5534889" y="2473999"/>
              <a:ext cx="104224" cy="69374"/>
            </a:xfrm>
            <a:custGeom>
              <a:rect b="b" l="l" r="r" t="t"/>
              <a:pathLst>
                <a:path extrusionOk="0" h="2337" w="3511">
                  <a:moveTo>
                    <a:pt x="1666" y="1"/>
                  </a:moveTo>
                  <a:cubicBezTo>
                    <a:pt x="191" y="1"/>
                    <a:pt x="0" y="2336"/>
                    <a:pt x="1907" y="2336"/>
                  </a:cubicBezTo>
                  <a:cubicBezTo>
                    <a:pt x="3335" y="2336"/>
                    <a:pt x="3511" y="30"/>
                    <a:pt x="1781" y="5"/>
                  </a:cubicBezTo>
                  <a:cubicBezTo>
                    <a:pt x="1742" y="2"/>
                    <a:pt x="1704" y="1"/>
                    <a:pt x="16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6" name="Google Shape;1536;p44"/>
            <p:cNvSpPr/>
            <p:nvPr/>
          </p:nvSpPr>
          <p:spPr>
            <a:xfrm>
              <a:off x="6690852" y="3471623"/>
              <a:ext cx="138659" cy="92498"/>
            </a:xfrm>
            <a:custGeom>
              <a:rect b="b" l="l" r="r" t="t"/>
              <a:pathLst>
                <a:path extrusionOk="0" h="3116" w="4671">
                  <a:moveTo>
                    <a:pt x="2204" y="1"/>
                  </a:moveTo>
                  <a:cubicBezTo>
                    <a:pt x="244" y="1"/>
                    <a:pt x="1" y="3115"/>
                    <a:pt x="2515" y="3115"/>
                  </a:cubicBezTo>
                  <a:cubicBezTo>
                    <a:pt x="4420" y="3115"/>
                    <a:pt x="4670" y="58"/>
                    <a:pt x="2364" y="8"/>
                  </a:cubicBezTo>
                  <a:cubicBezTo>
                    <a:pt x="2310" y="3"/>
                    <a:pt x="2256" y="1"/>
                    <a:pt x="220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7" name="Google Shape;1537;p44"/>
            <p:cNvSpPr/>
            <p:nvPr/>
          </p:nvSpPr>
          <p:spPr>
            <a:xfrm>
              <a:off x="6016825" y="3668049"/>
              <a:ext cx="138629" cy="93211"/>
            </a:xfrm>
            <a:custGeom>
              <a:rect b="b" l="l" r="r" t="t"/>
              <a:pathLst>
                <a:path extrusionOk="0" h="3140" w="4670">
                  <a:moveTo>
                    <a:pt x="2228" y="0"/>
                  </a:moveTo>
                  <a:cubicBezTo>
                    <a:pt x="267" y="0"/>
                    <a:pt x="0" y="3116"/>
                    <a:pt x="2539" y="3140"/>
                  </a:cubicBezTo>
                  <a:cubicBezTo>
                    <a:pt x="4444" y="3140"/>
                    <a:pt x="4669" y="57"/>
                    <a:pt x="2389" y="7"/>
                  </a:cubicBezTo>
                  <a:cubicBezTo>
                    <a:pt x="2334" y="3"/>
                    <a:pt x="2280" y="0"/>
                    <a:pt x="222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8" name="Google Shape;1538;p44"/>
            <p:cNvSpPr/>
            <p:nvPr/>
          </p:nvSpPr>
          <p:spPr>
            <a:xfrm>
              <a:off x="6235336" y="2372833"/>
              <a:ext cx="68899" cy="49247"/>
            </a:xfrm>
            <a:custGeom>
              <a:rect b="b" l="l" r="r" t="t"/>
              <a:pathLst>
                <a:path extrusionOk="0" h="1659" w="2321">
                  <a:moveTo>
                    <a:pt x="1082" y="1"/>
                  </a:moveTo>
                  <a:cubicBezTo>
                    <a:pt x="108" y="1"/>
                    <a:pt x="0" y="1659"/>
                    <a:pt x="1243" y="1659"/>
                  </a:cubicBezTo>
                  <a:cubicBezTo>
                    <a:pt x="2221" y="1659"/>
                    <a:pt x="2321" y="30"/>
                    <a:pt x="1168" y="5"/>
                  </a:cubicBezTo>
                  <a:cubicBezTo>
                    <a:pt x="1139" y="2"/>
                    <a:pt x="1110" y="1"/>
                    <a:pt x="108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9" name="Google Shape;1539;p44"/>
            <p:cNvSpPr/>
            <p:nvPr/>
          </p:nvSpPr>
          <p:spPr>
            <a:xfrm>
              <a:off x="5334723" y="3981314"/>
              <a:ext cx="104254" cy="70116"/>
            </a:xfrm>
            <a:custGeom>
              <a:rect b="b" l="l" r="r" t="t"/>
              <a:pathLst>
                <a:path extrusionOk="0" h="2362" w="3512">
                  <a:moveTo>
                    <a:pt x="1668" y="1"/>
                  </a:moveTo>
                  <a:cubicBezTo>
                    <a:pt x="193" y="1"/>
                    <a:pt x="0" y="2361"/>
                    <a:pt x="1883" y="2361"/>
                  </a:cubicBezTo>
                  <a:cubicBezTo>
                    <a:pt x="3336" y="2361"/>
                    <a:pt x="3512" y="56"/>
                    <a:pt x="1783" y="6"/>
                  </a:cubicBezTo>
                  <a:cubicBezTo>
                    <a:pt x="1744" y="2"/>
                    <a:pt x="1706" y="1"/>
                    <a:pt x="166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0" name="Google Shape;1540;p44"/>
            <p:cNvSpPr/>
            <p:nvPr/>
          </p:nvSpPr>
          <p:spPr>
            <a:xfrm>
              <a:off x="5047550" y="3312482"/>
              <a:ext cx="104254" cy="69344"/>
            </a:xfrm>
            <a:custGeom>
              <a:rect b="b" l="l" r="r" t="t"/>
              <a:pathLst>
                <a:path extrusionOk="0" h="2336" w="3512">
                  <a:moveTo>
                    <a:pt x="1667" y="0"/>
                  </a:moveTo>
                  <a:cubicBezTo>
                    <a:pt x="192" y="0"/>
                    <a:pt x="1" y="2336"/>
                    <a:pt x="1883" y="2336"/>
                  </a:cubicBezTo>
                  <a:cubicBezTo>
                    <a:pt x="3311" y="2336"/>
                    <a:pt x="3512" y="30"/>
                    <a:pt x="1782" y="5"/>
                  </a:cubicBezTo>
                  <a:cubicBezTo>
                    <a:pt x="1743" y="2"/>
                    <a:pt x="1705" y="0"/>
                    <a:pt x="16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1" name="Google Shape;1541;p44"/>
            <p:cNvSpPr/>
            <p:nvPr/>
          </p:nvSpPr>
          <p:spPr>
            <a:xfrm>
              <a:off x="5398575" y="4035579"/>
              <a:ext cx="138629" cy="93211"/>
            </a:xfrm>
            <a:custGeom>
              <a:rect b="b" l="l" r="r" t="t"/>
              <a:pathLst>
                <a:path extrusionOk="0" h="3140" w="4670">
                  <a:moveTo>
                    <a:pt x="2228" y="0"/>
                  </a:moveTo>
                  <a:cubicBezTo>
                    <a:pt x="267" y="0"/>
                    <a:pt x="0" y="3116"/>
                    <a:pt x="2539" y="3140"/>
                  </a:cubicBezTo>
                  <a:cubicBezTo>
                    <a:pt x="4444" y="3140"/>
                    <a:pt x="4669" y="57"/>
                    <a:pt x="2388" y="7"/>
                  </a:cubicBezTo>
                  <a:cubicBezTo>
                    <a:pt x="2334" y="3"/>
                    <a:pt x="2280" y="0"/>
                    <a:pt x="222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2" name="Google Shape;1542;p44"/>
            <p:cNvSpPr/>
            <p:nvPr/>
          </p:nvSpPr>
          <p:spPr>
            <a:xfrm>
              <a:off x="5079372" y="3389781"/>
              <a:ext cx="138659" cy="93241"/>
            </a:xfrm>
            <a:custGeom>
              <a:rect b="b" l="l" r="r" t="t"/>
              <a:pathLst>
                <a:path extrusionOk="0" h="3141" w="4671">
                  <a:moveTo>
                    <a:pt x="2228" y="1"/>
                  </a:moveTo>
                  <a:cubicBezTo>
                    <a:pt x="244" y="1"/>
                    <a:pt x="0" y="3140"/>
                    <a:pt x="2515" y="3140"/>
                  </a:cubicBezTo>
                  <a:cubicBezTo>
                    <a:pt x="4445" y="3140"/>
                    <a:pt x="4670" y="58"/>
                    <a:pt x="2389" y="8"/>
                  </a:cubicBezTo>
                  <a:cubicBezTo>
                    <a:pt x="2334" y="3"/>
                    <a:pt x="2281" y="1"/>
                    <a:pt x="222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3" name="Google Shape;1543;p44"/>
            <p:cNvSpPr/>
            <p:nvPr/>
          </p:nvSpPr>
          <p:spPr>
            <a:xfrm>
              <a:off x="5485404" y="3968698"/>
              <a:ext cx="69641" cy="49247"/>
            </a:xfrm>
            <a:custGeom>
              <a:rect b="b" l="l" r="r" t="t"/>
              <a:pathLst>
                <a:path extrusionOk="0" h="1659" w="2346">
                  <a:moveTo>
                    <a:pt x="1107" y="0"/>
                  </a:moveTo>
                  <a:cubicBezTo>
                    <a:pt x="132" y="0"/>
                    <a:pt x="1" y="1659"/>
                    <a:pt x="1268" y="1659"/>
                  </a:cubicBezTo>
                  <a:cubicBezTo>
                    <a:pt x="2220" y="1659"/>
                    <a:pt x="2346" y="30"/>
                    <a:pt x="1193" y="4"/>
                  </a:cubicBezTo>
                  <a:cubicBezTo>
                    <a:pt x="1164" y="2"/>
                    <a:pt x="1135" y="0"/>
                    <a:pt x="110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4" name="Google Shape;1544;p44"/>
            <p:cNvSpPr/>
            <p:nvPr/>
          </p:nvSpPr>
          <p:spPr>
            <a:xfrm>
              <a:off x="5433811" y="2483736"/>
              <a:ext cx="69166" cy="49960"/>
            </a:xfrm>
            <a:custGeom>
              <a:rect b="b" l="l" r="r" t="t"/>
              <a:pathLst>
                <a:path extrusionOk="0" h="1683" w="2330">
                  <a:moveTo>
                    <a:pt x="1111" y="1"/>
                  </a:moveTo>
                  <a:cubicBezTo>
                    <a:pt x="118" y="1"/>
                    <a:pt x="0" y="1682"/>
                    <a:pt x="1252" y="1682"/>
                  </a:cubicBezTo>
                  <a:cubicBezTo>
                    <a:pt x="2204" y="1682"/>
                    <a:pt x="2329" y="28"/>
                    <a:pt x="1176" y="3"/>
                  </a:cubicBezTo>
                  <a:cubicBezTo>
                    <a:pt x="1154" y="2"/>
                    <a:pt x="1133" y="1"/>
                    <a:pt x="111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5" name="Google Shape;1545;p44"/>
            <p:cNvSpPr/>
            <p:nvPr/>
          </p:nvSpPr>
          <p:spPr>
            <a:xfrm>
              <a:off x="6643534" y="3449448"/>
              <a:ext cx="69908" cy="49930"/>
            </a:xfrm>
            <a:custGeom>
              <a:rect b="b" l="l" r="r" t="t"/>
              <a:pathLst>
                <a:path extrusionOk="0" h="1682" w="2355">
                  <a:moveTo>
                    <a:pt x="1136" y="0"/>
                  </a:moveTo>
                  <a:cubicBezTo>
                    <a:pt x="142" y="0"/>
                    <a:pt x="1" y="1682"/>
                    <a:pt x="1277" y="1682"/>
                  </a:cubicBezTo>
                  <a:cubicBezTo>
                    <a:pt x="2229" y="1682"/>
                    <a:pt x="2354" y="28"/>
                    <a:pt x="1202" y="3"/>
                  </a:cubicBezTo>
                  <a:cubicBezTo>
                    <a:pt x="1179" y="1"/>
                    <a:pt x="1158" y="0"/>
                    <a:pt x="113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6" name="Google Shape;1546;p44"/>
            <p:cNvSpPr/>
            <p:nvPr/>
          </p:nvSpPr>
          <p:spPr>
            <a:xfrm>
              <a:off x="6103386" y="3772332"/>
              <a:ext cx="69166" cy="49960"/>
            </a:xfrm>
            <a:custGeom>
              <a:rect b="b" l="l" r="r" t="t"/>
              <a:pathLst>
                <a:path extrusionOk="0" h="1683" w="2330">
                  <a:moveTo>
                    <a:pt x="1112" y="1"/>
                  </a:moveTo>
                  <a:cubicBezTo>
                    <a:pt x="119" y="1"/>
                    <a:pt x="1" y="1682"/>
                    <a:pt x="1252" y="1682"/>
                  </a:cubicBezTo>
                  <a:cubicBezTo>
                    <a:pt x="2204" y="1682"/>
                    <a:pt x="2330" y="28"/>
                    <a:pt x="1177" y="3"/>
                  </a:cubicBezTo>
                  <a:cubicBezTo>
                    <a:pt x="1155" y="1"/>
                    <a:pt x="1133" y="1"/>
                    <a:pt x="111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7" name="Google Shape;1547;p44"/>
            <p:cNvSpPr/>
            <p:nvPr/>
          </p:nvSpPr>
          <p:spPr>
            <a:xfrm>
              <a:off x="6467948" y="2807391"/>
              <a:ext cx="69908" cy="49930"/>
            </a:xfrm>
            <a:custGeom>
              <a:rect b="b" l="l" r="r" t="t"/>
              <a:pathLst>
                <a:path extrusionOk="0" h="1682" w="2355">
                  <a:moveTo>
                    <a:pt x="1137" y="0"/>
                  </a:moveTo>
                  <a:cubicBezTo>
                    <a:pt x="142" y="0"/>
                    <a:pt x="1" y="1682"/>
                    <a:pt x="1277" y="1682"/>
                  </a:cubicBezTo>
                  <a:cubicBezTo>
                    <a:pt x="2229" y="1682"/>
                    <a:pt x="2355" y="28"/>
                    <a:pt x="1202" y="2"/>
                  </a:cubicBezTo>
                  <a:cubicBezTo>
                    <a:pt x="1180" y="1"/>
                    <a:pt x="1158" y="0"/>
                    <a:pt x="113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8" name="Google Shape;1548;p44"/>
            <p:cNvSpPr/>
            <p:nvPr/>
          </p:nvSpPr>
          <p:spPr>
            <a:xfrm>
              <a:off x="5022377" y="3446480"/>
              <a:ext cx="69166" cy="49930"/>
            </a:xfrm>
            <a:custGeom>
              <a:rect b="b" l="l" r="r" t="t"/>
              <a:pathLst>
                <a:path extrusionOk="0" h="1682" w="2330">
                  <a:moveTo>
                    <a:pt x="1111" y="0"/>
                  </a:moveTo>
                  <a:cubicBezTo>
                    <a:pt x="118" y="0"/>
                    <a:pt x="1" y="1657"/>
                    <a:pt x="1252" y="1682"/>
                  </a:cubicBezTo>
                  <a:cubicBezTo>
                    <a:pt x="2204" y="1682"/>
                    <a:pt x="2330" y="27"/>
                    <a:pt x="1177" y="2"/>
                  </a:cubicBezTo>
                  <a:cubicBezTo>
                    <a:pt x="1154" y="1"/>
                    <a:pt x="1132" y="0"/>
                    <a:pt x="111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9" name="Google Shape;1549;p44"/>
            <p:cNvSpPr/>
            <p:nvPr/>
          </p:nvSpPr>
          <p:spPr>
            <a:xfrm>
              <a:off x="6658852" y="3039380"/>
              <a:ext cx="138659" cy="93211"/>
            </a:xfrm>
            <a:custGeom>
              <a:rect b="b" l="l" r="r" t="t"/>
              <a:pathLst>
                <a:path extrusionOk="0" h="3140" w="4671">
                  <a:moveTo>
                    <a:pt x="2227" y="0"/>
                  </a:moveTo>
                  <a:cubicBezTo>
                    <a:pt x="244" y="0"/>
                    <a:pt x="1" y="3116"/>
                    <a:pt x="2515" y="3140"/>
                  </a:cubicBezTo>
                  <a:cubicBezTo>
                    <a:pt x="4445" y="3140"/>
                    <a:pt x="4670" y="57"/>
                    <a:pt x="2390" y="7"/>
                  </a:cubicBezTo>
                  <a:cubicBezTo>
                    <a:pt x="2334" y="3"/>
                    <a:pt x="2280" y="0"/>
                    <a:pt x="222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0" name="Google Shape;1550;p44"/>
            <p:cNvSpPr/>
            <p:nvPr/>
          </p:nvSpPr>
          <p:spPr>
            <a:xfrm>
              <a:off x="4739865" y="3181541"/>
              <a:ext cx="139638" cy="93152"/>
            </a:xfrm>
            <a:custGeom>
              <a:rect b="b" l="l" r="r" t="t"/>
              <a:pathLst>
                <a:path extrusionOk="0" h="3138" w="4704">
                  <a:moveTo>
                    <a:pt x="2259" y="0"/>
                  </a:moveTo>
                  <a:cubicBezTo>
                    <a:pt x="278" y="0"/>
                    <a:pt x="0" y="3138"/>
                    <a:pt x="2548" y="3138"/>
                  </a:cubicBezTo>
                  <a:cubicBezTo>
                    <a:pt x="4453" y="3138"/>
                    <a:pt x="4704" y="80"/>
                    <a:pt x="2398" y="5"/>
                  </a:cubicBezTo>
                  <a:cubicBezTo>
                    <a:pt x="2351" y="2"/>
                    <a:pt x="2304" y="0"/>
                    <a:pt x="225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1" name="Google Shape;1551;p44"/>
            <p:cNvSpPr/>
            <p:nvPr/>
          </p:nvSpPr>
          <p:spPr>
            <a:xfrm>
              <a:off x="5198409" y="3668049"/>
              <a:ext cx="138659" cy="93211"/>
            </a:xfrm>
            <a:custGeom>
              <a:rect b="b" l="l" r="r" t="t"/>
              <a:pathLst>
                <a:path extrusionOk="0" h="3140" w="4671">
                  <a:moveTo>
                    <a:pt x="2204" y="0"/>
                  </a:moveTo>
                  <a:cubicBezTo>
                    <a:pt x="244" y="0"/>
                    <a:pt x="1" y="3116"/>
                    <a:pt x="2515" y="3140"/>
                  </a:cubicBezTo>
                  <a:cubicBezTo>
                    <a:pt x="4420" y="3140"/>
                    <a:pt x="4670" y="57"/>
                    <a:pt x="2364" y="7"/>
                  </a:cubicBezTo>
                  <a:cubicBezTo>
                    <a:pt x="2310" y="3"/>
                    <a:pt x="2256" y="0"/>
                    <a:pt x="220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2" name="Google Shape;1552;p44"/>
            <p:cNvSpPr/>
            <p:nvPr/>
          </p:nvSpPr>
          <p:spPr>
            <a:xfrm>
              <a:off x="5826069" y="4004380"/>
              <a:ext cx="138926" cy="93181"/>
            </a:xfrm>
            <a:custGeom>
              <a:rect b="b" l="l" r="r" t="t"/>
              <a:pathLst>
                <a:path extrusionOk="0" h="3139" w="4680">
                  <a:moveTo>
                    <a:pt x="2258" y="0"/>
                  </a:moveTo>
                  <a:cubicBezTo>
                    <a:pt x="255" y="0"/>
                    <a:pt x="0" y="3138"/>
                    <a:pt x="2524" y="3138"/>
                  </a:cubicBezTo>
                  <a:cubicBezTo>
                    <a:pt x="4454" y="3138"/>
                    <a:pt x="4679" y="56"/>
                    <a:pt x="2399" y="6"/>
                  </a:cubicBezTo>
                  <a:cubicBezTo>
                    <a:pt x="2351" y="2"/>
                    <a:pt x="2304" y="0"/>
                    <a:pt x="225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3" name="Google Shape;1553;p44"/>
            <p:cNvSpPr/>
            <p:nvPr/>
          </p:nvSpPr>
          <p:spPr>
            <a:xfrm>
              <a:off x="6306669" y="3560233"/>
              <a:ext cx="138926" cy="93152"/>
            </a:xfrm>
            <a:custGeom>
              <a:rect b="b" l="l" r="r" t="t"/>
              <a:pathLst>
                <a:path extrusionOk="0" h="3138" w="4680">
                  <a:moveTo>
                    <a:pt x="2235" y="0"/>
                  </a:moveTo>
                  <a:cubicBezTo>
                    <a:pt x="256" y="0"/>
                    <a:pt x="1" y="3138"/>
                    <a:pt x="2524" y="3138"/>
                  </a:cubicBezTo>
                  <a:cubicBezTo>
                    <a:pt x="4429" y="3138"/>
                    <a:pt x="4680" y="55"/>
                    <a:pt x="2374" y="5"/>
                  </a:cubicBezTo>
                  <a:cubicBezTo>
                    <a:pt x="2327" y="2"/>
                    <a:pt x="2281" y="0"/>
                    <a:pt x="223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4" name="Google Shape;1554;p44"/>
            <p:cNvSpPr/>
            <p:nvPr/>
          </p:nvSpPr>
          <p:spPr>
            <a:xfrm>
              <a:off x="6220375" y="2569971"/>
              <a:ext cx="138926" cy="93181"/>
            </a:xfrm>
            <a:custGeom>
              <a:rect b="b" l="l" r="r" t="t"/>
              <a:pathLst>
                <a:path extrusionOk="0" h="3139" w="4680">
                  <a:moveTo>
                    <a:pt x="2235" y="0"/>
                  </a:moveTo>
                  <a:cubicBezTo>
                    <a:pt x="255" y="0"/>
                    <a:pt x="0" y="3138"/>
                    <a:pt x="2524" y="3138"/>
                  </a:cubicBezTo>
                  <a:cubicBezTo>
                    <a:pt x="4429" y="3138"/>
                    <a:pt x="4680" y="56"/>
                    <a:pt x="2374" y="5"/>
                  </a:cubicBezTo>
                  <a:cubicBezTo>
                    <a:pt x="2327" y="2"/>
                    <a:pt x="2280" y="0"/>
                    <a:pt x="223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5" name="Google Shape;1555;p44"/>
            <p:cNvSpPr/>
            <p:nvPr/>
          </p:nvSpPr>
          <p:spPr>
            <a:xfrm>
              <a:off x="4836727" y="2660807"/>
              <a:ext cx="104521" cy="70057"/>
            </a:xfrm>
            <a:custGeom>
              <a:rect b="b" l="l" r="r" t="t"/>
              <a:pathLst>
                <a:path extrusionOk="0" h="2360" w="3521">
                  <a:moveTo>
                    <a:pt x="1698" y="0"/>
                  </a:moveTo>
                  <a:cubicBezTo>
                    <a:pt x="203" y="0"/>
                    <a:pt x="1" y="2359"/>
                    <a:pt x="1892" y="2359"/>
                  </a:cubicBezTo>
                  <a:cubicBezTo>
                    <a:pt x="3345" y="2359"/>
                    <a:pt x="3521" y="53"/>
                    <a:pt x="1792" y="3"/>
                  </a:cubicBezTo>
                  <a:cubicBezTo>
                    <a:pt x="1760" y="1"/>
                    <a:pt x="1729"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6" name="Google Shape;1556;p44"/>
            <p:cNvSpPr/>
            <p:nvPr/>
          </p:nvSpPr>
          <p:spPr>
            <a:xfrm>
              <a:off x="4739865" y="2718010"/>
              <a:ext cx="139638" cy="93181"/>
            </a:xfrm>
            <a:custGeom>
              <a:rect b="b" l="l" r="r" t="t"/>
              <a:pathLst>
                <a:path extrusionOk="0" h="3139" w="4704">
                  <a:moveTo>
                    <a:pt x="2259" y="1"/>
                  </a:moveTo>
                  <a:cubicBezTo>
                    <a:pt x="278" y="1"/>
                    <a:pt x="0" y="3139"/>
                    <a:pt x="2548" y="3139"/>
                  </a:cubicBezTo>
                  <a:cubicBezTo>
                    <a:pt x="4453" y="3139"/>
                    <a:pt x="4704" y="56"/>
                    <a:pt x="2398" y="6"/>
                  </a:cubicBezTo>
                  <a:cubicBezTo>
                    <a:pt x="2351" y="3"/>
                    <a:pt x="2304" y="1"/>
                    <a:pt x="225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7" name="Google Shape;1557;p44"/>
            <p:cNvSpPr/>
            <p:nvPr/>
          </p:nvSpPr>
          <p:spPr>
            <a:xfrm>
              <a:off x="4854241" y="2807391"/>
              <a:ext cx="69908" cy="49930"/>
            </a:xfrm>
            <a:custGeom>
              <a:rect b="b" l="l" r="r" t="t"/>
              <a:pathLst>
                <a:path extrusionOk="0" h="1682" w="2355">
                  <a:moveTo>
                    <a:pt x="1136" y="0"/>
                  </a:moveTo>
                  <a:cubicBezTo>
                    <a:pt x="142" y="0"/>
                    <a:pt x="1" y="1682"/>
                    <a:pt x="1277" y="1682"/>
                  </a:cubicBezTo>
                  <a:cubicBezTo>
                    <a:pt x="2229" y="1682"/>
                    <a:pt x="2354" y="28"/>
                    <a:pt x="1202" y="2"/>
                  </a:cubicBezTo>
                  <a:cubicBezTo>
                    <a:pt x="1179" y="1"/>
                    <a:pt x="1158" y="0"/>
                    <a:pt x="113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8" name="Google Shape;1558;p44"/>
            <p:cNvSpPr/>
            <p:nvPr/>
          </p:nvSpPr>
          <p:spPr>
            <a:xfrm>
              <a:off x="5143076" y="2623522"/>
              <a:ext cx="138926" cy="93181"/>
            </a:xfrm>
            <a:custGeom>
              <a:rect b="b" l="l" r="r" t="t"/>
              <a:pathLst>
                <a:path extrusionOk="0" h="3139" w="4680">
                  <a:moveTo>
                    <a:pt x="2235" y="1"/>
                  </a:moveTo>
                  <a:cubicBezTo>
                    <a:pt x="255" y="1"/>
                    <a:pt x="1" y="3139"/>
                    <a:pt x="2524" y="3139"/>
                  </a:cubicBezTo>
                  <a:cubicBezTo>
                    <a:pt x="4429" y="3139"/>
                    <a:pt x="4680" y="81"/>
                    <a:pt x="2374" y="6"/>
                  </a:cubicBezTo>
                  <a:cubicBezTo>
                    <a:pt x="2327" y="3"/>
                    <a:pt x="2280" y="1"/>
                    <a:pt x="223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9" name="Google Shape;1559;p44"/>
            <p:cNvSpPr/>
            <p:nvPr/>
          </p:nvSpPr>
          <p:spPr>
            <a:xfrm>
              <a:off x="5554273" y="2046149"/>
              <a:ext cx="523792" cy="345741"/>
            </a:xfrm>
            <a:custGeom>
              <a:rect b="b" l="l" r="r" t="t"/>
              <a:pathLst>
                <a:path extrusionOk="0" h="11647" w="17645">
                  <a:moveTo>
                    <a:pt x="14687" y="4318"/>
                  </a:moveTo>
                  <a:cubicBezTo>
                    <a:pt x="14709" y="4350"/>
                    <a:pt x="14717" y="4359"/>
                    <a:pt x="14718" y="4359"/>
                  </a:cubicBezTo>
                  <a:cubicBezTo>
                    <a:pt x="14721" y="4359"/>
                    <a:pt x="14712" y="4343"/>
                    <a:pt x="14712" y="4343"/>
                  </a:cubicBezTo>
                  <a:lnTo>
                    <a:pt x="14712" y="4318"/>
                  </a:lnTo>
                  <a:close/>
                  <a:moveTo>
                    <a:pt x="3660" y="2539"/>
                  </a:moveTo>
                  <a:cubicBezTo>
                    <a:pt x="3860" y="2564"/>
                    <a:pt x="4036" y="2614"/>
                    <a:pt x="4286" y="2789"/>
                  </a:cubicBezTo>
                  <a:cubicBezTo>
                    <a:pt x="4763" y="3140"/>
                    <a:pt x="5264" y="3867"/>
                    <a:pt x="5615" y="4644"/>
                  </a:cubicBezTo>
                  <a:cubicBezTo>
                    <a:pt x="5966" y="5446"/>
                    <a:pt x="6241" y="6323"/>
                    <a:pt x="6392" y="7200"/>
                  </a:cubicBezTo>
                  <a:cubicBezTo>
                    <a:pt x="6523" y="7967"/>
                    <a:pt x="6578" y="8752"/>
                    <a:pt x="6523" y="9473"/>
                  </a:cubicBezTo>
                  <a:lnTo>
                    <a:pt x="6523" y="9473"/>
                  </a:lnTo>
                  <a:cubicBezTo>
                    <a:pt x="6510" y="9575"/>
                    <a:pt x="6500" y="9678"/>
                    <a:pt x="6492" y="9782"/>
                  </a:cubicBezTo>
                  <a:cubicBezTo>
                    <a:pt x="6486" y="9826"/>
                    <a:pt x="6481" y="9871"/>
                    <a:pt x="6479" y="9915"/>
                  </a:cubicBezTo>
                  <a:lnTo>
                    <a:pt x="6479" y="9915"/>
                  </a:lnTo>
                  <a:cubicBezTo>
                    <a:pt x="6116" y="9620"/>
                    <a:pt x="5755" y="9325"/>
                    <a:pt x="5414" y="9030"/>
                  </a:cubicBezTo>
                  <a:cubicBezTo>
                    <a:pt x="4662" y="8353"/>
                    <a:pt x="3960" y="7626"/>
                    <a:pt x="3359" y="6849"/>
                  </a:cubicBezTo>
                  <a:cubicBezTo>
                    <a:pt x="3058" y="6473"/>
                    <a:pt x="2783" y="6072"/>
                    <a:pt x="2557" y="5671"/>
                  </a:cubicBezTo>
                  <a:cubicBezTo>
                    <a:pt x="2331" y="5270"/>
                    <a:pt x="2181" y="4869"/>
                    <a:pt x="2106" y="4493"/>
                  </a:cubicBezTo>
                  <a:cubicBezTo>
                    <a:pt x="2056" y="4118"/>
                    <a:pt x="2081" y="3817"/>
                    <a:pt x="2206" y="3566"/>
                  </a:cubicBezTo>
                  <a:cubicBezTo>
                    <a:pt x="2331" y="3316"/>
                    <a:pt x="2557" y="3065"/>
                    <a:pt x="2858" y="2864"/>
                  </a:cubicBezTo>
                  <a:cubicBezTo>
                    <a:pt x="3158" y="2639"/>
                    <a:pt x="3459" y="2539"/>
                    <a:pt x="3660" y="2539"/>
                  </a:cubicBezTo>
                  <a:close/>
                  <a:moveTo>
                    <a:pt x="13648" y="3482"/>
                  </a:moveTo>
                  <a:cubicBezTo>
                    <a:pt x="13680" y="3482"/>
                    <a:pt x="13716" y="3485"/>
                    <a:pt x="13760" y="3491"/>
                  </a:cubicBezTo>
                  <a:cubicBezTo>
                    <a:pt x="13935" y="3541"/>
                    <a:pt x="14186" y="3717"/>
                    <a:pt x="14437" y="4017"/>
                  </a:cubicBezTo>
                  <a:cubicBezTo>
                    <a:pt x="14512" y="4092"/>
                    <a:pt x="14562" y="4168"/>
                    <a:pt x="14637" y="4243"/>
                  </a:cubicBezTo>
                  <a:lnTo>
                    <a:pt x="14687" y="4293"/>
                  </a:lnTo>
                  <a:lnTo>
                    <a:pt x="14712" y="4318"/>
                  </a:lnTo>
                  <a:lnTo>
                    <a:pt x="14813" y="4468"/>
                  </a:lnTo>
                  <a:cubicBezTo>
                    <a:pt x="14838" y="4493"/>
                    <a:pt x="14863" y="4569"/>
                    <a:pt x="14888" y="4619"/>
                  </a:cubicBezTo>
                  <a:cubicBezTo>
                    <a:pt x="14938" y="4694"/>
                    <a:pt x="14963" y="4744"/>
                    <a:pt x="14963" y="4819"/>
                  </a:cubicBezTo>
                  <a:cubicBezTo>
                    <a:pt x="15063" y="5045"/>
                    <a:pt x="15088" y="5346"/>
                    <a:pt x="14988" y="5696"/>
                  </a:cubicBezTo>
                  <a:cubicBezTo>
                    <a:pt x="14888" y="6022"/>
                    <a:pt x="14712" y="6423"/>
                    <a:pt x="14462" y="6774"/>
                  </a:cubicBezTo>
                  <a:cubicBezTo>
                    <a:pt x="14211" y="7150"/>
                    <a:pt x="13910" y="7501"/>
                    <a:pt x="13560" y="7852"/>
                  </a:cubicBezTo>
                  <a:cubicBezTo>
                    <a:pt x="12883" y="8504"/>
                    <a:pt x="12056" y="9130"/>
                    <a:pt x="11179" y="9631"/>
                  </a:cubicBezTo>
                  <a:cubicBezTo>
                    <a:pt x="10753" y="9882"/>
                    <a:pt x="10276" y="10133"/>
                    <a:pt x="9800" y="10308"/>
                  </a:cubicBezTo>
                  <a:cubicBezTo>
                    <a:pt x="9783" y="10315"/>
                    <a:pt x="9766" y="10322"/>
                    <a:pt x="9749" y="10329"/>
                  </a:cubicBezTo>
                  <a:lnTo>
                    <a:pt x="9749" y="10329"/>
                  </a:lnTo>
                  <a:cubicBezTo>
                    <a:pt x="9760" y="10281"/>
                    <a:pt x="9768" y="10232"/>
                    <a:pt x="9775" y="10183"/>
                  </a:cubicBezTo>
                  <a:lnTo>
                    <a:pt x="9775" y="10158"/>
                  </a:lnTo>
                  <a:cubicBezTo>
                    <a:pt x="9875" y="9331"/>
                    <a:pt x="10151" y="8403"/>
                    <a:pt x="10502" y="7551"/>
                  </a:cubicBezTo>
                  <a:cubicBezTo>
                    <a:pt x="10828" y="6674"/>
                    <a:pt x="11279" y="5822"/>
                    <a:pt x="11780" y="5095"/>
                  </a:cubicBezTo>
                  <a:cubicBezTo>
                    <a:pt x="12031" y="4719"/>
                    <a:pt x="12306" y="4393"/>
                    <a:pt x="12557" y="4118"/>
                  </a:cubicBezTo>
                  <a:cubicBezTo>
                    <a:pt x="12833" y="3842"/>
                    <a:pt x="13108" y="3641"/>
                    <a:pt x="13334" y="3566"/>
                  </a:cubicBezTo>
                  <a:cubicBezTo>
                    <a:pt x="13484" y="3510"/>
                    <a:pt x="13550" y="3482"/>
                    <a:pt x="13648" y="3482"/>
                  </a:cubicBezTo>
                  <a:close/>
                  <a:moveTo>
                    <a:pt x="3923" y="1"/>
                  </a:moveTo>
                  <a:cubicBezTo>
                    <a:pt x="3716" y="1"/>
                    <a:pt x="3509" y="20"/>
                    <a:pt x="3309" y="57"/>
                  </a:cubicBezTo>
                  <a:cubicBezTo>
                    <a:pt x="2482" y="208"/>
                    <a:pt x="1830" y="659"/>
                    <a:pt x="1354" y="1085"/>
                  </a:cubicBezTo>
                  <a:cubicBezTo>
                    <a:pt x="878" y="1536"/>
                    <a:pt x="427" y="2138"/>
                    <a:pt x="226" y="2864"/>
                  </a:cubicBezTo>
                  <a:cubicBezTo>
                    <a:pt x="1" y="3591"/>
                    <a:pt x="76" y="4368"/>
                    <a:pt x="276" y="4995"/>
                  </a:cubicBezTo>
                  <a:cubicBezTo>
                    <a:pt x="502" y="5621"/>
                    <a:pt x="828" y="6123"/>
                    <a:pt x="1179" y="6599"/>
                  </a:cubicBezTo>
                  <a:cubicBezTo>
                    <a:pt x="1529" y="7050"/>
                    <a:pt x="1930" y="7451"/>
                    <a:pt x="2331" y="7802"/>
                  </a:cubicBezTo>
                  <a:cubicBezTo>
                    <a:pt x="3158" y="8529"/>
                    <a:pt x="4061" y="9130"/>
                    <a:pt x="4988" y="9656"/>
                  </a:cubicBezTo>
                  <a:cubicBezTo>
                    <a:pt x="5439" y="9907"/>
                    <a:pt x="5915" y="10158"/>
                    <a:pt x="6392" y="10358"/>
                  </a:cubicBezTo>
                  <a:cubicBezTo>
                    <a:pt x="6438" y="10378"/>
                    <a:pt x="6484" y="10397"/>
                    <a:pt x="6530" y="10416"/>
                  </a:cubicBezTo>
                  <a:lnTo>
                    <a:pt x="6530" y="10416"/>
                  </a:lnTo>
                  <a:cubicBezTo>
                    <a:pt x="6697" y="11044"/>
                    <a:pt x="7237" y="11541"/>
                    <a:pt x="7920" y="11636"/>
                  </a:cubicBezTo>
                  <a:cubicBezTo>
                    <a:pt x="7984" y="11643"/>
                    <a:pt x="8047" y="11647"/>
                    <a:pt x="8110" y="11647"/>
                  </a:cubicBezTo>
                  <a:cubicBezTo>
                    <a:pt x="8693" y="11647"/>
                    <a:pt x="9224" y="11347"/>
                    <a:pt x="9527" y="10868"/>
                  </a:cubicBezTo>
                  <a:lnTo>
                    <a:pt x="9527" y="10868"/>
                  </a:lnTo>
                  <a:cubicBezTo>
                    <a:pt x="9541" y="10868"/>
                    <a:pt x="9556" y="10868"/>
                    <a:pt x="9570" y="10868"/>
                  </a:cubicBezTo>
                  <a:cubicBezTo>
                    <a:pt x="9688" y="10868"/>
                    <a:pt x="9807" y="10865"/>
                    <a:pt x="9925" y="10859"/>
                  </a:cubicBezTo>
                  <a:cubicBezTo>
                    <a:pt x="10477" y="10809"/>
                    <a:pt x="11028" y="10709"/>
                    <a:pt x="11555" y="10584"/>
                  </a:cubicBezTo>
                  <a:cubicBezTo>
                    <a:pt x="12632" y="10308"/>
                    <a:pt x="13685" y="9882"/>
                    <a:pt x="14662" y="9255"/>
                  </a:cubicBezTo>
                  <a:cubicBezTo>
                    <a:pt x="15164" y="8930"/>
                    <a:pt x="15615" y="8579"/>
                    <a:pt x="16066" y="8128"/>
                  </a:cubicBezTo>
                  <a:cubicBezTo>
                    <a:pt x="16492" y="7702"/>
                    <a:pt x="16893" y="7175"/>
                    <a:pt x="17194" y="6549"/>
                  </a:cubicBezTo>
                  <a:cubicBezTo>
                    <a:pt x="17494" y="5922"/>
                    <a:pt x="17645" y="5120"/>
                    <a:pt x="17519" y="4318"/>
                  </a:cubicBezTo>
                  <a:cubicBezTo>
                    <a:pt x="17494" y="4118"/>
                    <a:pt x="17444" y="3917"/>
                    <a:pt x="17394" y="3742"/>
                  </a:cubicBezTo>
                  <a:cubicBezTo>
                    <a:pt x="17344" y="3541"/>
                    <a:pt x="17269" y="3366"/>
                    <a:pt x="17169" y="3165"/>
                  </a:cubicBezTo>
                  <a:lnTo>
                    <a:pt x="17068" y="2965"/>
                  </a:lnTo>
                  <a:lnTo>
                    <a:pt x="16918" y="2714"/>
                  </a:lnTo>
                  <a:cubicBezTo>
                    <a:pt x="16843" y="2589"/>
                    <a:pt x="16768" y="2438"/>
                    <a:pt x="16667" y="2313"/>
                  </a:cubicBezTo>
                  <a:cubicBezTo>
                    <a:pt x="16291" y="1762"/>
                    <a:pt x="15765" y="1185"/>
                    <a:pt x="14963" y="809"/>
                  </a:cubicBezTo>
                  <a:cubicBezTo>
                    <a:pt x="14562" y="609"/>
                    <a:pt x="14086" y="483"/>
                    <a:pt x="13610" y="458"/>
                  </a:cubicBezTo>
                  <a:cubicBezTo>
                    <a:pt x="13552" y="455"/>
                    <a:pt x="13495" y="454"/>
                    <a:pt x="13438" y="454"/>
                  </a:cubicBezTo>
                  <a:cubicBezTo>
                    <a:pt x="13045" y="454"/>
                    <a:pt x="12656" y="528"/>
                    <a:pt x="12306" y="659"/>
                  </a:cubicBezTo>
                  <a:cubicBezTo>
                    <a:pt x="11504" y="910"/>
                    <a:pt x="10903" y="1336"/>
                    <a:pt x="10402" y="1787"/>
                  </a:cubicBezTo>
                  <a:cubicBezTo>
                    <a:pt x="9900" y="2213"/>
                    <a:pt x="9499" y="2689"/>
                    <a:pt x="9123" y="3190"/>
                  </a:cubicBezTo>
                  <a:cubicBezTo>
                    <a:pt x="8942" y="3434"/>
                    <a:pt x="8771" y="3683"/>
                    <a:pt x="8610" y="3936"/>
                  </a:cubicBezTo>
                  <a:lnTo>
                    <a:pt x="8610" y="3936"/>
                  </a:lnTo>
                  <a:cubicBezTo>
                    <a:pt x="8508" y="3715"/>
                    <a:pt x="8396" y="3498"/>
                    <a:pt x="8271" y="3290"/>
                  </a:cubicBezTo>
                  <a:cubicBezTo>
                    <a:pt x="7971" y="2764"/>
                    <a:pt x="7645" y="2263"/>
                    <a:pt x="7219" y="1762"/>
                  </a:cubicBezTo>
                  <a:cubicBezTo>
                    <a:pt x="6818" y="1285"/>
                    <a:pt x="6316" y="834"/>
                    <a:pt x="5640" y="458"/>
                  </a:cubicBezTo>
                  <a:cubicBezTo>
                    <a:pt x="5314" y="283"/>
                    <a:pt x="4963" y="133"/>
                    <a:pt x="4537" y="57"/>
                  </a:cubicBezTo>
                  <a:cubicBezTo>
                    <a:pt x="4336" y="20"/>
                    <a:pt x="4130" y="1"/>
                    <a:pt x="392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0" name="Google Shape;1560;p44"/>
            <p:cNvSpPr/>
            <p:nvPr/>
          </p:nvSpPr>
          <p:spPr>
            <a:xfrm>
              <a:off x="5609339" y="2337982"/>
              <a:ext cx="208329" cy="326654"/>
            </a:xfrm>
            <a:custGeom>
              <a:rect b="b" l="l" r="r" t="t"/>
              <a:pathLst>
                <a:path extrusionOk="0" h="11004" w="7018">
                  <a:moveTo>
                    <a:pt x="5013" y="1"/>
                  </a:moveTo>
                  <a:cubicBezTo>
                    <a:pt x="3910" y="3835"/>
                    <a:pt x="2105" y="7269"/>
                    <a:pt x="0" y="9600"/>
                  </a:cubicBezTo>
                  <a:lnTo>
                    <a:pt x="1554" y="11003"/>
                  </a:lnTo>
                  <a:cubicBezTo>
                    <a:pt x="3935" y="8347"/>
                    <a:pt x="5815" y="4663"/>
                    <a:pt x="7018" y="602"/>
                  </a:cubicBezTo>
                  <a:lnTo>
                    <a:pt x="5013"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1" name="Google Shape;1561;p44"/>
            <p:cNvSpPr/>
            <p:nvPr/>
          </p:nvSpPr>
          <p:spPr>
            <a:xfrm>
              <a:off x="5761118" y="2332045"/>
              <a:ext cx="200136" cy="356398"/>
            </a:xfrm>
            <a:custGeom>
              <a:rect b="b" l="l" r="r" t="t"/>
              <a:pathLst>
                <a:path extrusionOk="0" h="12006" w="6742">
                  <a:moveTo>
                    <a:pt x="1830" y="0"/>
                  </a:moveTo>
                  <a:lnTo>
                    <a:pt x="0" y="1003"/>
                  </a:lnTo>
                  <a:cubicBezTo>
                    <a:pt x="852" y="2582"/>
                    <a:pt x="1604" y="4587"/>
                    <a:pt x="2381" y="6567"/>
                  </a:cubicBezTo>
                  <a:cubicBezTo>
                    <a:pt x="3158" y="8547"/>
                    <a:pt x="3960" y="10477"/>
                    <a:pt x="5063" y="12005"/>
                  </a:cubicBezTo>
                  <a:lnTo>
                    <a:pt x="6742" y="10777"/>
                  </a:lnTo>
                  <a:cubicBezTo>
                    <a:pt x="5865" y="9549"/>
                    <a:pt x="5088" y="7745"/>
                    <a:pt x="4311" y="5790"/>
                  </a:cubicBezTo>
                  <a:cubicBezTo>
                    <a:pt x="3559" y="3860"/>
                    <a:pt x="2782" y="1780"/>
                    <a:pt x="183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2" name="Google Shape;1562;p44"/>
            <p:cNvSpPr/>
            <p:nvPr/>
          </p:nvSpPr>
          <p:spPr>
            <a:xfrm>
              <a:off x="5717214" y="2298561"/>
              <a:ext cx="159972" cy="123519"/>
            </a:xfrm>
            <a:custGeom>
              <a:rect b="b" l="l" r="r" t="t"/>
              <a:pathLst>
                <a:path extrusionOk="0" h="4161" w="5389">
                  <a:moveTo>
                    <a:pt x="2682" y="1"/>
                  </a:moveTo>
                  <a:cubicBezTo>
                    <a:pt x="0" y="1"/>
                    <a:pt x="0" y="4161"/>
                    <a:pt x="2682" y="4161"/>
                  </a:cubicBezTo>
                  <a:cubicBezTo>
                    <a:pt x="5389" y="4161"/>
                    <a:pt x="5389" y="1"/>
                    <a:pt x="268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3" name="Google Shape;1563;p44"/>
            <p:cNvSpPr/>
            <p:nvPr/>
          </p:nvSpPr>
          <p:spPr>
            <a:xfrm>
              <a:off x="6614473" y="2695865"/>
              <a:ext cx="127230" cy="274557"/>
            </a:xfrm>
            <a:custGeom>
              <a:rect b="b" l="l" r="r" t="t"/>
              <a:pathLst>
                <a:path extrusionOk="0" h="9249" w="4286">
                  <a:moveTo>
                    <a:pt x="2331" y="0"/>
                  </a:moveTo>
                  <a:cubicBezTo>
                    <a:pt x="2331" y="0"/>
                    <a:pt x="2306" y="50"/>
                    <a:pt x="2231" y="125"/>
                  </a:cubicBezTo>
                  <a:cubicBezTo>
                    <a:pt x="2155" y="201"/>
                    <a:pt x="2055" y="301"/>
                    <a:pt x="1955" y="426"/>
                  </a:cubicBezTo>
                  <a:cubicBezTo>
                    <a:pt x="1830" y="577"/>
                    <a:pt x="1704" y="727"/>
                    <a:pt x="1579" y="902"/>
                  </a:cubicBezTo>
                  <a:cubicBezTo>
                    <a:pt x="1454" y="1078"/>
                    <a:pt x="1328" y="1278"/>
                    <a:pt x="1178" y="1479"/>
                  </a:cubicBezTo>
                  <a:cubicBezTo>
                    <a:pt x="1053" y="1704"/>
                    <a:pt x="927" y="1905"/>
                    <a:pt x="827" y="2155"/>
                  </a:cubicBezTo>
                  <a:cubicBezTo>
                    <a:pt x="702" y="2381"/>
                    <a:pt x="576" y="2607"/>
                    <a:pt x="501" y="2857"/>
                  </a:cubicBezTo>
                  <a:cubicBezTo>
                    <a:pt x="401" y="3108"/>
                    <a:pt x="326" y="3358"/>
                    <a:pt x="251" y="3609"/>
                  </a:cubicBezTo>
                  <a:cubicBezTo>
                    <a:pt x="175" y="3885"/>
                    <a:pt x="125" y="4135"/>
                    <a:pt x="100" y="4411"/>
                  </a:cubicBezTo>
                  <a:cubicBezTo>
                    <a:pt x="50" y="4662"/>
                    <a:pt x="25" y="4937"/>
                    <a:pt x="0" y="5188"/>
                  </a:cubicBezTo>
                  <a:cubicBezTo>
                    <a:pt x="0" y="5464"/>
                    <a:pt x="0" y="5714"/>
                    <a:pt x="0" y="5990"/>
                  </a:cubicBezTo>
                  <a:cubicBezTo>
                    <a:pt x="25" y="6241"/>
                    <a:pt x="50" y="6516"/>
                    <a:pt x="100" y="6742"/>
                  </a:cubicBezTo>
                  <a:cubicBezTo>
                    <a:pt x="125" y="6993"/>
                    <a:pt x="201" y="7218"/>
                    <a:pt x="251" y="7469"/>
                  </a:cubicBezTo>
                  <a:cubicBezTo>
                    <a:pt x="276" y="7569"/>
                    <a:pt x="301" y="7694"/>
                    <a:pt x="351" y="7795"/>
                  </a:cubicBezTo>
                  <a:cubicBezTo>
                    <a:pt x="376" y="7920"/>
                    <a:pt x="401" y="8045"/>
                    <a:pt x="426" y="8145"/>
                  </a:cubicBezTo>
                  <a:cubicBezTo>
                    <a:pt x="476" y="8371"/>
                    <a:pt x="551" y="8572"/>
                    <a:pt x="602" y="8722"/>
                  </a:cubicBezTo>
                  <a:cubicBezTo>
                    <a:pt x="652" y="8897"/>
                    <a:pt x="727" y="9023"/>
                    <a:pt x="777" y="9123"/>
                  </a:cubicBezTo>
                  <a:cubicBezTo>
                    <a:pt x="802" y="9198"/>
                    <a:pt x="852" y="9248"/>
                    <a:pt x="852" y="9248"/>
                  </a:cubicBezTo>
                  <a:cubicBezTo>
                    <a:pt x="852" y="9248"/>
                    <a:pt x="902" y="9248"/>
                    <a:pt x="1003" y="9198"/>
                  </a:cubicBezTo>
                  <a:cubicBezTo>
                    <a:pt x="1078" y="9173"/>
                    <a:pt x="1228" y="9123"/>
                    <a:pt x="1379" y="9048"/>
                  </a:cubicBezTo>
                  <a:cubicBezTo>
                    <a:pt x="1529" y="8973"/>
                    <a:pt x="1729" y="8872"/>
                    <a:pt x="1905" y="8747"/>
                  </a:cubicBezTo>
                  <a:cubicBezTo>
                    <a:pt x="2005" y="8697"/>
                    <a:pt x="2105" y="8622"/>
                    <a:pt x="2206" y="8572"/>
                  </a:cubicBezTo>
                  <a:cubicBezTo>
                    <a:pt x="2306" y="8496"/>
                    <a:pt x="2406" y="8396"/>
                    <a:pt x="2506" y="8296"/>
                  </a:cubicBezTo>
                  <a:cubicBezTo>
                    <a:pt x="2707" y="8120"/>
                    <a:pt x="2907" y="7895"/>
                    <a:pt x="3108" y="7644"/>
                  </a:cubicBezTo>
                  <a:cubicBezTo>
                    <a:pt x="3308" y="7394"/>
                    <a:pt x="3434" y="7143"/>
                    <a:pt x="3609" y="6867"/>
                  </a:cubicBezTo>
                  <a:cubicBezTo>
                    <a:pt x="3759" y="6592"/>
                    <a:pt x="3885" y="6291"/>
                    <a:pt x="3985" y="5990"/>
                  </a:cubicBezTo>
                  <a:cubicBezTo>
                    <a:pt x="4085" y="5689"/>
                    <a:pt x="4160" y="5363"/>
                    <a:pt x="4211" y="5038"/>
                  </a:cubicBezTo>
                  <a:cubicBezTo>
                    <a:pt x="4261" y="4737"/>
                    <a:pt x="4286" y="4411"/>
                    <a:pt x="4286" y="4085"/>
                  </a:cubicBezTo>
                  <a:cubicBezTo>
                    <a:pt x="4286" y="3759"/>
                    <a:pt x="4261" y="3434"/>
                    <a:pt x="4186" y="3133"/>
                  </a:cubicBezTo>
                  <a:cubicBezTo>
                    <a:pt x="4135" y="2832"/>
                    <a:pt x="4060" y="2531"/>
                    <a:pt x="3960" y="2256"/>
                  </a:cubicBezTo>
                  <a:cubicBezTo>
                    <a:pt x="3860" y="1980"/>
                    <a:pt x="3734" y="1704"/>
                    <a:pt x="3609" y="1479"/>
                  </a:cubicBezTo>
                  <a:cubicBezTo>
                    <a:pt x="3484" y="1253"/>
                    <a:pt x="3333" y="1028"/>
                    <a:pt x="3183" y="852"/>
                  </a:cubicBezTo>
                  <a:cubicBezTo>
                    <a:pt x="3058" y="677"/>
                    <a:pt x="2907" y="501"/>
                    <a:pt x="2782" y="376"/>
                  </a:cubicBezTo>
                  <a:cubicBezTo>
                    <a:pt x="2657" y="251"/>
                    <a:pt x="2531" y="175"/>
                    <a:pt x="2456" y="100"/>
                  </a:cubicBezTo>
                  <a:cubicBezTo>
                    <a:pt x="2381" y="25"/>
                    <a:pt x="2331" y="0"/>
                    <a:pt x="233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64" name="Google Shape;1564;p4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8" name="Shape 1568"/>
        <p:cNvGrpSpPr/>
        <p:nvPr/>
      </p:nvGrpSpPr>
      <p:grpSpPr>
        <a:xfrm>
          <a:off x="0" y="0"/>
          <a:ext cx="0" cy="0"/>
          <a:chOff x="0" y="0"/>
          <a:chExt cx="0" cy="0"/>
        </a:xfrm>
      </p:grpSpPr>
      <p:sp>
        <p:nvSpPr>
          <p:cNvPr id="1569" name="Google Shape;1569;p45"/>
          <p:cNvSpPr txBox="1"/>
          <p:nvPr>
            <p:ph type="title"/>
          </p:nvPr>
        </p:nvSpPr>
        <p:spPr>
          <a:xfrm>
            <a:off x="64975" y="9225"/>
            <a:ext cx="9078900" cy="803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4500"/>
              <a:t>CIRCULAR</a:t>
            </a:r>
            <a:r>
              <a:rPr lang="en" sz="4500"/>
              <a:t> </a:t>
            </a:r>
            <a:r>
              <a:rPr lang="en" sz="4500"/>
              <a:t>QUEUES</a:t>
            </a:r>
            <a:endParaRPr sz="4500"/>
          </a:p>
        </p:txBody>
      </p:sp>
      <p:grpSp>
        <p:nvGrpSpPr>
          <p:cNvPr id="1570" name="Google Shape;1570;p45"/>
          <p:cNvGrpSpPr/>
          <p:nvPr/>
        </p:nvGrpSpPr>
        <p:grpSpPr>
          <a:xfrm>
            <a:off x="1017226" y="1806037"/>
            <a:ext cx="7109604" cy="415222"/>
            <a:chOff x="1148325" y="1752675"/>
            <a:chExt cx="6847350" cy="513000"/>
          </a:xfrm>
        </p:grpSpPr>
        <p:sp>
          <p:nvSpPr>
            <p:cNvPr id="1571" name="Google Shape;1571;p45"/>
            <p:cNvSpPr/>
            <p:nvPr/>
          </p:nvSpPr>
          <p:spPr>
            <a:xfrm>
              <a:off x="114832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2" name="Google Shape;1572;p45"/>
            <p:cNvSpPr/>
            <p:nvPr/>
          </p:nvSpPr>
          <p:spPr>
            <a:xfrm>
              <a:off x="2146400"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3" name="Google Shape;1573;p45"/>
            <p:cNvSpPr/>
            <p:nvPr/>
          </p:nvSpPr>
          <p:spPr>
            <a:xfrm>
              <a:off x="314447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4" name="Google Shape;1574;p45"/>
            <p:cNvSpPr/>
            <p:nvPr/>
          </p:nvSpPr>
          <p:spPr>
            <a:xfrm>
              <a:off x="4142550"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5" name="Google Shape;1575;p45"/>
            <p:cNvSpPr/>
            <p:nvPr/>
          </p:nvSpPr>
          <p:spPr>
            <a:xfrm>
              <a:off x="514062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6" name="Google Shape;1576;p45"/>
            <p:cNvSpPr/>
            <p:nvPr/>
          </p:nvSpPr>
          <p:spPr>
            <a:xfrm>
              <a:off x="6138700"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7" name="Google Shape;1577;p45"/>
            <p:cNvSpPr/>
            <p:nvPr/>
          </p:nvSpPr>
          <p:spPr>
            <a:xfrm>
              <a:off x="713677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78" name="Google Shape;1578;p45"/>
          <p:cNvSpPr txBox="1"/>
          <p:nvPr/>
        </p:nvSpPr>
        <p:spPr>
          <a:xfrm>
            <a:off x="1083317" y="1419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0</a:t>
            </a:r>
            <a:endParaRPr b="1" sz="1600">
              <a:solidFill>
                <a:schemeClr val="dk1"/>
              </a:solidFill>
              <a:latin typeface="Jua"/>
              <a:ea typeface="Jua"/>
              <a:cs typeface="Jua"/>
              <a:sym typeface="Jua"/>
            </a:endParaRPr>
          </a:p>
        </p:txBody>
      </p:sp>
      <p:sp>
        <p:nvSpPr>
          <p:cNvPr id="1579" name="Google Shape;1579;p45"/>
          <p:cNvSpPr txBox="1"/>
          <p:nvPr/>
        </p:nvSpPr>
        <p:spPr>
          <a:xfrm>
            <a:off x="2138608" y="1419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1</a:t>
            </a:r>
            <a:endParaRPr b="1" sz="1600">
              <a:solidFill>
                <a:schemeClr val="dk1"/>
              </a:solidFill>
              <a:latin typeface="Jua"/>
              <a:ea typeface="Jua"/>
              <a:cs typeface="Jua"/>
              <a:sym typeface="Jua"/>
            </a:endParaRPr>
          </a:p>
        </p:txBody>
      </p:sp>
      <p:sp>
        <p:nvSpPr>
          <p:cNvPr id="1580" name="Google Shape;1580;p45"/>
          <p:cNvSpPr txBox="1"/>
          <p:nvPr/>
        </p:nvSpPr>
        <p:spPr>
          <a:xfrm>
            <a:off x="3193899" y="1419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2</a:t>
            </a:r>
            <a:endParaRPr b="1" sz="1600">
              <a:solidFill>
                <a:schemeClr val="dk1"/>
              </a:solidFill>
              <a:latin typeface="Jua"/>
              <a:ea typeface="Jua"/>
              <a:cs typeface="Jua"/>
              <a:sym typeface="Jua"/>
            </a:endParaRPr>
          </a:p>
        </p:txBody>
      </p:sp>
      <p:sp>
        <p:nvSpPr>
          <p:cNvPr id="1581" name="Google Shape;1581;p45"/>
          <p:cNvSpPr txBox="1"/>
          <p:nvPr/>
        </p:nvSpPr>
        <p:spPr>
          <a:xfrm>
            <a:off x="4221145" y="1419225"/>
            <a:ext cx="6978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3</a:t>
            </a:r>
            <a:endParaRPr b="1" sz="1600">
              <a:solidFill>
                <a:schemeClr val="dk1"/>
              </a:solidFill>
              <a:latin typeface="Jua"/>
              <a:ea typeface="Jua"/>
              <a:cs typeface="Jua"/>
              <a:sym typeface="Jua"/>
            </a:endParaRPr>
          </a:p>
        </p:txBody>
      </p:sp>
      <p:sp>
        <p:nvSpPr>
          <p:cNvPr id="1582" name="Google Shape;1582;p45"/>
          <p:cNvSpPr txBox="1"/>
          <p:nvPr/>
        </p:nvSpPr>
        <p:spPr>
          <a:xfrm>
            <a:off x="5304481" y="1419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4</a:t>
            </a:r>
            <a:endParaRPr b="1" sz="1600">
              <a:solidFill>
                <a:schemeClr val="dk1"/>
              </a:solidFill>
              <a:latin typeface="Jua"/>
              <a:ea typeface="Jua"/>
              <a:cs typeface="Jua"/>
              <a:sym typeface="Jua"/>
            </a:endParaRPr>
          </a:p>
        </p:txBody>
      </p:sp>
      <p:sp>
        <p:nvSpPr>
          <p:cNvPr id="1583" name="Google Shape;1583;p45"/>
          <p:cNvSpPr txBox="1"/>
          <p:nvPr/>
        </p:nvSpPr>
        <p:spPr>
          <a:xfrm>
            <a:off x="6359772" y="1419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5</a:t>
            </a:r>
            <a:endParaRPr b="1" sz="1600">
              <a:solidFill>
                <a:schemeClr val="dk1"/>
              </a:solidFill>
              <a:latin typeface="Jua"/>
              <a:ea typeface="Jua"/>
              <a:cs typeface="Jua"/>
              <a:sym typeface="Jua"/>
            </a:endParaRPr>
          </a:p>
        </p:txBody>
      </p:sp>
      <p:sp>
        <p:nvSpPr>
          <p:cNvPr id="1584" name="Google Shape;1584;p45"/>
          <p:cNvSpPr txBox="1"/>
          <p:nvPr/>
        </p:nvSpPr>
        <p:spPr>
          <a:xfrm>
            <a:off x="7415063" y="1419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6</a:t>
            </a:r>
            <a:endParaRPr b="1" sz="1600">
              <a:solidFill>
                <a:schemeClr val="dk1"/>
              </a:solidFill>
              <a:latin typeface="Jua"/>
              <a:ea typeface="Jua"/>
              <a:cs typeface="Jua"/>
              <a:sym typeface="Jua"/>
            </a:endParaRPr>
          </a:p>
        </p:txBody>
      </p:sp>
      <p:sp>
        <p:nvSpPr>
          <p:cNvPr id="1585" name="Google Shape;1585;p45"/>
          <p:cNvSpPr txBox="1"/>
          <p:nvPr/>
        </p:nvSpPr>
        <p:spPr>
          <a:xfrm>
            <a:off x="851600" y="2529963"/>
            <a:ext cx="1210800" cy="546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800">
                <a:solidFill>
                  <a:schemeClr val="accent2"/>
                </a:solidFill>
                <a:latin typeface="Jua"/>
                <a:ea typeface="Jua"/>
                <a:cs typeface="Jua"/>
                <a:sym typeface="Jua"/>
              </a:rPr>
              <a:t>P</a:t>
            </a:r>
            <a:r>
              <a:rPr b="1" lang="en" sz="2800">
                <a:solidFill>
                  <a:schemeClr val="accent2"/>
                </a:solidFill>
                <a:latin typeface="Jua"/>
                <a:ea typeface="Jua"/>
                <a:cs typeface="Jua"/>
                <a:sym typeface="Jua"/>
              </a:rPr>
              <a:t>UT</a:t>
            </a:r>
            <a:endParaRPr b="1" sz="2800">
              <a:solidFill>
                <a:schemeClr val="accent2"/>
              </a:solidFill>
              <a:latin typeface="Jua"/>
              <a:ea typeface="Jua"/>
              <a:cs typeface="Jua"/>
              <a:sym typeface="Jua"/>
            </a:endParaRPr>
          </a:p>
        </p:txBody>
      </p:sp>
      <p:sp>
        <p:nvSpPr>
          <p:cNvPr id="1586" name="Google Shape;1586;p45"/>
          <p:cNvSpPr txBox="1"/>
          <p:nvPr/>
        </p:nvSpPr>
        <p:spPr>
          <a:xfrm>
            <a:off x="1083325" y="1847584"/>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rgbClr val="0C2E3A"/>
                </a:solidFill>
                <a:latin typeface="Merriweather"/>
                <a:ea typeface="Merriweather"/>
                <a:cs typeface="Merriweather"/>
                <a:sym typeface="Merriweather"/>
              </a:rPr>
              <a:t>-5</a:t>
            </a:r>
            <a:endParaRPr b="1" sz="1900">
              <a:solidFill>
                <a:srgbClr val="0C2E3A"/>
              </a:solidFill>
              <a:latin typeface="Merriweather"/>
              <a:ea typeface="Merriweather"/>
              <a:cs typeface="Merriweather"/>
              <a:sym typeface="Merriweather"/>
            </a:endParaRPr>
          </a:p>
        </p:txBody>
      </p:sp>
      <p:sp>
        <p:nvSpPr>
          <p:cNvPr id="1587" name="Google Shape;1587;p45"/>
          <p:cNvSpPr txBox="1"/>
          <p:nvPr/>
        </p:nvSpPr>
        <p:spPr>
          <a:xfrm>
            <a:off x="2138600" y="1847584"/>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rgbClr val="0C2E3A"/>
                </a:solidFill>
                <a:latin typeface="Merriweather"/>
                <a:ea typeface="Merriweather"/>
                <a:cs typeface="Merriweather"/>
                <a:sym typeface="Merriweather"/>
              </a:rPr>
              <a:t>2</a:t>
            </a:r>
            <a:endParaRPr b="1" sz="1900">
              <a:solidFill>
                <a:srgbClr val="0C2E3A"/>
              </a:solidFill>
              <a:latin typeface="Merriweather"/>
              <a:ea typeface="Merriweather"/>
              <a:cs typeface="Merriweather"/>
              <a:sym typeface="Merriweather"/>
            </a:endParaRPr>
          </a:p>
        </p:txBody>
      </p:sp>
      <p:sp>
        <p:nvSpPr>
          <p:cNvPr id="1588" name="Google Shape;1588;p45"/>
          <p:cNvSpPr txBox="1"/>
          <p:nvPr/>
        </p:nvSpPr>
        <p:spPr>
          <a:xfrm>
            <a:off x="3193875" y="1847596"/>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rgbClr val="212121"/>
                </a:solidFill>
                <a:latin typeface="Merriweather"/>
                <a:ea typeface="Merriweather"/>
                <a:cs typeface="Merriweather"/>
                <a:sym typeface="Merriweather"/>
              </a:rPr>
              <a:t>4</a:t>
            </a:r>
            <a:endParaRPr b="1" sz="1900">
              <a:solidFill>
                <a:srgbClr val="212121"/>
              </a:solidFill>
              <a:latin typeface="Merriweather"/>
              <a:ea typeface="Merriweather"/>
              <a:cs typeface="Merriweather"/>
              <a:sym typeface="Merriweather"/>
            </a:endParaRPr>
          </a:p>
        </p:txBody>
      </p:sp>
      <p:sp>
        <p:nvSpPr>
          <p:cNvPr id="1589" name="Google Shape;1589;p45"/>
          <p:cNvSpPr/>
          <p:nvPr/>
        </p:nvSpPr>
        <p:spPr>
          <a:xfrm>
            <a:off x="5230525" y="1300375"/>
            <a:ext cx="815700" cy="415200"/>
          </a:xfrm>
          <a:prstGeom prst="roundRect">
            <a:avLst>
              <a:gd fmla="val 16667" name="adj"/>
            </a:avLst>
          </a:prstGeom>
          <a:noFill/>
          <a:ln cap="flat" cmpd="sng" w="381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590" name="Google Shape;1590;p45"/>
          <p:cNvSpPr txBox="1"/>
          <p:nvPr>
            <p:ph idx="4294967295" type="subTitle"/>
          </p:nvPr>
        </p:nvSpPr>
        <p:spPr>
          <a:xfrm>
            <a:off x="5169325" y="897075"/>
            <a:ext cx="941400" cy="456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000">
                <a:latin typeface="Jua"/>
                <a:ea typeface="Jua"/>
                <a:cs typeface="Jua"/>
                <a:sym typeface="Jua"/>
              </a:rPr>
              <a:t>TAIL</a:t>
            </a:r>
            <a:endParaRPr b="1" sz="2000">
              <a:latin typeface="Jua"/>
              <a:ea typeface="Jua"/>
              <a:cs typeface="Jua"/>
              <a:sym typeface="Jua"/>
            </a:endParaRPr>
          </a:p>
        </p:txBody>
      </p:sp>
      <p:sp>
        <p:nvSpPr>
          <p:cNvPr id="1591" name="Google Shape;1591;p45"/>
          <p:cNvSpPr/>
          <p:nvPr/>
        </p:nvSpPr>
        <p:spPr>
          <a:xfrm>
            <a:off x="1039525" y="1300375"/>
            <a:ext cx="815700" cy="415200"/>
          </a:xfrm>
          <a:prstGeom prst="roundRect">
            <a:avLst>
              <a:gd fmla="val 16667" name="adj"/>
            </a:avLst>
          </a:prstGeom>
          <a:noFill/>
          <a:ln cap="flat" cmpd="sng" w="38100">
            <a:solidFill>
              <a:srgbClr val="FF6B6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4"/>
              </a:solidFill>
              <a:latin typeface="Roboto"/>
              <a:ea typeface="Roboto"/>
              <a:cs typeface="Roboto"/>
              <a:sym typeface="Roboto"/>
            </a:endParaRPr>
          </a:p>
        </p:txBody>
      </p:sp>
      <p:sp>
        <p:nvSpPr>
          <p:cNvPr id="1592" name="Google Shape;1592;p45"/>
          <p:cNvSpPr txBox="1"/>
          <p:nvPr>
            <p:ph idx="4294967295" type="subTitle"/>
          </p:nvPr>
        </p:nvSpPr>
        <p:spPr>
          <a:xfrm>
            <a:off x="976675" y="897075"/>
            <a:ext cx="941400" cy="456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000">
                <a:solidFill>
                  <a:schemeClr val="lt1"/>
                </a:solidFill>
                <a:latin typeface="Jua"/>
                <a:ea typeface="Jua"/>
                <a:cs typeface="Jua"/>
                <a:sym typeface="Jua"/>
              </a:rPr>
              <a:t>HEAD</a:t>
            </a:r>
            <a:endParaRPr b="1" sz="2000">
              <a:solidFill>
                <a:schemeClr val="lt1"/>
              </a:solidFill>
              <a:latin typeface="Jua"/>
              <a:ea typeface="Jua"/>
              <a:cs typeface="Jua"/>
              <a:sym typeface="Jua"/>
            </a:endParaRPr>
          </a:p>
        </p:txBody>
      </p:sp>
      <p:sp>
        <p:nvSpPr>
          <p:cNvPr id="1593" name="Google Shape;1593;p45"/>
          <p:cNvSpPr/>
          <p:nvPr/>
        </p:nvSpPr>
        <p:spPr>
          <a:xfrm>
            <a:off x="1986204" y="2661687"/>
            <a:ext cx="891900" cy="4152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94" name="Google Shape;1594;p45"/>
          <p:cNvSpPr txBox="1"/>
          <p:nvPr/>
        </p:nvSpPr>
        <p:spPr>
          <a:xfrm>
            <a:off x="2138600" y="2703234"/>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rgbClr val="0C2E3A"/>
                </a:solidFill>
                <a:latin typeface="Merriweather"/>
                <a:ea typeface="Merriweather"/>
                <a:cs typeface="Merriweather"/>
                <a:sym typeface="Merriweather"/>
              </a:rPr>
              <a:t>0</a:t>
            </a:r>
            <a:endParaRPr b="1" sz="1900">
              <a:solidFill>
                <a:srgbClr val="0C2E3A"/>
              </a:solidFill>
              <a:latin typeface="Merriweather"/>
              <a:ea typeface="Merriweather"/>
              <a:cs typeface="Merriweather"/>
              <a:sym typeface="Merriweather"/>
            </a:endParaRPr>
          </a:p>
        </p:txBody>
      </p:sp>
      <p:sp>
        <p:nvSpPr>
          <p:cNvPr id="1595" name="Google Shape;1595;p45"/>
          <p:cNvSpPr txBox="1"/>
          <p:nvPr/>
        </p:nvSpPr>
        <p:spPr>
          <a:xfrm>
            <a:off x="4172950" y="1847596"/>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rgbClr val="212121"/>
                </a:solidFill>
                <a:latin typeface="Merriweather"/>
                <a:ea typeface="Merriweather"/>
                <a:cs typeface="Merriweather"/>
                <a:sym typeface="Merriweather"/>
              </a:rPr>
              <a:t>-3</a:t>
            </a:r>
            <a:endParaRPr b="1" sz="1900">
              <a:solidFill>
                <a:srgbClr val="212121"/>
              </a:solidFill>
              <a:latin typeface="Merriweather"/>
              <a:ea typeface="Merriweather"/>
              <a:cs typeface="Merriweather"/>
              <a:sym typeface="Merriweather"/>
            </a:endParaRPr>
          </a:p>
        </p:txBody>
      </p:sp>
      <p:sp>
        <p:nvSpPr>
          <p:cNvPr id="1596" name="Google Shape;1596;p45"/>
          <p:cNvSpPr txBox="1"/>
          <p:nvPr/>
        </p:nvSpPr>
        <p:spPr>
          <a:xfrm>
            <a:off x="5304425" y="1847571"/>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rgbClr val="212121"/>
                </a:solidFill>
                <a:latin typeface="Merriweather"/>
                <a:ea typeface="Merriweather"/>
                <a:cs typeface="Merriweather"/>
                <a:sym typeface="Merriweather"/>
              </a:rPr>
              <a:t>1</a:t>
            </a:r>
            <a:endParaRPr b="1" sz="1900">
              <a:solidFill>
                <a:srgbClr val="212121"/>
              </a:solidFill>
              <a:latin typeface="Merriweather"/>
              <a:ea typeface="Merriweather"/>
              <a:cs typeface="Merriweather"/>
              <a:sym typeface="Merriweather"/>
            </a:endParaRPr>
          </a:p>
        </p:txBody>
      </p:sp>
      <p:grpSp>
        <p:nvGrpSpPr>
          <p:cNvPr id="1597" name="Google Shape;1597;p45"/>
          <p:cNvGrpSpPr/>
          <p:nvPr/>
        </p:nvGrpSpPr>
        <p:grpSpPr>
          <a:xfrm>
            <a:off x="1017226" y="4473037"/>
            <a:ext cx="7109604" cy="415222"/>
            <a:chOff x="1148325" y="1752675"/>
            <a:chExt cx="6847350" cy="513000"/>
          </a:xfrm>
        </p:grpSpPr>
        <p:sp>
          <p:nvSpPr>
            <p:cNvPr id="1598" name="Google Shape;1598;p45"/>
            <p:cNvSpPr/>
            <p:nvPr/>
          </p:nvSpPr>
          <p:spPr>
            <a:xfrm>
              <a:off x="114832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9" name="Google Shape;1599;p45"/>
            <p:cNvSpPr/>
            <p:nvPr/>
          </p:nvSpPr>
          <p:spPr>
            <a:xfrm>
              <a:off x="2146400"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0" name="Google Shape;1600;p45"/>
            <p:cNvSpPr/>
            <p:nvPr/>
          </p:nvSpPr>
          <p:spPr>
            <a:xfrm>
              <a:off x="314447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1" name="Google Shape;1601;p45"/>
            <p:cNvSpPr/>
            <p:nvPr/>
          </p:nvSpPr>
          <p:spPr>
            <a:xfrm>
              <a:off x="4142550"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2" name="Google Shape;1602;p45"/>
            <p:cNvSpPr/>
            <p:nvPr/>
          </p:nvSpPr>
          <p:spPr>
            <a:xfrm>
              <a:off x="514062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3" name="Google Shape;1603;p45"/>
            <p:cNvSpPr/>
            <p:nvPr/>
          </p:nvSpPr>
          <p:spPr>
            <a:xfrm>
              <a:off x="6138700"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4" name="Google Shape;1604;p45"/>
            <p:cNvSpPr/>
            <p:nvPr/>
          </p:nvSpPr>
          <p:spPr>
            <a:xfrm>
              <a:off x="713677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05" name="Google Shape;1605;p45"/>
          <p:cNvSpPr txBox="1"/>
          <p:nvPr/>
        </p:nvSpPr>
        <p:spPr>
          <a:xfrm>
            <a:off x="1083317" y="4086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0</a:t>
            </a:r>
            <a:endParaRPr b="1" sz="1600">
              <a:solidFill>
                <a:schemeClr val="dk1"/>
              </a:solidFill>
              <a:latin typeface="Jua"/>
              <a:ea typeface="Jua"/>
              <a:cs typeface="Jua"/>
              <a:sym typeface="Jua"/>
            </a:endParaRPr>
          </a:p>
        </p:txBody>
      </p:sp>
      <p:sp>
        <p:nvSpPr>
          <p:cNvPr id="1606" name="Google Shape;1606;p45"/>
          <p:cNvSpPr txBox="1"/>
          <p:nvPr/>
        </p:nvSpPr>
        <p:spPr>
          <a:xfrm>
            <a:off x="2138608" y="4086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1</a:t>
            </a:r>
            <a:endParaRPr b="1" sz="1600">
              <a:solidFill>
                <a:schemeClr val="dk1"/>
              </a:solidFill>
              <a:latin typeface="Jua"/>
              <a:ea typeface="Jua"/>
              <a:cs typeface="Jua"/>
              <a:sym typeface="Jua"/>
            </a:endParaRPr>
          </a:p>
        </p:txBody>
      </p:sp>
      <p:sp>
        <p:nvSpPr>
          <p:cNvPr id="1607" name="Google Shape;1607;p45"/>
          <p:cNvSpPr txBox="1"/>
          <p:nvPr/>
        </p:nvSpPr>
        <p:spPr>
          <a:xfrm>
            <a:off x="3193899" y="4086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2</a:t>
            </a:r>
            <a:endParaRPr b="1" sz="1600">
              <a:solidFill>
                <a:schemeClr val="dk1"/>
              </a:solidFill>
              <a:latin typeface="Jua"/>
              <a:ea typeface="Jua"/>
              <a:cs typeface="Jua"/>
              <a:sym typeface="Jua"/>
            </a:endParaRPr>
          </a:p>
        </p:txBody>
      </p:sp>
      <p:sp>
        <p:nvSpPr>
          <p:cNvPr id="1608" name="Google Shape;1608;p45"/>
          <p:cNvSpPr txBox="1"/>
          <p:nvPr/>
        </p:nvSpPr>
        <p:spPr>
          <a:xfrm>
            <a:off x="4221145" y="4086225"/>
            <a:ext cx="6978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3</a:t>
            </a:r>
            <a:endParaRPr b="1" sz="1600">
              <a:solidFill>
                <a:schemeClr val="dk1"/>
              </a:solidFill>
              <a:latin typeface="Jua"/>
              <a:ea typeface="Jua"/>
              <a:cs typeface="Jua"/>
              <a:sym typeface="Jua"/>
            </a:endParaRPr>
          </a:p>
        </p:txBody>
      </p:sp>
      <p:sp>
        <p:nvSpPr>
          <p:cNvPr id="1609" name="Google Shape;1609;p45"/>
          <p:cNvSpPr txBox="1"/>
          <p:nvPr/>
        </p:nvSpPr>
        <p:spPr>
          <a:xfrm>
            <a:off x="5304481" y="4086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4</a:t>
            </a:r>
            <a:endParaRPr b="1" sz="1600">
              <a:solidFill>
                <a:schemeClr val="dk1"/>
              </a:solidFill>
              <a:latin typeface="Jua"/>
              <a:ea typeface="Jua"/>
              <a:cs typeface="Jua"/>
              <a:sym typeface="Jua"/>
            </a:endParaRPr>
          </a:p>
        </p:txBody>
      </p:sp>
      <p:sp>
        <p:nvSpPr>
          <p:cNvPr id="1610" name="Google Shape;1610;p45"/>
          <p:cNvSpPr txBox="1"/>
          <p:nvPr/>
        </p:nvSpPr>
        <p:spPr>
          <a:xfrm>
            <a:off x="6359772" y="4086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5</a:t>
            </a:r>
            <a:endParaRPr b="1" sz="1600">
              <a:solidFill>
                <a:schemeClr val="dk1"/>
              </a:solidFill>
              <a:latin typeface="Jua"/>
              <a:ea typeface="Jua"/>
              <a:cs typeface="Jua"/>
              <a:sym typeface="Jua"/>
            </a:endParaRPr>
          </a:p>
        </p:txBody>
      </p:sp>
      <p:sp>
        <p:nvSpPr>
          <p:cNvPr id="1611" name="Google Shape;1611;p45"/>
          <p:cNvSpPr txBox="1"/>
          <p:nvPr/>
        </p:nvSpPr>
        <p:spPr>
          <a:xfrm>
            <a:off x="7415063" y="4086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6</a:t>
            </a:r>
            <a:endParaRPr b="1" sz="1600">
              <a:solidFill>
                <a:schemeClr val="dk1"/>
              </a:solidFill>
              <a:latin typeface="Jua"/>
              <a:ea typeface="Jua"/>
              <a:cs typeface="Jua"/>
              <a:sym typeface="Jua"/>
            </a:endParaRPr>
          </a:p>
        </p:txBody>
      </p:sp>
      <p:sp>
        <p:nvSpPr>
          <p:cNvPr id="1612" name="Google Shape;1612;p45"/>
          <p:cNvSpPr txBox="1"/>
          <p:nvPr/>
        </p:nvSpPr>
        <p:spPr>
          <a:xfrm>
            <a:off x="1083325" y="4514584"/>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rgbClr val="0C2E3A"/>
                </a:solidFill>
                <a:latin typeface="Merriweather"/>
                <a:ea typeface="Merriweather"/>
                <a:cs typeface="Merriweather"/>
                <a:sym typeface="Merriweather"/>
              </a:rPr>
              <a:t>-5</a:t>
            </a:r>
            <a:endParaRPr b="1" sz="1900">
              <a:solidFill>
                <a:srgbClr val="0C2E3A"/>
              </a:solidFill>
              <a:latin typeface="Merriweather"/>
              <a:ea typeface="Merriweather"/>
              <a:cs typeface="Merriweather"/>
              <a:sym typeface="Merriweather"/>
            </a:endParaRPr>
          </a:p>
        </p:txBody>
      </p:sp>
      <p:sp>
        <p:nvSpPr>
          <p:cNvPr id="1613" name="Google Shape;1613;p45"/>
          <p:cNvSpPr txBox="1"/>
          <p:nvPr/>
        </p:nvSpPr>
        <p:spPr>
          <a:xfrm>
            <a:off x="2138600" y="4514584"/>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rgbClr val="0C2E3A"/>
                </a:solidFill>
                <a:latin typeface="Merriweather"/>
                <a:ea typeface="Merriweather"/>
                <a:cs typeface="Merriweather"/>
                <a:sym typeface="Merriweather"/>
              </a:rPr>
              <a:t>2</a:t>
            </a:r>
            <a:endParaRPr b="1" sz="1900">
              <a:solidFill>
                <a:srgbClr val="0C2E3A"/>
              </a:solidFill>
              <a:latin typeface="Merriweather"/>
              <a:ea typeface="Merriweather"/>
              <a:cs typeface="Merriweather"/>
              <a:sym typeface="Merriweather"/>
            </a:endParaRPr>
          </a:p>
        </p:txBody>
      </p:sp>
      <p:sp>
        <p:nvSpPr>
          <p:cNvPr id="1614" name="Google Shape;1614;p45"/>
          <p:cNvSpPr txBox="1"/>
          <p:nvPr/>
        </p:nvSpPr>
        <p:spPr>
          <a:xfrm>
            <a:off x="3193875" y="4514596"/>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rgbClr val="212121"/>
                </a:solidFill>
                <a:latin typeface="Merriweather"/>
                <a:ea typeface="Merriweather"/>
                <a:cs typeface="Merriweather"/>
                <a:sym typeface="Merriweather"/>
              </a:rPr>
              <a:t>4</a:t>
            </a:r>
            <a:endParaRPr b="1" sz="1900">
              <a:solidFill>
                <a:srgbClr val="212121"/>
              </a:solidFill>
              <a:latin typeface="Merriweather"/>
              <a:ea typeface="Merriweather"/>
              <a:cs typeface="Merriweather"/>
              <a:sym typeface="Merriweather"/>
            </a:endParaRPr>
          </a:p>
        </p:txBody>
      </p:sp>
      <p:sp>
        <p:nvSpPr>
          <p:cNvPr id="1615" name="Google Shape;1615;p45"/>
          <p:cNvSpPr/>
          <p:nvPr/>
        </p:nvSpPr>
        <p:spPr>
          <a:xfrm>
            <a:off x="6221125" y="3967375"/>
            <a:ext cx="815700" cy="415200"/>
          </a:xfrm>
          <a:prstGeom prst="roundRect">
            <a:avLst>
              <a:gd fmla="val 16667" name="adj"/>
            </a:avLst>
          </a:prstGeom>
          <a:noFill/>
          <a:ln cap="flat" cmpd="sng" w="381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616" name="Google Shape;1616;p45"/>
          <p:cNvSpPr txBox="1"/>
          <p:nvPr>
            <p:ph idx="4294967295" type="subTitle"/>
          </p:nvPr>
        </p:nvSpPr>
        <p:spPr>
          <a:xfrm>
            <a:off x="6159925" y="3564075"/>
            <a:ext cx="941400" cy="456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000">
                <a:latin typeface="Jua"/>
                <a:ea typeface="Jua"/>
                <a:cs typeface="Jua"/>
                <a:sym typeface="Jua"/>
              </a:rPr>
              <a:t>TAIL</a:t>
            </a:r>
            <a:endParaRPr b="1" sz="2000">
              <a:latin typeface="Jua"/>
              <a:ea typeface="Jua"/>
              <a:cs typeface="Jua"/>
              <a:sym typeface="Jua"/>
            </a:endParaRPr>
          </a:p>
        </p:txBody>
      </p:sp>
      <p:sp>
        <p:nvSpPr>
          <p:cNvPr id="1617" name="Google Shape;1617;p45"/>
          <p:cNvSpPr/>
          <p:nvPr/>
        </p:nvSpPr>
        <p:spPr>
          <a:xfrm>
            <a:off x="1039525" y="3967375"/>
            <a:ext cx="815700" cy="415200"/>
          </a:xfrm>
          <a:prstGeom prst="roundRect">
            <a:avLst>
              <a:gd fmla="val 16667" name="adj"/>
            </a:avLst>
          </a:prstGeom>
          <a:noFill/>
          <a:ln cap="flat" cmpd="sng" w="38100">
            <a:solidFill>
              <a:srgbClr val="FF6B6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4"/>
              </a:solidFill>
              <a:latin typeface="Roboto"/>
              <a:ea typeface="Roboto"/>
              <a:cs typeface="Roboto"/>
              <a:sym typeface="Roboto"/>
            </a:endParaRPr>
          </a:p>
        </p:txBody>
      </p:sp>
      <p:sp>
        <p:nvSpPr>
          <p:cNvPr id="1618" name="Google Shape;1618;p45"/>
          <p:cNvSpPr txBox="1"/>
          <p:nvPr>
            <p:ph idx="4294967295" type="subTitle"/>
          </p:nvPr>
        </p:nvSpPr>
        <p:spPr>
          <a:xfrm>
            <a:off x="976675" y="3564075"/>
            <a:ext cx="941400" cy="456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000">
                <a:solidFill>
                  <a:schemeClr val="lt1"/>
                </a:solidFill>
                <a:latin typeface="Jua"/>
                <a:ea typeface="Jua"/>
                <a:cs typeface="Jua"/>
                <a:sym typeface="Jua"/>
              </a:rPr>
              <a:t>HEAD</a:t>
            </a:r>
            <a:endParaRPr b="1" sz="2000">
              <a:solidFill>
                <a:schemeClr val="lt1"/>
              </a:solidFill>
              <a:latin typeface="Jua"/>
              <a:ea typeface="Jua"/>
              <a:cs typeface="Jua"/>
              <a:sym typeface="Jua"/>
            </a:endParaRPr>
          </a:p>
        </p:txBody>
      </p:sp>
      <p:sp>
        <p:nvSpPr>
          <p:cNvPr id="1619" name="Google Shape;1619;p45"/>
          <p:cNvSpPr txBox="1"/>
          <p:nvPr/>
        </p:nvSpPr>
        <p:spPr>
          <a:xfrm>
            <a:off x="4172950" y="4514596"/>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rgbClr val="212121"/>
                </a:solidFill>
                <a:latin typeface="Merriweather"/>
                <a:ea typeface="Merriweather"/>
                <a:cs typeface="Merriweather"/>
                <a:sym typeface="Merriweather"/>
              </a:rPr>
              <a:t>-3</a:t>
            </a:r>
            <a:endParaRPr b="1" sz="1900">
              <a:solidFill>
                <a:srgbClr val="212121"/>
              </a:solidFill>
              <a:latin typeface="Merriweather"/>
              <a:ea typeface="Merriweather"/>
              <a:cs typeface="Merriweather"/>
              <a:sym typeface="Merriweather"/>
            </a:endParaRPr>
          </a:p>
        </p:txBody>
      </p:sp>
      <p:sp>
        <p:nvSpPr>
          <p:cNvPr id="1620" name="Google Shape;1620;p45"/>
          <p:cNvSpPr txBox="1"/>
          <p:nvPr/>
        </p:nvSpPr>
        <p:spPr>
          <a:xfrm>
            <a:off x="5304425" y="4514571"/>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rgbClr val="212121"/>
                </a:solidFill>
                <a:latin typeface="Merriweather"/>
                <a:ea typeface="Merriweather"/>
                <a:cs typeface="Merriweather"/>
                <a:sym typeface="Merriweather"/>
              </a:rPr>
              <a:t>1</a:t>
            </a:r>
            <a:endParaRPr b="1" sz="1900">
              <a:solidFill>
                <a:srgbClr val="212121"/>
              </a:solidFill>
              <a:latin typeface="Merriweather"/>
              <a:ea typeface="Merriweather"/>
              <a:cs typeface="Merriweather"/>
              <a:sym typeface="Merriweather"/>
            </a:endParaRPr>
          </a:p>
        </p:txBody>
      </p:sp>
      <p:sp>
        <p:nvSpPr>
          <p:cNvPr id="1621" name="Google Shape;1621;p45"/>
          <p:cNvSpPr txBox="1"/>
          <p:nvPr/>
        </p:nvSpPr>
        <p:spPr>
          <a:xfrm>
            <a:off x="6359775" y="4514596"/>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rgbClr val="212121"/>
                </a:solidFill>
                <a:latin typeface="Merriweather"/>
                <a:ea typeface="Merriweather"/>
                <a:cs typeface="Merriweather"/>
                <a:sym typeface="Merriweather"/>
              </a:rPr>
              <a:t>0</a:t>
            </a:r>
            <a:endParaRPr b="1" sz="1900">
              <a:solidFill>
                <a:srgbClr val="212121"/>
              </a:solidFill>
              <a:latin typeface="Merriweather"/>
              <a:ea typeface="Merriweather"/>
              <a:cs typeface="Merriweather"/>
              <a:sym typeface="Merriweather"/>
            </a:endParaRPr>
          </a:p>
        </p:txBody>
      </p:sp>
      <p:sp>
        <p:nvSpPr>
          <p:cNvPr id="1622" name="Google Shape;1622;p45"/>
          <p:cNvSpPr/>
          <p:nvPr/>
        </p:nvSpPr>
        <p:spPr>
          <a:xfrm rot="5400000">
            <a:off x="6418975" y="3271744"/>
            <a:ext cx="399900" cy="282900"/>
          </a:xfrm>
          <a:prstGeom prst="rightArrow">
            <a:avLst>
              <a:gd fmla="val 50000" name="adj1"/>
              <a:gd fmla="val 50000" name="adj2"/>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623" name="Google Shape;1623;p45"/>
          <p:cNvSpPr txBox="1"/>
          <p:nvPr/>
        </p:nvSpPr>
        <p:spPr>
          <a:xfrm>
            <a:off x="104250" y="1847609"/>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chemeClr val="dk1"/>
                </a:solidFill>
                <a:latin typeface="Merriweather"/>
                <a:ea typeface="Merriweather"/>
                <a:cs typeface="Merriweather"/>
                <a:sym typeface="Merriweather"/>
              </a:rPr>
              <a:t>1</a:t>
            </a:r>
            <a:endParaRPr b="1" sz="1900">
              <a:solidFill>
                <a:schemeClr val="dk1"/>
              </a:solidFill>
              <a:latin typeface="Merriweather"/>
              <a:ea typeface="Merriweather"/>
              <a:cs typeface="Merriweather"/>
              <a:sym typeface="Merriweather"/>
            </a:endParaRPr>
          </a:p>
        </p:txBody>
      </p:sp>
      <p:sp>
        <p:nvSpPr>
          <p:cNvPr id="1624" name="Google Shape;1624;p45"/>
          <p:cNvSpPr txBox="1"/>
          <p:nvPr/>
        </p:nvSpPr>
        <p:spPr>
          <a:xfrm>
            <a:off x="157075" y="4514584"/>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chemeClr val="dk1"/>
                </a:solidFill>
                <a:latin typeface="Merriweather"/>
                <a:ea typeface="Merriweather"/>
                <a:cs typeface="Merriweather"/>
                <a:sym typeface="Merriweather"/>
              </a:rPr>
              <a:t>2</a:t>
            </a:r>
            <a:endParaRPr b="1" sz="1900">
              <a:solidFill>
                <a:schemeClr val="dk1"/>
              </a:solidFill>
              <a:latin typeface="Merriweather"/>
              <a:ea typeface="Merriweather"/>
              <a:cs typeface="Merriweather"/>
              <a:sym typeface="Merriweather"/>
            </a:endParaRPr>
          </a:p>
        </p:txBody>
      </p:sp>
      <p:sp>
        <p:nvSpPr>
          <p:cNvPr id="1625" name="Google Shape;1625;p4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9" name="Shape 1629"/>
        <p:cNvGrpSpPr/>
        <p:nvPr/>
      </p:nvGrpSpPr>
      <p:grpSpPr>
        <a:xfrm>
          <a:off x="0" y="0"/>
          <a:ext cx="0" cy="0"/>
          <a:chOff x="0" y="0"/>
          <a:chExt cx="0" cy="0"/>
        </a:xfrm>
      </p:grpSpPr>
      <p:sp>
        <p:nvSpPr>
          <p:cNvPr id="1630" name="Google Shape;1630;p46"/>
          <p:cNvSpPr txBox="1"/>
          <p:nvPr>
            <p:ph type="title"/>
          </p:nvPr>
        </p:nvSpPr>
        <p:spPr>
          <a:xfrm>
            <a:off x="64975" y="9225"/>
            <a:ext cx="9078900" cy="803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4500"/>
              <a:t>CIRCULAR</a:t>
            </a:r>
            <a:r>
              <a:rPr lang="en" sz="4500"/>
              <a:t> QUEUES</a:t>
            </a:r>
            <a:endParaRPr sz="4500"/>
          </a:p>
        </p:txBody>
      </p:sp>
      <p:grpSp>
        <p:nvGrpSpPr>
          <p:cNvPr id="1631" name="Google Shape;1631;p46"/>
          <p:cNvGrpSpPr/>
          <p:nvPr/>
        </p:nvGrpSpPr>
        <p:grpSpPr>
          <a:xfrm>
            <a:off x="1017226" y="1806037"/>
            <a:ext cx="7109604" cy="415222"/>
            <a:chOff x="1148325" y="1752675"/>
            <a:chExt cx="6847350" cy="513000"/>
          </a:xfrm>
        </p:grpSpPr>
        <p:sp>
          <p:nvSpPr>
            <p:cNvPr id="1632" name="Google Shape;1632;p46"/>
            <p:cNvSpPr/>
            <p:nvPr/>
          </p:nvSpPr>
          <p:spPr>
            <a:xfrm>
              <a:off x="114832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3" name="Google Shape;1633;p46"/>
            <p:cNvSpPr/>
            <p:nvPr/>
          </p:nvSpPr>
          <p:spPr>
            <a:xfrm>
              <a:off x="2146400"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4" name="Google Shape;1634;p46"/>
            <p:cNvSpPr/>
            <p:nvPr/>
          </p:nvSpPr>
          <p:spPr>
            <a:xfrm>
              <a:off x="314447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5" name="Google Shape;1635;p46"/>
            <p:cNvSpPr/>
            <p:nvPr/>
          </p:nvSpPr>
          <p:spPr>
            <a:xfrm>
              <a:off x="4142550"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6" name="Google Shape;1636;p46"/>
            <p:cNvSpPr/>
            <p:nvPr/>
          </p:nvSpPr>
          <p:spPr>
            <a:xfrm>
              <a:off x="514062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7" name="Google Shape;1637;p46"/>
            <p:cNvSpPr/>
            <p:nvPr/>
          </p:nvSpPr>
          <p:spPr>
            <a:xfrm>
              <a:off x="6138700"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8" name="Google Shape;1638;p46"/>
            <p:cNvSpPr/>
            <p:nvPr/>
          </p:nvSpPr>
          <p:spPr>
            <a:xfrm>
              <a:off x="713677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39" name="Google Shape;1639;p46"/>
          <p:cNvSpPr txBox="1"/>
          <p:nvPr/>
        </p:nvSpPr>
        <p:spPr>
          <a:xfrm>
            <a:off x="1083317" y="1419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0</a:t>
            </a:r>
            <a:endParaRPr b="1" sz="1600">
              <a:solidFill>
                <a:schemeClr val="dk1"/>
              </a:solidFill>
              <a:latin typeface="Jua"/>
              <a:ea typeface="Jua"/>
              <a:cs typeface="Jua"/>
              <a:sym typeface="Jua"/>
            </a:endParaRPr>
          </a:p>
        </p:txBody>
      </p:sp>
      <p:sp>
        <p:nvSpPr>
          <p:cNvPr id="1640" name="Google Shape;1640;p46"/>
          <p:cNvSpPr txBox="1"/>
          <p:nvPr/>
        </p:nvSpPr>
        <p:spPr>
          <a:xfrm>
            <a:off x="2138608" y="1419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1</a:t>
            </a:r>
            <a:endParaRPr b="1" sz="1600">
              <a:solidFill>
                <a:schemeClr val="dk1"/>
              </a:solidFill>
              <a:latin typeface="Jua"/>
              <a:ea typeface="Jua"/>
              <a:cs typeface="Jua"/>
              <a:sym typeface="Jua"/>
            </a:endParaRPr>
          </a:p>
        </p:txBody>
      </p:sp>
      <p:sp>
        <p:nvSpPr>
          <p:cNvPr id="1641" name="Google Shape;1641;p46"/>
          <p:cNvSpPr txBox="1"/>
          <p:nvPr/>
        </p:nvSpPr>
        <p:spPr>
          <a:xfrm>
            <a:off x="3193899" y="1419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2</a:t>
            </a:r>
            <a:endParaRPr b="1" sz="1600">
              <a:solidFill>
                <a:schemeClr val="dk1"/>
              </a:solidFill>
              <a:latin typeface="Jua"/>
              <a:ea typeface="Jua"/>
              <a:cs typeface="Jua"/>
              <a:sym typeface="Jua"/>
            </a:endParaRPr>
          </a:p>
        </p:txBody>
      </p:sp>
      <p:sp>
        <p:nvSpPr>
          <p:cNvPr id="1642" name="Google Shape;1642;p46"/>
          <p:cNvSpPr txBox="1"/>
          <p:nvPr/>
        </p:nvSpPr>
        <p:spPr>
          <a:xfrm>
            <a:off x="4221145" y="1419225"/>
            <a:ext cx="6978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3</a:t>
            </a:r>
            <a:endParaRPr b="1" sz="1600">
              <a:solidFill>
                <a:schemeClr val="dk1"/>
              </a:solidFill>
              <a:latin typeface="Jua"/>
              <a:ea typeface="Jua"/>
              <a:cs typeface="Jua"/>
              <a:sym typeface="Jua"/>
            </a:endParaRPr>
          </a:p>
        </p:txBody>
      </p:sp>
      <p:sp>
        <p:nvSpPr>
          <p:cNvPr id="1643" name="Google Shape;1643;p46"/>
          <p:cNvSpPr txBox="1"/>
          <p:nvPr/>
        </p:nvSpPr>
        <p:spPr>
          <a:xfrm>
            <a:off x="5304481" y="1419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4</a:t>
            </a:r>
            <a:endParaRPr b="1" sz="1600">
              <a:solidFill>
                <a:schemeClr val="dk1"/>
              </a:solidFill>
              <a:latin typeface="Jua"/>
              <a:ea typeface="Jua"/>
              <a:cs typeface="Jua"/>
              <a:sym typeface="Jua"/>
            </a:endParaRPr>
          </a:p>
        </p:txBody>
      </p:sp>
      <p:sp>
        <p:nvSpPr>
          <p:cNvPr id="1644" name="Google Shape;1644;p46"/>
          <p:cNvSpPr txBox="1"/>
          <p:nvPr/>
        </p:nvSpPr>
        <p:spPr>
          <a:xfrm>
            <a:off x="6359772" y="1419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5</a:t>
            </a:r>
            <a:endParaRPr b="1" sz="1600">
              <a:solidFill>
                <a:schemeClr val="dk1"/>
              </a:solidFill>
              <a:latin typeface="Jua"/>
              <a:ea typeface="Jua"/>
              <a:cs typeface="Jua"/>
              <a:sym typeface="Jua"/>
            </a:endParaRPr>
          </a:p>
        </p:txBody>
      </p:sp>
      <p:sp>
        <p:nvSpPr>
          <p:cNvPr id="1645" name="Google Shape;1645;p46"/>
          <p:cNvSpPr txBox="1"/>
          <p:nvPr/>
        </p:nvSpPr>
        <p:spPr>
          <a:xfrm>
            <a:off x="7415063" y="1419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6</a:t>
            </a:r>
            <a:endParaRPr b="1" sz="1600">
              <a:solidFill>
                <a:schemeClr val="dk1"/>
              </a:solidFill>
              <a:latin typeface="Jua"/>
              <a:ea typeface="Jua"/>
              <a:cs typeface="Jua"/>
              <a:sym typeface="Jua"/>
            </a:endParaRPr>
          </a:p>
        </p:txBody>
      </p:sp>
      <p:sp>
        <p:nvSpPr>
          <p:cNvPr id="1646" name="Google Shape;1646;p46"/>
          <p:cNvSpPr txBox="1"/>
          <p:nvPr/>
        </p:nvSpPr>
        <p:spPr>
          <a:xfrm>
            <a:off x="851600" y="2529963"/>
            <a:ext cx="1210800" cy="546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800">
                <a:solidFill>
                  <a:schemeClr val="accent2"/>
                </a:solidFill>
                <a:latin typeface="Jua"/>
                <a:ea typeface="Jua"/>
                <a:cs typeface="Jua"/>
                <a:sym typeface="Jua"/>
              </a:rPr>
              <a:t>PUT</a:t>
            </a:r>
            <a:endParaRPr b="1" sz="2800">
              <a:solidFill>
                <a:schemeClr val="accent2"/>
              </a:solidFill>
              <a:latin typeface="Jua"/>
              <a:ea typeface="Jua"/>
              <a:cs typeface="Jua"/>
              <a:sym typeface="Jua"/>
            </a:endParaRPr>
          </a:p>
        </p:txBody>
      </p:sp>
      <p:sp>
        <p:nvSpPr>
          <p:cNvPr id="1647" name="Google Shape;1647;p46"/>
          <p:cNvSpPr txBox="1"/>
          <p:nvPr/>
        </p:nvSpPr>
        <p:spPr>
          <a:xfrm>
            <a:off x="1083325" y="1847584"/>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rgbClr val="0C2E3A"/>
                </a:solidFill>
                <a:latin typeface="Merriweather"/>
                <a:ea typeface="Merriweather"/>
                <a:cs typeface="Merriweather"/>
                <a:sym typeface="Merriweather"/>
              </a:rPr>
              <a:t>-5</a:t>
            </a:r>
            <a:endParaRPr b="1" sz="1900">
              <a:solidFill>
                <a:srgbClr val="0C2E3A"/>
              </a:solidFill>
              <a:latin typeface="Merriweather"/>
              <a:ea typeface="Merriweather"/>
              <a:cs typeface="Merriweather"/>
              <a:sym typeface="Merriweather"/>
            </a:endParaRPr>
          </a:p>
        </p:txBody>
      </p:sp>
      <p:sp>
        <p:nvSpPr>
          <p:cNvPr id="1648" name="Google Shape;1648;p46"/>
          <p:cNvSpPr txBox="1"/>
          <p:nvPr/>
        </p:nvSpPr>
        <p:spPr>
          <a:xfrm>
            <a:off x="2138600" y="1847584"/>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rgbClr val="0C2E3A"/>
                </a:solidFill>
                <a:latin typeface="Merriweather"/>
                <a:ea typeface="Merriweather"/>
                <a:cs typeface="Merriweather"/>
                <a:sym typeface="Merriweather"/>
              </a:rPr>
              <a:t>2</a:t>
            </a:r>
            <a:endParaRPr b="1" sz="1900">
              <a:solidFill>
                <a:srgbClr val="0C2E3A"/>
              </a:solidFill>
              <a:latin typeface="Merriweather"/>
              <a:ea typeface="Merriweather"/>
              <a:cs typeface="Merriweather"/>
              <a:sym typeface="Merriweather"/>
            </a:endParaRPr>
          </a:p>
        </p:txBody>
      </p:sp>
      <p:sp>
        <p:nvSpPr>
          <p:cNvPr id="1649" name="Google Shape;1649;p46"/>
          <p:cNvSpPr txBox="1"/>
          <p:nvPr/>
        </p:nvSpPr>
        <p:spPr>
          <a:xfrm>
            <a:off x="3193875" y="1847596"/>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rgbClr val="212121"/>
                </a:solidFill>
                <a:latin typeface="Merriweather"/>
                <a:ea typeface="Merriweather"/>
                <a:cs typeface="Merriweather"/>
                <a:sym typeface="Merriweather"/>
              </a:rPr>
              <a:t>4</a:t>
            </a:r>
            <a:endParaRPr b="1" sz="1900">
              <a:solidFill>
                <a:srgbClr val="212121"/>
              </a:solidFill>
              <a:latin typeface="Merriweather"/>
              <a:ea typeface="Merriweather"/>
              <a:cs typeface="Merriweather"/>
              <a:sym typeface="Merriweather"/>
            </a:endParaRPr>
          </a:p>
        </p:txBody>
      </p:sp>
      <p:sp>
        <p:nvSpPr>
          <p:cNvPr id="1650" name="Google Shape;1650;p46"/>
          <p:cNvSpPr/>
          <p:nvPr/>
        </p:nvSpPr>
        <p:spPr>
          <a:xfrm>
            <a:off x="6297325" y="1300375"/>
            <a:ext cx="815700" cy="415200"/>
          </a:xfrm>
          <a:prstGeom prst="roundRect">
            <a:avLst>
              <a:gd fmla="val 16667" name="adj"/>
            </a:avLst>
          </a:prstGeom>
          <a:noFill/>
          <a:ln cap="flat" cmpd="sng" w="381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651" name="Google Shape;1651;p46"/>
          <p:cNvSpPr txBox="1"/>
          <p:nvPr>
            <p:ph idx="4294967295" type="subTitle"/>
          </p:nvPr>
        </p:nvSpPr>
        <p:spPr>
          <a:xfrm>
            <a:off x="6159925" y="897075"/>
            <a:ext cx="941400" cy="456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000">
                <a:latin typeface="Jua"/>
                <a:ea typeface="Jua"/>
                <a:cs typeface="Jua"/>
                <a:sym typeface="Jua"/>
              </a:rPr>
              <a:t>TAIL</a:t>
            </a:r>
            <a:endParaRPr b="1" sz="2000">
              <a:latin typeface="Jua"/>
              <a:ea typeface="Jua"/>
              <a:cs typeface="Jua"/>
              <a:sym typeface="Jua"/>
            </a:endParaRPr>
          </a:p>
        </p:txBody>
      </p:sp>
      <p:sp>
        <p:nvSpPr>
          <p:cNvPr id="1652" name="Google Shape;1652;p46"/>
          <p:cNvSpPr/>
          <p:nvPr/>
        </p:nvSpPr>
        <p:spPr>
          <a:xfrm>
            <a:off x="1039525" y="1300375"/>
            <a:ext cx="815700" cy="415200"/>
          </a:xfrm>
          <a:prstGeom prst="roundRect">
            <a:avLst>
              <a:gd fmla="val 16667" name="adj"/>
            </a:avLst>
          </a:prstGeom>
          <a:noFill/>
          <a:ln cap="flat" cmpd="sng" w="38100">
            <a:solidFill>
              <a:srgbClr val="FF6B6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4"/>
              </a:solidFill>
              <a:latin typeface="Roboto"/>
              <a:ea typeface="Roboto"/>
              <a:cs typeface="Roboto"/>
              <a:sym typeface="Roboto"/>
            </a:endParaRPr>
          </a:p>
        </p:txBody>
      </p:sp>
      <p:sp>
        <p:nvSpPr>
          <p:cNvPr id="1653" name="Google Shape;1653;p46"/>
          <p:cNvSpPr txBox="1"/>
          <p:nvPr>
            <p:ph idx="4294967295" type="subTitle"/>
          </p:nvPr>
        </p:nvSpPr>
        <p:spPr>
          <a:xfrm>
            <a:off x="976675" y="897075"/>
            <a:ext cx="941400" cy="456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000">
                <a:solidFill>
                  <a:schemeClr val="lt1"/>
                </a:solidFill>
                <a:latin typeface="Jua"/>
                <a:ea typeface="Jua"/>
                <a:cs typeface="Jua"/>
                <a:sym typeface="Jua"/>
              </a:rPr>
              <a:t>HEAD</a:t>
            </a:r>
            <a:endParaRPr b="1" sz="2000">
              <a:solidFill>
                <a:schemeClr val="lt1"/>
              </a:solidFill>
              <a:latin typeface="Jua"/>
              <a:ea typeface="Jua"/>
              <a:cs typeface="Jua"/>
              <a:sym typeface="Jua"/>
            </a:endParaRPr>
          </a:p>
        </p:txBody>
      </p:sp>
      <p:sp>
        <p:nvSpPr>
          <p:cNvPr id="1654" name="Google Shape;1654;p46"/>
          <p:cNvSpPr/>
          <p:nvPr/>
        </p:nvSpPr>
        <p:spPr>
          <a:xfrm>
            <a:off x="1986204" y="2661687"/>
            <a:ext cx="891900" cy="4152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55" name="Google Shape;1655;p46"/>
          <p:cNvSpPr txBox="1"/>
          <p:nvPr/>
        </p:nvSpPr>
        <p:spPr>
          <a:xfrm>
            <a:off x="2138600" y="2703234"/>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rgbClr val="0C2E3A"/>
                </a:solidFill>
                <a:latin typeface="Merriweather"/>
                <a:ea typeface="Merriweather"/>
                <a:cs typeface="Merriweather"/>
                <a:sym typeface="Merriweather"/>
              </a:rPr>
              <a:t>9</a:t>
            </a:r>
            <a:endParaRPr b="1" sz="1900">
              <a:solidFill>
                <a:srgbClr val="0C2E3A"/>
              </a:solidFill>
              <a:latin typeface="Merriweather"/>
              <a:ea typeface="Merriweather"/>
              <a:cs typeface="Merriweather"/>
              <a:sym typeface="Merriweather"/>
            </a:endParaRPr>
          </a:p>
        </p:txBody>
      </p:sp>
      <p:sp>
        <p:nvSpPr>
          <p:cNvPr id="1656" name="Google Shape;1656;p46"/>
          <p:cNvSpPr txBox="1"/>
          <p:nvPr/>
        </p:nvSpPr>
        <p:spPr>
          <a:xfrm>
            <a:off x="4172950" y="1847596"/>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rgbClr val="212121"/>
                </a:solidFill>
                <a:latin typeface="Merriweather"/>
                <a:ea typeface="Merriweather"/>
                <a:cs typeface="Merriweather"/>
                <a:sym typeface="Merriweather"/>
              </a:rPr>
              <a:t>-3</a:t>
            </a:r>
            <a:endParaRPr b="1" sz="1900">
              <a:solidFill>
                <a:srgbClr val="212121"/>
              </a:solidFill>
              <a:latin typeface="Merriweather"/>
              <a:ea typeface="Merriweather"/>
              <a:cs typeface="Merriweather"/>
              <a:sym typeface="Merriweather"/>
            </a:endParaRPr>
          </a:p>
        </p:txBody>
      </p:sp>
      <p:sp>
        <p:nvSpPr>
          <p:cNvPr id="1657" name="Google Shape;1657;p46"/>
          <p:cNvSpPr txBox="1"/>
          <p:nvPr/>
        </p:nvSpPr>
        <p:spPr>
          <a:xfrm>
            <a:off x="5304425" y="1847571"/>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rgbClr val="212121"/>
                </a:solidFill>
                <a:latin typeface="Merriweather"/>
                <a:ea typeface="Merriweather"/>
                <a:cs typeface="Merriweather"/>
                <a:sym typeface="Merriweather"/>
              </a:rPr>
              <a:t>1</a:t>
            </a:r>
            <a:endParaRPr b="1" sz="1900">
              <a:solidFill>
                <a:srgbClr val="212121"/>
              </a:solidFill>
              <a:latin typeface="Merriweather"/>
              <a:ea typeface="Merriweather"/>
              <a:cs typeface="Merriweather"/>
              <a:sym typeface="Merriweather"/>
            </a:endParaRPr>
          </a:p>
        </p:txBody>
      </p:sp>
      <p:grpSp>
        <p:nvGrpSpPr>
          <p:cNvPr id="1658" name="Google Shape;1658;p46"/>
          <p:cNvGrpSpPr/>
          <p:nvPr/>
        </p:nvGrpSpPr>
        <p:grpSpPr>
          <a:xfrm>
            <a:off x="1017226" y="4473037"/>
            <a:ext cx="7109604" cy="415222"/>
            <a:chOff x="1148325" y="1752675"/>
            <a:chExt cx="6847350" cy="513000"/>
          </a:xfrm>
        </p:grpSpPr>
        <p:sp>
          <p:nvSpPr>
            <p:cNvPr id="1659" name="Google Shape;1659;p46"/>
            <p:cNvSpPr/>
            <p:nvPr/>
          </p:nvSpPr>
          <p:spPr>
            <a:xfrm>
              <a:off x="114832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0" name="Google Shape;1660;p46"/>
            <p:cNvSpPr/>
            <p:nvPr/>
          </p:nvSpPr>
          <p:spPr>
            <a:xfrm>
              <a:off x="2146400"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1" name="Google Shape;1661;p46"/>
            <p:cNvSpPr/>
            <p:nvPr/>
          </p:nvSpPr>
          <p:spPr>
            <a:xfrm>
              <a:off x="314447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2" name="Google Shape;1662;p46"/>
            <p:cNvSpPr/>
            <p:nvPr/>
          </p:nvSpPr>
          <p:spPr>
            <a:xfrm>
              <a:off x="4142550"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3" name="Google Shape;1663;p46"/>
            <p:cNvSpPr/>
            <p:nvPr/>
          </p:nvSpPr>
          <p:spPr>
            <a:xfrm>
              <a:off x="514062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4" name="Google Shape;1664;p46"/>
            <p:cNvSpPr/>
            <p:nvPr/>
          </p:nvSpPr>
          <p:spPr>
            <a:xfrm>
              <a:off x="6138700"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5" name="Google Shape;1665;p46"/>
            <p:cNvSpPr/>
            <p:nvPr/>
          </p:nvSpPr>
          <p:spPr>
            <a:xfrm>
              <a:off x="713677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66" name="Google Shape;1666;p46"/>
          <p:cNvSpPr txBox="1"/>
          <p:nvPr/>
        </p:nvSpPr>
        <p:spPr>
          <a:xfrm>
            <a:off x="1083317" y="4086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0</a:t>
            </a:r>
            <a:endParaRPr b="1" sz="1600">
              <a:solidFill>
                <a:schemeClr val="dk1"/>
              </a:solidFill>
              <a:latin typeface="Jua"/>
              <a:ea typeface="Jua"/>
              <a:cs typeface="Jua"/>
              <a:sym typeface="Jua"/>
            </a:endParaRPr>
          </a:p>
        </p:txBody>
      </p:sp>
      <p:sp>
        <p:nvSpPr>
          <p:cNvPr id="1667" name="Google Shape;1667;p46"/>
          <p:cNvSpPr txBox="1"/>
          <p:nvPr/>
        </p:nvSpPr>
        <p:spPr>
          <a:xfrm>
            <a:off x="2138608" y="4086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1</a:t>
            </a:r>
            <a:endParaRPr b="1" sz="1600">
              <a:solidFill>
                <a:schemeClr val="dk1"/>
              </a:solidFill>
              <a:latin typeface="Jua"/>
              <a:ea typeface="Jua"/>
              <a:cs typeface="Jua"/>
              <a:sym typeface="Jua"/>
            </a:endParaRPr>
          </a:p>
        </p:txBody>
      </p:sp>
      <p:sp>
        <p:nvSpPr>
          <p:cNvPr id="1668" name="Google Shape;1668;p46"/>
          <p:cNvSpPr txBox="1"/>
          <p:nvPr/>
        </p:nvSpPr>
        <p:spPr>
          <a:xfrm>
            <a:off x="3193899" y="4086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2</a:t>
            </a:r>
            <a:endParaRPr b="1" sz="1600">
              <a:solidFill>
                <a:schemeClr val="dk1"/>
              </a:solidFill>
              <a:latin typeface="Jua"/>
              <a:ea typeface="Jua"/>
              <a:cs typeface="Jua"/>
              <a:sym typeface="Jua"/>
            </a:endParaRPr>
          </a:p>
        </p:txBody>
      </p:sp>
      <p:sp>
        <p:nvSpPr>
          <p:cNvPr id="1669" name="Google Shape;1669;p46"/>
          <p:cNvSpPr txBox="1"/>
          <p:nvPr/>
        </p:nvSpPr>
        <p:spPr>
          <a:xfrm>
            <a:off x="4221145" y="4086225"/>
            <a:ext cx="6978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3</a:t>
            </a:r>
            <a:endParaRPr b="1" sz="1600">
              <a:solidFill>
                <a:schemeClr val="dk1"/>
              </a:solidFill>
              <a:latin typeface="Jua"/>
              <a:ea typeface="Jua"/>
              <a:cs typeface="Jua"/>
              <a:sym typeface="Jua"/>
            </a:endParaRPr>
          </a:p>
        </p:txBody>
      </p:sp>
      <p:sp>
        <p:nvSpPr>
          <p:cNvPr id="1670" name="Google Shape;1670;p46"/>
          <p:cNvSpPr txBox="1"/>
          <p:nvPr/>
        </p:nvSpPr>
        <p:spPr>
          <a:xfrm>
            <a:off x="5304481" y="4086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4</a:t>
            </a:r>
            <a:endParaRPr b="1" sz="1600">
              <a:solidFill>
                <a:schemeClr val="dk1"/>
              </a:solidFill>
              <a:latin typeface="Jua"/>
              <a:ea typeface="Jua"/>
              <a:cs typeface="Jua"/>
              <a:sym typeface="Jua"/>
            </a:endParaRPr>
          </a:p>
        </p:txBody>
      </p:sp>
      <p:sp>
        <p:nvSpPr>
          <p:cNvPr id="1671" name="Google Shape;1671;p46"/>
          <p:cNvSpPr txBox="1"/>
          <p:nvPr/>
        </p:nvSpPr>
        <p:spPr>
          <a:xfrm>
            <a:off x="6359772" y="4086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5</a:t>
            </a:r>
            <a:endParaRPr b="1" sz="1600">
              <a:solidFill>
                <a:schemeClr val="dk1"/>
              </a:solidFill>
              <a:latin typeface="Jua"/>
              <a:ea typeface="Jua"/>
              <a:cs typeface="Jua"/>
              <a:sym typeface="Jua"/>
            </a:endParaRPr>
          </a:p>
        </p:txBody>
      </p:sp>
      <p:sp>
        <p:nvSpPr>
          <p:cNvPr id="1672" name="Google Shape;1672;p46"/>
          <p:cNvSpPr txBox="1"/>
          <p:nvPr/>
        </p:nvSpPr>
        <p:spPr>
          <a:xfrm>
            <a:off x="7415063" y="4086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6</a:t>
            </a:r>
            <a:endParaRPr b="1" sz="1600">
              <a:solidFill>
                <a:schemeClr val="dk1"/>
              </a:solidFill>
              <a:latin typeface="Jua"/>
              <a:ea typeface="Jua"/>
              <a:cs typeface="Jua"/>
              <a:sym typeface="Jua"/>
            </a:endParaRPr>
          </a:p>
        </p:txBody>
      </p:sp>
      <p:sp>
        <p:nvSpPr>
          <p:cNvPr id="1673" name="Google Shape;1673;p46"/>
          <p:cNvSpPr txBox="1"/>
          <p:nvPr/>
        </p:nvSpPr>
        <p:spPr>
          <a:xfrm>
            <a:off x="1083325" y="4514584"/>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rgbClr val="0C2E3A"/>
                </a:solidFill>
                <a:latin typeface="Merriweather"/>
                <a:ea typeface="Merriweather"/>
                <a:cs typeface="Merriweather"/>
                <a:sym typeface="Merriweather"/>
              </a:rPr>
              <a:t>-5</a:t>
            </a:r>
            <a:endParaRPr b="1" sz="1900">
              <a:solidFill>
                <a:srgbClr val="0C2E3A"/>
              </a:solidFill>
              <a:latin typeface="Merriweather"/>
              <a:ea typeface="Merriweather"/>
              <a:cs typeface="Merriweather"/>
              <a:sym typeface="Merriweather"/>
            </a:endParaRPr>
          </a:p>
        </p:txBody>
      </p:sp>
      <p:sp>
        <p:nvSpPr>
          <p:cNvPr id="1674" name="Google Shape;1674;p46"/>
          <p:cNvSpPr txBox="1"/>
          <p:nvPr/>
        </p:nvSpPr>
        <p:spPr>
          <a:xfrm>
            <a:off x="2138600" y="4514584"/>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rgbClr val="0C2E3A"/>
                </a:solidFill>
                <a:latin typeface="Merriweather"/>
                <a:ea typeface="Merriweather"/>
                <a:cs typeface="Merriweather"/>
                <a:sym typeface="Merriweather"/>
              </a:rPr>
              <a:t>2</a:t>
            </a:r>
            <a:endParaRPr b="1" sz="1900">
              <a:solidFill>
                <a:srgbClr val="0C2E3A"/>
              </a:solidFill>
              <a:latin typeface="Merriweather"/>
              <a:ea typeface="Merriweather"/>
              <a:cs typeface="Merriweather"/>
              <a:sym typeface="Merriweather"/>
            </a:endParaRPr>
          </a:p>
        </p:txBody>
      </p:sp>
      <p:sp>
        <p:nvSpPr>
          <p:cNvPr id="1675" name="Google Shape;1675;p46"/>
          <p:cNvSpPr txBox="1"/>
          <p:nvPr/>
        </p:nvSpPr>
        <p:spPr>
          <a:xfrm>
            <a:off x="3193875" y="4514596"/>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rgbClr val="212121"/>
                </a:solidFill>
                <a:latin typeface="Merriweather"/>
                <a:ea typeface="Merriweather"/>
                <a:cs typeface="Merriweather"/>
                <a:sym typeface="Merriweather"/>
              </a:rPr>
              <a:t>4</a:t>
            </a:r>
            <a:endParaRPr b="1" sz="1900">
              <a:solidFill>
                <a:srgbClr val="212121"/>
              </a:solidFill>
              <a:latin typeface="Merriweather"/>
              <a:ea typeface="Merriweather"/>
              <a:cs typeface="Merriweather"/>
              <a:sym typeface="Merriweather"/>
            </a:endParaRPr>
          </a:p>
        </p:txBody>
      </p:sp>
      <p:sp>
        <p:nvSpPr>
          <p:cNvPr id="1676" name="Google Shape;1676;p46"/>
          <p:cNvSpPr/>
          <p:nvPr/>
        </p:nvSpPr>
        <p:spPr>
          <a:xfrm>
            <a:off x="7287925" y="3967375"/>
            <a:ext cx="815700" cy="415200"/>
          </a:xfrm>
          <a:prstGeom prst="roundRect">
            <a:avLst>
              <a:gd fmla="val 16667" name="adj"/>
            </a:avLst>
          </a:prstGeom>
          <a:noFill/>
          <a:ln cap="flat" cmpd="sng" w="381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677" name="Google Shape;1677;p46"/>
          <p:cNvSpPr txBox="1"/>
          <p:nvPr>
            <p:ph idx="4294967295" type="subTitle"/>
          </p:nvPr>
        </p:nvSpPr>
        <p:spPr>
          <a:xfrm>
            <a:off x="7226725" y="3564075"/>
            <a:ext cx="941400" cy="456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000">
                <a:latin typeface="Jua"/>
                <a:ea typeface="Jua"/>
                <a:cs typeface="Jua"/>
                <a:sym typeface="Jua"/>
              </a:rPr>
              <a:t>TAIL</a:t>
            </a:r>
            <a:endParaRPr b="1" sz="2000">
              <a:latin typeface="Jua"/>
              <a:ea typeface="Jua"/>
              <a:cs typeface="Jua"/>
              <a:sym typeface="Jua"/>
            </a:endParaRPr>
          </a:p>
        </p:txBody>
      </p:sp>
      <p:sp>
        <p:nvSpPr>
          <p:cNvPr id="1678" name="Google Shape;1678;p46"/>
          <p:cNvSpPr/>
          <p:nvPr/>
        </p:nvSpPr>
        <p:spPr>
          <a:xfrm>
            <a:off x="1039525" y="3967375"/>
            <a:ext cx="815700" cy="415200"/>
          </a:xfrm>
          <a:prstGeom prst="roundRect">
            <a:avLst>
              <a:gd fmla="val 16667" name="adj"/>
            </a:avLst>
          </a:prstGeom>
          <a:noFill/>
          <a:ln cap="flat" cmpd="sng" w="38100">
            <a:solidFill>
              <a:srgbClr val="FF6B6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4"/>
              </a:solidFill>
              <a:latin typeface="Roboto"/>
              <a:ea typeface="Roboto"/>
              <a:cs typeface="Roboto"/>
              <a:sym typeface="Roboto"/>
            </a:endParaRPr>
          </a:p>
        </p:txBody>
      </p:sp>
      <p:sp>
        <p:nvSpPr>
          <p:cNvPr id="1679" name="Google Shape;1679;p46"/>
          <p:cNvSpPr txBox="1"/>
          <p:nvPr>
            <p:ph idx="4294967295" type="subTitle"/>
          </p:nvPr>
        </p:nvSpPr>
        <p:spPr>
          <a:xfrm>
            <a:off x="976675" y="3564075"/>
            <a:ext cx="941400" cy="456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000">
                <a:solidFill>
                  <a:schemeClr val="lt1"/>
                </a:solidFill>
                <a:latin typeface="Jua"/>
                <a:ea typeface="Jua"/>
                <a:cs typeface="Jua"/>
                <a:sym typeface="Jua"/>
              </a:rPr>
              <a:t>HEAD</a:t>
            </a:r>
            <a:endParaRPr b="1" sz="2000">
              <a:solidFill>
                <a:schemeClr val="lt1"/>
              </a:solidFill>
              <a:latin typeface="Jua"/>
              <a:ea typeface="Jua"/>
              <a:cs typeface="Jua"/>
              <a:sym typeface="Jua"/>
            </a:endParaRPr>
          </a:p>
        </p:txBody>
      </p:sp>
      <p:sp>
        <p:nvSpPr>
          <p:cNvPr id="1680" name="Google Shape;1680;p46"/>
          <p:cNvSpPr txBox="1"/>
          <p:nvPr/>
        </p:nvSpPr>
        <p:spPr>
          <a:xfrm>
            <a:off x="4172950" y="4514596"/>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rgbClr val="212121"/>
                </a:solidFill>
                <a:latin typeface="Merriweather"/>
                <a:ea typeface="Merriweather"/>
                <a:cs typeface="Merriweather"/>
                <a:sym typeface="Merriweather"/>
              </a:rPr>
              <a:t>-3</a:t>
            </a:r>
            <a:endParaRPr b="1" sz="1900">
              <a:solidFill>
                <a:srgbClr val="212121"/>
              </a:solidFill>
              <a:latin typeface="Merriweather"/>
              <a:ea typeface="Merriweather"/>
              <a:cs typeface="Merriweather"/>
              <a:sym typeface="Merriweather"/>
            </a:endParaRPr>
          </a:p>
        </p:txBody>
      </p:sp>
      <p:sp>
        <p:nvSpPr>
          <p:cNvPr id="1681" name="Google Shape;1681;p46"/>
          <p:cNvSpPr txBox="1"/>
          <p:nvPr/>
        </p:nvSpPr>
        <p:spPr>
          <a:xfrm>
            <a:off x="5304425" y="4514571"/>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rgbClr val="212121"/>
                </a:solidFill>
                <a:latin typeface="Merriweather"/>
                <a:ea typeface="Merriweather"/>
                <a:cs typeface="Merriweather"/>
                <a:sym typeface="Merriweather"/>
              </a:rPr>
              <a:t>1</a:t>
            </a:r>
            <a:endParaRPr b="1" sz="1900">
              <a:solidFill>
                <a:srgbClr val="212121"/>
              </a:solidFill>
              <a:latin typeface="Merriweather"/>
              <a:ea typeface="Merriweather"/>
              <a:cs typeface="Merriweather"/>
              <a:sym typeface="Merriweather"/>
            </a:endParaRPr>
          </a:p>
        </p:txBody>
      </p:sp>
      <p:sp>
        <p:nvSpPr>
          <p:cNvPr id="1682" name="Google Shape;1682;p46"/>
          <p:cNvSpPr txBox="1"/>
          <p:nvPr/>
        </p:nvSpPr>
        <p:spPr>
          <a:xfrm>
            <a:off x="6359775" y="4514596"/>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rgbClr val="212121"/>
                </a:solidFill>
                <a:latin typeface="Merriweather"/>
                <a:ea typeface="Merriweather"/>
                <a:cs typeface="Merriweather"/>
                <a:sym typeface="Merriweather"/>
              </a:rPr>
              <a:t>0</a:t>
            </a:r>
            <a:endParaRPr b="1" sz="1900">
              <a:solidFill>
                <a:srgbClr val="212121"/>
              </a:solidFill>
              <a:latin typeface="Merriweather"/>
              <a:ea typeface="Merriweather"/>
              <a:cs typeface="Merriweather"/>
              <a:sym typeface="Merriweather"/>
            </a:endParaRPr>
          </a:p>
        </p:txBody>
      </p:sp>
      <p:sp>
        <p:nvSpPr>
          <p:cNvPr id="1683" name="Google Shape;1683;p46"/>
          <p:cNvSpPr/>
          <p:nvPr/>
        </p:nvSpPr>
        <p:spPr>
          <a:xfrm rot="5400000">
            <a:off x="7485775" y="3271744"/>
            <a:ext cx="399900" cy="282900"/>
          </a:xfrm>
          <a:prstGeom prst="rightArrow">
            <a:avLst>
              <a:gd fmla="val 50000" name="adj1"/>
              <a:gd fmla="val 50000" name="adj2"/>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684" name="Google Shape;1684;p46"/>
          <p:cNvSpPr txBox="1"/>
          <p:nvPr/>
        </p:nvSpPr>
        <p:spPr>
          <a:xfrm>
            <a:off x="6380275" y="1846884"/>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rgbClr val="212121"/>
                </a:solidFill>
                <a:latin typeface="Merriweather"/>
                <a:ea typeface="Merriweather"/>
                <a:cs typeface="Merriweather"/>
                <a:sym typeface="Merriweather"/>
              </a:rPr>
              <a:t>0</a:t>
            </a:r>
            <a:endParaRPr b="1" sz="1900">
              <a:solidFill>
                <a:srgbClr val="212121"/>
              </a:solidFill>
              <a:latin typeface="Merriweather"/>
              <a:ea typeface="Merriweather"/>
              <a:cs typeface="Merriweather"/>
              <a:sym typeface="Merriweather"/>
            </a:endParaRPr>
          </a:p>
        </p:txBody>
      </p:sp>
      <p:sp>
        <p:nvSpPr>
          <p:cNvPr id="1685" name="Google Shape;1685;p46"/>
          <p:cNvSpPr txBox="1"/>
          <p:nvPr/>
        </p:nvSpPr>
        <p:spPr>
          <a:xfrm>
            <a:off x="7369225" y="4514596"/>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rgbClr val="212121"/>
                </a:solidFill>
                <a:latin typeface="Merriweather"/>
                <a:ea typeface="Merriweather"/>
                <a:cs typeface="Merriweather"/>
                <a:sym typeface="Merriweather"/>
              </a:rPr>
              <a:t>9</a:t>
            </a:r>
            <a:endParaRPr b="1" sz="1900">
              <a:solidFill>
                <a:srgbClr val="212121"/>
              </a:solidFill>
              <a:latin typeface="Merriweather"/>
              <a:ea typeface="Merriweather"/>
              <a:cs typeface="Merriweather"/>
              <a:sym typeface="Merriweather"/>
            </a:endParaRPr>
          </a:p>
        </p:txBody>
      </p:sp>
      <p:sp>
        <p:nvSpPr>
          <p:cNvPr id="1686" name="Google Shape;1686;p46"/>
          <p:cNvSpPr txBox="1"/>
          <p:nvPr/>
        </p:nvSpPr>
        <p:spPr>
          <a:xfrm>
            <a:off x="104250" y="1847609"/>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chemeClr val="dk1"/>
                </a:solidFill>
                <a:latin typeface="Merriweather"/>
                <a:ea typeface="Merriweather"/>
                <a:cs typeface="Merriweather"/>
                <a:sym typeface="Merriweather"/>
              </a:rPr>
              <a:t>2</a:t>
            </a:r>
            <a:endParaRPr b="1" sz="1900">
              <a:solidFill>
                <a:schemeClr val="dk1"/>
              </a:solidFill>
              <a:latin typeface="Merriweather"/>
              <a:ea typeface="Merriweather"/>
              <a:cs typeface="Merriweather"/>
              <a:sym typeface="Merriweather"/>
            </a:endParaRPr>
          </a:p>
        </p:txBody>
      </p:sp>
      <p:sp>
        <p:nvSpPr>
          <p:cNvPr id="1687" name="Google Shape;1687;p46"/>
          <p:cNvSpPr txBox="1"/>
          <p:nvPr/>
        </p:nvSpPr>
        <p:spPr>
          <a:xfrm>
            <a:off x="153125" y="4514584"/>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chemeClr val="dk1"/>
                </a:solidFill>
                <a:latin typeface="Merriweather"/>
                <a:ea typeface="Merriweather"/>
                <a:cs typeface="Merriweather"/>
                <a:sym typeface="Merriweather"/>
              </a:rPr>
              <a:t>3</a:t>
            </a:r>
            <a:endParaRPr b="1" sz="1900">
              <a:solidFill>
                <a:schemeClr val="dk1"/>
              </a:solidFill>
              <a:latin typeface="Merriweather"/>
              <a:ea typeface="Merriweather"/>
              <a:cs typeface="Merriweather"/>
              <a:sym typeface="Merriweather"/>
            </a:endParaRPr>
          </a:p>
        </p:txBody>
      </p:sp>
      <p:sp>
        <p:nvSpPr>
          <p:cNvPr id="1688" name="Google Shape;1688;p4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2" name="Shape 1692"/>
        <p:cNvGrpSpPr/>
        <p:nvPr/>
      </p:nvGrpSpPr>
      <p:grpSpPr>
        <a:xfrm>
          <a:off x="0" y="0"/>
          <a:ext cx="0" cy="0"/>
          <a:chOff x="0" y="0"/>
          <a:chExt cx="0" cy="0"/>
        </a:xfrm>
      </p:grpSpPr>
      <p:sp>
        <p:nvSpPr>
          <p:cNvPr id="1693" name="Google Shape;1693;p47"/>
          <p:cNvSpPr txBox="1"/>
          <p:nvPr>
            <p:ph type="title"/>
          </p:nvPr>
        </p:nvSpPr>
        <p:spPr>
          <a:xfrm>
            <a:off x="64975" y="9225"/>
            <a:ext cx="9078900" cy="803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4500"/>
              <a:t>CIRCULAR</a:t>
            </a:r>
            <a:r>
              <a:rPr lang="en" sz="4500"/>
              <a:t> QUEUES</a:t>
            </a:r>
            <a:endParaRPr sz="4500"/>
          </a:p>
        </p:txBody>
      </p:sp>
      <p:grpSp>
        <p:nvGrpSpPr>
          <p:cNvPr id="1694" name="Google Shape;1694;p47"/>
          <p:cNvGrpSpPr/>
          <p:nvPr/>
        </p:nvGrpSpPr>
        <p:grpSpPr>
          <a:xfrm>
            <a:off x="1017226" y="1806037"/>
            <a:ext cx="7109604" cy="415222"/>
            <a:chOff x="1148325" y="1752675"/>
            <a:chExt cx="6847350" cy="513000"/>
          </a:xfrm>
        </p:grpSpPr>
        <p:sp>
          <p:nvSpPr>
            <p:cNvPr id="1695" name="Google Shape;1695;p47"/>
            <p:cNvSpPr/>
            <p:nvPr/>
          </p:nvSpPr>
          <p:spPr>
            <a:xfrm>
              <a:off x="114832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6" name="Google Shape;1696;p47"/>
            <p:cNvSpPr/>
            <p:nvPr/>
          </p:nvSpPr>
          <p:spPr>
            <a:xfrm>
              <a:off x="2146400"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7" name="Google Shape;1697;p47"/>
            <p:cNvSpPr/>
            <p:nvPr/>
          </p:nvSpPr>
          <p:spPr>
            <a:xfrm>
              <a:off x="314447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8" name="Google Shape;1698;p47"/>
            <p:cNvSpPr/>
            <p:nvPr/>
          </p:nvSpPr>
          <p:spPr>
            <a:xfrm>
              <a:off x="4142550"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9" name="Google Shape;1699;p47"/>
            <p:cNvSpPr/>
            <p:nvPr/>
          </p:nvSpPr>
          <p:spPr>
            <a:xfrm>
              <a:off x="514062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0" name="Google Shape;1700;p47"/>
            <p:cNvSpPr/>
            <p:nvPr/>
          </p:nvSpPr>
          <p:spPr>
            <a:xfrm>
              <a:off x="6138700"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1" name="Google Shape;1701;p47"/>
            <p:cNvSpPr/>
            <p:nvPr/>
          </p:nvSpPr>
          <p:spPr>
            <a:xfrm>
              <a:off x="713677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02" name="Google Shape;1702;p47"/>
          <p:cNvSpPr txBox="1"/>
          <p:nvPr/>
        </p:nvSpPr>
        <p:spPr>
          <a:xfrm>
            <a:off x="1083317" y="1419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0</a:t>
            </a:r>
            <a:endParaRPr b="1" sz="1600">
              <a:solidFill>
                <a:schemeClr val="dk1"/>
              </a:solidFill>
              <a:latin typeface="Jua"/>
              <a:ea typeface="Jua"/>
              <a:cs typeface="Jua"/>
              <a:sym typeface="Jua"/>
            </a:endParaRPr>
          </a:p>
        </p:txBody>
      </p:sp>
      <p:sp>
        <p:nvSpPr>
          <p:cNvPr id="1703" name="Google Shape;1703;p47"/>
          <p:cNvSpPr txBox="1"/>
          <p:nvPr/>
        </p:nvSpPr>
        <p:spPr>
          <a:xfrm>
            <a:off x="2138608" y="1419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1</a:t>
            </a:r>
            <a:endParaRPr b="1" sz="1600">
              <a:solidFill>
                <a:schemeClr val="dk1"/>
              </a:solidFill>
              <a:latin typeface="Jua"/>
              <a:ea typeface="Jua"/>
              <a:cs typeface="Jua"/>
              <a:sym typeface="Jua"/>
            </a:endParaRPr>
          </a:p>
        </p:txBody>
      </p:sp>
      <p:sp>
        <p:nvSpPr>
          <p:cNvPr id="1704" name="Google Shape;1704;p47"/>
          <p:cNvSpPr txBox="1"/>
          <p:nvPr/>
        </p:nvSpPr>
        <p:spPr>
          <a:xfrm>
            <a:off x="3193899" y="1419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2</a:t>
            </a:r>
            <a:endParaRPr b="1" sz="1600">
              <a:solidFill>
                <a:schemeClr val="dk1"/>
              </a:solidFill>
              <a:latin typeface="Jua"/>
              <a:ea typeface="Jua"/>
              <a:cs typeface="Jua"/>
              <a:sym typeface="Jua"/>
            </a:endParaRPr>
          </a:p>
        </p:txBody>
      </p:sp>
      <p:sp>
        <p:nvSpPr>
          <p:cNvPr id="1705" name="Google Shape;1705;p47"/>
          <p:cNvSpPr txBox="1"/>
          <p:nvPr/>
        </p:nvSpPr>
        <p:spPr>
          <a:xfrm>
            <a:off x="4221145" y="1419225"/>
            <a:ext cx="6978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3</a:t>
            </a:r>
            <a:endParaRPr b="1" sz="1600">
              <a:solidFill>
                <a:schemeClr val="dk1"/>
              </a:solidFill>
              <a:latin typeface="Jua"/>
              <a:ea typeface="Jua"/>
              <a:cs typeface="Jua"/>
              <a:sym typeface="Jua"/>
            </a:endParaRPr>
          </a:p>
        </p:txBody>
      </p:sp>
      <p:sp>
        <p:nvSpPr>
          <p:cNvPr id="1706" name="Google Shape;1706;p47"/>
          <p:cNvSpPr txBox="1"/>
          <p:nvPr/>
        </p:nvSpPr>
        <p:spPr>
          <a:xfrm>
            <a:off x="5304481" y="1419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4</a:t>
            </a:r>
            <a:endParaRPr b="1" sz="1600">
              <a:solidFill>
                <a:schemeClr val="dk1"/>
              </a:solidFill>
              <a:latin typeface="Jua"/>
              <a:ea typeface="Jua"/>
              <a:cs typeface="Jua"/>
              <a:sym typeface="Jua"/>
            </a:endParaRPr>
          </a:p>
        </p:txBody>
      </p:sp>
      <p:sp>
        <p:nvSpPr>
          <p:cNvPr id="1707" name="Google Shape;1707;p47"/>
          <p:cNvSpPr txBox="1"/>
          <p:nvPr/>
        </p:nvSpPr>
        <p:spPr>
          <a:xfrm>
            <a:off x="6359772" y="1419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5</a:t>
            </a:r>
            <a:endParaRPr b="1" sz="1600">
              <a:solidFill>
                <a:schemeClr val="dk1"/>
              </a:solidFill>
              <a:latin typeface="Jua"/>
              <a:ea typeface="Jua"/>
              <a:cs typeface="Jua"/>
              <a:sym typeface="Jua"/>
            </a:endParaRPr>
          </a:p>
        </p:txBody>
      </p:sp>
      <p:sp>
        <p:nvSpPr>
          <p:cNvPr id="1708" name="Google Shape;1708;p47"/>
          <p:cNvSpPr txBox="1"/>
          <p:nvPr/>
        </p:nvSpPr>
        <p:spPr>
          <a:xfrm>
            <a:off x="7415063" y="1419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6</a:t>
            </a:r>
            <a:endParaRPr b="1" sz="1600">
              <a:solidFill>
                <a:schemeClr val="dk1"/>
              </a:solidFill>
              <a:latin typeface="Jua"/>
              <a:ea typeface="Jua"/>
              <a:cs typeface="Jua"/>
              <a:sym typeface="Jua"/>
            </a:endParaRPr>
          </a:p>
        </p:txBody>
      </p:sp>
      <p:sp>
        <p:nvSpPr>
          <p:cNvPr id="1709" name="Google Shape;1709;p47"/>
          <p:cNvSpPr txBox="1"/>
          <p:nvPr/>
        </p:nvSpPr>
        <p:spPr>
          <a:xfrm>
            <a:off x="851600" y="2529963"/>
            <a:ext cx="1210800" cy="546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800">
                <a:solidFill>
                  <a:srgbClr val="FF6B65"/>
                </a:solidFill>
                <a:latin typeface="Jua"/>
                <a:ea typeface="Jua"/>
                <a:cs typeface="Jua"/>
                <a:sym typeface="Jua"/>
              </a:rPr>
              <a:t>POP</a:t>
            </a:r>
            <a:endParaRPr b="1" sz="2800">
              <a:solidFill>
                <a:srgbClr val="FF6B65"/>
              </a:solidFill>
              <a:latin typeface="Jua"/>
              <a:ea typeface="Jua"/>
              <a:cs typeface="Jua"/>
              <a:sym typeface="Jua"/>
            </a:endParaRPr>
          </a:p>
        </p:txBody>
      </p:sp>
      <p:sp>
        <p:nvSpPr>
          <p:cNvPr id="1710" name="Google Shape;1710;p47"/>
          <p:cNvSpPr txBox="1"/>
          <p:nvPr/>
        </p:nvSpPr>
        <p:spPr>
          <a:xfrm>
            <a:off x="1083325" y="1847584"/>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rgbClr val="0C2E3A"/>
                </a:solidFill>
                <a:latin typeface="Merriweather"/>
                <a:ea typeface="Merriweather"/>
                <a:cs typeface="Merriweather"/>
                <a:sym typeface="Merriweather"/>
              </a:rPr>
              <a:t>-5</a:t>
            </a:r>
            <a:endParaRPr b="1" sz="1900">
              <a:solidFill>
                <a:srgbClr val="0C2E3A"/>
              </a:solidFill>
              <a:latin typeface="Merriweather"/>
              <a:ea typeface="Merriweather"/>
              <a:cs typeface="Merriweather"/>
              <a:sym typeface="Merriweather"/>
            </a:endParaRPr>
          </a:p>
        </p:txBody>
      </p:sp>
      <p:sp>
        <p:nvSpPr>
          <p:cNvPr id="1711" name="Google Shape;1711;p47"/>
          <p:cNvSpPr txBox="1"/>
          <p:nvPr/>
        </p:nvSpPr>
        <p:spPr>
          <a:xfrm>
            <a:off x="2138600" y="1847584"/>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rgbClr val="0C2E3A"/>
                </a:solidFill>
                <a:latin typeface="Merriweather"/>
                <a:ea typeface="Merriweather"/>
                <a:cs typeface="Merriweather"/>
                <a:sym typeface="Merriweather"/>
              </a:rPr>
              <a:t>2</a:t>
            </a:r>
            <a:endParaRPr b="1" sz="1900">
              <a:solidFill>
                <a:srgbClr val="0C2E3A"/>
              </a:solidFill>
              <a:latin typeface="Merriweather"/>
              <a:ea typeface="Merriweather"/>
              <a:cs typeface="Merriweather"/>
              <a:sym typeface="Merriweather"/>
            </a:endParaRPr>
          </a:p>
        </p:txBody>
      </p:sp>
      <p:sp>
        <p:nvSpPr>
          <p:cNvPr id="1712" name="Google Shape;1712;p47"/>
          <p:cNvSpPr txBox="1"/>
          <p:nvPr/>
        </p:nvSpPr>
        <p:spPr>
          <a:xfrm>
            <a:off x="3193875" y="1847596"/>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rgbClr val="212121"/>
                </a:solidFill>
                <a:latin typeface="Merriweather"/>
                <a:ea typeface="Merriweather"/>
                <a:cs typeface="Merriweather"/>
                <a:sym typeface="Merriweather"/>
              </a:rPr>
              <a:t>4</a:t>
            </a:r>
            <a:endParaRPr b="1" sz="1900">
              <a:solidFill>
                <a:srgbClr val="212121"/>
              </a:solidFill>
              <a:latin typeface="Merriweather"/>
              <a:ea typeface="Merriweather"/>
              <a:cs typeface="Merriweather"/>
              <a:sym typeface="Merriweather"/>
            </a:endParaRPr>
          </a:p>
        </p:txBody>
      </p:sp>
      <p:sp>
        <p:nvSpPr>
          <p:cNvPr id="1713" name="Google Shape;1713;p47"/>
          <p:cNvSpPr/>
          <p:nvPr/>
        </p:nvSpPr>
        <p:spPr>
          <a:xfrm>
            <a:off x="7287925" y="1300375"/>
            <a:ext cx="815700" cy="415200"/>
          </a:xfrm>
          <a:prstGeom prst="roundRect">
            <a:avLst>
              <a:gd fmla="val 16667" name="adj"/>
            </a:avLst>
          </a:prstGeom>
          <a:noFill/>
          <a:ln cap="flat" cmpd="sng" w="381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714" name="Google Shape;1714;p47"/>
          <p:cNvSpPr txBox="1"/>
          <p:nvPr>
            <p:ph idx="4294967295" type="subTitle"/>
          </p:nvPr>
        </p:nvSpPr>
        <p:spPr>
          <a:xfrm>
            <a:off x="7226725" y="897075"/>
            <a:ext cx="941400" cy="456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000">
                <a:latin typeface="Jua"/>
                <a:ea typeface="Jua"/>
                <a:cs typeface="Jua"/>
                <a:sym typeface="Jua"/>
              </a:rPr>
              <a:t>TAIL</a:t>
            </a:r>
            <a:endParaRPr b="1" sz="2000">
              <a:latin typeface="Jua"/>
              <a:ea typeface="Jua"/>
              <a:cs typeface="Jua"/>
              <a:sym typeface="Jua"/>
            </a:endParaRPr>
          </a:p>
        </p:txBody>
      </p:sp>
      <p:sp>
        <p:nvSpPr>
          <p:cNvPr id="1715" name="Google Shape;1715;p47"/>
          <p:cNvSpPr/>
          <p:nvPr/>
        </p:nvSpPr>
        <p:spPr>
          <a:xfrm>
            <a:off x="1039525" y="1300375"/>
            <a:ext cx="815700" cy="415200"/>
          </a:xfrm>
          <a:prstGeom prst="roundRect">
            <a:avLst>
              <a:gd fmla="val 16667" name="adj"/>
            </a:avLst>
          </a:prstGeom>
          <a:noFill/>
          <a:ln cap="flat" cmpd="sng" w="38100">
            <a:solidFill>
              <a:srgbClr val="FF6B6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4"/>
              </a:solidFill>
              <a:latin typeface="Roboto"/>
              <a:ea typeface="Roboto"/>
              <a:cs typeface="Roboto"/>
              <a:sym typeface="Roboto"/>
            </a:endParaRPr>
          </a:p>
        </p:txBody>
      </p:sp>
      <p:sp>
        <p:nvSpPr>
          <p:cNvPr id="1716" name="Google Shape;1716;p47"/>
          <p:cNvSpPr txBox="1"/>
          <p:nvPr>
            <p:ph idx="4294967295" type="subTitle"/>
          </p:nvPr>
        </p:nvSpPr>
        <p:spPr>
          <a:xfrm>
            <a:off x="976675" y="897075"/>
            <a:ext cx="941400" cy="456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000">
                <a:solidFill>
                  <a:schemeClr val="lt1"/>
                </a:solidFill>
                <a:latin typeface="Jua"/>
                <a:ea typeface="Jua"/>
                <a:cs typeface="Jua"/>
                <a:sym typeface="Jua"/>
              </a:rPr>
              <a:t>HEAD</a:t>
            </a:r>
            <a:endParaRPr b="1" sz="2000">
              <a:solidFill>
                <a:schemeClr val="lt1"/>
              </a:solidFill>
              <a:latin typeface="Jua"/>
              <a:ea typeface="Jua"/>
              <a:cs typeface="Jua"/>
              <a:sym typeface="Jua"/>
            </a:endParaRPr>
          </a:p>
        </p:txBody>
      </p:sp>
      <p:sp>
        <p:nvSpPr>
          <p:cNvPr id="1717" name="Google Shape;1717;p47"/>
          <p:cNvSpPr/>
          <p:nvPr/>
        </p:nvSpPr>
        <p:spPr>
          <a:xfrm>
            <a:off x="1986204" y="2661687"/>
            <a:ext cx="891900" cy="4152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18" name="Google Shape;1718;p47"/>
          <p:cNvSpPr txBox="1"/>
          <p:nvPr/>
        </p:nvSpPr>
        <p:spPr>
          <a:xfrm>
            <a:off x="2138600" y="2703234"/>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rgbClr val="0C2E3A"/>
                </a:solidFill>
                <a:latin typeface="Merriweather"/>
                <a:ea typeface="Merriweather"/>
                <a:cs typeface="Merriweather"/>
                <a:sym typeface="Merriweather"/>
              </a:rPr>
              <a:t>-5</a:t>
            </a:r>
            <a:endParaRPr b="1" sz="1900">
              <a:solidFill>
                <a:srgbClr val="0C2E3A"/>
              </a:solidFill>
              <a:latin typeface="Merriweather"/>
              <a:ea typeface="Merriweather"/>
              <a:cs typeface="Merriweather"/>
              <a:sym typeface="Merriweather"/>
            </a:endParaRPr>
          </a:p>
        </p:txBody>
      </p:sp>
      <p:sp>
        <p:nvSpPr>
          <p:cNvPr id="1719" name="Google Shape;1719;p47"/>
          <p:cNvSpPr txBox="1"/>
          <p:nvPr/>
        </p:nvSpPr>
        <p:spPr>
          <a:xfrm>
            <a:off x="4172950" y="1847596"/>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rgbClr val="212121"/>
                </a:solidFill>
                <a:latin typeface="Merriweather"/>
                <a:ea typeface="Merriweather"/>
                <a:cs typeface="Merriweather"/>
                <a:sym typeface="Merriweather"/>
              </a:rPr>
              <a:t>-3</a:t>
            </a:r>
            <a:endParaRPr b="1" sz="1900">
              <a:solidFill>
                <a:srgbClr val="212121"/>
              </a:solidFill>
              <a:latin typeface="Merriweather"/>
              <a:ea typeface="Merriweather"/>
              <a:cs typeface="Merriweather"/>
              <a:sym typeface="Merriweather"/>
            </a:endParaRPr>
          </a:p>
        </p:txBody>
      </p:sp>
      <p:sp>
        <p:nvSpPr>
          <p:cNvPr id="1720" name="Google Shape;1720;p47"/>
          <p:cNvSpPr txBox="1"/>
          <p:nvPr/>
        </p:nvSpPr>
        <p:spPr>
          <a:xfrm>
            <a:off x="5304425" y="1847571"/>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rgbClr val="212121"/>
                </a:solidFill>
                <a:latin typeface="Merriweather"/>
                <a:ea typeface="Merriweather"/>
                <a:cs typeface="Merriweather"/>
                <a:sym typeface="Merriweather"/>
              </a:rPr>
              <a:t>1</a:t>
            </a:r>
            <a:endParaRPr b="1" sz="1900">
              <a:solidFill>
                <a:srgbClr val="212121"/>
              </a:solidFill>
              <a:latin typeface="Merriweather"/>
              <a:ea typeface="Merriweather"/>
              <a:cs typeface="Merriweather"/>
              <a:sym typeface="Merriweather"/>
            </a:endParaRPr>
          </a:p>
        </p:txBody>
      </p:sp>
      <p:grpSp>
        <p:nvGrpSpPr>
          <p:cNvPr id="1721" name="Google Shape;1721;p47"/>
          <p:cNvGrpSpPr/>
          <p:nvPr/>
        </p:nvGrpSpPr>
        <p:grpSpPr>
          <a:xfrm>
            <a:off x="1017226" y="4473037"/>
            <a:ext cx="7109604" cy="415222"/>
            <a:chOff x="1148325" y="1752675"/>
            <a:chExt cx="6847350" cy="513000"/>
          </a:xfrm>
        </p:grpSpPr>
        <p:sp>
          <p:nvSpPr>
            <p:cNvPr id="1722" name="Google Shape;1722;p47"/>
            <p:cNvSpPr/>
            <p:nvPr/>
          </p:nvSpPr>
          <p:spPr>
            <a:xfrm>
              <a:off x="114832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3" name="Google Shape;1723;p47"/>
            <p:cNvSpPr/>
            <p:nvPr/>
          </p:nvSpPr>
          <p:spPr>
            <a:xfrm>
              <a:off x="2146400"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4" name="Google Shape;1724;p47"/>
            <p:cNvSpPr/>
            <p:nvPr/>
          </p:nvSpPr>
          <p:spPr>
            <a:xfrm>
              <a:off x="314447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5" name="Google Shape;1725;p47"/>
            <p:cNvSpPr/>
            <p:nvPr/>
          </p:nvSpPr>
          <p:spPr>
            <a:xfrm>
              <a:off x="4142550"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6" name="Google Shape;1726;p47"/>
            <p:cNvSpPr/>
            <p:nvPr/>
          </p:nvSpPr>
          <p:spPr>
            <a:xfrm>
              <a:off x="514062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7" name="Google Shape;1727;p47"/>
            <p:cNvSpPr/>
            <p:nvPr/>
          </p:nvSpPr>
          <p:spPr>
            <a:xfrm>
              <a:off x="6138700"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8" name="Google Shape;1728;p47"/>
            <p:cNvSpPr/>
            <p:nvPr/>
          </p:nvSpPr>
          <p:spPr>
            <a:xfrm>
              <a:off x="713677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29" name="Google Shape;1729;p47"/>
          <p:cNvSpPr txBox="1"/>
          <p:nvPr/>
        </p:nvSpPr>
        <p:spPr>
          <a:xfrm>
            <a:off x="1083317" y="4086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0</a:t>
            </a:r>
            <a:endParaRPr b="1" sz="1600">
              <a:solidFill>
                <a:schemeClr val="dk1"/>
              </a:solidFill>
              <a:latin typeface="Jua"/>
              <a:ea typeface="Jua"/>
              <a:cs typeface="Jua"/>
              <a:sym typeface="Jua"/>
            </a:endParaRPr>
          </a:p>
        </p:txBody>
      </p:sp>
      <p:sp>
        <p:nvSpPr>
          <p:cNvPr id="1730" name="Google Shape;1730;p47"/>
          <p:cNvSpPr txBox="1"/>
          <p:nvPr/>
        </p:nvSpPr>
        <p:spPr>
          <a:xfrm>
            <a:off x="2138608" y="4086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1</a:t>
            </a:r>
            <a:endParaRPr b="1" sz="1600">
              <a:solidFill>
                <a:schemeClr val="dk1"/>
              </a:solidFill>
              <a:latin typeface="Jua"/>
              <a:ea typeface="Jua"/>
              <a:cs typeface="Jua"/>
              <a:sym typeface="Jua"/>
            </a:endParaRPr>
          </a:p>
        </p:txBody>
      </p:sp>
      <p:sp>
        <p:nvSpPr>
          <p:cNvPr id="1731" name="Google Shape;1731;p47"/>
          <p:cNvSpPr txBox="1"/>
          <p:nvPr/>
        </p:nvSpPr>
        <p:spPr>
          <a:xfrm>
            <a:off x="3193899" y="4086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2</a:t>
            </a:r>
            <a:endParaRPr b="1" sz="1600">
              <a:solidFill>
                <a:schemeClr val="dk1"/>
              </a:solidFill>
              <a:latin typeface="Jua"/>
              <a:ea typeface="Jua"/>
              <a:cs typeface="Jua"/>
              <a:sym typeface="Jua"/>
            </a:endParaRPr>
          </a:p>
        </p:txBody>
      </p:sp>
      <p:sp>
        <p:nvSpPr>
          <p:cNvPr id="1732" name="Google Shape;1732;p47"/>
          <p:cNvSpPr txBox="1"/>
          <p:nvPr/>
        </p:nvSpPr>
        <p:spPr>
          <a:xfrm>
            <a:off x="4221145" y="4086225"/>
            <a:ext cx="6978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3</a:t>
            </a:r>
            <a:endParaRPr b="1" sz="1600">
              <a:solidFill>
                <a:schemeClr val="dk1"/>
              </a:solidFill>
              <a:latin typeface="Jua"/>
              <a:ea typeface="Jua"/>
              <a:cs typeface="Jua"/>
              <a:sym typeface="Jua"/>
            </a:endParaRPr>
          </a:p>
        </p:txBody>
      </p:sp>
      <p:sp>
        <p:nvSpPr>
          <p:cNvPr id="1733" name="Google Shape;1733;p47"/>
          <p:cNvSpPr txBox="1"/>
          <p:nvPr/>
        </p:nvSpPr>
        <p:spPr>
          <a:xfrm>
            <a:off x="5304481" y="4086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4</a:t>
            </a:r>
            <a:endParaRPr b="1" sz="1600">
              <a:solidFill>
                <a:schemeClr val="dk1"/>
              </a:solidFill>
              <a:latin typeface="Jua"/>
              <a:ea typeface="Jua"/>
              <a:cs typeface="Jua"/>
              <a:sym typeface="Jua"/>
            </a:endParaRPr>
          </a:p>
        </p:txBody>
      </p:sp>
      <p:sp>
        <p:nvSpPr>
          <p:cNvPr id="1734" name="Google Shape;1734;p47"/>
          <p:cNvSpPr txBox="1"/>
          <p:nvPr/>
        </p:nvSpPr>
        <p:spPr>
          <a:xfrm>
            <a:off x="6359772" y="4086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5</a:t>
            </a:r>
            <a:endParaRPr b="1" sz="1600">
              <a:solidFill>
                <a:schemeClr val="dk1"/>
              </a:solidFill>
              <a:latin typeface="Jua"/>
              <a:ea typeface="Jua"/>
              <a:cs typeface="Jua"/>
              <a:sym typeface="Jua"/>
            </a:endParaRPr>
          </a:p>
        </p:txBody>
      </p:sp>
      <p:sp>
        <p:nvSpPr>
          <p:cNvPr id="1735" name="Google Shape;1735;p47"/>
          <p:cNvSpPr txBox="1"/>
          <p:nvPr/>
        </p:nvSpPr>
        <p:spPr>
          <a:xfrm>
            <a:off x="7415063" y="4086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6</a:t>
            </a:r>
            <a:endParaRPr b="1" sz="1600">
              <a:solidFill>
                <a:schemeClr val="dk1"/>
              </a:solidFill>
              <a:latin typeface="Jua"/>
              <a:ea typeface="Jua"/>
              <a:cs typeface="Jua"/>
              <a:sym typeface="Jua"/>
            </a:endParaRPr>
          </a:p>
        </p:txBody>
      </p:sp>
      <p:sp>
        <p:nvSpPr>
          <p:cNvPr id="1736" name="Google Shape;1736;p47"/>
          <p:cNvSpPr txBox="1"/>
          <p:nvPr/>
        </p:nvSpPr>
        <p:spPr>
          <a:xfrm>
            <a:off x="2138600" y="4514584"/>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rgbClr val="0C2E3A"/>
                </a:solidFill>
                <a:latin typeface="Merriweather"/>
                <a:ea typeface="Merriweather"/>
                <a:cs typeface="Merriweather"/>
                <a:sym typeface="Merriweather"/>
              </a:rPr>
              <a:t>2</a:t>
            </a:r>
            <a:endParaRPr b="1" sz="1900">
              <a:solidFill>
                <a:srgbClr val="0C2E3A"/>
              </a:solidFill>
              <a:latin typeface="Merriweather"/>
              <a:ea typeface="Merriweather"/>
              <a:cs typeface="Merriweather"/>
              <a:sym typeface="Merriweather"/>
            </a:endParaRPr>
          </a:p>
        </p:txBody>
      </p:sp>
      <p:sp>
        <p:nvSpPr>
          <p:cNvPr id="1737" name="Google Shape;1737;p47"/>
          <p:cNvSpPr txBox="1"/>
          <p:nvPr/>
        </p:nvSpPr>
        <p:spPr>
          <a:xfrm>
            <a:off x="3193875" y="4514596"/>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rgbClr val="212121"/>
                </a:solidFill>
                <a:latin typeface="Merriweather"/>
                <a:ea typeface="Merriweather"/>
                <a:cs typeface="Merriweather"/>
                <a:sym typeface="Merriweather"/>
              </a:rPr>
              <a:t>4</a:t>
            </a:r>
            <a:endParaRPr b="1" sz="1900">
              <a:solidFill>
                <a:srgbClr val="212121"/>
              </a:solidFill>
              <a:latin typeface="Merriweather"/>
              <a:ea typeface="Merriweather"/>
              <a:cs typeface="Merriweather"/>
              <a:sym typeface="Merriweather"/>
            </a:endParaRPr>
          </a:p>
        </p:txBody>
      </p:sp>
      <p:sp>
        <p:nvSpPr>
          <p:cNvPr id="1738" name="Google Shape;1738;p47"/>
          <p:cNvSpPr/>
          <p:nvPr/>
        </p:nvSpPr>
        <p:spPr>
          <a:xfrm>
            <a:off x="7287925" y="3967375"/>
            <a:ext cx="815700" cy="415200"/>
          </a:xfrm>
          <a:prstGeom prst="roundRect">
            <a:avLst>
              <a:gd fmla="val 16667" name="adj"/>
            </a:avLst>
          </a:prstGeom>
          <a:noFill/>
          <a:ln cap="flat" cmpd="sng" w="381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739" name="Google Shape;1739;p47"/>
          <p:cNvSpPr txBox="1"/>
          <p:nvPr>
            <p:ph idx="4294967295" type="subTitle"/>
          </p:nvPr>
        </p:nvSpPr>
        <p:spPr>
          <a:xfrm>
            <a:off x="7226725" y="3564075"/>
            <a:ext cx="941400" cy="456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000">
                <a:latin typeface="Jua"/>
                <a:ea typeface="Jua"/>
                <a:cs typeface="Jua"/>
                <a:sym typeface="Jua"/>
              </a:rPr>
              <a:t>TAIL</a:t>
            </a:r>
            <a:endParaRPr b="1" sz="2000">
              <a:latin typeface="Jua"/>
              <a:ea typeface="Jua"/>
              <a:cs typeface="Jua"/>
              <a:sym typeface="Jua"/>
            </a:endParaRPr>
          </a:p>
        </p:txBody>
      </p:sp>
      <p:sp>
        <p:nvSpPr>
          <p:cNvPr id="1740" name="Google Shape;1740;p47"/>
          <p:cNvSpPr/>
          <p:nvPr/>
        </p:nvSpPr>
        <p:spPr>
          <a:xfrm>
            <a:off x="2030125" y="3967375"/>
            <a:ext cx="815700" cy="415200"/>
          </a:xfrm>
          <a:prstGeom prst="roundRect">
            <a:avLst>
              <a:gd fmla="val 16667" name="adj"/>
            </a:avLst>
          </a:prstGeom>
          <a:noFill/>
          <a:ln cap="flat" cmpd="sng" w="38100">
            <a:solidFill>
              <a:srgbClr val="FF6B6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4"/>
              </a:solidFill>
              <a:latin typeface="Roboto"/>
              <a:ea typeface="Roboto"/>
              <a:cs typeface="Roboto"/>
              <a:sym typeface="Roboto"/>
            </a:endParaRPr>
          </a:p>
        </p:txBody>
      </p:sp>
      <p:sp>
        <p:nvSpPr>
          <p:cNvPr id="1741" name="Google Shape;1741;p47"/>
          <p:cNvSpPr txBox="1"/>
          <p:nvPr>
            <p:ph idx="4294967295" type="subTitle"/>
          </p:nvPr>
        </p:nvSpPr>
        <p:spPr>
          <a:xfrm>
            <a:off x="2043475" y="3564075"/>
            <a:ext cx="941400" cy="456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000">
                <a:solidFill>
                  <a:schemeClr val="lt1"/>
                </a:solidFill>
                <a:latin typeface="Jua"/>
                <a:ea typeface="Jua"/>
                <a:cs typeface="Jua"/>
                <a:sym typeface="Jua"/>
              </a:rPr>
              <a:t>HEAD</a:t>
            </a:r>
            <a:endParaRPr b="1" sz="2000">
              <a:solidFill>
                <a:schemeClr val="lt1"/>
              </a:solidFill>
              <a:latin typeface="Jua"/>
              <a:ea typeface="Jua"/>
              <a:cs typeface="Jua"/>
              <a:sym typeface="Jua"/>
            </a:endParaRPr>
          </a:p>
        </p:txBody>
      </p:sp>
      <p:sp>
        <p:nvSpPr>
          <p:cNvPr id="1742" name="Google Shape;1742;p47"/>
          <p:cNvSpPr txBox="1"/>
          <p:nvPr/>
        </p:nvSpPr>
        <p:spPr>
          <a:xfrm>
            <a:off x="4172950" y="4514596"/>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rgbClr val="212121"/>
                </a:solidFill>
                <a:latin typeface="Merriweather"/>
                <a:ea typeface="Merriweather"/>
                <a:cs typeface="Merriweather"/>
                <a:sym typeface="Merriweather"/>
              </a:rPr>
              <a:t>-3</a:t>
            </a:r>
            <a:endParaRPr b="1" sz="1900">
              <a:solidFill>
                <a:srgbClr val="212121"/>
              </a:solidFill>
              <a:latin typeface="Merriweather"/>
              <a:ea typeface="Merriweather"/>
              <a:cs typeface="Merriweather"/>
              <a:sym typeface="Merriweather"/>
            </a:endParaRPr>
          </a:p>
        </p:txBody>
      </p:sp>
      <p:sp>
        <p:nvSpPr>
          <p:cNvPr id="1743" name="Google Shape;1743;p47"/>
          <p:cNvSpPr txBox="1"/>
          <p:nvPr/>
        </p:nvSpPr>
        <p:spPr>
          <a:xfrm>
            <a:off x="5304425" y="4514571"/>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rgbClr val="212121"/>
                </a:solidFill>
                <a:latin typeface="Merriweather"/>
                <a:ea typeface="Merriweather"/>
                <a:cs typeface="Merriweather"/>
                <a:sym typeface="Merriweather"/>
              </a:rPr>
              <a:t>1</a:t>
            </a:r>
            <a:endParaRPr b="1" sz="1900">
              <a:solidFill>
                <a:srgbClr val="212121"/>
              </a:solidFill>
              <a:latin typeface="Merriweather"/>
              <a:ea typeface="Merriweather"/>
              <a:cs typeface="Merriweather"/>
              <a:sym typeface="Merriweather"/>
            </a:endParaRPr>
          </a:p>
        </p:txBody>
      </p:sp>
      <p:sp>
        <p:nvSpPr>
          <p:cNvPr id="1744" name="Google Shape;1744;p47"/>
          <p:cNvSpPr txBox="1"/>
          <p:nvPr/>
        </p:nvSpPr>
        <p:spPr>
          <a:xfrm>
            <a:off x="6359775" y="4514596"/>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rgbClr val="212121"/>
                </a:solidFill>
                <a:latin typeface="Merriweather"/>
                <a:ea typeface="Merriweather"/>
                <a:cs typeface="Merriweather"/>
                <a:sym typeface="Merriweather"/>
              </a:rPr>
              <a:t>0</a:t>
            </a:r>
            <a:endParaRPr b="1" sz="1900">
              <a:solidFill>
                <a:srgbClr val="212121"/>
              </a:solidFill>
              <a:latin typeface="Merriweather"/>
              <a:ea typeface="Merriweather"/>
              <a:cs typeface="Merriweather"/>
              <a:sym typeface="Merriweather"/>
            </a:endParaRPr>
          </a:p>
        </p:txBody>
      </p:sp>
      <p:sp>
        <p:nvSpPr>
          <p:cNvPr id="1745" name="Google Shape;1745;p47"/>
          <p:cNvSpPr/>
          <p:nvPr/>
        </p:nvSpPr>
        <p:spPr>
          <a:xfrm rot="5400000">
            <a:off x="2304175" y="3271744"/>
            <a:ext cx="399900" cy="282900"/>
          </a:xfrm>
          <a:prstGeom prst="rightArrow">
            <a:avLst>
              <a:gd fmla="val 50000" name="adj1"/>
              <a:gd fmla="val 50000" name="adj2"/>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746" name="Google Shape;1746;p47"/>
          <p:cNvSpPr txBox="1"/>
          <p:nvPr/>
        </p:nvSpPr>
        <p:spPr>
          <a:xfrm>
            <a:off x="6380275" y="1846884"/>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rgbClr val="212121"/>
                </a:solidFill>
                <a:latin typeface="Merriweather"/>
                <a:ea typeface="Merriweather"/>
                <a:cs typeface="Merriweather"/>
                <a:sym typeface="Merriweather"/>
              </a:rPr>
              <a:t>0</a:t>
            </a:r>
            <a:endParaRPr b="1" sz="1900">
              <a:solidFill>
                <a:srgbClr val="212121"/>
              </a:solidFill>
              <a:latin typeface="Merriweather"/>
              <a:ea typeface="Merriweather"/>
              <a:cs typeface="Merriweather"/>
              <a:sym typeface="Merriweather"/>
            </a:endParaRPr>
          </a:p>
        </p:txBody>
      </p:sp>
      <p:sp>
        <p:nvSpPr>
          <p:cNvPr id="1747" name="Google Shape;1747;p47"/>
          <p:cNvSpPr txBox="1"/>
          <p:nvPr/>
        </p:nvSpPr>
        <p:spPr>
          <a:xfrm>
            <a:off x="7369225" y="4514596"/>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rgbClr val="212121"/>
                </a:solidFill>
                <a:latin typeface="Merriweather"/>
                <a:ea typeface="Merriweather"/>
                <a:cs typeface="Merriweather"/>
                <a:sym typeface="Merriweather"/>
              </a:rPr>
              <a:t>9</a:t>
            </a:r>
            <a:endParaRPr b="1" sz="1900">
              <a:solidFill>
                <a:srgbClr val="212121"/>
              </a:solidFill>
              <a:latin typeface="Merriweather"/>
              <a:ea typeface="Merriweather"/>
              <a:cs typeface="Merriweather"/>
              <a:sym typeface="Merriweather"/>
            </a:endParaRPr>
          </a:p>
        </p:txBody>
      </p:sp>
      <p:sp>
        <p:nvSpPr>
          <p:cNvPr id="1748" name="Google Shape;1748;p47"/>
          <p:cNvSpPr txBox="1"/>
          <p:nvPr/>
        </p:nvSpPr>
        <p:spPr>
          <a:xfrm>
            <a:off x="104250" y="1847609"/>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chemeClr val="dk1"/>
                </a:solidFill>
                <a:latin typeface="Merriweather"/>
                <a:ea typeface="Merriweather"/>
                <a:cs typeface="Merriweather"/>
                <a:sym typeface="Merriweather"/>
              </a:rPr>
              <a:t>3</a:t>
            </a:r>
            <a:endParaRPr b="1" sz="1900">
              <a:solidFill>
                <a:schemeClr val="dk1"/>
              </a:solidFill>
              <a:latin typeface="Merriweather"/>
              <a:ea typeface="Merriweather"/>
              <a:cs typeface="Merriweather"/>
              <a:sym typeface="Merriweather"/>
            </a:endParaRPr>
          </a:p>
        </p:txBody>
      </p:sp>
      <p:sp>
        <p:nvSpPr>
          <p:cNvPr id="1749" name="Google Shape;1749;p47"/>
          <p:cNvSpPr txBox="1"/>
          <p:nvPr/>
        </p:nvSpPr>
        <p:spPr>
          <a:xfrm>
            <a:off x="153125" y="4514584"/>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chemeClr val="dk1"/>
                </a:solidFill>
                <a:latin typeface="Merriweather"/>
                <a:ea typeface="Merriweather"/>
                <a:cs typeface="Merriweather"/>
                <a:sym typeface="Merriweather"/>
              </a:rPr>
              <a:t>4</a:t>
            </a:r>
            <a:endParaRPr b="1" sz="1900">
              <a:solidFill>
                <a:schemeClr val="dk1"/>
              </a:solidFill>
              <a:latin typeface="Merriweather"/>
              <a:ea typeface="Merriweather"/>
              <a:cs typeface="Merriweather"/>
              <a:sym typeface="Merriweather"/>
            </a:endParaRPr>
          </a:p>
        </p:txBody>
      </p:sp>
      <p:sp>
        <p:nvSpPr>
          <p:cNvPr id="1750" name="Google Shape;1750;p47"/>
          <p:cNvSpPr txBox="1"/>
          <p:nvPr/>
        </p:nvSpPr>
        <p:spPr>
          <a:xfrm>
            <a:off x="7359175" y="1846896"/>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rgbClr val="212121"/>
                </a:solidFill>
                <a:latin typeface="Merriweather"/>
                <a:ea typeface="Merriweather"/>
                <a:cs typeface="Merriweather"/>
                <a:sym typeface="Merriweather"/>
              </a:rPr>
              <a:t>9</a:t>
            </a:r>
            <a:endParaRPr b="1" sz="1900">
              <a:solidFill>
                <a:srgbClr val="212121"/>
              </a:solidFill>
              <a:latin typeface="Merriweather"/>
              <a:ea typeface="Merriweather"/>
              <a:cs typeface="Merriweather"/>
              <a:sym typeface="Merriweather"/>
            </a:endParaRPr>
          </a:p>
        </p:txBody>
      </p:sp>
      <p:sp>
        <p:nvSpPr>
          <p:cNvPr id="1751" name="Google Shape;1751;p4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5" name="Shape 1755"/>
        <p:cNvGrpSpPr/>
        <p:nvPr/>
      </p:nvGrpSpPr>
      <p:grpSpPr>
        <a:xfrm>
          <a:off x="0" y="0"/>
          <a:ext cx="0" cy="0"/>
          <a:chOff x="0" y="0"/>
          <a:chExt cx="0" cy="0"/>
        </a:xfrm>
      </p:grpSpPr>
      <p:sp>
        <p:nvSpPr>
          <p:cNvPr id="1756" name="Google Shape;1756;p48"/>
          <p:cNvSpPr txBox="1"/>
          <p:nvPr>
            <p:ph type="title"/>
          </p:nvPr>
        </p:nvSpPr>
        <p:spPr>
          <a:xfrm>
            <a:off x="64975" y="9225"/>
            <a:ext cx="9078900" cy="803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4500"/>
              <a:t>CIRCULAR</a:t>
            </a:r>
            <a:r>
              <a:rPr lang="en" sz="4500"/>
              <a:t> QUEUES</a:t>
            </a:r>
            <a:endParaRPr sz="4500"/>
          </a:p>
        </p:txBody>
      </p:sp>
      <p:grpSp>
        <p:nvGrpSpPr>
          <p:cNvPr id="1757" name="Google Shape;1757;p48"/>
          <p:cNvGrpSpPr/>
          <p:nvPr/>
        </p:nvGrpSpPr>
        <p:grpSpPr>
          <a:xfrm>
            <a:off x="1017226" y="1806037"/>
            <a:ext cx="7109604" cy="415222"/>
            <a:chOff x="1148325" y="1752675"/>
            <a:chExt cx="6847350" cy="513000"/>
          </a:xfrm>
        </p:grpSpPr>
        <p:sp>
          <p:nvSpPr>
            <p:cNvPr id="1758" name="Google Shape;1758;p48"/>
            <p:cNvSpPr/>
            <p:nvPr/>
          </p:nvSpPr>
          <p:spPr>
            <a:xfrm>
              <a:off x="114832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9" name="Google Shape;1759;p48"/>
            <p:cNvSpPr/>
            <p:nvPr/>
          </p:nvSpPr>
          <p:spPr>
            <a:xfrm>
              <a:off x="2146400"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0" name="Google Shape;1760;p48"/>
            <p:cNvSpPr/>
            <p:nvPr/>
          </p:nvSpPr>
          <p:spPr>
            <a:xfrm>
              <a:off x="314447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1" name="Google Shape;1761;p48"/>
            <p:cNvSpPr/>
            <p:nvPr/>
          </p:nvSpPr>
          <p:spPr>
            <a:xfrm>
              <a:off x="4142550"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2" name="Google Shape;1762;p48"/>
            <p:cNvSpPr/>
            <p:nvPr/>
          </p:nvSpPr>
          <p:spPr>
            <a:xfrm>
              <a:off x="514062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3" name="Google Shape;1763;p48"/>
            <p:cNvSpPr/>
            <p:nvPr/>
          </p:nvSpPr>
          <p:spPr>
            <a:xfrm>
              <a:off x="6138700"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4" name="Google Shape;1764;p48"/>
            <p:cNvSpPr/>
            <p:nvPr/>
          </p:nvSpPr>
          <p:spPr>
            <a:xfrm>
              <a:off x="713677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65" name="Google Shape;1765;p48"/>
          <p:cNvSpPr txBox="1"/>
          <p:nvPr/>
        </p:nvSpPr>
        <p:spPr>
          <a:xfrm>
            <a:off x="1083317" y="1419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0</a:t>
            </a:r>
            <a:endParaRPr b="1" sz="1600">
              <a:solidFill>
                <a:schemeClr val="dk1"/>
              </a:solidFill>
              <a:latin typeface="Jua"/>
              <a:ea typeface="Jua"/>
              <a:cs typeface="Jua"/>
              <a:sym typeface="Jua"/>
            </a:endParaRPr>
          </a:p>
        </p:txBody>
      </p:sp>
      <p:sp>
        <p:nvSpPr>
          <p:cNvPr id="1766" name="Google Shape;1766;p48"/>
          <p:cNvSpPr txBox="1"/>
          <p:nvPr/>
        </p:nvSpPr>
        <p:spPr>
          <a:xfrm>
            <a:off x="2138608" y="1419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1</a:t>
            </a:r>
            <a:endParaRPr b="1" sz="1600">
              <a:solidFill>
                <a:schemeClr val="dk1"/>
              </a:solidFill>
              <a:latin typeface="Jua"/>
              <a:ea typeface="Jua"/>
              <a:cs typeface="Jua"/>
              <a:sym typeface="Jua"/>
            </a:endParaRPr>
          </a:p>
        </p:txBody>
      </p:sp>
      <p:sp>
        <p:nvSpPr>
          <p:cNvPr id="1767" name="Google Shape;1767;p48"/>
          <p:cNvSpPr txBox="1"/>
          <p:nvPr/>
        </p:nvSpPr>
        <p:spPr>
          <a:xfrm>
            <a:off x="3193899" y="1419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2</a:t>
            </a:r>
            <a:endParaRPr b="1" sz="1600">
              <a:solidFill>
                <a:schemeClr val="dk1"/>
              </a:solidFill>
              <a:latin typeface="Jua"/>
              <a:ea typeface="Jua"/>
              <a:cs typeface="Jua"/>
              <a:sym typeface="Jua"/>
            </a:endParaRPr>
          </a:p>
        </p:txBody>
      </p:sp>
      <p:sp>
        <p:nvSpPr>
          <p:cNvPr id="1768" name="Google Shape;1768;p48"/>
          <p:cNvSpPr txBox="1"/>
          <p:nvPr/>
        </p:nvSpPr>
        <p:spPr>
          <a:xfrm>
            <a:off x="4221145" y="1419225"/>
            <a:ext cx="6978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3</a:t>
            </a:r>
            <a:endParaRPr b="1" sz="1600">
              <a:solidFill>
                <a:schemeClr val="dk1"/>
              </a:solidFill>
              <a:latin typeface="Jua"/>
              <a:ea typeface="Jua"/>
              <a:cs typeface="Jua"/>
              <a:sym typeface="Jua"/>
            </a:endParaRPr>
          </a:p>
        </p:txBody>
      </p:sp>
      <p:sp>
        <p:nvSpPr>
          <p:cNvPr id="1769" name="Google Shape;1769;p48"/>
          <p:cNvSpPr txBox="1"/>
          <p:nvPr/>
        </p:nvSpPr>
        <p:spPr>
          <a:xfrm>
            <a:off x="5304481" y="1419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4</a:t>
            </a:r>
            <a:endParaRPr b="1" sz="1600">
              <a:solidFill>
                <a:schemeClr val="dk1"/>
              </a:solidFill>
              <a:latin typeface="Jua"/>
              <a:ea typeface="Jua"/>
              <a:cs typeface="Jua"/>
              <a:sym typeface="Jua"/>
            </a:endParaRPr>
          </a:p>
        </p:txBody>
      </p:sp>
      <p:sp>
        <p:nvSpPr>
          <p:cNvPr id="1770" name="Google Shape;1770;p48"/>
          <p:cNvSpPr txBox="1"/>
          <p:nvPr/>
        </p:nvSpPr>
        <p:spPr>
          <a:xfrm>
            <a:off x="6359772" y="1419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5</a:t>
            </a:r>
            <a:endParaRPr b="1" sz="1600">
              <a:solidFill>
                <a:schemeClr val="dk1"/>
              </a:solidFill>
              <a:latin typeface="Jua"/>
              <a:ea typeface="Jua"/>
              <a:cs typeface="Jua"/>
              <a:sym typeface="Jua"/>
            </a:endParaRPr>
          </a:p>
        </p:txBody>
      </p:sp>
      <p:sp>
        <p:nvSpPr>
          <p:cNvPr id="1771" name="Google Shape;1771;p48"/>
          <p:cNvSpPr txBox="1"/>
          <p:nvPr/>
        </p:nvSpPr>
        <p:spPr>
          <a:xfrm>
            <a:off x="7415063" y="1419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6</a:t>
            </a:r>
            <a:endParaRPr b="1" sz="1600">
              <a:solidFill>
                <a:schemeClr val="dk1"/>
              </a:solidFill>
              <a:latin typeface="Jua"/>
              <a:ea typeface="Jua"/>
              <a:cs typeface="Jua"/>
              <a:sym typeface="Jua"/>
            </a:endParaRPr>
          </a:p>
        </p:txBody>
      </p:sp>
      <p:sp>
        <p:nvSpPr>
          <p:cNvPr id="1772" name="Google Shape;1772;p48"/>
          <p:cNvSpPr txBox="1"/>
          <p:nvPr/>
        </p:nvSpPr>
        <p:spPr>
          <a:xfrm>
            <a:off x="851600" y="2529963"/>
            <a:ext cx="1210800" cy="546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800">
                <a:solidFill>
                  <a:srgbClr val="FF6B65"/>
                </a:solidFill>
                <a:latin typeface="Jua"/>
                <a:ea typeface="Jua"/>
                <a:cs typeface="Jua"/>
                <a:sym typeface="Jua"/>
              </a:rPr>
              <a:t>GET</a:t>
            </a:r>
            <a:endParaRPr b="1" sz="2800">
              <a:solidFill>
                <a:srgbClr val="FF6B65"/>
              </a:solidFill>
              <a:latin typeface="Jua"/>
              <a:ea typeface="Jua"/>
              <a:cs typeface="Jua"/>
              <a:sym typeface="Jua"/>
            </a:endParaRPr>
          </a:p>
        </p:txBody>
      </p:sp>
      <p:sp>
        <p:nvSpPr>
          <p:cNvPr id="1773" name="Google Shape;1773;p48"/>
          <p:cNvSpPr txBox="1"/>
          <p:nvPr/>
        </p:nvSpPr>
        <p:spPr>
          <a:xfrm>
            <a:off x="2138600" y="1847584"/>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rgbClr val="0C2E3A"/>
                </a:solidFill>
                <a:latin typeface="Merriweather"/>
                <a:ea typeface="Merriweather"/>
                <a:cs typeface="Merriweather"/>
                <a:sym typeface="Merriweather"/>
              </a:rPr>
              <a:t>2</a:t>
            </a:r>
            <a:endParaRPr b="1" sz="1900">
              <a:solidFill>
                <a:srgbClr val="0C2E3A"/>
              </a:solidFill>
              <a:latin typeface="Merriweather"/>
              <a:ea typeface="Merriweather"/>
              <a:cs typeface="Merriweather"/>
              <a:sym typeface="Merriweather"/>
            </a:endParaRPr>
          </a:p>
        </p:txBody>
      </p:sp>
      <p:sp>
        <p:nvSpPr>
          <p:cNvPr id="1774" name="Google Shape;1774;p48"/>
          <p:cNvSpPr txBox="1"/>
          <p:nvPr/>
        </p:nvSpPr>
        <p:spPr>
          <a:xfrm>
            <a:off x="3193875" y="1847596"/>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rgbClr val="212121"/>
                </a:solidFill>
                <a:latin typeface="Merriweather"/>
                <a:ea typeface="Merriweather"/>
                <a:cs typeface="Merriweather"/>
                <a:sym typeface="Merriweather"/>
              </a:rPr>
              <a:t>4</a:t>
            </a:r>
            <a:endParaRPr b="1" sz="1900">
              <a:solidFill>
                <a:srgbClr val="212121"/>
              </a:solidFill>
              <a:latin typeface="Merriweather"/>
              <a:ea typeface="Merriweather"/>
              <a:cs typeface="Merriweather"/>
              <a:sym typeface="Merriweather"/>
            </a:endParaRPr>
          </a:p>
        </p:txBody>
      </p:sp>
      <p:sp>
        <p:nvSpPr>
          <p:cNvPr id="1775" name="Google Shape;1775;p48"/>
          <p:cNvSpPr/>
          <p:nvPr/>
        </p:nvSpPr>
        <p:spPr>
          <a:xfrm>
            <a:off x="7287925" y="1300375"/>
            <a:ext cx="815700" cy="415200"/>
          </a:xfrm>
          <a:prstGeom prst="roundRect">
            <a:avLst>
              <a:gd fmla="val 16667" name="adj"/>
            </a:avLst>
          </a:prstGeom>
          <a:noFill/>
          <a:ln cap="flat" cmpd="sng" w="381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776" name="Google Shape;1776;p48"/>
          <p:cNvSpPr txBox="1"/>
          <p:nvPr>
            <p:ph idx="4294967295" type="subTitle"/>
          </p:nvPr>
        </p:nvSpPr>
        <p:spPr>
          <a:xfrm>
            <a:off x="7226725" y="897075"/>
            <a:ext cx="941400" cy="456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000">
                <a:latin typeface="Jua"/>
                <a:ea typeface="Jua"/>
                <a:cs typeface="Jua"/>
                <a:sym typeface="Jua"/>
              </a:rPr>
              <a:t>TAIL</a:t>
            </a:r>
            <a:endParaRPr b="1" sz="2000">
              <a:latin typeface="Jua"/>
              <a:ea typeface="Jua"/>
              <a:cs typeface="Jua"/>
              <a:sym typeface="Jua"/>
            </a:endParaRPr>
          </a:p>
        </p:txBody>
      </p:sp>
      <p:sp>
        <p:nvSpPr>
          <p:cNvPr id="1777" name="Google Shape;1777;p48"/>
          <p:cNvSpPr/>
          <p:nvPr/>
        </p:nvSpPr>
        <p:spPr>
          <a:xfrm>
            <a:off x="2030125" y="1300375"/>
            <a:ext cx="815700" cy="415200"/>
          </a:xfrm>
          <a:prstGeom prst="roundRect">
            <a:avLst>
              <a:gd fmla="val 16667" name="adj"/>
            </a:avLst>
          </a:prstGeom>
          <a:noFill/>
          <a:ln cap="flat" cmpd="sng" w="38100">
            <a:solidFill>
              <a:srgbClr val="FF6B6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4"/>
              </a:solidFill>
              <a:latin typeface="Roboto"/>
              <a:ea typeface="Roboto"/>
              <a:cs typeface="Roboto"/>
              <a:sym typeface="Roboto"/>
            </a:endParaRPr>
          </a:p>
        </p:txBody>
      </p:sp>
      <p:sp>
        <p:nvSpPr>
          <p:cNvPr id="1778" name="Google Shape;1778;p48"/>
          <p:cNvSpPr txBox="1"/>
          <p:nvPr>
            <p:ph idx="4294967295" type="subTitle"/>
          </p:nvPr>
        </p:nvSpPr>
        <p:spPr>
          <a:xfrm>
            <a:off x="1967275" y="897075"/>
            <a:ext cx="941400" cy="456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000">
                <a:solidFill>
                  <a:schemeClr val="lt1"/>
                </a:solidFill>
                <a:latin typeface="Jua"/>
                <a:ea typeface="Jua"/>
                <a:cs typeface="Jua"/>
                <a:sym typeface="Jua"/>
              </a:rPr>
              <a:t>HEAD</a:t>
            </a:r>
            <a:endParaRPr b="1" sz="2000">
              <a:solidFill>
                <a:schemeClr val="lt1"/>
              </a:solidFill>
              <a:latin typeface="Jua"/>
              <a:ea typeface="Jua"/>
              <a:cs typeface="Jua"/>
              <a:sym typeface="Jua"/>
            </a:endParaRPr>
          </a:p>
        </p:txBody>
      </p:sp>
      <p:sp>
        <p:nvSpPr>
          <p:cNvPr id="1779" name="Google Shape;1779;p48"/>
          <p:cNvSpPr/>
          <p:nvPr/>
        </p:nvSpPr>
        <p:spPr>
          <a:xfrm>
            <a:off x="1986204" y="2661687"/>
            <a:ext cx="891900" cy="4152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80" name="Google Shape;1780;p48"/>
          <p:cNvSpPr txBox="1"/>
          <p:nvPr/>
        </p:nvSpPr>
        <p:spPr>
          <a:xfrm>
            <a:off x="2138600" y="2703234"/>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rgbClr val="0C2E3A"/>
                </a:solidFill>
                <a:latin typeface="Merriweather"/>
                <a:ea typeface="Merriweather"/>
                <a:cs typeface="Merriweather"/>
                <a:sym typeface="Merriweather"/>
              </a:rPr>
              <a:t>2</a:t>
            </a:r>
            <a:endParaRPr b="1" sz="1900">
              <a:solidFill>
                <a:srgbClr val="0C2E3A"/>
              </a:solidFill>
              <a:latin typeface="Merriweather"/>
              <a:ea typeface="Merriweather"/>
              <a:cs typeface="Merriweather"/>
              <a:sym typeface="Merriweather"/>
            </a:endParaRPr>
          </a:p>
        </p:txBody>
      </p:sp>
      <p:sp>
        <p:nvSpPr>
          <p:cNvPr id="1781" name="Google Shape;1781;p48"/>
          <p:cNvSpPr txBox="1"/>
          <p:nvPr/>
        </p:nvSpPr>
        <p:spPr>
          <a:xfrm>
            <a:off x="4172950" y="1847596"/>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rgbClr val="212121"/>
                </a:solidFill>
                <a:latin typeface="Merriweather"/>
                <a:ea typeface="Merriweather"/>
                <a:cs typeface="Merriweather"/>
                <a:sym typeface="Merriweather"/>
              </a:rPr>
              <a:t>-3</a:t>
            </a:r>
            <a:endParaRPr b="1" sz="1900">
              <a:solidFill>
                <a:srgbClr val="212121"/>
              </a:solidFill>
              <a:latin typeface="Merriweather"/>
              <a:ea typeface="Merriweather"/>
              <a:cs typeface="Merriweather"/>
              <a:sym typeface="Merriweather"/>
            </a:endParaRPr>
          </a:p>
        </p:txBody>
      </p:sp>
      <p:sp>
        <p:nvSpPr>
          <p:cNvPr id="1782" name="Google Shape;1782;p48"/>
          <p:cNvSpPr txBox="1"/>
          <p:nvPr/>
        </p:nvSpPr>
        <p:spPr>
          <a:xfrm>
            <a:off x="5304425" y="1847571"/>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rgbClr val="212121"/>
                </a:solidFill>
                <a:latin typeface="Merriweather"/>
                <a:ea typeface="Merriweather"/>
                <a:cs typeface="Merriweather"/>
                <a:sym typeface="Merriweather"/>
              </a:rPr>
              <a:t>1</a:t>
            </a:r>
            <a:endParaRPr b="1" sz="1900">
              <a:solidFill>
                <a:srgbClr val="212121"/>
              </a:solidFill>
              <a:latin typeface="Merriweather"/>
              <a:ea typeface="Merriweather"/>
              <a:cs typeface="Merriweather"/>
              <a:sym typeface="Merriweather"/>
            </a:endParaRPr>
          </a:p>
        </p:txBody>
      </p:sp>
      <p:grpSp>
        <p:nvGrpSpPr>
          <p:cNvPr id="1783" name="Google Shape;1783;p48"/>
          <p:cNvGrpSpPr/>
          <p:nvPr/>
        </p:nvGrpSpPr>
        <p:grpSpPr>
          <a:xfrm>
            <a:off x="1017226" y="4473037"/>
            <a:ext cx="7109604" cy="415222"/>
            <a:chOff x="1148325" y="1752675"/>
            <a:chExt cx="6847350" cy="513000"/>
          </a:xfrm>
        </p:grpSpPr>
        <p:sp>
          <p:nvSpPr>
            <p:cNvPr id="1784" name="Google Shape;1784;p48"/>
            <p:cNvSpPr/>
            <p:nvPr/>
          </p:nvSpPr>
          <p:spPr>
            <a:xfrm>
              <a:off x="114832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5" name="Google Shape;1785;p48"/>
            <p:cNvSpPr/>
            <p:nvPr/>
          </p:nvSpPr>
          <p:spPr>
            <a:xfrm>
              <a:off x="2146400"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6" name="Google Shape;1786;p48"/>
            <p:cNvSpPr/>
            <p:nvPr/>
          </p:nvSpPr>
          <p:spPr>
            <a:xfrm>
              <a:off x="314447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7" name="Google Shape;1787;p48"/>
            <p:cNvSpPr/>
            <p:nvPr/>
          </p:nvSpPr>
          <p:spPr>
            <a:xfrm>
              <a:off x="4142550"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8" name="Google Shape;1788;p48"/>
            <p:cNvSpPr/>
            <p:nvPr/>
          </p:nvSpPr>
          <p:spPr>
            <a:xfrm>
              <a:off x="514062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9" name="Google Shape;1789;p48"/>
            <p:cNvSpPr/>
            <p:nvPr/>
          </p:nvSpPr>
          <p:spPr>
            <a:xfrm>
              <a:off x="6138700"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0" name="Google Shape;1790;p48"/>
            <p:cNvSpPr/>
            <p:nvPr/>
          </p:nvSpPr>
          <p:spPr>
            <a:xfrm>
              <a:off x="713677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91" name="Google Shape;1791;p48"/>
          <p:cNvSpPr txBox="1"/>
          <p:nvPr/>
        </p:nvSpPr>
        <p:spPr>
          <a:xfrm>
            <a:off x="1083317" y="4086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0</a:t>
            </a:r>
            <a:endParaRPr b="1" sz="1600">
              <a:solidFill>
                <a:schemeClr val="dk1"/>
              </a:solidFill>
              <a:latin typeface="Jua"/>
              <a:ea typeface="Jua"/>
              <a:cs typeface="Jua"/>
              <a:sym typeface="Jua"/>
            </a:endParaRPr>
          </a:p>
        </p:txBody>
      </p:sp>
      <p:sp>
        <p:nvSpPr>
          <p:cNvPr id="1792" name="Google Shape;1792;p48"/>
          <p:cNvSpPr txBox="1"/>
          <p:nvPr/>
        </p:nvSpPr>
        <p:spPr>
          <a:xfrm>
            <a:off x="2138608" y="4086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1</a:t>
            </a:r>
            <a:endParaRPr b="1" sz="1600">
              <a:solidFill>
                <a:schemeClr val="dk1"/>
              </a:solidFill>
              <a:latin typeface="Jua"/>
              <a:ea typeface="Jua"/>
              <a:cs typeface="Jua"/>
              <a:sym typeface="Jua"/>
            </a:endParaRPr>
          </a:p>
        </p:txBody>
      </p:sp>
      <p:sp>
        <p:nvSpPr>
          <p:cNvPr id="1793" name="Google Shape;1793;p48"/>
          <p:cNvSpPr txBox="1"/>
          <p:nvPr/>
        </p:nvSpPr>
        <p:spPr>
          <a:xfrm>
            <a:off x="3193899" y="4086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2</a:t>
            </a:r>
            <a:endParaRPr b="1" sz="1600">
              <a:solidFill>
                <a:schemeClr val="dk1"/>
              </a:solidFill>
              <a:latin typeface="Jua"/>
              <a:ea typeface="Jua"/>
              <a:cs typeface="Jua"/>
              <a:sym typeface="Jua"/>
            </a:endParaRPr>
          </a:p>
        </p:txBody>
      </p:sp>
      <p:sp>
        <p:nvSpPr>
          <p:cNvPr id="1794" name="Google Shape;1794;p48"/>
          <p:cNvSpPr txBox="1"/>
          <p:nvPr/>
        </p:nvSpPr>
        <p:spPr>
          <a:xfrm>
            <a:off x="4221145" y="4086225"/>
            <a:ext cx="6978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3</a:t>
            </a:r>
            <a:endParaRPr b="1" sz="1600">
              <a:solidFill>
                <a:schemeClr val="dk1"/>
              </a:solidFill>
              <a:latin typeface="Jua"/>
              <a:ea typeface="Jua"/>
              <a:cs typeface="Jua"/>
              <a:sym typeface="Jua"/>
            </a:endParaRPr>
          </a:p>
        </p:txBody>
      </p:sp>
      <p:sp>
        <p:nvSpPr>
          <p:cNvPr id="1795" name="Google Shape;1795;p48"/>
          <p:cNvSpPr txBox="1"/>
          <p:nvPr/>
        </p:nvSpPr>
        <p:spPr>
          <a:xfrm>
            <a:off x="5304481" y="4086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4</a:t>
            </a:r>
            <a:endParaRPr b="1" sz="1600">
              <a:solidFill>
                <a:schemeClr val="dk1"/>
              </a:solidFill>
              <a:latin typeface="Jua"/>
              <a:ea typeface="Jua"/>
              <a:cs typeface="Jua"/>
              <a:sym typeface="Jua"/>
            </a:endParaRPr>
          </a:p>
        </p:txBody>
      </p:sp>
      <p:sp>
        <p:nvSpPr>
          <p:cNvPr id="1796" name="Google Shape;1796;p48"/>
          <p:cNvSpPr txBox="1"/>
          <p:nvPr/>
        </p:nvSpPr>
        <p:spPr>
          <a:xfrm>
            <a:off x="6359772" y="4086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5</a:t>
            </a:r>
            <a:endParaRPr b="1" sz="1600">
              <a:solidFill>
                <a:schemeClr val="dk1"/>
              </a:solidFill>
              <a:latin typeface="Jua"/>
              <a:ea typeface="Jua"/>
              <a:cs typeface="Jua"/>
              <a:sym typeface="Jua"/>
            </a:endParaRPr>
          </a:p>
        </p:txBody>
      </p:sp>
      <p:sp>
        <p:nvSpPr>
          <p:cNvPr id="1797" name="Google Shape;1797;p48"/>
          <p:cNvSpPr txBox="1"/>
          <p:nvPr/>
        </p:nvSpPr>
        <p:spPr>
          <a:xfrm>
            <a:off x="7415063" y="4086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6</a:t>
            </a:r>
            <a:endParaRPr b="1" sz="1600">
              <a:solidFill>
                <a:schemeClr val="dk1"/>
              </a:solidFill>
              <a:latin typeface="Jua"/>
              <a:ea typeface="Jua"/>
              <a:cs typeface="Jua"/>
              <a:sym typeface="Jua"/>
            </a:endParaRPr>
          </a:p>
        </p:txBody>
      </p:sp>
      <p:sp>
        <p:nvSpPr>
          <p:cNvPr id="1798" name="Google Shape;1798;p48"/>
          <p:cNvSpPr txBox="1"/>
          <p:nvPr/>
        </p:nvSpPr>
        <p:spPr>
          <a:xfrm>
            <a:off x="2138600" y="4514584"/>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900">
              <a:solidFill>
                <a:srgbClr val="0C2E3A"/>
              </a:solidFill>
              <a:latin typeface="Merriweather"/>
              <a:ea typeface="Merriweather"/>
              <a:cs typeface="Merriweather"/>
              <a:sym typeface="Merriweather"/>
            </a:endParaRPr>
          </a:p>
        </p:txBody>
      </p:sp>
      <p:sp>
        <p:nvSpPr>
          <p:cNvPr id="1799" name="Google Shape;1799;p48"/>
          <p:cNvSpPr txBox="1"/>
          <p:nvPr/>
        </p:nvSpPr>
        <p:spPr>
          <a:xfrm>
            <a:off x="3193875" y="4514596"/>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rgbClr val="212121"/>
                </a:solidFill>
                <a:latin typeface="Merriweather"/>
                <a:ea typeface="Merriweather"/>
                <a:cs typeface="Merriweather"/>
                <a:sym typeface="Merriweather"/>
              </a:rPr>
              <a:t>4</a:t>
            </a:r>
            <a:endParaRPr b="1" sz="1900">
              <a:solidFill>
                <a:srgbClr val="212121"/>
              </a:solidFill>
              <a:latin typeface="Merriweather"/>
              <a:ea typeface="Merriweather"/>
              <a:cs typeface="Merriweather"/>
              <a:sym typeface="Merriweather"/>
            </a:endParaRPr>
          </a:p>
        </p:txBody>
      </p:sp>
      <p:sp>
        <p:nvSpPr>
          <p:cNvPr id="1800" name="Google Shape;1800;p48"/>
          <p:cNvSpPr/>
          <p:nvPr/>
        </p:nvSpPr>
        <p:spPr>
          <a:xfrm>
            <a:off x="7287925" y="3967375"/>
            <a:ext cx="815700" cy="415200"/>
          </a:xfrm>
          <a:prstGeom prst="roundRect">
            <a:avLst>
              <a:gd fmla="val 16667" name="adj"/>
            </a:avLst>
          </a:prstGeom>
          <a:noFill/>
          <a:ln cap="flat" cmpd="sng" w="381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801" name="Google Shape;1801;p48"/>
          <p:cNvSpPr txBox="1"/>
          <p:nvPr>
            <p:ph idx="4294967295" type="subTitle"/>
          </p:nvPr>
        </p:nvSpPr>
        <p:spPr>
          <a:xfrm>
            <a:off x="7226725" y="3564075"/>
            <a:ext cx="941400" cy="456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000">
                <a:latin typeface="Jua"/>
                <a:ea typeface="Jua"/>
                <a:cs typeface="Jua"/>
                <a:sym typeface="Jua"/>
              </a:rPr>
              <a:t>TAIL</a:t>
            </a:r>
            <a:endParaRPr b="1" sz="2000">
              <a:latin typeface="Jua"/>
              <a:ea typeface="Jua"/>
              <a:cs typeface="Jua"/>
              <a:sym typeface="Jua"/>
            </a:endParaRPr>
          </a:p>
        </p:txBody>
      </p:sp>
      <p:sp>
        <p:nvSpPr>
          <p:cNvPr id="1802" name="Google Shape;1802;p48"/>
          <p:cNvSpPr/>
          <p:nvPr/>
        </p:nvSpPr>
        <p:spPr>
          <a:xfrm>
            <a:off x="3096925" y="3967375"/>
            <a:ext cx="815700" cy="415200"/>
          </a:xfrm>
          <a:prstGeom prst="roundRect">
            <a:avLst>
              <a:gd fmla="val 16667" name="adj"/>
            </a:avLst>
          </a:prstGeom>
          <a:noFill/>
          <a:ln cap="flat" cmpd="sng" w="38100">
            <a:solidFill>
              <a:srgbClr val="FF6B6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4"/>
              </a:solidFill>
              <a:latin typeface="Roboto"/>
              <a:ea typeface="Roboto"/>
              <a:cs typeface="Roboto"/>
              <a:sym typeface="Roboto"/>
            </a:endParaRPr>
          </a:p>
        </p:txBody>
      </p:sp>
      <p:sp>
        <p:nvSpPr>
          <p:cNvPr id="1803" name="Google Shape;1803;p48"/>
          <p:cNvSpPr txBox="1"/>
          <p:nvPr>
            <p:ph idx="4294967295" type="subTitle"/>
          </p:nvPr>
        </p:nvSpPr>
        <p:spPr>
          <a:xfrm>
            <a:off x="3034075" y="3564075"/>
            <a:ext cx="941400" cy="456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000">
                <a:solidFill>
                  <a:schemeClr val="lt1"/>
                </a:solidFill>
                <a:latin typeface="Jua"/>
                <a:ea typeface="Jua"/>
                <a:cs typeface="Jua"/>
                <a:sym typeface="Jua"/>
              </a:rPr>
              <a:t>HEAD</a:t>
            </a:r>
            <a:endParaRPr b="1" sz="2000">
              <a:solidFill>
                <a:schemeClr val="lt1"/>
              </a:solidFill>
              <a:latin typeface="Jua"/>
              <a:ea typeface="Jua"/>
              <a:cs typeface="Jua"/>
              <a:sym typeface="Jua"/>
            </a:endParaRPr>
          </a:p>
        </p:txBody>
      </p:sp>
      <p:sp>
        <p:nvSpPr>
          <p:cNvPr id="1804" name="Google Shape;1804;p48"/>
          <p:cNvSpPr txBox="1"/>
          <p:nvPr/>
        </p:nvSpPr>
        <p:spPr>
          <a:xfrm>
            <a:off x="4172950" y="4514596"/>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rgbClr val="212121"/>
                </a:solidFill>
                <a:latin typeface="Merriweather"/>
                <a:ea typeface="Merriweather"/>
                <a:cs typeface="Merriweather"/>
                <a:sym typeface="Merriweather"/>
              </a:rPr>
              <a:t>-3</a:t>
            </a:r>
            <a:endParaRPr b="1" sz="1900">
              <a:solidFill>
                <a:srgbClr val="212121"/>
              </a:solidFill>
              <a:latin typeface="Merriweather"/>
              <a:ea typeface="Merriweather"/>
              <a:cs typeface="Merriweather"/>
              <a:sym typeface="Merriweather"/>
            </a:endParaRPr>
          </a:p>
        </p:txBody>
      </p:sp>
      <p:sp>
        <p:nvSpPr>
          <p:cNvPr id="1805" name="Google Shape;1805;p48"/>
          <p:cNvSpPr txBox="1"/>
          <p:nvPr/>
        </p:nvSpPr>
        <p:spPr>
          <a:xfrm>
            <a:off x="5304425" y="4514571"/>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rgbClr val="212121"/>
                </a:solidFill>
                <a:latin typeface="Merriweather"/>
                <a:ea typeface="Merriweather"/>
                <a:cs typeface="Merriweather"/>
                <a:sym typeface="Merriweather"/>
              </a:rPr>
              <a:t>1</a:t>
            </a:r>
            <a:endParaRPr b="1" sz="1900">
              <a:solidFill>
                <a:srgbClr val="212121"/>
              </a:solidFill>
              <a:latin typeface="Merriweather"/>
              <a:ea typeface="Merriweather"/>
              <a:cs typeface="Merriweather"/>
              <a:sym typeface="Merriweather"/>
            </a:endParaRPr>
          </a:p>
        </p:txBody>
      </p:sp>
      <p:sp>
        <p:nvSpPr>
          <p:cNvPr id="1806" name="Google Shape;1806;p48"/>
          <p:cNvSpPr txBox="1"/>
          <p:nvPr/>
        </p:nvSpPr>
        <p:spPr>
          <a:xfrm>
            <a:off x="6359775" y="4514596"/>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rgbClr val="212121"/>
                </a:solidFill>
                <a:latin typeface="Merriweather"/>
                <a:ea typeface="Merriweather"/>
                <a:cs typeface="Merriweather"/>
                <a:sym typeface="Merriweather"/>
              </a:rPr>
              <a:t>0</a:t>
            </a:r>
            <a:endParaRPr b="1" sz="1900">
              <a:solidFill>
                <a:srgbClr val="212121"/>
              </a:solidFill>
              <a:latin typeface="Merriweather"/>
              <a:ea typeface="Merriweather"/>
              <a:cs typeface="Merriweather"/>
              <a:sym typeface="Merriweather"/>
            </a:endParaRPr>
          </a:p>
        </p:txBody>
      </p:sp>
      <p:sp>
        <p:nvSpPr>
          <p:cNvPr id="1807" name="Google Shape;1807;p48"/>
          <p:cNvSpPr/>
          <p:nvPr/>
        </p:nvSpPr>
        <p:spPr>
          <a:xfrm rot="5400000">
            <a:off x="3294775" y="3271744"/>
            <a:ext cx="399900" cy="282900"/>
          </a:xfrm>
          <a:prstGeom prst="rightArrow">
            <a:avLst>
              <a:gd fmla="val 50000" name="adj1"/>
              <a:gd fmla="val 50000" name="adj2"/>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808" name="Google Shape;1808;p48"/>
          <p:cNvSpPr txBox="1"/>
          <p:nvPr/>
        </p:nvSpPr>
        <p:spPr>
          <a:xfrm>
            <a:off x="6380275" y="1846884"/>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rgbClr val="212121"/>
                </a:solidFill>
                <a:latin typeface="Merriweather"/>
                <a:ea typeface="Merriweather"/>
                <a:cs typeface="Merriweather"/>
                <a:sym typeface="Merriweather"/>
              </a:rPr>
              <a:t>0</a:t>
            </a:r>
            <a:endParaRPr b="1" sz="1900">
              <a:solidFill>
                <a:srgbClr val="212121"/>
              </a:solidFill>
              <a:latin typeface="Merriweather"/>
              <a:ea typeface="Merriweather"/>
              <a:cs typeface="Merriweather"/>
              <a:sym typeface="Merriweather"/>
            </a:endParaRPr>
          </a:p>
        </p:txBody>
      </p:sp>
      <p:sp>
        <p:nvSpPr>
          <p:cNvPr id="1809" name="Google Shape;1809;p48"/>
          <p:cNvSpPr txBox="1"/>
          <p:nvPr/>
        </p:nvSpPr>
        <p:spPr>
          <a:xfrm>
            <a:off x="7369225" y="4514596"/>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rgbClr val="212121"/>
                </a:solidFill>
                <a:latin typeface="Merriweather"/>
                <a:ea typeface="Merriweather"/>
                <a:cs typeface="Merriweather"/>
                <a:sym typeface="Merriweather"/>
              </a:rPr>
              <a:t>9</a:t>
            </a:r>
            <a:endParaRPr b="1" sz="1900">
              <a:solidFill>
                <a:srgbClr val="212121"/>
              </a:solidFill>
              <a:latin typeface="Merriweather"/>
              <a:ea typeface="Merriweather"/>
              <a:cs typeface="Merriweather"/>
              <a:sym typeface="Merriweather"/>
            </a:endParaRPr>
          </a:p>
        </p:txBody>
      </p:sp>
      <p:sp>
        <p:nvSpPr>
          <p:cNvPr id="1810" name="Google Shape;1810;p48"/>
          <p:cNvSpPr txBox="1"/>
          <p:nvPr/>
        </p:nvSpPr>
        <p:spPr>
          <a:xfrm>
            <a:off x="104250" y="1847609"/>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chemeClr val="dk1"/>
                </a:solidFill>
                <a:latin typeface="Merriweather"/>
                <a:ea typeface="Merriweather"/>
                <a:cs typeface="Merriweather"/>
                <a:sym typeface="Merriweather"/>
              </a:rPr>
              <a:t>4</a:t>
            </a:r>
            <a:endParaRPr b="1" sz="1900">
              <a:solidFill>
                <a:schemeClr val="dk1"/>
              </a:solidFill>
              <a:latin typeface="Merriweather"/>
              <a:ea typeface="Merriweather"/>
              <a:cs typeface="Merriweather"/>
              <a:sym typeface="Merriweather"/>
            </a:endParaRPr>
          </a:p>
        </p:txBody>
      </p:sp>
      <p:sp>
        <p:nvSpPr>
          <p:cNvPr id="1811" name="Google Shape;1811;p48"/>
          <p:cNvSpPr txBox="1"/>
          <p:nvPr/>
        </p:nvSpPr>
        <p:spPr>
          <a:xfrm>
            <a:off x="153125" y="4514584"/>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chemeClr val="dk1"/>
                </a:solidFill>
                <a:latin typeface="Merriweather"/>
                <a:ea typeface="Merriweather"/>
                <a:cs typeface="Merriweather"/>
                <a:sym typeface="Merriweather"/>
              </a:rPr>
              <a:t>5</a:t>
            </a:r>
            <a:endParaRPr b="1" sz="1900">
              <a:solidFill>
                <a:schemeClr val="dk1"/>
              </a:solidFill>
              <a:latin typeface="Merriweather"/>
              <a:ea typeface="Merriweather"/>
              <a:cs typeface="Merriweather"/>
              <a:sym typeface="Merriweather"/>
            </a:endParaRPr>
          </a:p>
        </p:txBody>
      </p:sp>
      <p:sp>
        <p:nvSpPr>
          <p:cNvPr id="1812" name="Google Shape;1812;p48"/>
          <p:cNvSpPr txBox="1"/>
          <p:nvPr/>
        </p:nvSpPr>
        <p:spPr>
          <a:xfrm>
            <a:off x="7359175" y="1846896"/>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rgbClr val="212121"/>
                </a:solidFill>
                <a:latin typeface="Merriweather"/>
                <a:ea typeface="Merriweather"/>
                <a:cs typeface="Merriweather"/>
                <a:sym typeface="Merriweather"/>
              </a:rPr>
              <a:t>9</a:t>
            </a:r>
            <a:endParaRPr b="1" sz="1900">
              <a:solidFill>
                <a:srgbClr val="212121"/>
              </a:solidFill>
              <a:latin typeface="Merriweather"/>
              <a:ea typeface="Merriweather"/>
              <a:cs typeface="Merriweather"/>
              <a:sym typeface="Merriweather"/>
            </a:endParaRPr>
          </a:p>
        </p:txBody>
      </p:sp>
      <p:sp>
        <p:nvSpPr>
          <p:cNvPr id="1813" name="Google Shape;1813;p4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7" name="Shape 1817"/>
        <p:cNvGrpSpPr/>
        <p:nvPr/>
      </p:nvGrpSpPr>
      <p:grpSpPr>
        <a:xfrm>
          <a:off x="0" y="0"/>
          <a:ext cx="0" cy="0"/>
          <a:chOff x="0" y="0"/>
          <a:chExt cx="0" cy="0"/>
        </a:xfrm>
      </p:grpSpPr>
      <p:sp>
        <p:nvSpPr>
          <p:cNvPr id="1818" name="Google Shape;1818;p49"/>
          <p:cNvSpPr txBox="1"/>
          <p:nvPr>
            <p:ph type="title"/>
          </p:nvPr>
        </p:nvSpPr>
        <p:spPr>
          <a:xfrm>
            <a:off x="64975" y="9225"/>
            <a:ext cx="9078900" cy="803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4500"/>
              <a:t>CIRCULAR</a:t>
            </a:r>
            <a:r>
              <a:rPr lang="en" sz="4500"/>
              <a:t> QUEUES</a:t>
            </a:r>
            <a:endParaRPr sz="4500"/>
          </a:p>
        </p:txBody>
      </p:sp>
      <p:grpSp>
        <p:nvGrpSpPr>
          <p:cNvPr id="1819" name="Google Shape;1819;p49"/>
          <p:cNvGrpSpPr/>
          <p:nvPr/>
        </p:nvGrpSpPr>
        <p:grpSpPr>
          <a:xfrm>
            <a:off x="1017226" y="1806037"/>
            <a:ext cx="7109604" cy="415222"/>
            <a:chOff x="1148325" y="1752675"/>
            <a:chExt cx="6847350" cy="513000"/>
          </a:xfrm>
        </p:grpSpPr>
        <p:sp>
          <p:nvSpPr>
            <p:cNvPr id="1820" name="Google Shape;1820;p49"/>
            <p:cNvSpPr/>
            <p:nvPr/>
          </p:nvSpPr>
          <p:spPr>
            <a:xfrm>
              <a:off x="114832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1" name="Google Shape;1821;p49"/>
            <p:cNvSpPr/>
            <p:nvPr/>
          </p:nvSpPr>
          <p:spPr>
            <a:xfrm>
              <a:off x="2146400"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2" name="Google Shape;1822;p49"/>
            <p:cNvSpPr/>
            <p:nvPr/>
          </p:nvSpPr>
          <p:spPr>
            <a:xfrm>
              <a:off x="314447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3" name="Google Shape;1823;p49"/>
            <p:cNvSpPr/>
            <p:nvPr/>
          </p:nvSpPr>
          <p:spPr>
            <a:xfrm>
              <a:off x="4142550"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4" name="Google Shape;1824;p49"/>
            <p:cNvSpPr/>
            <p:nvPr/>
          </p:nvSpPr>
          <p:spPr>
            <a:xfrm>
              <a:off x="514062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5" name="Google Shape;1825;p49"/>
            <p:cNvSpPr/>
            <p:nvPr/>
          </p:nvSpPr>
          <p:spPr>
            <a:xfrm>
              <a:off x="6138700"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6" name="Google Shape;1826;p49"/>
            <p:cNvSpPr/>
            <p:nvPr/>
          </p:nvSpPr>
          <p:spPr>
            <a:xfrm>
              <a:off x="713677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27" name="Google Shape;1827;p49"/>
          <p:cNvSpPr txBox="1"/>
          <p:nvPr/>
        </p:nvSpPr>
        <p:spPr>
          <a:xfrm>
            <a:off x="1083317" y="1419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0</a:t>
            </a:r>
            <a:endParaRPr b="1" sz="1600">
              <a:solidFill>
                <a:schemeClr val="dk1"/>
              </a:solidFill>
              <a:latin typeface="Jua"/>
              <a:ea typeface="Jua"/>
              <a:cs typeface="Jua"/>
              <a:sym typeface="Jua"/>
            </a:endParaRPr>
          </a:p>
        </p:txBody>
      </p:sp>
      <p:sp>
        <p:nvSpPr>
          <p:cNvPr id="1828" name="Google Shape;1828;p49"/>
          <p:cNvSpPr txBox="1"/>
          <p:nvPr/>
        </p:nvSpPr>
        <p:spPr>
          <a:xfrm>
            <a:off x="2138608" y="1419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1</a:t>
            </a:r>
            <a:endParaRPr b="1" sz="1600">
              <a:solidFill>
                <a:schemeClr val="dk1"/>
              </a:solidFill>
              <a:latin typeface="Jua"/>
              <a:ea typeface="Jua"/>
              <a:cs typeface="Jua"/>
              <a:sym typeface="Jua"/>
            </a:endParaRPr>
          </a:p>
        </p:txBody>
      </p:sp>
      <p:sp>
        <p:nvSpPr>
          <p:cNvPr id="1829" name="Google Shape;1829;p49"/>
          <p:cNvSpPr txBox="1"/>
          <p:nvPr/>
        </p:nvSpPr>
        <p:spPr>
          <a:xfrm>
            <a:off x="3193899" y="1419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2</a:t>
            </a:r>
            <a:endParaRPr b="1" sz="1600">
              <a:solidFill>
                <a:schemeClr val="dk1"/>
              </a:solidFill>
              <a:latin typeface="Jua"/>
              <a:ea typeface="Jua"/>
              <a:cs typeface="Jua"/>
              <a:sym typeface="Jua"/>
            </a:endParaRPr>
          </a:p>
        </p:txBody>
      </p:sp>
      <p:sp>
        <p:nvSpPr>
          <p:cNvPr id="1830" name="Google Shape;1830;p49"/>
          <p:cNvSpPr txBox="1"/>
          <p:nvPr/>
        </p:nvSpPr>
        <p:spPr>
          <a:xfrm>
            <a:off x="4221145" y="1419225"/>
            <a:ext cx="6978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3</a:t>
            </a:r>
            <a:endParaRPr b="1" sz="1600">
              <a:solidFill>
                <a:schemeClr val="dk1"/>
              </a:solidFill>
              <a:latin typeface="Jua"/>
              <a:ea typeface="Jua"/>
              <a:cs typeface="Jua"/>
              <a:sym typeface="Jua"/>
            </a:endParaRPr>
          </a:p>
        </p:txBody>
      </p:sp>
      <p:sp>
        <p:nvSpPr>
          <p:cNvPr id="1831" name="Google Shape;1831;p49"/>
          <p:cNvSpPr txBox="1"/>
          <p:nvPr/>
        </p:nvSpPr>
        <p:spPr>
          <a:xfrm>
            <a:off x="5304481" y="1419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4</a:t>
            </a:r>
            <a:endParaRPr b="1" sz="1600">
              <a:solidFill>
                <a:schemeClr val="dk1"/>
              </a:solidFill>
              <a:latin typeface="Jua"/>
              <a:ea typeface="Jua"/>
              <a:cs typeface="Jua"/>
              <a:sym typeface="Jua"/>
            </a:endParaRPr>
          </a:p>
        </p:txBody>
      </p:sp>
      <p:sp>
        <p:nvSpPr>
          <p:cNvPr id="1832" name="Google Shape;1832;p49"/>
          <p:cNvSpPr txBox="1"/>
          <p:nvPr/>
        </p:nvSpPr>
        <p:spPr>
          <a:xfrm>
            <a:off x="6359772" y="1419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5</a:t>
            </a:r>
            <a:endParaRPr b="1" sz="1600">
              <a:solidFill>
                <a:schemeClr val="dk1"/>
              </a:solidFill>
              <a:latin typeface="Jua"/>
              <a:ea typeface="Jua"/>
              <a:cs typeface="Jua"/>
              <a:sym typeface="Jua"/>
            </a:endParaRPr>
          </a:p>
        </p:txBody>
      </p:sp>
      <p:sp>
        <p:nvSpPr>
          <p:cNvPr id="1833" name="Google Shape;1833;p49"/>
          <p:cNvSpPr txBox="1"/>
          <p:nvPr/>
        </p:nvSpPr>
        <p:spPr>
          <a:xfrm>
            <a:off x="7415063" y="1419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6</a:t>
            </a:r>
            <a:endParaRPr b="1" sz="1600">
              <a:solidFill>
                <a:schemeClr val="dk1"/>
              </a:solidFill>
              <a:latin typeface="Jua"/>
              <a:ea typeface="Jua"/>
              <a:cs typeface="Jua"/>
              <a:sym typeface="Jua"/>
            </a:endParaRPr>
          </a:p>
        </p:txBody>
      </p:sp>
      <p:sp>
        <p:nvSpPr>
          <p:cNvPr id="1834" name="Google Shape;1834;p49"/>
          <p:cNvSpPr txBox="1"/>
          <p:nvPr/>
        </p:nvSpPr>
        <p:spPr>
          <a:xfrm>
            <a:off x="3193875" y="1847596"/>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rgbClr val="212121"/>
                </a:solidFill>
                <a:latin typeface="Merriweather"/>
                <a:ea typeface="Merriweather"/>
                <a:cs typeface="Merriweather"/>
                <a:sym typeface="Merriweather"/>
              </a:rPr>
              <a:t>4</a:t>
            </a:r>
            <a:endParaRPr b="1" sz="1900">
              <a:solidFill>
                <a:srgbClr val="212121"/>
              </a:solidFill>
              <a:latin typeface="Merriweather"/>
              <a:ea typeface="Merriweather"/>
              <a:cs typeface="Merriweather"/>
              <a:sym typeface="Merriweather"/>
            </a:endParaRPr>
          </a:p>
        </p:txBody>
      </p:sp>
      <p:sp>
        <p:nvSpPr>
          <p:cNvPr id="1835" name="Google Shape;1835;p49"/>
          <p:cNvSpPr/>
          <p:nvPr/>
        </p:nvSpPr>
        <p:spPr>
          <a:xfrm>
            <a:off x="7287925" y="1300375"/>
            <a:ext cx="815700" cy="415200"/>
          </a:xfrm>
          <a:prstGeom prst="roundRect">
            <a:avLst>
              <a:gd fmla="val 16667" name="adj"/>
            </a:avLst>
          </a:prstGeom>
          <a:noFill/>
          <a:ln cap="flat" cmpd="sng" w="381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836" name="Google Shape;1836;p49"/>
          <p:cNvSpPr txBox="1"/>
          <p:nvPr>
            <p:ph idx="4294967295" type="subTitle"/>
          </p:nvPr>
        </p:nvSpPr>
        <p:spPr>
          <a:xfrm>
            <a:off x="7226725" y="897075"/>
            <a:ext cx="941400" cy="456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000">
                <a:latin typeface="Jua"/>
                <a:ea typeface="Jua"/>
                <a:cs typeface="Jua"/>
                <a:sym typeface="Jua"/>
              </a:rPr>
              <a:t>TAIL</a:t>
            </a:r>
            <a:endParaRPr b="1" sz="2000">
              <a:latin typeface="Jua"/>
              <a:ea typeface="Jua"/>
              <a:cs typeface="Jua"/>
              <a:sym typeface="Jua"/>
            </a:endParaRPr>
          </a:p>
        </p:txBody>
      </p:sp>
      <p:sp>
        <p:nvSpPr>
          <p:cNvPr id="1837" name="Google Shape;1837;p49"/>
          <p:cNvSpPr/>
          <p:nvPr/>
        </p:nvSpPr>
        <p:spPr>
          <a:xfrm>
            <a:off x="3096925" y="1300375"/>
            <a:ext cx="815700" cy="415200"/>
          </a:xfrm>
          <a:prstGeom prst="roundRect">
            <a:avLst>
              <a:gd fmla="val 16667" name="adj"/>
            </a:avLst>
          </a:prstGeom>
          <a:noFill/>
          <a:ln cap="flat" cmpd="sng" w="38100">
            <a:solidFill>
              <a:srgbClr val="FF6B6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4"/>
              </a:solidFill>
              <a:latin typeface="Roboto"/>
              <a:ea typeface="Roboto"/>
              <a:cs typeface="Roboto"/>
              <a:sym typeface="Roboto"/>
            </a:endParaRPr>
          </a:p>
        </p:txBody>
      </p:sp>
      <p:sp>
        <p:nvSpPr>
          <p:cNvPr id="1838" name="Google Shape;1838;p49"/>
          <p:cNvSpPr txBox="1"/>
          <p:nvPr>
            <p:ph idx="4294967295" type="subTitle"/>
          </p:nvPr>
        </p:nvSpPr>
        <p:spPr>
          <a:xfrm>
            <a:off x="3034075" y="897075"/>
            <a:ext cx="941400" cy="456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000">
                <a:solidFill>
                  <a:schemeClr val="lt1"/>
                </a:solidFill>
                <a:latin typeface="Jua"/>
                <a:ea typeface="Jua"/>
                <a:cs typeface="Jua"/>
                <a:sym typeface="Jua"/>
              </a:rPr>
              <a:t>HEAD</a:t>
            </a:r>
            <a:endParaRPr b="1" sz="2000">
              <a:solidFill>
                <a:schemeClr val="lt1"/>
              </a:solidFill>
              <a:latin typeface="Jua"/>
              <a:ea typeface="Jua"/>
              <a:cs typeface="Jua"/>
              <a:sym typeface="Jua"/>
            </a:endParaRPr>
          </a:p>
        </p:txBody>
      </p:sp>
      <p:grpSp>
        <p:nvGrpSpPr>
          <p:cNvPr id="1839" name="Google Shape;1839;p49"/>
          <p:cNvGrpSpPr/>
          <p:nvPr/>
        </p:nvGrpSpPr>
        <p:grpSpPr>
          <a:xfrm>
            <a:off x="851600" y="2529963"/>
            <a:ext cx="2026504" cy="546924"/>
            <a:chOff x="851600" y="2529963"/>
            <a:chExt cx="2026504" cy="546924"/>
          </a:xfrm>
        </p:grpSpPr>
        <p:sp>
          <p:nvSpPr>
            <p:cNvPr id="1840" name="Google Shape;1840;p49"/>
            <p:cNvSpPr txBox="1"/>
            <p:nvPr/>
          </p:nvSpPr>
          <p:spPr>
            <a:xfrm>
              <a:off x="851600" y="2529963"/>
              <a:ext cx="1210800" cy="546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800">
                  <a:solidFill>
                    <a:srgbClr val="FF6B65"/>
                  </a:solidFill>
                  <a:latin typeface="Jua"/>
                  <a:ea typeface="Jua"/>
                  <a:cs typeface="Jua"/>
                  <a:sym typeface="Jua"/>
                </a:rPr>
                <a:t>GET</a:t>
              </a:r>
              <a:endParaRPr b="1" sz="2800">
                <a:solidFill>
                  <a:srgbClr val="FF6B65"/>
                </a:solidFill>
                <a:latin typeface="Jua"/>
                <a:ea typeface="Jua"/>
                <a:cs typeface="Jua"/>
                <a:sym typeface="Jua"/>
              </a:endParaRPr>
            </a:p>
          </p:txBody>
        </p:sp>
        <p:sp>
          <p:nvSpPr>
            <p:cNvPr id="1841" name="Google Shape;1841;p49"/>
            <p:cNvSpPr/>
            <p:nvPr/>
          </p:nvSpPr>
          <p:spPr>
            <a:xfrm>
              <a:off x="1986204" y="2661687"/>
              <a:ext cx="891900" cy="4152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42" name="Google Shape;1842;p49"/>
            <p:cNvSpPr txBox="1"/>
            <p:nvPr/>
          </p:nvSpPr>
          <p:spPr>
            <a:xfrm>
              <a:off x="2138600" y="2703234"/>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rgbClr val="0C2E3A"/>
                  </a:solidFill>
                  <a:latin typeface="Merriweather"/>
                  <a:ea typeface="Merriweather"/>
                  <a:cs typeface="Merriweather"/>
                  <a:sym typeface="Merriweather"/>
                </a:rPr>
                <a:t>4</a:t>
              </a:r>
              <a:endParaRPr b="1" sz="1900">
                <a:solidFill>
                  <a:srgbClr val="0C2E3A"/>
                </a:solidFill>
                <a:latin typeface="Merriweather"/>
                <a:ea typeface="Merriweather"/>
                <a:cs typeface="Merriweather"/>
                <a:sym typeface="Merriweather"/>
              </a:endParaRPr>
            </a:p>
          </p:txBody>
        </p:sp>
      </p:grpSp>
      <p:sp>
        <p:nvSpPr>
          <p:cNvPr id="1843" name="Google Shape;1843;p49"/>
          <p:cNvSpPr txBox="1"/>
          <p:nvPr/>
        </p:nvSpPr>
        <p:spPr>
          <a:xfrm>
            <a:off x="4172950" y="1847596"/>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rgbClr val="212121"/>
                </a:solidFill>
                <a:latin typeface="Merriweather"/>
                <a:ea typeface="Merriweather"/>
                <a:cs typeface="Merriweather"/>
                <a:sym typeface="Merriweather"/>
              </a:rPr>
              <a:t>-3</a:t>
            </a:r>
            <a:endParaRPr b="1" sz="1900">
              <a:solidFill>
                <a:srgbClr val="212121"/>
              </a:solidFill>
              <a:latin typeface="Merriweather"/>
              <a:ea typeface="Merriweather"/>
              <a:cs typeface="Merriweather"/>
              <a:sym typeface="Merriweather"/>
            </a:endParaRPr>
          </a:p>
        </p:txBody>
      </p:sp>
      <p:sp>
        <p:nvSpPr>
          <p:cNvPr id="1844" name="Google Shape;1844;p49"/>
          <p:cNvSpPr txBox="1"/>
          <p:nvPr/>
        </p:nvSpPr>
        <p:spPr>
          <a:xfrm>
            <a:off x="5304425" y="1847571"/>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rgbClr val="212121"/>
                </a:solidFill>
                <a:latin typeface="Merriweather"/>
                <a:ea typeface="Merriweather"/>
                <a:cs typeface="Merriweather"/>
                <a:sym typeface="Merriweather"/>
              </a:rPr>
              <a:t>1</a:t>
            </a:r>
            <a:endParaRPr b="1" sz="1900">
              <a:solidFill>
                <a:srgbClr val="212121"/>
              </a:solidFill>
              <a:latin typeface="Merriweather"/>
              <a:ea typeface="Merriweather"/>
              <a:cs typeface="Merriweather"/>
              <a:sym typeface="Merriweather"/>
            </a:endParaRPr>
          </a:p>
        </p:txBody>
      </p:sp>
      <p:grpSp>
        <p:nvGrpSpPr>
          <p:cNvPr id="1845" name="Google Shape;1845;p49"/>
          <p:cNvGrpSpPr/>
          <p:nvPr/>
        </p:nvGrpSpPr>
        <p:grpSpPr>
          <a:xfrm>
            <a:off x="1017226" y="4473037"/>
            <a:ext cx="7109604" cy="415222"/>
            <a:chOff x="1148325" y="1752675"/>
            <a:chExt cx="6847350" cy="513000"/>
          </a:xfrm>
        </p:grpSpPr>
        <p:sp>
          <p:nvSpPr>
            <p:cNvPr id="1846" name="Google Shape;1846;p49"/>
            <p:cNvSpPr/>
            <p:nvPr/>
          </p:nvSpPr>
          <p:spPr>
            <a:xfrm>
              <a:off x="114832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7" name="Google Shape;1847;p49"/>
            <p:cNvSpPr/>
            <p:nvPr/>
          </p:nvSpPr>
          <p:spPr>
            <a:xfrm>
              <a:off x="2146400"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8" name="Google Shape;1848;p49"/>
            <p:cNvSpPr/>
            <p:nvPr/>
          </p:nvSpPr>
          <p:spPr>
            <a:xfrm>
              <a:off x="314447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9" name="Google Shape;1849;p49"/>
            <p:cNvSpPr/>
            <p:nvPr/>
          </p:nvSpPr>
          <p:spPr>
            <a:xfrm>
              <a:off x="4142550"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0" name="Google Shape;1850;p49"/>
            <p:cNvSpPr/>
            <p:nvPr/>
          </p:nvSpPr>
          <p:spPr>
            <a:xfrm>
              <a:off x="514062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1" name="Google Shape;1851;p49"/>
            <p:cNvSpPr/>
            <p:nvPr/>
          </p:nvSpPr>
          <p:spPr>
            <a:xfrm>
              <a:off x="6138700"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2" name="Google Shape;1852;p49"/>
            <p:cNvSpPr/>
            <p:nvPr/>
          </p:nvSpPr>
          <p:spPr>
            <a:xfrm>
              <a:off x="713677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53" name="Google Shape;1853;p49"/>
          <p:cNvSpPr txBox="1"/>
          <p:nvPr/>
        </p:nvSpPr>
        <p:spPr>
          <a:xfrm>
            <a:off x="1083317" y="4086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0</a:t>
            </a:r>
            <a:endParaRPr b="1" sz="1600">
              <a:solidFill>
                <a:schemeClr val="dk1"/>
              </a:solidFill>
              <a:latin typeface="Jua"/>
              <a:ea typeface="Jua"/>
              <a:cs typeface="Jua"/>
              <a:sym typeface="Jua"/>
            </a:endParaRPr>
          </a:p>
        </p:txBody>
      </p:sp>
      <p:sp>
        <p:nvSpPr>
          <p:cNvPr id="1854" name="Google Shape;1854;p49"/>
          <p:cNvSpPr txBox="1"/>
          <p:nvPr/>
        </p:nvSpPr>
        <p:spPr>
          <a:xfrm>
            <a:off x="2138608" y="4086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1</a:t>
            </a:r>
            <a:endParaRPr b="1" sz="1600">
              <a:solidFill>
                <a:schemeClr val="dk1"/>
              </a:solidFill>
              <a:latin typeface="Jua"/>
              <a:ea typeface="Jua"/>
              <a:cs typeface="Jua"/>
              <a:sym typeface="Jua"/>
            </a:endParaRPr>
          </a:p>
        </p:txBody>
      </p:sp>
      <p:sp>
        <p:nvSpPr>
          <p:cNvPr id="1855" name="Google Shape;1855;p49"/>
          <p:cNvSpPr txBox="1"/>
          <p:nvPr/>
        </p:nvSpPr>
        <p:spPr>
          <a:xfrm>
            <a:off x="3193899" y="4086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2</a:t>
            </a:r>
            <a:endParaRPr b="1" sz="1600">
              <a:solidFill>
                <a:schemeClr val="dk1"/>
              </a:solidFill>
              <a:latin typeface="Jua"/>
              <a:ea typeface="Jua"/>
              <a:cs typeface="Jua"/>
              <a:sym typeface="Jua"/>
            </a:endParaRPr>
          </a:p>
        </p:txBody>
      </p:sp>
      <p:sp>
        <p:nvSpPr>
          <p:cNvPr id="1856" name="Google Shape;1856;p49"/>
          <p:cNvSpPr txBox="1"/>
          <p:nvPr/>
        </p:nvSpPr>
        <p:spPr>
          <a:xfrm>
            <a:off x="4221145" y="4086225"/>
            <a:ext cx="6978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3</a:t>
            </a:r>
            <a:endParaRPr b="1" sz="1600">
              <a:solidFill>
                <a:schemeClr val="dk1"/>
              </a:solidFill>
              <a:latin typeface="Jua"/>
              <a:ea typeface="Jua"/>
              <a:cs typeface="Jua"/>
              <a:sym typeface="Jua"/>
            </a:endParaRPr>
          </a:p>
        </p:txBody>
      </p:sp>
      <p:sp>
        <p:nvSpPr>
          <p:cNvPr id="1857" name="Google Shape;1857;p49"/>
          <p:cNvSpPr txBox="1"/>
          <p:nvPr/>
        </p:nvSpPr>
        <p:spPr>
          <a:xfrm>
            <a:off x="5304481" y="4086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4</a:t>
            </a:r>
            <a:endParaRPr b="1" sz="1600">
              <a:solidFill>
                <a:schemeClr val="dk1"/>
              </a:solidFill>
              <a:latin typeface="Jua"/>
              <a:ea typeface="Jua"/>
              <a:cs typeface="Jua"/>
              <a:sym typeface="Jua"/>
            </a:endParaRPr>
          </a:p>
        </p:txBody>
      </p:sp>
      <p:sp>
        <p:nvSpPr>
          <p:cNvPr id="1858" name="Google Shape;1858;p49"/>
          <p:cNvSpPr txBox="1"/>
          <p:nvPr/>
        </p:nvSpPr>
        <p:spPr>
          <a:xfrm>
            <a:off x="6359772" y="4086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5</a:t>
            </a:r>
            <a:endParaRPr b="1" sz="1600">
              <a:solidFill>
                <a:schemeClr val="dk1"/>
              </a:solidFill>
              <a:latin typeface="Jua"/>
              <a:ea typeface="Jua"/>
              <a:cs typeface="Jua"/>
              <a:sym typeface="Jua"/>
            </a:endParaRPr>
          </a:p>
        </p:txBody>
      </p:sp>
      <p:sp>
        <p:nvSpPr>
          <p:cNvPr id="1859" name="Google Shape;1859;p49"/>
          <p:cNvSpPr txBox="1"/>
          <p:nvPr/>
        </p:nvSpPr>
        <p:spPr>
          <a:xfrm>
            <a:off x="7415063" y="4086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6</a:t>
            </a:r>
            <a:endParaRPr b="1" sz="1600">
              <a:solidFill>
                <a:schemeClr val="dk1"/>
              </a:solidFill>
              <a:latin typeface="Jua"/>
              <a:ea typeface="Jua"/>
              <a:cs typeface="Jua"/>
              <a:sym typeface="Jua"/>
            </a:endParaRPr>
          </a:p>
        </p:txBody>
      </p:sp>
      <p:sp>
        <p:nvSpPr>
          <p:cNvPr id="1860" name="Google Shape;1860;p49"/>
          <p:cNvSpPr txBox="1"/>
          <p:nvPr/>
        </p:nvSpPr>
        <p:spPr>
          <a:xfrm>
            <a:off x="2138600" y="4514584"/>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900">
              <a:solidFill>
                <a:srgbClr val="0C2E3A"/>
              </a:solidFill>
              <a:latin typeface="Merriweather"/>
              <a:ea typeface="Merriweather"/>
              <a:cs typeface="Merriweather"/>
              <a:sym typeface="Merriweather"/>
            </a:endParaRPr>
          </a:p>
        </p:txBody>
      </p:sp>
      <p:sp>
        <p:nvSpPr>
          <p:cNvPr id="1861" name="Google Shape;1861;p49"/>
          <p:cNvSpPr txBox="1"/>
          <p:nvPr/>
        </p:nvSpPr>
        <p:spPr>
          <a:xfrm>
            <a:off x="3193875" y="4514596"/>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900">
              <a:solidFill>
                <a:srgbClr val="212121"/>
              </a:solidFill>
              <a:latin typeface="Merriweather"/>
              <a:ea typeface="Merriweather"/>
              <a:cs typeface="Merriweather"/>
              <a:sym typeface="Merriweather"/>
            </a:endParaRPr>
          </a:p>
        </p:txBody>
      </p:sp>
      <p:sp>
        <p:nvSpPr>
          <p:cNvPr id="1862" name="Google Shape;1862;p49"/>
          <p:cNvSpPr/>
          <p:nvPr/>
        </p:nvSpPr>
        <p:spPr>
          <a:xfrm>
            <a:off x="7287925" y="3967375"/>
            <a:ext cx="815700" cy="415200"/>
          </a:xfrm>
          <a:prstGeom prst="roundRect">
            <a:avLst>
              <a:gd fmla="val 16667" name="adj"/>
            </a:avLst>
          </a:prstGeom>
          <a:noFill/>
          <a:ln cap="flat" cmpd="sng" w="381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863" name="Google Shape;1863;p49"/>
          <p:cNvSpPr txBox="1"/>
          <p:nvPr>
            <p:ph idx="4294967295" type="subTitle"/>
          </p:nvPr>
        </p:nvSpPr>
        <p:spPr>
          <a:xfrm>
            <a:off x="7226725" y="3564075"/>
            <a:ext cx="941400" cy="456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000">
                <a:latin typeface="Jua"/>
                <a:ea typeface="Jua"/>
                <a:cs typeface="Jua"/>
                <a:sym typeface="Jua"/>
              </a:rPr>
              <a:t>TAIL</a:t>
            </a:r>
            <a:endParaRPr b="1" sz="2000">
              <a:latin typeface="Jua"/>
              <a:ea typeface="Jua"/>
              <a:cs typeface="Jua"/>
              <a:sym typeface="Jua"/>
            </a:endParaRPr>
          </a:p>
        </p:txBody>
      </p:sp>
      <p:sp>
        <p:nvSpPr>
          <p:cNvPr id="1864" name="Google Shape;1864;p49"/>
          <p:cNvSpPr/>
          <p:nvPr/>
        </p:nvSpPr>
        <p:spPr>
          <a:xfrm>
            <a:off x="6221125" y="3967375"/>
            <a:ext cx="815700" cy="415200"/>
          </a:xfrm>
          <a:prstGeom prst="roundRect">
            <a:avLst>
              <a:gd fmla="val 16667" name="adj"/>
            </a:avLst>
          </a:prstGeom>
          <a:noFill/>
          <a:ln cap="flat" cmpd="sng" w="38100">
            <a:solidFill>
              <a:srgbClr val="FF6B6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4"/>
              </a:solidFill>
              <a:latin typeface="Roboto"/>
              <a:ea typeface="Roboto"/>
              <a:cs typeface="Roboto"/>
              <a:sym typeface="Roboto"/>
            </a:endParaRPr>
          </a:p>
        </p:txBody>
      </p:sp>
      <p:sp>
        <p:nvSpPr>
          <p:cNvPr id="1865" name="Google Shape;1865;p49"/>
          <p:cNvSpPr txBox="1"/>
          <p:nvPr>
            <p:ph idx="4294967295" type="subTitle"/>
          </p:nvPr>
        </p:nvSpPr>
        <p:spPr>
          <a:xfrm>
            <a:off x="6158275" y="3564075"/>
            <a:ext cx="941400" cy="456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000">
                <a:solidFill>
                  <a:schemeClr val="lt1"/>
                </a:solidFill>
                <a:latin typeface="Jua"/>
                <a:ea typeface="Jua"/>
                <a:cs typeface="Jua"/>
                <a:sym typeface="Jua"/>
              </a:rPr>
              <a:t>HEAD</a:t>
            </a:r>
            <a:endParaRPr b="1" sz="2000">
              <a:solidFill>
                <a:schemeClr val="lt1"/>
              </a:solidFill>
              <a:latin typeface="Jua"/>
              <a:ea typeface="Jua"/>
              <a:cs typeface="Jua"/>
              <a:sym typeface="Jua"/>
            </a:endParaRPr>
          </a:p>
        </p:txBody>
      </p:sp>
      <p:sp>
        <p:nvSpPr>
          <p:cNvPr id="1866" name="Google Shape;1866;p49"/>
          <p:cNvSpPr txBox="1"/>
          <p:nvPr/>
        </p:nvSpPr>
        <p:spPr>
          <a:xfrm>
            <a:off x="4172950" y="4514596"/>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900">
              <a:solidFill>
                <a:srgbClr val="212121"/>
              </a:solidFill>
              <a:latin typeface="Merriweather"/>
              <a:ea typeface="Merriweather"/>
              <a:cs typeface="Merriweather"/>
              <a:sym typeface="Merriweather"/>
            </a:endParaRPr>
          </a:p>
        </p:txBody>
      </p:sp>
      <p:sp>
        <p:nvSpPr>
          <p:cNvPr id="1867" name="Google Shape;1867;p49"/>
          <p:cNvSpPr txBox="1"/>
          <p:nvPr/>
        </p:nvSpPr>
        <p:spPr>
          <a:xfrm>
            <a:off x="5304425" y="4514571"/>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900">
              <a:solidFill>
                <a:srgbClr val="212121"/>
              </a:solidFill>
              <a:latin typeface="Merriweather"/>
              <a:ea typeface="Merriweather"/>
              <a:cs typeface="Merriweather"/>
              <a:sym typeface="Merriweather"/>
            </a:endParaRPr>
          </a:p>
        </p:txBody>
      </p:sp>
      <p:sp>
        <p:nvSpPr>
          <p:cNvPr id="1868" name="Google Shape;1868;p49"/>
          <p:cNvSpPr txBox="1"/>
          <p:nvPr/>
        </p:nvSpPr>
        <p:spPr>
          <a:xfrm>
            <a:off x="6359775" y="4514596"/>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rgbClr val="212121"/>
                </a:solidFill>
                <a:latin typeface="Merriweather"/>
                <a:ea typeface="Merriweather"/>
                <a:cs typeface="Merriweather"/>
                <a:sym typeface="Merriweather"/>
              </a:rPr>
              <a:t>0</a:t>
            </a:r>
            <a:endParaRPr b="1" sz="1900">
              <a:solidFill>
                <a:srgbClr val="212121"/>
              </a:solidFill>
              <a:latin typeface="Merriweather"/>
              <a:ea typeface="Merriweather"/>
              <a:cs typeface="Merriweather"/>
              <a:sym typeface="Merriweather"/>
            </a:endParaRPr>
          </a:p>
        </p:txBody>
      </p:sp>
      <p:sp>
        <p:nvSpPr>
          <p:cNvPr id="1869" name="Google Shape;1869;p49"/>
          <p:cNvSpPr/>
          <p:nvPr/>
        </p:nvSpPr>
        <p:spPr>
          <a:xfrm rot="5400000">
            <a:off x="6418975" y="3271744"/>
            <a:ext cx="399900" cy="282900"/>
          </a:xfrm>
          <a:prstGeom prst="rightArrow">
            <a:avLst>
              <a:gd fmla="val 50000" name="adj1"/>
              <a:gd fmla="val 50000" name="adj2"/>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870" name="Google Shape;1870;p49"/>
          <p:cNvSpPr txBox="1"/>
          <p:nvPr/>
        </p:nvSpPr>
        <p:spPr>
          <a:xfrm>
            <a:off x="6380275" y="1846884"/>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rgbClr val="212121"/>
                </a:solidFill>
                <a:latin typeface="Merriweather"/>
                <a:ea typeface="Merriweather"/>
                <a:cs typeface="Merriweather"/>
                <a:sym typeface="Merriweather"/>
              </a:rPr>
              <a:t>0</a:t>
            </a:r>
            <a:endParaRPr b="1" sz="1900">
              <a:solidFill>
                <a:srgbClr val="212121"/>
              </a:solidFill>
              <a:latin typeface="Merriweather"/>
              <a:ea typeface="Merriweather"/>
              <a:cs typeface="Merriweather"/>
              <a:sym typeface="Merriweather"/>
            </a:endParaRPr>
          </a:p>
        </p:txBody>
      </p:sp>
      <p:sp>
        <p:nvSpPr>
          <p:cNvPr id="1871" name="Google Shape;1871;p49"/>
          <p:cNvSpPr txBox="1"/>
          <p:nvPr/>
        </p:nvSpPr>
        <p:spPr>
          <a:xfrm>
            <a:off x="7369225" y="4514596"/>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rgbClr val="212121"/>
                </a:solidFill>
                <a:latin typeface="Merriweather"/>
                <a:ea typeface="Merriweather"/>
                <a:cs typeface="Merriweather"/>
                <a:sym typeface="Merriweather"/>
              </a:rPr>
              <a:t>9</a:t>
            </a:r>
            <a:endParaRPr b="1" sz="1900">
              <a:solidFill>
                <a:srgbClr val="212121"/>
              </a:solidFill>
              <a:latin typeface="Merriweather"/>
              <a:ea typeface="Merriweather"/>
              <a:cs typeface="Merriweather"/>
              <a:sym typeface="Merriweather"/>
            </a:endParaRPr>
          </a:p>
        </p:txBody>
      </p:sp>
      <p:sp>
        <p:nvSpPr>
          <p:cNvPr id="1872" name="Google Shape;1872;p49"/>
          <p:cNvSpPr txBox="1"/>
          <p:nvPr/>
        </p:nvSpPr>
        <p:spPr>
          <a:xfrm>
            <a:off x="104250" y="1847609"/>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chemeClr val="dk1"/>
                </a:solidFill>
                <a:latin typeface="Merriweather"/>
                <a:ea typeface="Merriweather"/>
                <a:cs typeface="Merriweather"/>
                <a:sym typeface="Merriweather"/>
              </a:rPr>
              <a:t>5</a:t>
            </a:r>
            <a:endParaRPr b="1" sz="1900">
              <a:solidFill>
                <a:schemeClr val="dk1"/>
              </a:solidFill>
              <a:latin typeface="Merriweather"/>
              <a:ea typeface="Merriweather"/>
              <a:cs typeface="Merriweather"/>
              <a:sym typeface="Merriweather"/>
            </a:endParaRPr>
          </a:p>
        </p:txBody>
      </p:sp>
      <p:sp>
        <p:nvSpPr>
          <p:cNvPr id="1873" name="Google Shape;1873;p49"/>
          <p:cNvSpPr txBox="1"/>
          <p:nvPr/>
        </p:nvSpPr>
        <p:spPr>
          <a:xfrm>
            <a:off x="153125" y="4514584"/>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chemeClr val="dk1"/>
                </a:solidFill>
                <a:latin typeface="Merriweather"/>
                <a:ea typeface="Merriweather"/>
                <a:cs typeface="Merriweather"/>
                <a:sym typeface="Merriweather"/>
              </a:rPr>
              <a:t>8</a:t>
            </a:r>
            <a:endParaRPr b="1" sz="1900">
              <a:solidFill>
                <a:schemeClr val="dk1"/>
              </a:solidFill>
              <a:latin typeface="Merriweather"/>
              <a:ea typeface="Merriweather"/>
              <a:cs typeface="Merriweather"/>
              <a:sym typeface="Merriweather"/>
            </a:endParaRPr>
          </a:p>
        </p:txBody>
      </p:sp>
      <p:sp>
        <p:nvSpPr>
          <p:cNvPr id="1874" name="Google Shape;1874;p49"/>
          <p:cNvSpPr txBox="1"/>
          <p:nvPr/>
        </p:nvSpPr>
        <p:spPr>
          <a:xfrm>
            <a:off x="7359175" y="1846896"/>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rgbClr val="212121"/>
                </a:solidFill>
                <a:latin typeface="Merriweather"/>
                <a:ea typeface="Merriweather"/>
                <a:cs typeface="Merriweather"/>
                <a:sym typeface="Merriweather"/>
              </a:rPr>
              <a:t>9</a:t>
            </a:r>
            <a:endParaRPr b="1" sz="1900">
              <a:solidFill>
                <a:srgbClr val="212121"/>
              </a:solidFill>
              <a:latin typeface="Merriweather"/>
              <a:ea typeface="Merriweather"/>
              <a:cs typeface="Merriweather"/>
              <a:sym typeface="Merriweather"/>
            </a:endParaRPr>
          </a:p>
        </p:txBody>
      </p:sp>
      <p:grpSp>
        <p:nvGrpSpPr>
          <p:cNvPr id="1875" name="Google Shape;1875;p49"/>
          <p:cNvGrpSpPr/>
          <p:nvPr/>
        </p:nvGrpSpPr>
        <p:grpSpPr>
          <a:xfrm>
            <a:off x="3096925" y="2529963"/>
            <a:ext cx="2026504" cy="546924"/>
            <a:chOff x="851600" y="2529963"/>
            <a:chExt cx="2026504" cy="546924"/>
          </a:xfrm>
        </p:grpSpPr>
        <p:sp>
          <p:nvSpPr>
            <p:cNvPr id="1876" name="Google Shape;1876;p49"/>
            <p:cNvSpPr txBox="1"/>
            <p:nvPr/>
          </p:nvSpPr>
          <p:spPr>
            <a:xfrm>
              <a:off x="851600" y="2529963"/>
              <a:ext cx="1210800" cy="546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800">
                  <a:solidFill>
                    <a:srgbClr val="FF6B65"/>
                  </a:solidFill>
                  <a:latin typeface="Jua"/>
                  <a:ea typeface="Jua"/>
                  <a:cs typeface="Jua"/>
                  <a:sym typeface="Jua"/>
                </a:rPr>
                <a:t>GET</a:t>
              </a:r>
              <a:endParaRPr b="1" sz="2800">
                <a:solidFill>
                  <a:srgbClr val="FF6B65"/>
                </a:solidFill>
                <a:latin typeface="Jua"/>
                <a:ea typeface="Jua"/>
                <a:cs typeface="Jua"/>
                <a:sym typeface="Jua"/>
              </a:endParaRPr>
            </a:p>
          </p:txBody>
        </p:sp>
        <p:sp>
          <p:nvSpPr>
            <p:cNvPr id="1877" name="Google Shape;1877;p49"/>
            <p:cNvSpPr/>
            <p:nvPr/>
          </p:nvSpPr>
          <p:spPr>
            <a:xfrm>
              <a:off x="1986204" y="2661687"/>
              <a:ext cx="891900" cy="4152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78" name="Google Shape;1878;p49"/>
            <p:cNvSpPr txBox="1"/>
            <p:nvPr/>
          </p:nvSpPr>
          <p:spPr>
            <a:xfrm>
              <a:off x="2138600" y="2703234"/>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rgbClr val="0C2E3A"/>
                  </a:solidFill>
                  <a:latin typeface="Merriweather"/>
                  <a:ea typeface="Merriweather"/>
                  <a:cs typeface="Merriweather"/>
                  <a:sym typeface="Merriweather"/>
                </a:rPr>
                <a:t>-3</a:t>
              </a:r>
              <a:endParaRPr b="1" sz="1900">
                <a:solidFill>
                  <a:srgbClr val="0C2E3A"/>
                </a:solidFill>
                <a:latin typeface="Merriweather"/>
                <a:ea typeface="Merriweather"/>
                <a:cs typeface="Merriweather"/>
                <a:sym typeface="Merriweather"/>
              </a:endParaRPr>
            </a:p>
          </p:txBody>
        </p:sp>
      </p:grpSp>
      <p:grpSp>
        <p:nvGrpSpPr>
          <p:cNvPr id="1879" name="Google Shape;1879;p49"/>
          <p:cNvGrpSpPr/>
          <p:nvPr/>
        </p:nvGrpSpPr>
        <p:grpSpPr>
          <a:xfrm>
            <a:off x="5230525" y="2529963"/>
            <a:ext cx="2026504" cy="546924"/>
            <a:chOff x="851600" y="2529963"/>
            <a:chExt cx="2026504" cy="546924"/>
          </a:xfrm>
        </p:grpSpPr>
        <p:sp>
          <p:nvSpPr>
            <p:cNvPr id="1880" name="Google Shape;1880;p49"/>
            <p:cNvSpPr txBox="1"/>
            <p:nvPr/>
          </p:nvSpPr>
          <p:spPr>
            <a:xfrm>
              <a:off x="851600" y="2529963"/>
              <a:ext cx="1210800" cy="546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800">
                  <a:solidFill>
                    <a:srgbClr val="FF6B65"/>
                  </a:solidFill>
                  <a:latin typeface="Jua"/>
                  <a:ea typeface="Jua"/>
                  <a:cs typeface="Jua"/>
                  <a:sym typeface="Jua"/>
                </a:rPr>
                <a:t>GET</a:t>
              </a:r>
              <a:endParaRPr b="1" sz="2800">
                <a:solidFill>
                  <a:srgbClr val="FF6B65"/>
                </a:solidFill>
                <a:latin typeface="Jua"/>
                <a:ea typeface="Jua"/>
                <a:cs typeface="Jua"/>
                <a:sym typeface="Jua"/>
              </a:endParaRPr>
            </a:p>
          </p:txBody>
        </p:sp>
        <p:sp>
          <p:nvSpPr>
            <p:cNvPr id="1881" name="Google Shape;1881;p49"/>
            <p:cNvSpPr/>
            <p:nvPr/>
          </p:nvSpPr>
          <p:spPr>
            <a:xfrm>
              <a:off x="1986204" y="2661687"/>
              <a:ext cx="891900" cy="4152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82" name="Google Shape;1882;p49"/>
            <p:cNvSpPr txBox="1"/>
            <p:nvPr/>
          </p:nvSpPr>
          <p:spPr>
            <a:xfrm>
              <a:off x="2138600" y="2703234"/>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rgbClr val="0C2E3A"/>
                  </a:solidFill>
                  <a:latin typeface="Merriweather"/>
                  <a:ea typeface="Merriweather"/>
                  <a:cs typeface="Merriweather"/>
                  <a:sym typeface="Merriweather"/>
                </a:rPr>
                <a:t>1</a:t>
              </a:r>
              <a:endParaRPr b="1" sz="1900">
                <a:solidFill>
                  <a:srgbClr val="0C2E3A"/>
                </a:solidFill>
                <a:latin typeface="Merriweather"/>
                <a:ea typeface="Merriweather"/>
                <a:cs typeface="Merriweather"/>
                <a:sym typeface="Merriweather"/>
              </a:endParaRPr>
            </a:p>
          </p:txBody>
        </p:sp>
      </p:grpSp>
      <p:sp>
        <p:nvSpPr>
          <p:cNvPr id="1883" name="Google Shape;1883;p4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7" name="Shape 1887"/>
        <p:cNvGrpSpPr/>
        <p:nvPr/>
      </p:nvGrpSpPr>
      <p:grpSpPr>
        <a:xfrm>
          <a:off x="0" y="0"/>
          <a:ext cx="0" cy="0"/>
          <a:chOff x="0" y="0"/>
          <a:chExt cx="0" cy="0"/>
        </a:xfrm>
      </p:grpSpPr>
      <p:sp>
        <p:nvSpPr>
          <p:cNvPr id="1888" name="Google Shape;1888;p50"/>
          <p:cNvSpPr txBox="1"/>
          <p:nvPr>
            <p:ph type="title"/>
          </p:nvPr>
        </p:nvSpPr>
        <p:spPr>
          <a:xfrm>
            <a:off x="64975" y="9225"/>
            <a:ext cx="9078900" cy="803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4500"/>
              <a:t>CIRCULAR QUEUES</a:t>
            </a:r>
            <a:endParaRPr sz="4500"/>
          </a:p>
        </p:txBody>
      </p:sp>
      <p:grpSp>
        <p:nvGrpSpPr>
          <p:cNvPr id="1889" name="Google Shape;1889;p50"/>
          <p:cNvGrpSpPr/>
          <p:nvPr/>
        </p:nvGrpSpPr>
        <p:grpSpPr>
          <a:xfrm>
            <a:off x="1017226" y="1806037"/>
            <a:ext cx="7109604" cy="415222"/>
            <a:chOff x="1148325" y="1752675"/>
            <a:chExt cx="6847350" cy="513000"/>
          </a:xfrm>
        </p:grpSpPr>
        <p:sp>
          <p:nvSpPr>
            <p:cNvPr id="1890" name="Google Shape;1890;p50"/>
            <p:cNvSpPr/>
            <p:nvPr/>
          </p:nvSpPr>
          <p:spPr>
            <a:xfrm>
              <a:off x="114832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1" name="Google Shape;1891;p50"/>
            <p:cNvSpPr/>
            <p:nvPr/>
          </p:nvSpPr>
          <p:spPr>
            <a:xfrm>
              <a:off x="2146400"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2" name="Google Shape;1892;p50"/>
            <p:cNvSpPr/>
            <p:nvPr/>
          </p:nvSpPr>
          <p:spPr>
            <a:xfrm>
              <a:off x="314447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3" name="Google Shape;1893;p50"/>
            <p:cNvSpPr/>
            <p:nvPr/>
          </p:nvSpPr>
          <p:spPr>
            <a:xfrm>
              <a:off x="4142550"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4" name="Google Shape;1894;p50"/>
            <p:cNvSpPr/>
            <p:nvPr/>
          </p:nvSpPr>
          <p:spPr>
            <a:xfrm>
              <a:off x="514062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5" name="Google Shape;1895;p50"/>
            <p:cNvSpPr/>
            <p:nvPr/>
          </p:nvSpPr>
          <p:spPr>
            <a:xfrm>
              <a:off x="6138700"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6" name="Google Shape;1896;p50"/>
            <p:cNvSpPr/>
            <p:nvPr/>
          </p:nvSpPr>
          <p:spPr>
            <a:xfrm>
              <a:off x="713677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97" name="Google Shape;1897;p50"/>
          <p:cNvSpPr txBox="1"/>
          <p:nvPr/>
        </p:nvSpPr>
        <p:spPr>
          <a:xfrm>
            <a:off x="1083317" y="1419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0</a:t>
            </a:r>
            <a:endParaRPr b="1" sz="1600">
              <a:solidFill>
                <a:schemeClr val="dk1"/>
              </a:solidFill>
              <a:latin typeface="Jua"/>
              <a:ea typeface="Jua"/>
              <a:cs typeface="Jua"/>
              <a:sym typeface="Jua"/>
            </a:endParaRPr>
          </a:p>
        </p:txBody>
      </p:sp>
      <p:sp>
        <p:nvSpPr>
          <p:cNvPr id="1898" name="Google Shape;1898;p50"/>
          <p:cNvSpPr txBox="1"/>
          <p:nvPr/>
        </p:nvSpPr>
        <p:spPr>
          <a:xfrm>
            <a:off x="2138608" y="1419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1</a:t>
            </a:r>
            <a:endParaRPr b="1" sz="1600">
              <a:solidFill>
                <a:schemeClr val="dk1"/>
              </a:solidFill>
              <a:latin typeface="Jua"/>
              <a:ea typeface="Jua"/>
              <a:cs typeface="Jua"/>
              <a:sym typeface="Jua"/>
            </a:endParaRPr>
          </a:p>
        </p:txBody>
      </p:sp>
      <p:sp>
        <p:nvSpPr>
          <p:cNvPr id="1899" name="Google Shape;1899;p50"/>
          <p:cNvSpPr txBox="1"/>
          <p:nvPr/>
        </p:nvSpPr>
        <p:spPr>
          <a:xfrm>
            <a:off x="3193899" y="1419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2</a:t>
            </a:r>
            <a:endParaRPr b="1" sz="1600">
              <a:solidFill>
                <a:schemeClr val="dk1"/>
              </a:solidFill>
              <a:latin typeface="Jua"/>
              <a:ea typeface="Jua"/>
              <a:cs typeface="Jua"/>
              <a:sym typeface="Jua"/>
            </a:endParaRPr>
          </a:p>
        </p:txBody>
      </p:sp>
      <p:sp>
        <p:nvSpPr>
          <p:cNvPr id="1900" name="Google Shape;1900;p50"/>
          <p:cNvSpPr txBox="1"/>
          <p:nvPr/>
        </p:nvSpPr>
        <p:spPr>
          <a:xfrm>
            <a:off x="4221145" y="1419225"/>
            <a:ext cx="6978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3</a:t>
            </a:r>
            <a:endParaRPr b="1" sz="1600">
              <a:solidFill>
                <a:schemeClr val="dk1"/>
              </a:solidFill>
              <a:latin typeface="Jua"/>
              <a:ea typeface="Jua"/>
              <a:cs typeface="Jua"/>
              <a:sym typeface="Jua"/>
            </a:endParaRPr>
          </a:p>
        </p:txBody>
      </p:sp>
      <p:sp>
        <p:nvSpPr>
          <p:cNvPr id="1901" name="Google Shape;1901;p50"/>
          <p:cNvSpPr txBox="1"/>
          <p:nvPr/>
        </p:nvSpPr>
        <p:spPr>
          <a:xfrm>
            <a:off x="5304481" y="1419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4</a:t>
            </a:r>
            <a:endParaRPr b="1" sz="1600">
              <a:solidFill>
                <a:schemeClr val="dk1"/>
              </a:solidFill>
              <a:latin typeface="Jua"/>
              <a:ea typeface="Jua"/>
              <a:cs typeface="Jua"/>
              <a:sym typeface="Jua"/>
            </a:endParaRPr>
          </a:p>
        </p:txBody>
      </p:sp>
      <p:sp>
        <p:nvSpPr>
          <p:cNvPr id="1902" name="Google Shape;1902;p50"/>
          <p:cNvSpPr txBox="1"/>
          <p:nvPr/>
        </p:nvSpPr>
        <p:spPr>
          <a:xfrm>
            <a:off x="6359772" y="1419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5</a:t>
            </a:r>
            <a:endParaRPr b="1" sz="1600">
              <a:solidFill>
                <a:schemeClr val="dk1"/>
              </a:solidFill>
              <a:latin typeface="Jua"/>
              <a:ea typeface="Jua"/>
              <a:cs typeface="Jua"/>
              <a:sym typeface="Jua"/>
            </a:endParaRPr>
          </a:p>
        </p:txBody>
      </p:sp>
      <p:sp>
        <p:nvSpPr>
          <p:cNvPr id="1903" name="Google Shape;1903;p50"/>
          <p:cNvSpPr txBox="1"/>
          <p:nvPr/>
        </p:nvSpPr>
        <p:spPr>
          <a:xfrm>
            <a:off x="7415063" y="1419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6</a:t>
            </a:r>
            <a:endParaRPr b="1" sz="1600">
              <a:solidFill>
                <a:schemeClr val="dk1"/>
              </a:solidFill>
              <a:latin typeface="Jua"/>
              <a:ea typeface="Jua"/>
              <a:cs typeface="Jua"/>
              <a:sym typeface="Jua"/>
            </a:endParaRPr>
          </a:p>
        </p:txBody>
      </p:sp>
      <p:sp>
        <p:nvSpPr>
          <p:cNvPr id="1904" name="Google Shape;1904;p50"/>
          <p:cNvSpPr/>
          <p:nvPr/>
        </p:nvSpPr>
        <p:spPr>
          <a:xfrm>
            <a:off x="7287925" y="1300375"/>
            <a:ext cx="815700" cy="415200"/>
          </a:xfrm>
          <a:prstGeom prst="roundRect">
            <a:avLst>
              <a:gd fmla="val 16667" name="adj"/>
            </a:avLst>
          </a:prstGeom>
          <a:noFill/>
          <a:ln cap="flat" cmpd="sng" w="381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905" name="Google Shape;1905;p50"/>
          <p:cNvSpPr txBox="1"/>
          <p:nvPr>
            <p:ph idx="4294967295" type="subTitle"/>
          </p:nvPr>
        </p:nvSpPr>
        <p:spPr>
          <a:xfrm>
            <a:off x="7226725" y="897075"/>
            <a:ext cx="941400" cy="456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000">
                <a:latin typeface="Jua"/>
                <a:ea typeface="Jua"/>
                <a:cs typeface="Jua"/>
                <a:sym typeface="Jua"/>
              </a:rPr>
              <a:t>TAIL</a:t>
            </a:r>
            <a:endParaRPr b="1" sz="2000">
              <a:latin typeface="Jua"/>
              <a:ea typeface="Jua"/>
              <a:cs typeface="Jua"/>
              <a:sym typeface="Jua"/>
            </a:endParaRPr>
          </a:p>
        </p:txBody>
      </p:sp>
      <p:sp>
        <p:nvSpPr>
          <p:cNvPr id="1906" name="Google Shape;1906;p50"/>
          <p:cNvSpPr/>
          <p:nvPr/>
        </p:nvSpPr>
        <p:spPr>
          <a:xfrm>
            <a:off x="6297325" y="1300375"/>
            <a:ext cx="815700" cy="415200"/>
          </a:xfrm>
          <a:prstGeom prst="roundRect">
            <a:avLst>
              <a:gd fmla="val 16667" name="adj"/>
            </a:avLst>
          </a:prstGeom>
          <a:noFill/>
          <a:ln cap="flat" cmpd="sng" w="38100">
            <a:solidFill>
              <a:srgbClr val="FF6B6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4"/>
              </a:solidFill>
              <a:latin typeface="Roboto"/>
              <a:ea typeface="Roboto"/>
              <a:cs typeface="Roboto"/>
              <a:sym typeface="Roboto"/>
            </a:endParaRPr>
          </a:p>
        </p:txBody>
      </p:sp>
      <p:sp>
        <p:nvSpPr>
          <p:cNvPr id="1907" name="Google Shape;1907;p50"/>
          <p:cNvSpPr txBox="1"/>
          <p:nvPr>
            <p:ph idx="4294967295" type="subTitle"/>
          </p:nvPr>
        </p:nvSpPr>
        <p:spPr>
          <a:xfrm>
            <a:off x="6234475" y="897075"/>
            <a:ext cx="941400" cy="456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000">
                <a:solidFill>
                  <a:schemeClr val="lt1"/>
                </a:solidFill>
                <a:latin typeface="Jua"/>
                <a:ea typeface="Jua"/>
                <a:cs typeface="Jua"/>
                <a:sym typeface="Jua"/>
              </a:rPr>
              <a:t>HEAD</a:t>
            </a:r>
            <a:endParaRPr b="1" sz="2000">
              <a:solidFill>
                <a:schemeClr val="lt1"/>
              </a:solidFill>
              <a:latin typeface="Jua"/>
              <a:ea typeface="Jua"/>
              <a:cs typeface="Jua"/>
              <a:sym typeface="Jua"/>
            </a:endParaRPr>
          </a:p>
        </p:txBody>
      </p:sp>
      <p:grpSp>
        <p:nvGrpSpPr>
          <p:cNvPr id="1908" name="Google Shape;1908;p50"/>
          <p:cNvGrpSpPr/>
          <p:nvPr/>
        </p:nvGrpSpPr>
        <p:grpSpPr>
          <a:xfrm>
            <a:off x="851600" y="2529963"/>
            <a:ext cx="2026504" cy="546924"/>
            <a:chOff x="851600" y="2529963"/>
            <a:chExt cx="2026504" cy="546924"/>
          </a:xfrm>
        </p:grpSpPr>
        <p:sp>
          <p:nvSpPr>
            <p:cNvPr id="1909" name="Google Shape;1909;p50"/>
            <p:cNvSpPr txBox="1"/>
            <p:nvPr/>
          </p:nvSpPr>
          <p:spPr>
            <a:xfrm>
              <a:off x="851600" y="2529963"/>
              <a:ext cx="1210800" cy="54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chemeClr val="accent2"/>
                  </a:solidFill>
                  <a:latin typeface="Jua"/>
                  <a:ea typeface="Jua"/>
                  <a:cs typeface="Jua"/>
                  <a:sym typeface="Jua"/>
                </a:rPr>
                <a:t>PUT</a:t>
              </a:r>
              <a:endParaRPr b="1" sz="2800">
                <a:solidFill>
                  <a:schemeClr val="accent2"/>
                </a:solidFill>
                <a:latin typeface="Jua"/>
                <a:ea typeface="Jua"/>
                <a:cs typeface="Jua"/>
                <a:sym typeface="Jua"/>
              </a:endParaRPr>
            </a:p>
          </p:txBody>
        </p:sp>
        <p:sp>
          <p:nvSpPr>
            <p:cNvPr id="1910" name="Google Shape;1910;p50"/>
            <p:cNvSpPr/>
            <p:nvPr/>
          </p:nvSpPr>
          <p:spPr>
            <a:xfrm>
              <a:off x="1986204" y="2661687"/>
              <a:ext cx="891900" cy="4152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11" name="Google Shape;1911;p50"/>
            <p:cNvSpPr txBox="1"/>
            <p:nvPr/>
          </p:nvSpPr>
          <p:spPr>
            <a:xfrm>
              <a:off x="2138600" y="2703234"/>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rgbClr val="0C2E3A"/>
                  </a:solidFill>
                  <a:latin typeface="Merriweather"/>
                  <a:ea typeface="Merriweather"/>
                  <a:cs typeface="Merriweather"/>
                  <a:sym typeface="Merriweather"/>
                </a:rPr>
                <a:t>8</a:t>
              </a:r>
              <a:endParaRPr b="1" sz="1900">
                <a:solidFill>
                  <a:srgbClr val="0C2E3A"/>
                </a:solidFill>
                <a:latin typeface="Merriweather"/>
                <a:ea typeface="Merriweather"/>
                <a:cs typeface="Merriweather"/>
                <a:sym typeface="Merriweather"/>
              </a:endParaRPr>
            </a:p>
          </p:txBody>
        </p:sp>
      </p:grpSp>
      <p:grpSp>
        <p:nvGrpSpPr>
          <p:cNvPr id="1912" name="Google Shape;1912;p50"/>
          <p:cNvGrpSpPr/>
          <p:nvPr/>
        </p:nvGrpSpPr>
        <p:grpSpPr>
          <a:xfrm>
            <a:off x="1017226" y="4473037"/>
            <a:ext cx="7109604" cy="415222"/>
            <a:chOff x="1148325" y="1752675"/>
            <a:chExt cx="6847350" cy="513000"/>
          </a:xfrm>
        </p:grpSpPr>
        <p:sp>
          <p:nvSpPr>
            <p:cNvPr id="1913" name="Google Shape;1913;p50"/>
            <p:cNvSpPr/>
            <p:nvPr/>
          </p:nvSpPr>
          <p:spPr>
            <a:xfrm>
              <a:off x="114832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4" name="Google Shape;1914;p50"/>
            <p:cNvSpPr/>
            <p:nvPr/>
          </p:nvSpPr>
          <p:spPr>
            <a:xfrm>
              <a:off x="2146400"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5" name="Google Shape;1915;p50"/>
            <p:cNvSpPr/>
            <p:nvPr/>
          </p:nvSpPr>
          <p:spPr>
            <a:xfrm>
              <a:off x="314447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6" name="Google Shape;1916;p50"/>
            <p:cNvSpPr/>
            <p:nvPr/>
          </p:nvSpPr>
          <p:spPr>
            <a:xfrm>
              <a:off x="4142550"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7" name="Google Shape;1917;p50"/>
            <p:cNvSpPr/>
            <p:nvPr/>
          </p:nvSpPr>
          <p:spPr>
            <a:xfrm>
              <a:off x="514062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8" name="Google Shape;1918;p50"/>
            <p:cNvSpPr/>
            <p:nvPr/>
          </p:nvSpPr>
          <p:spPr>
            <a:xfrm>
              <a:off x="6138700"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9" name="Google Shape;1919;p50"/>
            <p:cNvSpPr/>
            <p:nvPr/>
          </p:nvSpPr>
          <p:spPr>
            <a:xfrm>
              <a:off x="713677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20" name="Google Shape;1920;p50"/>
          <p:cNvSpPr txBox="1"/>
          <p:nvPr/>
        </p:nvSpPr>
        <p:spPr>
          <a:xfrm>
            <a:off x="1083317" y="4086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0</a:t>
            </a:r>
            <a:endParaRPr b="1" sz="1600">
              <a:solidFill>
                <a:schemeClr val="dk1"/>
              </a:solidFill>
              <a:latin typeface="Jua"/>
              <a:ea typeface="Jua"/>
              <a:cs typeface="Jua"/>
              <a:sym typeface="Jua"/>
            </a:endParaRPr>
          </a:p>
        </p:txBody>
      </p:sp>
      <p:sp>
        <p:nvSpPr>
          <p:cNvPr id="1921" name="Google Shape;1921;p50"/>
          <p:cNvSpPr txBox="1"/>
          <p:nvPr/>
        </p:nvSpPr>
        <p:spPr>
          <a:xfrm>
            <a:off x="2138608" y="4086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1</a:t>
            </a:r>
            <a:endParaRPr b="1" sz="1600">
              <a:solidFill>
                <a:schemeClr val="dk1"/>
              </a:solidFill>
              <a:latin typeface="Jua"/>
              <a:ea typeface="Jua"/>
              <a:cs typeface="Jua"/>
              <a:sym typeface="Jua"/>
            </a:endParaRPr>
          </a:p>
        </p:txBody>
      </p:sp>
      <p:sp>
        <p:nvSpPr>
          <p:cNvPr id="1922" name="Google Shape;1922;p50"/>
          <p:cNvSpPr txBox="1"/>
          <p:nvPr/>
        </p:nvSpPr>
        <p:spPr>
          <a:xfrm>
            <a:off x="3193899" y="4086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2</a:t>
            </a:r>
            <a:endParaRPr b="1" sz="1600">
              <a:solidFill>
                <a:schemeClr val="dk1"/>
              </a:solidFill>
              <a:latin typeface="Jua"/>
              <a:ea typeface="Jua"/>
              <a:cs typeface="Jua"/>
              <a:sym typeface="Jua"/>
            </a:endParaRPr>
          </a:p>
        </p:txBody>
      </p:sp>
      <p:sp>
        <p:nvSpPr>
          <p:cNvPr id="1923" name="Google Shape;1923;p50"/>
          <p:cNvSpPr txBox="1"/>
          <p:nvPr/>
        </p:nvSpPr>
        <p:spPr>
          <a:xfrm>
            <a:off x="4221145" y="4086225"/>
            <a:ext cx="6978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3</a:t>
            </a:r>
            <a:endParaRPr b="1" sz="1600">
              <a:solidFill>
                <a:schemeClr val="dk1"/>
              </a:solidFill>
              <a:latin typeface="Jua"/>
              <a:ea typeface="Jua"/>
              <a:cs typeface="Jua"/>
              <a:sym typeface="Jua"/>
            </a:endParaRPr>
          </a:p>
        </p:txBody>
      </p:sp>
      <p:sp>
        <p:nvSpPr>
          <p:cNvPr id="1924" name="Google Shape;1924;p50"/>
          <p:cNvSpPr txBox="1"/>
          <p:nvPr/>
        </p:nvSpPr>
        <p:spPr>
          <a:xfrm>
            <a:off x="5304481" y="4086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4</a:t>
            </a:r>
            <a:endParaRPr b="1" sz="1600">
              <a:solidFill>
                <a:schemeClr val="dk1"/>
              </a:solidFill>
              <a:latin typeface="Jua"/>
              <a:ea typeface="Jua"/>
              <a:cs typeface="Jua"/>
              <a:sym typeface="Jua"/>
            </a:endParaRPr>
          </a:p>
        </p:txBody>
      </p:sp>
      <p:sp>
        <p:nvSpPr>
          <p:cNvPr id="1925" name="Google Shape;1925;p50"/>
          <p:cNvSpPr txBox="1"/>
          <p:nvPr/>
        </p:nvSpPr>
        <p:spPr>
          <a:xfrm>
            <a:off x="6359772" y="4086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5</a:t>
            </a:r>
            <a:endParaRPr b="1" sz="1600">
              <a:solidFill>
                <a:schemeClr val="dk1"/>
              </a:solidFill>
              <a:latin typeface="Jua"/>
              <a:ea typeface="Jua"/>
              <a:cs typeface="Jua"/>
              <a:sym typeface="Jua"/>
            </a:endParaRPr>
          </a:p>
        </p:txBody>
      </p:sp>
      <p:sp>
        <p:nvSpPr>
          <p:cNvPr id="1926" name="Google Shape;1926;p50"/>
          <p:cNvSpPr txBox="1"/>
          <p:nvPr/>
        </p:nvSpPr>
        <p:spPr>
          <a:xfrm>
            <a:off x="7415063" y="4086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6</a:t>
            </a:r>
            <a:endParaRPr b="1" sz="1600">
              <a:solidFill>
                <a:schemeClr val="dk1"/>
              </a:solidFill>
              <a:latin typeface="Jua"/>
              <a:ea typeface="Jua"/>
              <a:cs typeface="Jua"/>
              <a:sym typeface="Jua"/>
            </a:endParaRPr>
          </a:p>
        </p:txBody>
      </p:sp>
      <p:sp>
        <p:nvSpPr>
          <p:cNvPr id="1927" name="Google Shape;1927;p50"/>
          <p:cNvSpPr txBox="1"/>
          <p:nvPr/>
        </p:nvSpPr>
        <p:spPr>
          <a:xfrm>
            <a:off x="2138600" y="4514584"/>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900">
              <a:solidFill>
                <a:srgbClr val="0C2E3A"/>
              </a:solidFill>
              <a:latin typeface="Merriweather"/>
              <a:ea typeface="Merriweather"/>
              <a:cs typeface="Merriweather"/>
              <a:sym typeface="Merriweather"/>
            </a:endParaRPr>
          </a:p>
        </p:txBody>
      </p:sp>
      <p:sp>
        <p:nvSpPr>
          <p:cNvPr id="1928" name="Google Shape;1928;p50"/>
          <p:cNvSpPr txBox="1"/>
          <p:nvPr/>
        </p:nvSpPr>
        <p:spPr>
          <a:xfrm>
            <a:off x="3193875" y="4514596"/>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900">
              <a:solidFill>
                <a:srgbClr val="212121"/>
              </a:solidFill>
              <a:latin typeface="Merriweather"/>
              <a:ea typeface="Merriweather"/>
              <a:cs typeface="Merriweather"/>
              <a:sym typeface="Merriweather"/>
            </a:endParaRPr>
          </a:p>
        </p:txBody>
      </p:sp>
      <p:sp>
        <p:nvSpPr>
          <p:cNvPr id="1929" name="Google Shape;1929;p50"/>
          <p:cNvSpPr/>
          <p:nvPr/>
        </p:nvSpPr>
        <p:spPr>
          <a:xfrm>
            <a:off x="1078225" y="4002975"/>
            <a:ext cx="815700" cy="415200"/>
          </a:xfrm>
          <a:prstGeom prst="roundRect">
            <a:avLst>
              <a:gd fmla="val 16667" name="adj"/>
            </a:avLst>
          </a:prstGeom>
          <a:noFill/>
          <a:ln cap="flat" cmpd="sng" w="381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930" name="Google Shape;1930;p50"/>
          <p:cNvSpPr txBox="1"/>
          <p:nvPr>
            <p:ph idx="4294967295" type="subTitle"/>
          </p:nvPr>
        </p:nvSpPr>
        <p:spPr>
          <a:xfrm>
            <a:off x="1017225" y="3564075"/>
            <a:ext cx="941400" cy="456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000">
                <a:latin typeface="Jua"/>
                <a:ea typeface="Jua"/>
                <a:cs typeface="Jua"/>
                <a:sym typeface="Jua"/>
              </a:rPr>
              <a:t>TAIL</a:t>
            </a:r>
            <a:endParaRPr b="1" sz="2000">
              <a:latin typeface="Jua"/>
              <a:ea typeface="Jua"/>
              <a:cs typeface="Jua"/>
              <a:sym typeface="Jua"/>
            </a:endParaRPr>
          </a:p>
        </p:txBody>
      </p:sp>
      <p:sp>
        <p:nvSpPr>
          <p:cNvPr id="1931" name="Google Shape;1931;p50"/>
          <p:cNvSpPr/>
          <p:nvPr/>
        </p:nvSpPr>
        <p:spPr>
          <a:xfrm>
            <a:off x="6221125" y="3967375"/>
            <a:ext cx="815700" cy="415200"/>
          </a:xfrm>
          <a:prstGeom prst="roundRect">
            <a:avLst>
              <a:gd fmla="val 16667" name="adj"/>
            </a:avLst>
          </a:prstGeom>
          <a:noFill/>
          <a:ln cap="flat" cmpd="sng" w="38100">
            <a:solidFill>
              <a:srgbClr val="FF6B6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4"/>
              </a:solidFill>
              <a:latin typeface="Roboto"/>
              <a:ea typeface="Roboto"/>
              <a:cs typeface="Roboto"/>
              <a:sym typeface="Roboto"/>
            </a:endParaRPr>
          </a:p>
        </p:txBody>
      </p:sp>
      <p:sp>
        <p:nvSpPr>
          <p:cNvPr id="1932" name="Google Shape;1932;p50"/>
          <p:cNvSpPr txBox="1"/>
          <p:nvPr>
            <p:ph idx="4294967295" type="subTitle"/>
          </p:nvPr>
        </p:nvSpPr>
        <p:spPr>
          <a:xfrm>
            <a:off x="6158275" y="3564075"/>
            <a:ext cx="941400" cy="456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000">
                <a:solidFill>
                  <a:schemeClr val="lt1"/>
                </a:solidFill>
                <a:latin typeface="Jua"/>
                <a:ea typeface="Jua"/>
                <a:cs typeface="Jua"/>
                <a:sym typeface="Jua"/>
              </a:rPr>
              <a:t>HEAD</a:t>
            </a:r>
            <a:endParaRPr b="1" sz="2000">
              <a:solidFill>
                <a:schemeClr val="lt1"/>
              </a:solidFill>
              <a:latin typeface="Jua"/>
              <a:ea typeface="Jua"/>
              <a:cs typeface="Jua"/>
              <a:sym typeface="Jua"/>
            </a:endParaRPr>
          </a:p>
        </p:txBody>
      </p:sp>
      <p:sp>
        <p:nvSpPr>
          <p:cNvPr id="1933" name="Google Shape;1933;p50"/>
          <p:cNvSpPr txBox="1"/>
          <p:nvPr/>
        </p:nvSpPr>
        <p:spPr>
          <a:xfrm>
            <a:off x="4172950" y="4514596"/>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900">
              <a:solidFill>
                <a:srgbClr val="212121"/>
              </a:solidFill>
              <a:latin typeface="Merriweather"/>
              <a:ea typeface="Merriweather"/>
              <a:cs typeface="Merriweather"/>
              <a:sym typeface="Merriweather"/>
            </a:endParaRPr>
          </a:p>
        </p:txBody>
      </p:sp>
      <p:sp>
        <p:nvSpPr>
          <p:cNvPr id="1934" name="Google Shape;1934;p50"/>
          <p:cNvSpPr txBox="1"/>
          <p:nvPr/>
        </p:nvSpPr>
        <p:spPr>
          <a:xfrm>
            <a:off x="5304425" y="4514571"/>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900">
              <a:solidFill>
                <a:srgbClr val="212121"/>
              </a:solidFill>
              <a:latin typeface="Merriweather"/>
              <a:ea typeface="Merriweather"/>
              <a:cs typeface="Merriweather"/>
              <a:sym typeface="Merriweather"/>
            </a:endParaRPr>
          </a:p>
        </p:txBody>
      </p:sp>
      <p:sp>
        <p:nvSpPr>
          <p:cNvPr id="1935" name="Google Shape;1935;p50"/>
          <p:cNvSpPr txBox="1"/>
          <p:nvPr/>
        </p:nvSpPr>
        <p:spPr>
          <a:xfrm>
            <a:off x="6359775" y="4514596"/>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rgbClr val="212121"/>
                </a:solidFill>
                <a:latin typeface="Merriweather"/>
                <a:ea typeface="Merriweather"/>
                <a:cs typeface="Merriweather"/>
                <a:sym typeface="Merriweather"/>
              </a:rPr>
              <a:t>0</a:t>
            </a:r>
            <a:endParaRPr b="1" sz="1900">
              <a:solidFill>
                <a:srgbClr val="212121"/>
              </a:solidFill>
              <a:latin typeface="Merriweather"/>
              <a:ea typeface="Merriweather"/>
              <a:cs typeface="Merriweather"/>
              <a:sym typeface="Merriweather"/>
            </a:endParaRPr>
          </a:p>
        </p:txBody>
      </p:sp>
      <p:sp>
        <p:nvSpPr>
          <p:cNvPr id="1936" name="Google Shape;1936;p50"/>
          <p:cNvSpPr/>
          <p:nvPr/>
        </p:nvSpPr>
        <p:spPr>
          <a:xfrm rot="5400000">
            <a:off x="1237375" y="3271744"/>
            <a:ext cx="399900" cy="282900"/>
          </a:xfrm>
          <a:prstGeom prst="rightArrow">
            <a:avLst>
              <a:gd fmla="val 50000" name="adj1"/>
              <a:gd fmla="val 50000" name="adj2"/>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937" name="Google Shape;1937;p50"/>
          <p:cNvSpPr txBox="1"/>
          <p:nvPr/>
        </p:nvSpPr>
        <p:spPr>
          <a:xfrm>
            <a:off x="6380275" y="1846884"/>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rgbClr val="212121"/>
                </a:solidFill>
                <a:latin typeface="Merriweather"/>
                <a:ea typeface="Merriweather"/>
                <a:cs typeface="Merriweather"/>
                <a:sym typeface="Merriweather"/>
              </a:rPr>
              <a:t>0</a:t>
            </a:r>
            <a:endParaRPr b="1" sz="1900">
              <a:solidFill>
                <a:srgbClr val="212121"/>
              </a:solidFill>
              <a:latin typeface="Merriweather"/>
              <a:ea typeface="Merriweather"/>
              <a:cs typeface="Merriweather"/>
              <a:sym typeface="Merriweather"/>
            </a:endParaRPr>
          </a:p>
        </p:txBody>
      </p:sp>
      <p:sp>
        <p:nvSpPr>
          <p:cNvPr id="1938" name="Google Shape;1938;p50"/>
          <p:cNvSpPr txBox="1"/>
          <p:nvPr/>
        </p:nvSpPr>
        <p:spPr>
          <a:xfrm>
            <a:off x="7369225" y="4514596"/>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rgbClr val="212121"/>
                </a:solidFill>
                <a:latin typeface="Merriweather"/>
                <a:ea typeface="Merriweather"/>
                <a:cs typeface="Merriweather"/>
                <a:sym typeface="Merriweather"/>
              </a:rPr>
              <a:t>9</a:t>
            </a:r>
            <a:endParaRPr b="1" sz="1900">
              <a:solidFill>
                <a:srgbClr val="212121"/>
              </a:solidFill>
              <a:latin typeface="Merriweather"/>
              <a:ea typeface="Merriweather"/>
              <a:cs typeface="Merriweather"/>
              <a:sym typeface="Merriweather"/>
            </a:endParaRPr>
          </a:p>
        </p:txBody>
      </p:sp>
      <p:sp>
        <p:nvSpPr>
          <p:cNvPr id="1939" name="Google Shape;1939;p50"/>
          <p:cNvSpPr txBox="1"/>
          <p:nvPr/>
        </p:nvSpPr>
        <p:spPr>
          <a:xfrm>
            <a:off x="104250" y="1847609"/>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chemeClr val="dk1"/>
                </a:solidFill>
                <a:latin typeface="Merriweather"/>
                <a:ea typeface="Merriweather"/>
                <a:cs typeface="Merriweather"/>
                <a:sym typeface="Merriweather"/>
              </a:rPr>
              <a:t>8</a:t>
            </a:r>
            <a:endParaRPr b="1" sz="1900">
              <a:solidFill>
                <a:schemeClr val="dk1"/>
              </a:solidFill>
              <a:latin typeface="Merriweather"/>
              <a:ea typeface="Merriweather"/>
              <a:cs typeface="Merriweather"/>
              <a:sym typeface="Merriweather"/>
            </a:endParaRPr>
          </a:p>
        </p:txBody>
      </p:sp>
      <p:sp>
        <p:nvSpPr>
          <p:cNvPr id="1940" name="Google Shape;1940;p50"/>
          <p:cNvSpPr txBox="1"/>
          <p:nvPr/>
        </p:nvSpPr>
        <p:spPr>
          <a:xfrm>
            <a:off x="153125" y="4514584"/>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chemeClr val="dk1"/>
                </a:solidFill>
                <a:latin typeface="Merriweather"/>
                <a:ea typeface="Merriweather"/>
                <a:cs typeface="Merriweather"/>
                <a:sym typeface="Merriweather"/>
              </a:rPr>
              <a:t>9</a:t>
            </a:r>
            <a:endParaRPr b="1" sz="1900">
              <a:solidFill>
                <a:schemeClr val="dk1"/>
              </a:solidFill>
              <a:latin typeface="Merriweather"/>
              <a:ea typeface="Merriweather"/>
              <a:cs typeface="Merriweather"/>
              <a:sym typeface="Merriweather"/>
            </a:endParaRPr>
          </a:p>
        </p:txBody>
      </p:sp>
      <p:sp>
        <p:nvSpPr>
          <p:cNvPr id="1941" name="Google Shape;1941;p50"/>
          <p:cNvSpPr txBox="1"/>
          <p:nvPr/>
        </p:nvSpPr>
        <p:spPr>
          <a:xfrm>
            <a:off x="7359175" y="1846896"/>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rgbClr val="212121"/>
                </a:solidFill>
                <a:latin typeface="Merriweather"/>
                <a:ea typeface="Merriweather"/>
                <a:cs typeface="Merriweather"/>
                <a:sym typeface="Merriweather"/>
              </a:rPr>
              <a:t>9</a:t>
            </a:r>
            <a:endParaRPr b="1" sz="1900">
              <a:solidFill>
                <a:srgbClr val="212121"/>
              </a:solidFill>
              <a:latin typeface="Merriweather"/>
              <a:ea typeface="Merriweather"/>
              <a:cs typeface="Merriweather"/>
              <a:sym typeface="Merriweather"/>
            </a:endParaRPr>
          </a:p>
        </p:txBody>
      </p:sp>
      <p:sp>
        <p:nvSpPr>
          <p:cNvPr id="1942" name="Google Shape;1942;p50"/>
          <p:cNvSpPr txBox="1"/>
          <p:nvPr/>
        </p:nvSpPr>
        <p:spPr>
          <a:xfrm>
            <a:off x="1083325" y="4508171"/>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rgbClr val="212121"/>
                </a:solidFill>
                <a:latin typeface="Merriweather"/>
                <a:ea typeface="Merriweather"/>
                <a:cs typeface="Merriweather"/>
                <a:sym typeface="Merriweather"/>
              </a:rPr>
              <a:t>8</a:t>
            </a:r>
            <a:endParaRPr b="1" sz="1900">
              <a:solidFill>
                <a:srgbClr val="212121"/>
              </a:solidFill>
              <a:latin typeface="Merriweather"/>
              <a:ea typeface="Merriweather"/>
              <a:cs typeface="Merriweather"/>
              <a:sym typeface="Merriweather"/>
            </a:endParaRPr>
          </a:p>
        </p:txBody>
      </p:sp>
      <p:sp>
        <p:nvSpPr>
          <p:cNvPr id="1943" name="Google Shape;1943;p5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7" name="Shape 1947"/>
        <p:cNvGrpSpPr/>
        <p:nvPr/>
      </p:nvGrpSpPr>
      <p:grpSpPr>
        <a:xfrm>
          <a:off x="0" y="0"/>
          <a:ext cx="0" cy="0"/>
          <a:chOff x="0" y="0"/>
          <a:chExt cx="0" cy="0"/>
        </a:xfrm>
      </p:grpSpPr>
      <p:sp>
        <p:nvSpPr>
          <p:cNvPr id="1948" name="Google Shape;1948;p51"/>
          <p:cNvSpPr txBox="1"/>
          <p:nvPr>
            <p:ph type="title"/>
          </p:nvPr>
        </p:nvSpPr>
        <p:spPr>
          <a:xfrm>
            <a:off x="64975" y="9225"/>
            <a:ext cx="9078900" cy="803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4500"/>
              <a:t>CIRCULAR QUEUES</a:t>
            </a:r>
            <a:endParaRPr sz="4500"/>
          </a:p>
        </p:txBody>
      </p:sp>
      <p:grpSp>
        <p:nvGrpSpPr>
          <p:cNvPr id="1949" name="Google Shape;1949;p51"/>
          <p:cNvGrpSpPr/>
          <p:nvPr/>
        </p:nvGrpSpPr>
        <p:grpSpPr>
          <a:xfrm>
            <a:off x="1017226" y="1806037"/>
            <a:ext cx="7109604" cy="415222"/>
            <a:chOff x="1148325" y="1752675"/>
            <a:chExt cx="6847350" cy="513000"/>
          </a:xfrm>
        </p:grpSpPr>
        <p:sp>
          <p:nvSpPr>
            <p:cNvPr id="1950" name="Google Shape;1950;p51"/>
            <p:cNvSpPr/>
            <p:nvPr/>
          </p:nvSpPr>
          <p:spPr>
            <a:xfrm>
              <a:off x="114832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1" name="Google Shape;1951;p51"/>
            <p:cNvSpPr/>
            <p:nvPr/>
          </p:nvSpPr>
          <p:spPr>
            <a:xfrm>
              <a:off x="2146400"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2" name="Google Shape;1952;p51"/>
            <p:cNvSpPr/>
            <p:nvPr/>
          </p:nvSpPr>
          <p:spPr>
            <a:xfrm>
              <a:off x="314447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3" name="Google Shape;1953;p51"/>
            <p:cNvSpPr/>
            <p:nvPr/>
          </p:nvSpPr>
          <p:spPr>
            <a:xfrm>
              <a:off x="4142550"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4" name="Google Shape;1954;p51"/>
            <p:cNvSpPr/>
            <p:nvPr/>
          </p:nvSpPr>
          <p:spPr>
            <a:xfrm>
              <a:off x="514062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5" name="Google Shape;1955;p51"/>
            <p:cNvSpPr/>
            <p:nvPr/>
          </p:nvSpPr>
          <p:spPr>
            <a:xfrm>
              <a:off x="6138700"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6" name="Google Shape;1956;p51"/>
            <p:cNvSpPr/>
            <p:nvPr/>
          </p:nvSpPr>
          <p:spPr>
            <a:xfrm>
              <a:off x="713677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57" name="Google Shape;1957;p51"/>
          <p:cNvSpPr txBox="1"/>
          <p:nvPr/>
        </p:nvSpPr>
        <p:spPr>
          <a:xfrm>
            <a:off x="1083317" y="1419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0</a:t>
            </a:r>
            <a:endParaRPr b="1" sz="1600">
              <a:solidFill>
                <a:schemeClr val="dk1"/>
              </a:solidFill>
              <a:latin typeface="Jua"/>
              <a:ea typeface="Jua"/>
              <a:cs typeface="Jua"/>
              <a:sym typeface="Jua"/>
            </a:endParaRPr>
          </a:p>
        </p:txBody>
      </p:sp>
      <p:sp>
        <p:nvSpPr>
          <p:cNvPr id="1958" name="Google Shape;1958;p51"/>
          <p:cNvSpPr txBox="1"/>
          <p:nvPr/>
        </p:nvSpPr>
        <p:spPr>
          <a:xfrm>
            <a:off x="2138608" y="1419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1</a:t>
            </a:r>
            <a:endParaRPr b="1" sz="1600">
              <a:solidFill>
                <a:schemeClr val="dk1"/>
              </a:solidFill>
              <a:latin typeface="Jua"/>
              <a:ea typeface="Jua"/>
              <a:cs typeface="Jua"/>
              <a:sym typeface="Jua"/>
            </a:endParaRPr>
          </a:p>
        </p:txBody>
      </p:sp>
      <p:sp>
        <p:nvSpPr>
          <p:cNvPr id="1959" name="Google Shape;1959;p51"/>
          <p:cNvSpPr txBox="1"/>
          <p:nvPr/>
        </p:nvSpPr>
        <p:spPr>
          <a:xfrm>
            <a:off x="3193899" y="1419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2</a:t>
            </a:r>
            <a:endParaRPr b="1" sz="1600">
              <a:solidFill>
                <a:schemeClr val="dk1"/>
              </a:solidFill>
              <a:latin typeface="Jua"/>
              <a:ea typeface="Jua"/>
              <a:cs typeface="Jua"/>
              <a:sym typeface="Jua"/>
            </a:endParaRPr>
          </a:p>
        </p:txBody>
      </p:sp>
      <p:sp>
        <p:nvSpPr>
          <p:cNvPr id="1960" name="Google Shape;1960;p51"/>
          <p:cNvSpPr txBox="1"/>
          <p:nvPr/>
        </p:nvSpPr>
        <p:spPr>
          <a:xfrm>
            <a:off x="4221145" y="1419225"/>
            <a:ext cx="6978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3</a:t>
            </a:r>
            <a:endParaRPr b="1" sz="1600">
              <a:solidFill>
                <a:schemeClr val="dk1"/>
              </a:solidFill>
              <a:latin typeface="Jua"/>
              <a:ea typeface="Jua"/>
              <a:cs typeface="Jua"/>
              <a:sym typeface="Jua"/>
            </a:endParaRPr>
          </a:p>
        </p:txBody>
      </p:sp>
      <p:sp>
        <p:nvSpPr>
          <p:cNvPr id="1961" name="Google Shape;1961;p51"/>
          <p:cNvSpPr txBox="1"/>
          <p:nvPr/>
        </p:nvSpPr>
        <p:spPr>
          <a:xfrm>
            <a:off x="5304481" y="1419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4</a:t>
            </a:r>
            <a:endParaRPr b="1" sz="1600">
              <a:solidFill>
                <a:schemeClr val="dk1"/>
              </a:solidFill>
              <a:latin typeface="Jua"/>
              <a:ea typeface="Jua"/>
              <a:cs typeface="Jua"/>
              <a:sym typeface="Jua"/>
            </a:endParaRPr>
          </a:p>
        </p:txBody>
      </p:sp>
      <p:sp>
        <p:nvSpPr>
          <p:cNvPr id="1962" name="Google Shape;1962;p51"/>
          <p:cNvSpPr txBox="1"/>
          <p:nvPr/>
        </p:nvSpPr>
        <p:spPr>
          <a:xfrm>
            <a:off x="6359772" y="1419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5</a:t>
            </a:r>
            <a:endParaRPr b="1" sz="1600">
              <a:solidFill>
                <a:schemeClr val="dk1"/>
              </a:solidFill>
              <a:latin typeface="Jua"/>
              <a:ea typeface="Jua"/>
              <a:cs typeface="Jua"/>
              <a:sym typeface="Jua"/>
            </a:endParaRPr>
          </a:p>
        </p:txBody>
      </p:sp>
      <p:sp>
        <p:nvSpPr>
          <p:cNvPr id="1963" name="Google Shape;1963;p51"/>
          <p:cNvSpPr txBox="1"/>
          <p:nvPr/>
        </p:nvSpPr>
        <p:spPr>
          <a:xfrm>
            <a:off x="7415063" y="1419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6</a:t>
            </a:r>
            <a:endParaRPr b="1" sz="1600">
              <a:solidFill>
                <a:schemeClr val="dk1"/>
              </a:solidFill>
              <a:latin typeface="Jua"/>
              <a:ea typeface="Jua"/>
              <a:cs typeface="Jua"/>
              <a:sym typeface="Jua"/>
            </a:endParaRPr>
          </a:p>
        </p:txBody>
      </p:sp>
      <p:sp>
        <p:nvSpPr>
          <p:cNvPr id="1964" name="Google Shape;1964;p51"/>
          <p:cNvSpPr/>
          <p:nvPr/>
        </p:nvSpPr>
        <p:spPr>
          <a:xfrm>
            <a:off x="6297325" y="1300375"/>
            <a:ext cx="815700" cy="415200"/>
          </a:xfrm>
          <a:prstGeom prst="roundRect">
            <a:avLst>
              <a:gd fmla="val 16667" name="adj"/>
            </a:avLst>
          </a:prstGeom>
          <a:noFill/>
          <a:ln cap="flat" cmpd="sng" w="38100">
            <a:solidFill>
              <a:srgbClr val="FF6B6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4"/>
              </a:solidFill>
              <a:latin typeface="Roboto"/>
              <a:ea typeface="Roboto"/>
              <a:cs typeface="Roboto"/>
              <a:sym typeface="Roboto"/>
            </a:endParaRPr>
          </a:p>
        </p:txBody>
      </p:sp>
      <p:sp>
        <p:nvSpPr>
          <p:cNvPr id="1965" name="Google Shape;1965;p51"/>
          <p:cNvSpPr txBox="1"/>
          <p:nvPr>
            <p:ph idx="4294967295" type="subTitle"/>
          </p:nvPr>
        </p:nvSpPr>
        <p:spPr>
          <a:xfrm>
            <a:off x="6234475" y="897075"/>
            <a:ext cx="941400" cy="456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000">
                <a:solidFill>
                  <a:schemeClr val="lt1"/>
                </a:solidFill>
                <a:latin typeface="Jua"/>
                <a:ea typeface="Jua"/>
                <a:cs typeface="Jua"/>
                <a:sym typeface="Jua"/>
              </a:rPr>
              <a:t>HEAD</a:t>
            </a:r>
            <a:endParaRPr b="1" sz="2000">
              <a:solidFill>
                <a:schemeClr val="lt1"/>
              </a:solidFill>
              <a:latin typeface="Jua"/>
              <a:ea typeface="Jua"/>
              <a:cs typeface="Jua"/>
              <a:sym typeface="Jua"/>
            </a:endParaRPr>
          </a:p>
        </p:txBody>
      </p:sp>
      <p:grpSp>
        <p:nvGrpSpPr>
          <p:cNvPr id="1966" name="Google Shape;1966;p51"/>
          <p:cNvGrpSpPr/>
          <p:nvPr/>
        </p:nvGrpSpPr>
        <p:grpSpPr>
          <a:xfrm>
            <a:off x="851600" y="2529963"/>
            <a:ext cx="2026504" cy="546924"/>
            <a:chOff x="851600" y="2529963"/>
            <a:chExt cx="2026504" cy="546924"/>
          </a:xfrm>
        </p:grpSpPr>
        <p:sp>
          <p:nvSpPr>
            <p:cNvPr id="1967" name="Google Shape;1967;p51"/>
            <p:cNvSpPr txBox="1"/>
            <p:nvPr/>
          </p:nvSpPr>
          <p:spPr>
            <a:xfrm>
              <a:off x="851600" y="2529963"/>
              <a:ext cx="1210800" cy="54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chemeClr val="accent2"/>
                  </a:solidFill>
                  <a:latin typeface="Jua"/>
                  <a:ea typeface="Jua"/>
                  <a:cs typeface="Jua"/>
                  <a:sym typeface="Jua"/>
                </a:rPr>
                <a:t>PUT</a:t>
              </a:r>
              <a:endParaRPr b="1" sz="2800">
                <a:solidFill>
                  <a:schemeClr val="accent2"/>
                </a:solidFill>
                <a:latin typeface="Jua"/>
                <a:ea typeface="Jua"/>
                <a:cs typeface="Jua"/>
                <a:sym typeface="Jua"/>
              </a:endParaRPr>
            </a:p>
          </p:txBody>
        </p:sp>
        <p:sp>
          <p:nvSpPr>
            <p:cNvPr id="1968" name="Google Shape;1968;p51"/>
            <p:cNvSpPr/>
            <p:nvPr/>
          </p:nvSpPr>
          <p:spPr>
            <a:xfrm>
              <a:off x="1986204" y="2661687"/>
              <a:ext cx="891900" cy="4152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69" name="Google Shape;1969;p51"/>
            <p:cNvSpPr txBox="1"/>
            <p:nvPr/>
          </p:nvSpPr>
          <p:spPr>
            <a:xfrm>
              <a:off x="2138600" y="2703234"/>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rgbClr val="0C2E3A"/>
                  </a:solidFill>
                  <a:latin typeface="Merriweather"/>
                  <a:ea typeface="Merriweather"/>
                  <a:cs typeface="Merriweather"/>
                  <a:sym typeface="Merriweather"/>
                </a:rPr>
                <a:t>4</a:t>
              </a:r>
              <a:endParaRPr b="1" sz="1900">
                <a:solidFill>
                  <a:srgbClr val="0C2E3A"/>
                </a:solidFill>
                <a:latin typeface="Merriweather"/>
                <a:ea typeface="Merriweather"/>
                <a:cs typeface="Merriweather"/>
                <a:sym typeface="Merriweather"/>
              </a:endParaRPr>
            </a:p>
          </p:txBody>
        </p:sp>
      </p:grpSp>
      <p:grpSp>
        <p:nvGrpSpPr>
          <p:cNvPr id="1970" name="Google Shape;1970;p51"/>
          <p:cNvGrpSpPr/>
          <p:nvPr/>
        </p:nvGrpSpPr>
        <p:grpSpPr>
          <a:xfrm>
            <a:off x="1017226" y="4473037"/>
            <a:ext cx="7109604" cy="415222"/>
            <a:chOff x="1148325" y="1752675"/>
            <a:chExt cx="6847350" cy="513000"/>
          </a:xfrm>
        </p:grpSpPr>
        <p:sp>
          <p:nvSpPr>
            <p:cNvPr id="1971" name="Google Shape;1971;p51"/>
            <p:cNvSpPr/>
            <p:nvPr/>
          </p:nvSpPr>
          <p:spPr>
            <a:xfrm>
              <a:off x="114832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2" name="Google Shape;1972;p51"/>
            <p:cNvSpPr/>
            <p:nvPr/>
          </p:nvSpPr>
          <p:spPr>
            <a:xfrm>
              <a:off x="2146400"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3" name="Google Shape;1973;p51"/>
            <p:cNvSpPr/>
            <p:nvPr/>
          </p:nvSpPr>
          <p:spPr>
            <a:xfrm>
              <a:off x="314447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4" name="Google Shape;1974;p51"/>
            <p:cNvSpPr/>
            <p:nvPr/>
          </p:nvSpPr>
          <p:spPr>
            <a:xfrm>
              <a:off x="4142550"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5" name="Google Shape;1975;p51"/>
            <p:cNvSpPr/>
            <p:nvPr/>
          </p:nvSpPr>
          <p:spPr>
            <a:xfrm>
              <a:off x="514062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6" name="Google Shape;1976;p51"/>
            <p:cNvSpPr/>
            <p:nvPr/>
          </p:nvSpPr>
          <p:spPr>
            <a:xfrm>
              <a:off x="6138700"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7" name="Google Shape;1977;p51"/>
            <p:cNvSpPr/>
            <p:nvPr/>
          </p:nvSpPr>
          <p:spPr>
            <a:xfrm>
              <a:off x="713677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78" name="Google Shape;1978;p51"/>
          <p:cNvSpPr txBox="1"/>
          <p:nvPr/>
        </p:nvSpPr>
        <p:spPr>
          <a:xfrm>
            <a:off x="1083317" y="4086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0</a:t>
            </a:r>
            <a:endParaRPr b="1" sz="1600">
              <a:solidFill>
                <a:schemeClr val="dk1"/>
              </a:solidFill>
              <a:latin typeface="Jua"/>
              <a:ea typeface="Jua"/>
              <a:cs typeface="Jua"/>
              <a:sym typeface="Jua"/>
            </a:endParaRPr>
          </a:p>
        </p:txBody>
      </p:sp>
      <p:sp>
        <p:nvSpPr>
          <p:cNvPr id="1979" name="Google Shape;1979;p51"/>
          <p:cNvSpPr txBox="1"/>
          <p:nvPr/>
        </p:nvSpPr>
        <p:spPr>
          <a:xfrm>
            <a:off x="2138608" y="4086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1</a:t>
            </a:r>
            <a:endParaRPr b="1" sz="1600">
              <a:solidFill>
                <a:schemeClr val="dk1"/>
              </a:solidFill>
              <a:latin typeface="Jua"/>
              <a:ea typeface="Jua"/>
              <a:cs typeface="Jua"/>
              <a:sym typeface="Jua"/>
            </a:endParaRPr>
          </a:p>
        </p:txBody>
      </p:sp>
      <p:sp>
        <p:nvSpPr>
          <p:cNvPr id="1980" name="Google Shape;1980;p51"/>
          <p:cNvSpPr txBox="1"/>
          <p:nvPr/>
        </p:nvSpPr>
        <p:spPr>
          <a:xfrm>
            <a:off x="3193899" y="4086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2</a:t>
            </a:r>
            <a:endParaRPr b="1" sz="1600">
              <a:solidFill>
                <a:schemeClr val="dk1"/>
              </a:solidFill>
              <a:latin typeface="Jua"/>
              <a:ea typeface="Jua"/>
              <a:cs typeface="Jua"/>
              <a:sym typeface="Jua"/>
            </a:endParaRPr>
          </a:p>
        </p:txBody>
      </p:sp>
      <p:sp>
        <p:nvSpPr>
          <p:cNvPr id="1981" name="Google Shape;1981;p51"/>
          <p:cNvSpPr txBox="1"/>
          <p:nvPr/>
        </p:nvSpPr>
        <p:spPr>
          <a:xfrm>
            <a:off x="4221145" y="4086225"/>
            <a:ext cx="6978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3</a:t>
            </a:r>
            <a:endParaRPr b="1" sz="1600">
              <a:solidFill>
                <a:schemeClr val="dk1"/>
              </a:solidFill>
              <a:latin typeface="Jua"/>
              <a:ea typeface="Jua"/>
              <a:cs typeface="Jua"/>
              <a:sym typeface="Jua"/>
            </a:endParaRPr>
          </a:p>
        </p:txBody>
      </p:sp>
      <p:sp>
        <p:nvSpPr>
          <p:cNvPr id="1982" name="Google Shape;1982;p51"/>
          <p:cNvSpPr txBox="1"/>
          <p:nvPr/>
        </p:nvSpPr>
        <p:spPr>
          <a:xfrm>
            <a:off x="5304481" y="4086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4</a:t>
            </a:r>
            <a:endParaRPr b="1" sz="1600">
              <a:solidFill>
                <a:schemeClr val="dk1"/>
              </a:solidFill>
              <a:latin typeface="Jua"/>
              <a:ea typeface="Jua"/>
              <a:cs typeface="Jua"/>
              <a:sym typeface="Jua"/>
            </a:endParaRPr>
          </a:p>
        </p:txBody>
      </p:sp>
      <p:sp>
        <p:nvSpPr>
          <p:cNvPr id="1983" name="Google Shape;1983;p51"/>
          <p:cNvSpPr txBox="1"/>
          <p:nvPr/>
        </p:nvSpPr>
        <p:spPr>
          <a:xfrm>
            <a:off x="6359772" y="4086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5</a:t>
            </a:r>
            <a:endParaRPr b="1" sz="1600">
              <a:solidFill>
                <a:schemeClr val="dk1"/>
              </a:solidFill>
              <a:latin typeface="Jua"/>
              <a:ea typeface="Jua"/>
              <a:cs typeface="Jua"/>
              <a:sym typeface="Jua"/>
            </a:endParaRPr>
          </a:p>
        </p:txBody>
      </p:sp>
      <p:sp>
        <p:nvSpPr>
          <p:cNvPr id="1984" name="Google Shape;1984;p51"/>
          <p:cNvSpPr txBox="1"/>
          <p:nvPr/>
        </p:nvSpPr>
        <p:spPr>
          <a:xfrm>
            <a:off x="7415063" y="4086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6</a:t>
            </a:r>
            <a:endParaRPr b="1" sz="1600">
              <a:solidFill>
                <a:schemeClr val="dk1"/>
              </a:solidFill>
              <a:latin typeface="Jua"/>
              <a:ea typeface="Jua"/>
              <a:cs typeface="Jua"/>
              <a:sym typeface="Jua"/>
            </a:endParaRPr>
          </a:p>
        </p:txBody>
      </p:sp>
      <p:sp>
        <p:nvSpPr>
          <p:cNvPr id="1985" name="Google Shape;1985;p51"/>
          <p:cNvSpPr txBox="1"/>
          <p:nvPr/>
        </p:nvSpPr>
        <p:spPr>
          <a:xfrm>
            <a:off x="2138600" y="4514584"/>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900">
              <a:solidFill>
                <a:srgbClr val="0C2E3A"/>
              </a:solidFill>
              <a:latin typeface="Merriweather"/>
              <a:ea typeface="Merriweather"/>
              <a:cs typeface="Merriweather"/>
              <a:sym typeface="Merriweather"/>
            </a:endParaRPr>
          </a:p>
        </p:txBody>
      </p:sp>
      <p:sp>
        <p:nvSpPr>
          <p:cNvPr id="1986" name="Google Shape;1986;p51"/>
          <p:cNvSpPr txBox="1"/>
          <p:nvPr/>
        </p:nvSpPr>
        <p:spPr>
          <a:xfrm>
            <a:off x="3193875" y="4514596"/>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900">
              <a:solidFill>
                <a:srgbClr val="212121"/>
              </a:solidFill>
              <a:latin typeface="Merriweather"/>
              <a:ea typeface="Merriweather"/>
              <a:cs typeface="Merriweather"/>
              <a:sym typeface="Merriweather"/>
            </a:endParaRPr>
          </a:p>
        </p:txBody>
      </p:sp>
      <p:sp>
        <p:nvSpPr>
          <p:cNvPr id="1987" name="Google Shape;1987;p51"/>
          <p:cNvSpPr/>
          <p:nvPr/>
        </p:nvSpPr>
        <p:spPr>
          <a:xfrm>
            <a:off x="2068825" y="4002975"/>
            <a:ext cx="815700" cy="415200"/>
          </a:xfrm>
          <a:prstGeom prst="roundRect">
            <a:avLst>
              <a:gd fmla="val 16667" name="adj"/>
            </a:avLst>
          </a:prstGeom>
          <a:noFill/>
          <a:ln cap="flat" cmpd="sng" w="381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988" name="Google Shape;1988;p51"/>
          <p:cNvSpPr txBox="1"/>
          <p:nvPr>
            <p:ph idx="4294967295" type="subTitle"/>
          </p:nvPr>
        </p:nvSpPr>
        <p:spPr>
          <a:xfrm>
            <a:off x="2007825" y="3564075"/>
            <a:ext cx="941400" cy="456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000">
                <a:latin typeface="Jua"/>
                <a:ea typeface="Jua"/>
                <a:cs typeface="Jua"/>
                <a:sym typeface="Jua"/>
              </a:rPr>
              <a:t>TAIL</a:t>
            </a:r>
            <a:endParaRPr b="1" sz="2000">
              <a:latin typeface="Jua"/>
              <a:ea typeface="Jua"/>
              <a:cs typeface="Jua"/>
              <a:sym typeface="Jua"/>
            </a:endParaRPr>
          </a:p>
        </p:txBody>
      </p:sp>
      <p:sp>
        <p:nvSpPr>
          <p:cNvPr id="1989" name="Google Shape;1989;p51"/>
          <p:cNvSpPr/>
          <p:nvPr/>
        </p:nvSpPr>
        <p:spPr>
          <a:xfrm>
            <a:off x="6221125" y="3967375"/>
            <a:ext cx="815700" cy="415200"/>
          </a:xfrm>
          <a:prstGeom prst="roundRect">
            <a:avLst>
              <a:gd fmla="val 16667" name="adj"/>
            </a:avLst>
          </a:prstGeom>
          <a:noFill/>
          <a:ln cap="flat" cmpd="sng" w="38100">
            <a:solidFill>
              <a:srgbClr val="FF6B6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4"/>
              </a:solidFill>
              <a:latin typeface="Roboto"/>
              <a:ea typeface="Roboto"/>
              <a:cs typeface="Roboto"/>
              <a:sym typeface="Roboto"/>
            </a:endParaRPr>
          </a:p>
        </p:txBody>
      </p:sp>
      <p:sp>
        <p:nvSpPr>
          <p:cNvPr id="1990" name="Google Shape;1990;p51"/>
          <p:cNvSpPr txBox="1"/>
          <p:nvPr>
            <p:ph idx="4294967295" type="subTitle"/>
          </p:nvPr>
        </p:nvSpPr>
        <p:spPr>
          <a:xfrm>
            <a:off x="6158275" y="3564075"/>
            <a:ext cx="941400" cy="456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000">
                <a:solidFill>
                  <a:schemeClr val="lt1"/>
                </a:solidFill>
                <a:latin typeface="Jua"/>
                <a:ea typeface="Jua"/>
                <a:cs typeface="Jua"/>
                <a:sym typeface="Jua"/>
              </a:rPr>
              <a:t>HEAD</a:t>
            </a:r>
            <a:endParaRPr b="1" sz="2000">
              <a:solidFill>
                <a:schemeClr val="lt1"/>
              </a:solidFill>
              <a:latin typeface="Jua"/>
              <a:ea typeface="Jua"/>
              <a:cs typeface="Jua"/>
              <a:sym typeface="Jua"/>
            </a:endParaRPr>
          </a:p>
        </p:txBody>
      </p:sp>
      <p:sp>
        <p:nvSpPr>
          <p:cNvPr id="1991" name="Google Shape;1991;p51"/>
          <p:cNvSpPr txBox="1"/>
          <p:nvPr/>
        </p:nvSpPr>
        <p:spPr>
          <a:xfrm>
            <a:off x="4172950" y="4514596"/>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900">
              <a:solidFill>
                <a:srgbClr val="212121"/>
              </a:solidFill>
              <a:latin typeface="Merriweather"/>
              <a:ea typeface="Merriweather"/>
              <a:cs typeface="Merriweather"/>
              <a:sym typeface="Merriweather"/>
            </a:endParaRPr>
          </a:p>
        </p:txBody>
      </p:sp>
      <p:sp>
        <p:nvSpPr>
          <p:cNvPr id="1992" name="Google Shape;1992;p51"/>
          <p:cNvSpPr txBox="1"/>
          <p:nvPr/>
        </p:nvSpPr>
        <p:spPr>
          <a:xfrm>
            <a:off x="5304425" y="4514571"/>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900">
              <a:solidFill>
                <a:srgbClr val="212121"/>
              </a:solidFill>
              <a:latin typeface="Merriweather"/>
              <a:ea typeface="Merriweather"/>
              <a:cs typeface="Merriweather"/>
              <a:sym typeface="Merriweather"/>
            </a:endParaRPr>
          </a:p>
        </p:txBody>
      </p:sp>
      <p:sp>
        <p:nvSpPr>
          <p:cNvPr id="1993" name="Google Shape;1993;p51"/>
          <p:cNvSpPr txBox="1"/>
          <p:nvPr/>
        </p:nvSpPr>
        <p:spPr>
          <a:xfrm>
            <a:off x="6359775" y="4514596"/>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rgbClr val="212121"/>
                </a:solidFill>
                <a:latin typeface="Merriweather"/>
                <a:ea typeface="Merriweather"/>
                <a:cs typeface="Merriweather"/>
                <a:sym typeface="Merriweather"/>
              </a:rPr>
              <a:t>0</a:t>
            </a:r>
            <a:endParaRPr b="1" sz="1900">
              <a:solidFill>
                <a:srgbClr val="212121"/>
              </a:solidFill>
              <a:latin typeface="Merriweather"/>
              <a:ea typeface="Merriweather"/>
              <a:cs typeface="Merriweather"/>
              <a:sym typeface="Merriweather"/>
            </a:endParaRPr>
          </a:p>
        </p:txBody>
      </p:sp>
      <p:sp>
        <p:nvSpPr>
          <p:cNvPr id="1994" name="Google Shape;1994;p51"/>
          <p:cNvSpPr/>
          <p:nvPr/>
        </p:nvSpPr>
        <p:spPr>
          <a:xfrm rot="5400000">
            <a:off x="2227975" y="3271744"/>
            <a:ext cx="399900" cy="282900"/>
          </a:xfrm>
          <a:prstGeom prst="rightArrow">
            <a:avLst>
              <a:gd fmla="val 50000" name="adj1"/>
              <a:gd fmla="val 50000" name="adj2"/>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995" name="Google Shape;1995;p51"/>
          <p:cNvSpPr txBox="1"/>
          <p:nvPr/>
        </p:nvSpPr>
        <p:spPr>
          <a:xfrm>
            <a:off x="6380275" y="1846884"/>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rgbClr val="212121"/>
                </a:solidFill>
                <a:latin typeface="Merriweather"/>
                <a:ea typeface="Merriweather"/>
                <a:cs typeface="Merriweather"/>
                <a:sym typeface="Merriweather"/>
              </a:rPr>
              <a:t>0</a:t>
            </a:r>
            <a:endParaRPr b="1" sz="1900">
              <a:solidFill>
                <a:srgbClr val="212121"/>
              </a:solidFill>
              <a:latin typeface="Merriweather"/>
              <a:ea typeface="Merriweather"/>
              <a:cs typeface="Merriweather"/>
              <a:sym typeface="Merriweather"/>
            </a:endParaRPr>
          </a:p>
        </p:txBody>
      </p:sp>
      <p:sp>
        <p:nvSpPr>
          <p:cNvPr id="1996" name="Google Shape;1996;p51"/>
          <p:cNvSpPr txBox="1"/>
          <p:nvPr/>
        </p:nvSpPr>
        <p:spPr>
          <a:xfrm>
            <a:off x="7369225" y="4514596"/>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rgbClr val="212121"/>
                </a:solidFill>
                <a:latin typeface="Merriweather"/>
                <a:ea typeface="Merriweather"/>
                <a:cs typeface="Merriweather"/>
                <a:sym typeface="Merriweather"/>
              </a:rPr>
              <a:t>9</a:t>
            </a:r>
            <a:endParaRPr b="1" sz="1900">
              <a:solidFill>
                <a:srgbClr val="212121"/>
              </a:solidFill>
              <a:latin typeface="Merriweather"/>
              <a:ea typeface="Merriweather"/>
              <a:cs typeface="Merriweather"/>
              <a:sym typeface="Merriweather"/>
            </a:endParaRPr>
          </a:p>
        </p:txBody>
      </p:sp>
      <p:sp>
        <p:nvSpPr>
          <p:cNvPr id="1997" name="Google Shape;1997;p51"/>
          <p:cNvSpPr txBox="1"/>
          <p:nvPr/>
        </p:nvSpPr>
        <p:spPr>
          <a:xfrm>
            <a:off x="104250" y="1847609"/>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chemeClr val="dk1"/>
                </a:solidFill>
                <a:latin typeface="Merriweather"/>
                <a:ea typeface="Merriweather"/>
                <a:cs typeface="Merriweather"/>
                <a:sym typeface="Merriweather"/>
              </a:rPr>
              <a:t>9</a:t>
            </a:r>
            <a:endParaRPr b="1" sz="1900">
              <a:solidFill>
                <a:schemeClr val="dk1"/>
              </a:solidFill>
              <a:latin typeface="Merriweather"/>
              <a:ea typeface="Merriweather"/>
              <a:cs typeface="Merriweather"/>
              <a:sym typeface="Merriweather"/>
            </a:endParaRPr>
          </a:p>
        </p:txBody>
      </p:sp>
      <p:sp>
        <p:nvSpPr>
          <p:cNvPr id="1998" name="Google Shape;1998;p51"/>
          <p:cNvSpPr txBox="1"/>
          <p:nvPr/>
        </p:nvSpPr>
        <p:spPr>
          <a:xfrm>
            <a:off x="153125" y="4514584"/>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chemeClr val="dk1"/>
                </a:solidFill>
                <a:latin typeface="Merriweather"/>
                <a:ea typeface="Merriweather"/>
                <a:cs typeface="Merriweather"/>
                <a:sym typeface="Merriweather"/>
              </a:rPr>
              <a:t>10</a:t>
            </a:r>
            <a:endParaRPr b="1" sz="1900">
              <a:solidFill>
                <a:schemeClr val="dk1"/>
              </a:solidFill>
              <a:latin typeface="Merriweather"/>
              <a:ea typeface="Merriweather"/>
              <a:cs typeface="Merriweather"/>
              <a:sym typeface="Merriweather"/>
            </a:endParaRPr>
          </a:p>
        </p:txBody>
      </p:sp>
      <p:sp>
        <p:nvSpPr>
          <p:cNvPr id="1999" name="Google Shape;1999;p51"/>
          <p:cNvSpPr txBox="1"/>
          <p:nvPr/>
        </p:nvSpPr>
        <p:spPr>
          <a:xfrm>
            <a:off x="7359175" y="1846896"/>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rgbClr val="212121"/>
                </a:solidFill>
                <a:latin typeface="Merriweather"/>
                <a:ea typeface="Merriweather"/>
                <a:cs typeface="Merriweather"/>
                <a:sym typeface="Merriweather"/>
              </a:rPr>
              <a:t>9</a:t>
            </a:r>
            <a:endParaRPr b="1" sz="1900">
              <a:solidFill>
                <a:srgbClr val="212121"/>
              </a:solidFill>
              <a:latin typeface="Merriweather"/>
              <a:ea typeface="Merriweather"/>
              <a:cs typeface="Merriweather"/>
              <a:sym typeface="Merriweather"/>
            </a:endParaRPr>
          </a:p>
        </p:txBody>
      </p:sp>
      <p:sp>
        <p:nvSpPr>
          <p:cNvPr id="2000" name="Google Shape;2000;p51"/>
          <p:cNvSpPr txBox="1"/>
          <p:nvPr/>
        </p:nvSpPr>
        <p:spPr>
          <a:xfrm>
            <a:off x="1083325" y="4508171"/>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rgbClr val="212121"/>
                </a:solidFill>
                <a:latin typeface="Merriweather"/>
                <a:ea typeface="Merriweather"/>
                <a:cs typeface="Merriweather"/>
                <a:sym typeface="Merriweather"/>
              </a:rPr>
              <a:t>8</a:t>
            </a:r>
            <a:endParaRPr b="1" sz="1900">
              <a:solidFill>
                <a:srgbClr val="212121"/>
              </a:solidFill>
              <a:latin typeface="Merriweather"/>
              <a:ea typeface="Merriweather"/>
              <a:cs typeface="Merriweather"/>
              <a:sym typeface="Merriweather"/>
            </a:endParaRPr>
          </a:p>
        </p:txBody>
      </p:sp>
      <p:sp>
        <p:nvSpPr>
          <p:cNvPr id="2001" name="Google Shape;2001;p51"/>
          <p:cNvSpPr txBox="1"/>
          <p:nvPr/>
        </p:nvSpPr>
        <p:spPr>
          <a:xfrm>
            <a:off x="1110775" y="1846884"/>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rgbClr val="212121"/>
                </a:solidFill>
                <a:latin typeface="Merriweather"/>
                <a:ea typeface="Merriweather"/>
                <a:cs typeface="Merriweather"/>
                <a:sym typeface="Merriweather"/>
              </a:rPr>
              <a:t>8</a:t>
            </a:r>
            <a:endParaRPr b="1" sz="1900">
              <a:solidFill>
                <a:srgbClr val="212121"/>
              </a:solidFill>
              <a:latin typeface="Merriweather"/>
              <a:ea typeface="Merriweather"/>
              <a:cs typeface="Merriweather"/>
              <a:sym typeface="Merriweather"/>
            </a:endParaRPr>
          </a:p>
        </p:txBody>
      </p:sp>
      <p:sp>
        <p:nvSpPr>
          <p:cNvPr id="2002" name="Google Shape;2002;p51"/>
          <p:cNvSpPr/>
          <p:nvPr/>
        </p:nvSpPr>
        <p:spPr>
          <a:xfrm>
            <a:off x="1078225" y="1335975"/>
            <a:ext cx="815700" cy="415200"/>
          </a:xfrm>
          <a:prstGeom prst="roundRect">
            <a:avLst>
              <a:gd fmla="val 16667" name="adj"/>
            </a:avLst>
          </a:prstGeom>
          <a:noFill/>
          <a:ln cap="flat" cmpd="sng" w="381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003" name="Google Shape;2003;p51"/>
          <p:cNvSpPr txBox="1"/>
          <p:nvPr>
            <p:ph idx="4294967295" type="subTitle"/>
          </p:nvPr>
        </p:nvSpPr>
        <p:spPr>
          <a:xfrm>
            <a:off x="1017225" y="897075"/>
            <a:ext cx="941400" cy="456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000">
                <a:latin typeface="Jua"/>
                <a:ea typeface="Jua"/>
                <a:cs typeface="Jua"/>
                <a:sym typeface="Jua"/>
              </a:rPr>
              <a:t>TAIL</a:t>
            </a:r>
            <a:endParaRPr b="1" sz="2000">
              <a:latin typeface="Jua"/>
              <a:ea typeface="Jua"/>
              <a:cs typeface="Jua"/>
              <a:sym typeface="Jua"/>
            </a:endParaRPr>
          </a:p>
        </p:txBody>
      </p:sp>
      <p:sp>
        <p:nvSpPr>
          <p:cNvPr id="2004" name="Google Shape;2004;p51"/>
          <p:cNvSpPr txBox="1"/>
          <p:nvPr/>
        </p:nvSpPr>
        <p:spPr>
          <a:xfrm>
            <a:off x="2163038" y="4508171"/>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rgbClr val="212121"/>
                </a:solidFill>
                <a:latin typeface="Merriweather"/>
                <a:ea typeface="Merriweather"/>
                <a:cs typeface="Merriweather"/>
                <a:sym typeface="Merriweather"/>
              </a:rPr>
              <a:t>4</a:t>
            </a:r>
            <a:endParaRPr b="1" sz="1900">
              <a:solidFill>
                <a:srgbClr val="212121"/>
              </a:solidFill>
              <a:latin typeface="Merriweather"/>
              <a:ea typeface="Merriweather"/>
              <a:cs typeface="Merriweather"/>
              <a:sym typeface="Merriweather"/>
            </a:endParaRPr>
          </a:p>
        </p:txBody>
      </p:sp>
      <p:sp>
        <p:nvSpPr>
          <p:cNvPr id="2005" name="Google Shape;2005;p5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9" name="Shape 2009"/>
        <p:cNvGrpSpPr/>
        <p:nvPr/>
      </p:nvGrpSpPr>
      <p:grpSpPr>
        <a:xfrm>
          <a:off x="0" y="0"/>
          <a:ext cx="0" cy="0"/>
          <a:chOff x="0" y="0"/>
          <a:chExt cx="0" cy="0"/>
        </a:xfrm>
      </p:grpSpPr>
      <p:sp>
        <p:nvSpPr>
          <p:cNvPr id="2010" name="Google Shape;2010;p52"/>
          <p:cNvSpPr txBox="1"/>
          <p:nvPr>
            <p:ph type="title"/>
          </p:nvPr>
        </p:nvSpPr>
        <p:spPr>
          <a:xfrm>
            <a:off x="64975" y="9225"/>
            <a:ext cx="9078900" cy="803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4500"/>
              <a:t>CIRCULAR QUEUES</a:t>
            </a:r>
            <a:endParaRPr sz="4500"/>
          </a:p>
        </p:txBody>
      </p:sp>
      <p:grpSp>
        <p:nvGrpSpPr>
          <p:cNvPr id="2011" name="Google Shape;2011;p52"/>
          <p:cNvGrpSpPr/>
          <p:nvPr/>
        </p:nvGrpSpPr>
        <p:grpSpPr>
          <a:xfrm>
            <a:off x="1017226" y="1806037"/>
            <a:ext cx="7109604" cy="415222"/>
            <a:chOff x="1148325" y="1752675"/>
            <a:chExt cx="6847350" cy="513000"/>
          </a:xfrm>
        </p:grpSpPr>
        <p:sp>
          <p:nvSpPr>
            <p:cNvPr id="2012" name="Google Shape;2012;p52"/>
            <p:cNvSpPr/>
            <p:nvPr/>
          </p:nvSpPr>
          <p:spPr>
            <a:xfrm>
              <a:off x="114832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3" name="Google Shape;2013;p52"/>
            <p:cNvSpPr/>
            <p:nvPr/>
          </p:nvSpPr>
          <p:spPr>
            <a:xfrm>
              <a:off x="2146400"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4" name="Google Shape;2014;p52"/>
            <p:cNvSpPr/>
            <p:nvPr/>
          </p:nvSpPr>
          <p:spPr>
            <a:xfrm>
              <a:off x="314447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5" name="Google Shape;2015;p52"/>
            <p:cNvSpPr/>
            <p:nvPr/>
          </p:nvSpPr>
          <p:spPr>
            <a:xfrm>
              <a:off x="4142550"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6" name="Google Shape;2016;p52"/>
            <p:cNvSpPr/>
            <p:nvPr/>
          </p:nvSpPr>
          <p:spPr>
            <a:xfrm>
              <a:off x="514062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7" name="Google Shape;2017;p52"/>
            <p:cNvSpPr/>
            <p:nvPr/>
          </p:nvSpPr>
          <p:spPr>
            <a:xfrm>
              <a:off x="6138700"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8" name="Google Shape;2018;p52"/>
            <p:cNvSpPr/>
            <p:nvPr/>
          </p:nvSpPr>
          <p:spPr>
            <a:xfrm>
              <a:off x="713677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19" name="Google Shape;2019;p52"/>
          <p:cNvSpPr txBox="1"/>
          <p:nvPr/>
        </p:nvSpPr>
        <p:spPr>
          <a:xfrm>
            <a:off x="1083317" y="1419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0</a:t>
            </a:r>
            <a:endParaRPr b="1" sz="1600">
              <a:solidFill>
                <a:schemeClr val="dk1"/>
              </a:solidFill>
              <a:latin typeface="Jua"/>
              <a:ea typeface="Jua"/>
              <a:cs typeface="Jua"/>
              <a:sym typeface="Jua"/>
            </a:endParaRPr>
          </a:p>
        </p:txBody>
      </p:sp>
      <p:sp>
        <p:nvSpPr>
          <p:cNvPr id="2020" name="Google Shape;2020;p52"/>
          <p:cNvSpPr txBox="1"/>
          <p:nvPr/>
        </p:nvSpPr>
        <p:spPr>
          <a:xfrm>
            <a:off x="2138608" y="1419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1</a:t>
            </a:r>
            <a:endParaRPr b="1" sz="1600">
              <a:solidFill>
                <a:schemeClr val="dk1"/>
              </a:solidFill>
              <a:latin typeface="Jua"/>
              <a:ea typeface="Jua"/>
              <a:cs typeface="Jua"/>
              <a:sym typeface="Jua"/>
            </a:endParaRPr>
          </a:p>
        </p:txBody>
      </p:sp>
      <p:sp>
        <p:nvSpPr>
          <p:cNvPr id="2021" name="Google Shape;2021;p52"/>
          <p:cNvSpPr txBox="1"/>
          <p:nvPr/>
        </p:nvSpPr>
        <p:spPr>
          <a:xfrm>
            <a:off x="3193899" y="1419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2</a:t>
            </a:r>
            <a:endParaRPr b="1" sz="1600">
              <a:solidFill>
                <a:schemeClr val="dk1"/>
              </a:solidFill>
              <a:latin typeface="Jua"/>
              <a:ea typeface="Jua"/>
              <a:cs typeface="Jua"/>
              <a:sym typeface="Jua"/>
            </a:endParaRPr>
          </a:p>
        </p:txBody>
      </p:sp>
      <p:sp>
        <p:nvSpPr>
          <p:cNvPr id="2022" name="Google Shape;2022;p52"/>
          <p:cNvSpPr txBox="1"/>
          <p:nvPr/>
        </p:nvSpPr>
        <p:spPr>
          <a:xfrm>
            <a:off x="4221145" y="1419225"/>
            <a:ext cx="6978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3</a:t>
            </a:r>
            <a:endParaRPr b="1" sz="1600">
              <a:solidFill>
                <a:schemeClr val="dk1"/>
              </a:solidFill>
              <a:latin typeface="Jua"/>
              <a:ea typeface="Jua"/>
              <a:cs typeface="Jua"/>
              <a:sym typeface="Jua"/>
            </a:endParaRPr>
          </a:p>
        </p:txBody>
      </p:sp>
      <p:sp>
        <p:nvSpPr>
          <p:cNvPr id="2023" name="Google Shape;2023;p52"/>
          <p:cNvSpPr txBox="1"/>
          <p:nvPr/>
        </p:nvSpPr>
        <p:spPr>
          <a:xfrm>
            <a:off x="5304481" y="1419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4</a:t>
            </a:r>
            <a:endParaRPr b="1" sz="1600">
              <a:solidFill>
                <a:schemeClr val="dk1"/>
              </a:solidFill>
              <a:latin typeface="Jua"/>
              <a:ea typeface="Jua"/>
              <a:cs typeface="Jua"/>
              <a:sym typeface="Jua"/>
            </a:endParaRPr>
          </a:p>
        </p:txBody>
      </p:sp>
      <p:sp>
        <p:nvSpPr>
          <p:cNvPr id="2024" name="Google Shape;2024;p52"/>
          <p:cNvSpPr txBox="1"/>
          <p:nvPr/>
        </p:nvSpPr>
        <p:spPr>
          <a:xfrm>
            <a:off x="6359772" y="1419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5</a:t>
            </a:r>
            <a:endParaRPr b="1" sz="1600">
              <a:solidFill>
                <a:schemeClr val="dk1"/>
              </a:solidFill>
              <a:latin typeface="Jua"/>
              <a:ea typeface="Jua"/>
              <a:cs typeface="Jua"/>
              <a:sym typeface="Jua"/>
            </a:endParaRPr>
          </a:p>
        </p:txBody>
      </p:sp>
      <p:sp>
        <p:nvSpPr>
          <p:cNvPr id="2025" name="Google Shape;2025;p52"/>
          <p:cNvSpPr txBox="1"/>
          <p:nvPr/>
        </p:nvSpPr>
        <p:spPr>
          <a:xfrm>
            <a:off x="7415063" y="1419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6</a:t>
            </a:r>
            <a:endParaRPr b="1" sz="1600">
              <a:solidFill>
                <a:schemeClr val="dk1"/>
              </a:solidFill>
              <a:latin typeface="Jua"/>
              <a:ea typeface="Jua"/>
              <a:cs typeface="Jua"/>
              <a:sym typeface="Jua"/>
            </a:endParaRPr>
          </a:p>
        </p:txBody>
      </p:sp>
      <p:sp>
        <p:nvSpPr>
          <p:cNvPr id="2026" name="Google Shape;2026;p52"/>
          <p:cNvSpPr/>
          <p:nvPr/>
        </p:nvSpPr>
        <p:spPr>
          <a:xfrm>
            <a:off x="6297325" y="1300375"/>
            <a:ext cx="815700" cy="415200"/>
          </a:xfrm>
          <a:prstGeom prst="roundRect">
            <a:avLst>
              <a:gd fmla="val 16667" name="adj"/>
            </a:avLst>
          </a:prstGeom>
          <a:noFill/>
          <a:ln cap="flat" cmpd="sng" w="38100">
            <a:solidFill>
              <a:srgbClr val="FF6B6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4"/>
              </a:solidFill>
              <a:latin typeface="Roboto"/>
              <a:ea typeface="Roboto"/>
              <a:cs typeface="Roboto"/>
              <a:sym typeface="Roboto"/>
            </a:endParaRPr>
          </a:p>
        </p:txBody>
      </p:sp>
      <p:sp>
        <p:nvSpPr>
          <p:cNvPr id="2027" name="Google Shape;2027;p52"/>
          <p:cNvSpPr txBox="1"/>
          <p:nvPr>
            <p:ph idx="4294967295" type="subTitle"/>
          </p:nvPr>
        </p:nvSpPr>
        <p:spPr>
          <a:xfrm>
            <a:off x="6234475" y="897075"/>
            <a:ext cx="941400" cy="456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000">
                <a:solidFill>
                  <a:schemeClr val="lt1"/>
                </a:solidFill>
                <a:latin typeface="Jua"/>
                <a:ea typeface="Jua"/>
                <a:cs typeface="Jua"/>
                <a:sym typeface="Jua"/>
              </a:rPr>
              <a:t>HEAD</a:t>
            </a:r>
            <a:endParaRPr b="1" sz="2000">
              <a:solidFill>
                <a:schemeClr val="lt1"/>
              </a:solidFill>
              <a:latin typeface="Jua"/>
              <a:ea typeface="Jua"/>
              <a:cs typeface="Jua"/>
              <a:sym typeface="Jua"/>
            </a:endParaRPr>
          </a:p>
        </p:txBody>
      </p:sp>
      <p:grpSp>
        <p:nvGrpSpPr>
          <p:cNvPr id="2028" name="Google Shape;2028;p52"/>
          <p:cNvGrpSpPr/>
          <p:nvPr/>
        </p:nvGrpSpPr>
        <p:grpSpPr>
          <a:xfrm>
            <a:off x="851600" y="2529963"/>
            <a:ext cx="2026504" cy="546924"/>
            <a:chOff x="851600" y="2529963"/>
            <a:chExt cx="2026504" cy="546924"/>
          </a:xfrm>
        </p:grpSpPr>
        <p:sp>
          <p:nvSpPr>
            <p:cNvPr id="2029" name="Google Shape;2029;p52"/>
            <p:cNvSpPr txBox="1"/>
            <p:nvPr/>
          </p:nvSpPr>
          <p:spPr>
            <a:xfrm>
              <a:off x="851600" y="2529963"/>
              <a:ext cx="1210800" cy="54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chemeClr val="accent2"/>
                  </a:solidFill>
                  <a:latin typeface="Jua"/>
                  <a:ea typeface="Jua"/>
                  <a:cs typeface="Jua"/>
                  <a:sym typeface="Jua"/>
                </a:rPr>
                <a:t>PUT</a:t>
              </a:r>
              <a:endParaRPr b="1" sz="2800">
                <a:solidFill>
                  <a:schemeClr val="accent2"/>
                </a:solidFill>
                <a:latin typeface="Jua"/>
                <a:ea typeface="Jua"/>
                <a:cs typeface="Jua"/>
                <a:sym typeface="Jua"/>
              </a:endParaRPr>
            </a:p>
          </p:txBody>
        </p:sp>
        <p:sp>
          <p:nvSpPr>
            <p:cNvPr id="2030" name="Google Shape;2030;p52"/>
            <p:cNvSpPr/>
            <p:nvPr/>
          </p:nvSpPr>
          <p:spPr>
            <a:xfrm>
              <a:off x="1986204" y="2661687"/>
              <a:ext cx="891900" cy="4152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31" name="Google Shape;2031;p52"/>
            <p:cNvSpPr txBox="1"/>
            <p:nvPr/>
          </p:nvSpPr>
          <p:spPr>
            <a:xfrm>
              <a:off x="2138600" y="2703234"/>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rgbClr val="0C2E3A"/>
                  </a:solidFill>
                  <a:latin typeface="Merriweather"/>
                  <a:ea typeface="Merriweather"/>
                  <a:cs typeface="Merriweather"/>
                  <a:sym typeface="Merriweather"/>
                </a:rPr>
                <a:t>-3</a:t>
              </a:r>
              <a:endParaRPr b="1" sz="1900">
                <a:solidFill>
                  <a:srgbClr val="0C2E3A"/>
                </a:solidFill>
                <a:latin typeface="Merriweather"/>
                <a:ea typeface="Merriweather"/>
                <a:cs typeface="Merriweather"/>
                <a:sym typeface="Merriweather"/>
              </a:endParaRPr>
            </a:p>
          </p:txBody>
        </p:sp>
      </p:grpSp>
      <p:grpSp>
        <p:nvGrpSpPr>
          <p:cNvPr id="2032" name="Google Shape;2032;p52"/>
          <p:cNvGrpSpPr/>
          <p:nvPr/>
        </p:nvGrpSpPr>
        <p:grpSpPr>
          <a:xfrm>
            <a:off x="1017226" y="4473037"/>
            <a:ext cx="7109604" cy="415222"/>
            <a:chOff x="1148325" y="1752675"/>
            <a:chExt cx="6847350" cy="513000"/>
          </a:xfrm>
        </p:grpSpPr>
        <p:sp>
          <p:nvSpPr>
            <p:cNvPr id="2033" name="Google Shape;2033;p52"/>
            <p:cNvSpPr/>
            <p:nvPr/>
          </p:nvSpPr>
          <p:spPr>
            <a:xfrm>
              <a:off x="114832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4" name="Google Shape;2034;p52"/>
            <p:cNvSpPr/>
            <p:nvPr/>
          </p:nvSpPr>
          <p:spPr>
            <a:xfrm>
              <a:off x="2146400"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5" name="Google Shape;2035;p52"/>
            <p:cNvSpPr/>
            <p:nvPr/>
          </p:nvSpPr>
          <p:spPr>
            <a:xfrm>
              <a:off x="314447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6" name="Google Shape;2036;p52"/>
            <p:cNvSpPr/>
            <p:nvPr/>
          </p:nvSpPr>
          <p:spPr>
            <a:xfrm>
              <a:off x="4142550"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7" name="Google Shape;2037;p52"/>
            <p:cNvSpPr/>
            <p:nvPr/>
          </p:nvSpPr>
          <p:spPr>
            <a:xfrm>
              <a:off x="514062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8" name="Google Shape;2038;p52"/>
            <p:cNvSpPr/>
            <p:nvPr/>
          </p:nvSpPr>
          <p:spPr>
            <a:xfrm>
              <a:off x="6138700"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9" name="Google Shape;2039;p52"/>
            <p:cNvSpPr/>
            <p:nvPr/>
          </p:nvSpPr>
          <p:spPr>
            <a:xfrm>
              <a:off x="713677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40" name="Google Shape;2040;p52"/>
          <p:cNvSpPr txBox="1"/>
          <p:nvPr/>
        </p:nvSpPr>
        <p:spPr>
          <a:xfrm>
            <a:off x="1083317" y="4086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0</a:t>
            </a:r>
            <a:endParaRPr b="1" sz="1600">
              <a:solidFill>
                <a:schemeClr val="dk1"/>
              </a:solidFill>
              <a:latin typeface="Jua"/>
              <a:ea typeface="Jua"/>
              <a:cs typeface="Jua"/>
              <a:sym typeface="Jua"/>
            </a:endParaRPr>
          </a:p>
        </p:txBody>
      </p:sp>
      <p:sp>
        <p:nvSpPr>
          <p:cNvPr id="2041" name="Google Shape;2041;p52"/>
          <p:cNvSpPr txBox="1"/>
          <p:nvPr/>
        </p:nvSpPr>
        <p:spPr>
          <a:xfrm>
            <a:off x="2138608" y="4086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1</a:t>
            </a:r>
            <a:endParaRPr b="1" sz="1600">
              <a:solidFill>
                <a:schemeClr val="dk1"/>
              </a:solidFill>
              <a:latin typeface="Jua"/>
              <a:ea typeface="Jua"/>
              <a:cs typeface="Jua"/>
              <a:sym typeface="Jua"/>
            </a:endParaRPr>
          </a:p>
        </p:txBody>
      </p:sp>
      <p:sp>
        <p:nvSpPr>
          <p:cNvPr id="2042" name="Google Shape;2042;p52"/>
          <p:cNvSpPr txBox="1"/>
          <p:nvPr/>
        </p:nvSpPr>
        <p:spPr>
          <a:xfrm>
            <a:off x="3193899" y="4086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2</a:t>
            </a:r>
            <a:endParaRPr b="1" sz="1600">
              <a:solidFill>
                <a:schemeClr val="dk1"/>
              </a:solidFill>
              <a:latin typeface="Jua"/>
              <a:ea typeface="Jua"/>
              <a:cs typeface="Jua"/>
              <a:sym typeface="Jua"/>
            </a:endParaRPr>
          </a:p>
        </p:txBody>
      </p:sp>
      <p:sp>
        <p:nvSpPr>
          <p:cNvPr id="2043" name="Google Shape;2043;p52"/>
          <p:cNvSpPr txBox="1"/>
          <p:nvPr/>
        </p:nvSpPr>
        <p:spPr>
          <a:xfrm>
            <a:off x="4221145" y="4086225"/>
            <a:ext cx="6978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3</a:t>
            </a:r>
            <a:endParaRPr b="1" sz="1600">
              <a:solidFill>
                <a:schemeClr val="dk1"/>
              </a:solidFill>
              <a:latin typeface="Jua"/>
              <a:ea typeface="Jua"/>
              <a:cs typeface="Jua"/>
              <a:sym typeface="Jua"/>
            </a:endParaRPr>
          </a:p>
        </p:txBody>
      </p:sp>
      <p:sp>
        <p:nvSpPr>
          <p:cNvPr id="2044" name="Google Shape;2044;p52"/>
          <p:cNvSpPr txBox="1"/>
          <p:nvPr/>
        </p:nvSpPr>
        <p:spPr>
          <a:xfrm>
            <a:off x="5304481" y="4086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4</a:t>
            </a:r>
            <a:endParaRPr b="1" sz="1600">
              <a:solidFill>
                <a:schemeClr val="dk1"/>
              </a:solidFill>
              <a:latin typeface="Jua"/>
              <a:ea typeface="Jua"/>
              <a:cs typeface="Jua"/>
              <a:sym typeface="Jua"/>
            </a:endParaRPr>
          </a:p>
        </p:txBody>
      </p:sp>
      <p:sp>
        <p:nvSpPr>
          <p:cNvPr id="2045" name="Google Shape;2045;p52"/>
          <p:cNvSpPr txBox="1"/>
          <p:nvPr/>
        </p:nvSpPr>
        <p:spPr>
          <a:xfrm>
            <a:off x="6359772" y="4086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5</a:t>
            </a:r>
            <a:endParaRPr b="1" sz="1600">
              <a:solidFill>
                <a:schemeClr val="dk1"/>
              </a:solidFill>
              <a:latin typeface="Jua"/>
              <a:ea typeface="Jua"/>
              <a:cs typeface="Jua"/>
              <a:sym typeface="Jua"/>
            </a:endParaRPr>
          </a:p>
        </p:txBody>
      </p:sp>
      <p:sp>
        <p:nvSpPr>
          <p:cNvPr id="2046" name="Google Shape;2046;p52"/>
          <p:cNvSpPr txBox="1"/>
          <p:nvPr/>
        </p:nvSpPr>
        <p:spPr>
          <a:xfrm>
            <a:off x="7415063" y="4086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6</a:t>
            </a:r>
            <a:endParaRPr b="1" sz="1600">
              <a:solidFill>
                <a:schemeClr val="dk1"/>
              </a:solidFill>
              <a:latin typeface="Jua"/>
              <a:ea typeface="Jua"/>
              <a:cs typeface="Jua"/>
              <a:sym typeface="Jua"/>
            </a:endParaRPr>
          </a:p>
        </p:txBody>
      </p:sp>
      <p:sp>
        <p:nvSpPr>
          <p:cNvPr id="2047" name="Google Shape;2047;p52"/>
          <p:cNvSpPr txBox="1"/>
          <p:nvPr/>
        </p:nvSpPr>
        <p:spPr>
          <a:xfrm>
            <a:off x="2138600" y="4514584"/>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900">
              <a:solidFill>
                <a:srgbClr val="0C2E3A"/>
              </a:solidFill>
              <a:latin typeface="Merriweather"/>
              <a:ea typeface="Merriweather"/>
              <a:cs typeface="Merriweather"/>
              <a:sym typeface="Merriweather"/>
            </a:endParaRPr>
          </a:p>
        </p:txBody>
      </p:sp>
      <p:sp>
        <p:nvSpPr>
          <p:cNvPr id="2048" name="Google Shape;2048;p52"/>
          <p:cNvSpPr txBox="1"/>
          <p:nvPr/>
        </p:nvSpPr>
        <p:spPr>
          <a:xfrm>
            <a:off x="3193875" y="4514596"/>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900">
              <a:solidFill>
                <a:srgbClr val="212121"/>
              </a:solidFill>
              <a:latin typeface="Merriweather"/>
              <a:ea typeface="Merriweather"/>
              <a:cs typeface="Merriweather"/>
              <a:sym typeface="Merriweather"/>
            </a:endParaRPr>
          </a:p>
        </p:txBody>
      </p:sp>
      <p:sp>
        <p:nvSpPr>
          <p:cNvPr id="2049" name="Google Shape;2049;p52"/>
          <p:cNvSpPr/>
          <p:nvPr/>
        </p:nvSpPr>
        <p:spPr>
          <a:xfrm>
            <a:off x="3135625" y="4002975"/>
            <a:ext cx="815700" cy="415200"/>
          </a:xfrm>
          <a:prstGeom prst="roundRect">
            <a:avLst>
              <a:gd fmla="val 16667" name="adj"/>
            </a:avLst>
          </a:prstGeom>
          <a:noFill/>
          <a:ln cap="flat" cmpd="sng" w="381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050" name="Google Shape;2050;p52"/>
          <p:cNvSpPr txBox="1"/>
          <p:nvPr>
            <p:ph idx="4294967295" type="subTitle"/>
          </p:nvPr>
        </p:nvSpPr>
        <p:spPr>
          <a:xfrm>
            <a:off x="3074625" y="3564075"/>
            <a:ext cx="941400" cy="456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000">
                <a:latin typeface="Jua"/>
                <a:ea typeface="Jua"/>
                <a:cs typeface="Jua"/>
                <a:sym typeface="Jua"/>
              </a:rPr>
              <a:t>TAIL</a:t>
            </a:r>
            <a:endParaRPr b="1" sz="2000">
              <a:latin typeface="Jua"/>
              <a:ea typeface="Jua"/>
              <a:cs typeface="Jua"/>
              <a:sym typeface="Jua"/>
            </a:endParaRPr>
          </a:p>
        </p:txBody>
      </p:sp>
      <p:sp>
        <p:nvSpPr>
          <p:cNvPr id="2051" name="Google Shape;2051;p52"/>
          <p:cNvSpPr/>
          <p:nvPr/>
        </p:nvSpPr>
        <p:spPr>
          <a:xfrm>
            <a:off x="6221125" y="3967375"/>
            <a:ext cx="815700" cy="415200"/>
          </a:xfrm>
          <a:prstGeom prst="roundRect">
            <a:avLst>
              <a:gd fmla="val 16667" name="adj"/>
            </a:avLst>
          </a:prstGeom>
          <a:noFill/>
          <a:ln cap="flat" cmpd="sng" w="38100">
            <a:solidFill>
              <a:srgbClr val="FF6B6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4"/>
              </a:solidFill>
              <a:latin typeface="Roboto"/>
              <a:ea typeface="Roboto"/>
              <a:cs typeface="Roboto"/>
              <a:sym typeface="Roboto"/>
            </a:endParaRPr>
          </a:p>
        </p:txBody>
      </p:sp>
      <p:sp>
        <p:nvSpPr>
          <p:cNvPr id="2052" name="Google Shape;2052;p52"/>
          <p:cNvSpPr txBox="1"/>
          <p:nvPr>
            <p:ph idx="4294967295" type="subTitle"/>
          </p:nvPr>
        </p:nvSpPr>
        <p:spPr>
          <a:xfrm>
            <a:off x="6158275" y="3564075"/>
            <a:ext cx="941400" cy="456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000">
                <a:solidFill>
                  <a:schemeClr val="lt1"/>
                </a:solidFill>
                <a:latin typeface="Jua"/>
                <a:ea typeface="Jua"/>
                <a:cs typeface="Jua"/>
                <a:sym typeface="Jua"/>
              </a:rPr>
              <a:t>HEAD</a:t>
            </a:r>
            <a:endParaRPr b="1" sz="2000">
              <a:solidFill>
                <a:schemeClr val="lt1"/>
              </a:solidFill>
              <a:latin typeface="Jua"/>
              <a:ea typeface="Jua"/>
              <a:cs typeface="Jua"/>
              <a:sym typeface="Jua"/>
            </a:endParaRPr>
          </a:p>
        </p:txBody>
      </p:sp>
      <p:sp>
        <p:nvSpPr>
          <p:cNvPr id="2053" name="Google Shape;2053;p52"/>
          <p:cNvSpPr txBox="1"/>
          <p:nvPr/>
        </p:nvSpPr>
        <p:spPr>
          <a:xfrm>
            <a:off x="4172950" y="4514596"/>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900">
              <a:solidFill>
                <a:srgbClr val="212121"/>
              </a:solidFill>
              <a:latin typeface="Merriweather"/>
              <a:ea typeface="Merriweather"/>
              <a:cs typeface="Merriweather"/>
              <a:sym typeface="Merriweather"/>
            </a:endParaRPr>
          </a:p>
        </p:txBody>
      </p:sp>
      <p:sp>
        <p:nvSpPr>
          <p:cNvPr id="2054" name="Google Shape;2054;p52"/>
          <p:cNvSpPr txBox="1"/>
          <p:nvPr/>
        </p:nvSpPr>
        <p:spPr>
          <a:xfrm>
            <a:off x="5304425" y="4514571"/>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900">
              <a:solidFill>
                <a:srgbClr val="212121"/>
              </a:solidFill>
              <a:latin typeface="Merriweather"/>
              <a:ea typeface="Merriweather"/>
              <a:cs typeface="Merriweather"/>
              <a:sym typeface="Merriweather"/>
            </a:endParaRPr>
          </a:p>
        </p:txBody>
      </p:sp>
      <p:sp>
        <p:nvSpPr>
          <p:cNvPr id="2055" name="Google Shape;2055;p52"/>
          <p:cNvSpPr txBox="1"/>
          <p:nvPr/>
        </p:nvSpPr>
        <p:spPr>
          <a:xfrm>
            <a:off x="6359775" y="4514596"/>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rgbClr val="212121"/>
                </a:solidFill>
                <a:latin typeface="Merriweather"/>
                <a:ea typeface="Merriweather"/>
                <a:cs typeface="Merriweather"/>
                <a:sym typeface="Merriweather"/>
              </a:rPr>
              <a:t>0</a:t>
            </a:r>
            <a:endParaRPr b="1" sz="1900">
              <a:solidFill>
                <a:srgbClr val="212121"/>
              </a:solidFill>
              <a:latin typeface="Merriweather"/>
              <a:ea typeface="Merriweather"/>
              <a:cs typeface="Merriweather"/>
              <a:sym typeface="Merriweather"/>
            </a:endParaRPr>
          </a:p>
        </p:txBody>
      </p:sp>
      <p:sp>
        <p:nvSpPr>
          <p:cNvPr id="2056" name="Google Shape;2056;p52"/>
          <p:cNvSpPr/>
          <p:nvPr/>
        </p:nvSpPr>
        <p:spPr>
          <a:xfrm rot="5400000">
            <a:off x="3294775" y="3271744"/>
            <a:ext cx="399900" cy="282900"/>
          </a:xfrm>
          <a:prstGeom prst="rightArrow">
            <a:avLst>
              <a:gd fmla="val 50000" name="adj1"/>
              <a:gd fmla="val 50000" name="adj2"/>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057" name="Google Shape;2057;p52"/>
          <p:cNvSpPr txBox="1"/>
          <p:nvPr/>
        </p:nvSpPr>
        <p:spPr>
          <a:xfrm>
            <a:off x="6380275" y="1846884"/>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rgbClr val="212121"/>
                </a:solidFill>
                <a:latin typeface="Merriweather"/>
                <a:ea typeface="Merriweather"/>
                <a:cs typeface="Merriweather"/>
                <a:sym typeface="Merriweather"/>
              </a:rPr>
              <a:t>0</a:t>
            </a:r>
            <a:endParaRPr b="1" sz="1900">
              <a:solidFill>
                <a:srgbClr val="212121"/>
              </a:solidFill>
              <a:latin typeface="Merriweather"/>
              <a:ea typeface="Merriweather"/>
              <a:cs typeface="Merriweather"/>
              <a:sym typeface="Merriweather"/>
            </a:endParaRPr>
          </a:p>
        </p:txBody>
      </p:sp>
      <p:sp>
        <p:nvSpPr>
          <p:cNvPr id="2058" name="Google Shape;2058;p52"/>
          <p:cNvSpPr txBox="1"/>
          <p:nvPr/>
        </p:nvSpPr>
        <p:spPr>
          <a:xfrm>
            <a:off x="7369225" y="4514596"/>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rgbClr val="212121"/>
                </a:solidFill>
                <a:latin typeface="Merriweather"/>
                <a:ea typeface="Merriweather"/>
                <a:cs typeface="Merriweather"/>
                <a:sym typeface="Merriweather"/>
              </a:rPr>
              <a:t>9</a:t>
            </a:r>
            <a:endParaRPr b="1" sz="1900">
              <a:solidFill>
                <a:srgbClr val="212121"/>
              </a:solidFill>
              <a:latin typeface="Merriweather"/>
              <a:ea typeface="Merriweather"/>
              <a:cs typeface="Merriweather"/>
              <a:sym typeface="Merriweather"/>
            </a:endParaRPr>
          </a:p>
        </p:txBody>
      </p:sp>
      <p:sp>
        <p:nvSpPr>
          <p:cNvPr id="2059" name="Google Shape;2059;p52"/>
          <p:cNvSpPr txBox="1"/>
          <p:nvPr/>
        </p:nvSpPr>
        <p:spPr>
          <a:xfrm>
            <a:off x="104250" y="1847609"/>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chemeClr val="dk1"/>
                </a:solidFill>
                <a:latin typeface="Merriweather"/>
                <a:ea typeface="Merriweather"/>
                <a:cs typeface="Merriweather"/>
                <a:sym typeface="Merriweather"/>
              </a:rPr>
              <a:t>10</a:t>
            </a:r>
            <a:endParaRPr b="1" sz="1900">
              <a:solidFill>
                <a:schemeClr val="dk1"/>
              </a:solidFill>
              <a:latin typeface="Merriweather"/>
              <a:ea typeface="Merriweather"/>
              <a:cs typeface="Merriweather"/>
              <a:sym typeface="Merriweather"/>
            </a:endParaRPr>
          </a:p>
        </p:txBody>
      </p:sp>
      <p:sp>
        <p:nvSpPr>
          <p:cNvPr id="2060" name="Google Shape;2060;p52"/>
          <p:cNvSpPr txBox="1"/>
          <p:nvPr/>
        </p:nvSpPr>
        <p:spPr>
          <a:xfrm>
            <a:off x="153125" y="4514584"/>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chemeClr val="dk1"/>
                </a:solidFill>
                <a:latin typeface="Merriweather"/>
                <a:ea typeface="Merriweather"/>
                <a:cs typeface="Merriweather"/>
                <a:sym typeface="Merriweather"/>
              </a:rPr>
              <a:t>11</a:t>
            </a:r>
            <a:endParaRPr b="1" sz="1900">
              <a:solidFill>
                <a:schemeClr val="dk1"/>
              </a:solidFill>
              <a:latin typeface="Merriweather"/>
              <a:ea typeface="Merriweather"/>
              <a:cs typeface="Merriweather"/>
              <a:sym typeface="Merriweather"/>
            </a:endParaRPr>
          </a:p>
        </p:txBody>
      </p:sp>
      <p:sp>
        <p:nvSpPr>
          <p:cNvPr id="2061" name="Google Shape;2061;p52"/>
          <p:cNvSpPr txBox="1"/>
          <p:nvPr/>
        </p:nvSpPr>
        <p:spPr>
          <a:xfrm>
            <a:off x="7359175" y="1846896"/>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rgbClr val="212121"/>
                </a:solidFill>
                <a:latin typeface="Merriweather"/>
                <a:ea typeface="Merriweather"/>
                <a:cs typeface="Merriweather"/>
                <a:sym typeface="Merriweather"/>
              </a:rPr>
              <a:t>9</a:t>
            </a:r>
            <a:endParaRPr b="1" sz="1900">
              <a:solidFill>
                <a:srgbClr val="212121"/>
              </a:solidFill>
              <a:latin typeface="Merriweather"/>
              <a:ea typeface="Merriweather"/>
              <a:cs typeface="Merriweather"/>
              <a:sym typeface="Merriweather"/>
            </a:endParaRPr>
          </a:p>
        </p:txBody>
      </p:sp>
      <p:sp>
        <p:nvSpPr>
          <p:cNvPr id="2062" name="Google Shape;2062;p52"/>
          <p:cNvSpPr txBox="1"/>
          <p:nvPr/>
        </p:nvSpPr>
        <p:spPr>
          <a:xfrm>
            <a:off x="1083325" y="4508171"/>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rgbClr val="212121"/>
                </a:solidFill>
                <a:latin typeface="Merriweather"/>
                <a:ea typeface="Merriweather"/>
                <a:cs typeface="Merriweather"/>
                <a:sym typeface="Merriweather"/>
              </a:rPr>
              <a:t>8</a:t>
            </a:r>
            <a:endParaRPr b="1" sz="1900">
              <a:solidFill>
                <a:srgbClr val="212121"/>
              </a:solidFill>
              <a:latin typeface="Merriweather"/>
              <a:ea typeface="Merriweather"/>
              <a:cs typeface="Merriweather"/>
              <a:sym typeface="Merriweather"/>
            </a:endParaRPr>
          </a:p>
        </p:txBody>
      </p:sp>
      <p:sp>
        <p:nvSpPr>
          <p:cNvPr id="2063" name="Google Shape;2063;p52"/>
          <p:cNvSpPr txBox="1"/>
          <p:nvPr/>
        </p:nvSpPr>
        <p:spPr>
          <a:xfrm>
            <a:off x="1110775" y="1846884"/>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rgbClr val="212121"/>
                </a:solidFill>
                <a:latin typeface="Merriweather"/>
                <a:ea typeface="Merriweather"/>
                <a:cs typeface="Merriweather"/>
                <a:sym typeface="Merriweather"/>
              </a:rPr>
              <a:t>8</a:t>
            </a:r>
            <a:endParaRPr b="1" sz="1900">
              <a:solidFill>
                <a:srgbClr val="212121"/>
              </a:solidFill>
              <a:latin typeface="Merriweather"/>
              <a:ea typeface="Merriweather"/>
              <a:cs typeface="Merriweather"/>
              <a:sym typeface="Merriweather"/>
            </a:endParaRPr>
          </a:p>
        </p:txBody>
      </p:sp>
      <p:sp>
        <p:nvSpPr>
          <p:cNvPr id="2064" name="Google Shape;2064;p52"/>
          <p:cNvSpPr/>
          <p:nvPr/>
        </p:nvSpPr>
        <p:spPr>
          <a:xfrm>
            <a:off x="2068825" y="1335975"/>
            <a:ext cx="815700" cy="415200"/>
          </a:xfrm>
          <a:prstGeom prst="roundRect">
            <a:avLst>
              <a:gd fmla="val 16667" name="adj"/>
            </a:avLst>
          </a:prstGeom>
          <a:noFill/>
          <a:ln cap="flat" cmpd="sng" w="381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065" name="Google Shape;2065;p52"/>
          <p:cNvSpPr txBox="1"/>
          <p:nvPr>
            <p:ph idx="4294967295" type="subTitle"/>
          </p:nvPr>
        </p:nvSpPr>
        <p:spPr>
          <a:xfrm>
            <a:off x="2007825" y="897075"/>
            <a:ext cx="941400" cy="456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000">
                <a:latin typeface="Jua"/>
                <a:ea typeface="Jua"/>
                <a:cs typeface="Jua"/>
                <a:sym typeface="Jua"/>
              </a:rPr>
              <a:t>TAIL</a:t>
            </a:r>
            <a:endParaRPr b="1" sz="2000">
              <a:latin typeface="Jua"/>
              <a:ea typeface="Jua"/>
              <a:cs typeface="Jua"/>
              <a:sym typeface="Jua"/>
            </a:endParaRPr>
          </a:p>
        </p:txBody>
      </p:sp>
      <p:sp>
        <p:nvSpPr>
          <p:cNvPr id="2066" name="Google Shape;2066;p52"/>
          <p:cNvSpPr txBox="1"/>
          <p:nvPr/>
        </p:nvSpPr>
        <p:spPr>
          <a:xfrm>
            <a:off x="2151963" y="1846884"/>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rgbClr val="212121"/>
                </a:solidFill>
                <a:latin typeface="Merriweather"/>
                <a:ea typeface="Merriweather"/>
                <a:cs typeface="Merriweather"/>
                <a:sym typeface="Merriweather"/>
              </a:rPr>
              <a:t>4</a:t>
            </a:r>
            <a:endParaRPr b="1" sz="1900">
              <a:solidFill>
                <a:srgbClr val="212121"/>
              </a:solidFill>
              <a:latin typeface="Merriweather"/>
              <a:ea typeface="Merriweather"/>
              <a:cs typeface="Merriweather"/>
              <a:sym typeface="Merriweather"/>
            </a:endParaRPr>
          </a:p>
        </p:txBody>
      </p:sp>
      <p:sp>
        <p:nvSpPr>
          <p:cNvPr id="2067" name="Google Shape;2067;p52"/>
          <p:cNvSpPr txBox="1"/>
          <p:nvPr/>
        </p:nvSpPr>
        <p:spPr>
          <a:xfrm>
            <a:off x="2163038" y="4508171"/>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rgbClr val="212121"/>
                </a:solidFill>
                <a:latin typeface="Merriweather"/>
                <a:ea typeface="Merriweather"/>
                <a:cs typeface="Merriweather"/>
                <a:sym typeface="Merriweather"/>
              </a:rPr>
              <a:t>4</a:t>
            </a:r>
            <a:endParaRPr b="1" sz="1900">
              <a:solidFill>
                <a:srgbClr val="212121"/>
              </a:solidFill>
              <a:latin typeface="Merriweather"/>
              <a:ea typeface="Merriweather"/>
              <a:cs typeface="Merriweather"/>
              <a:sym typeface="Merriweather"/>
            </a:endParaRPr>
          </a:p>
        </p:txBody>
      </p:sp>
      <p:sp>
        <p:nvSpPr>
          <p:cNvPr id="2068" name="Google Shape;2068;p52"/>
          <p:cNvSpPr txBox="1"/>
          <p:nvPr/>
        </p:nvSpPr>
        <p:spPr>
          <a:xfrm>
            <a:off x="3193863" y="4508171"/>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rgbClr val="212121"/>
                </a:solidFill>
                <a:latin typeface="Merriweather"/>
                <a:ea typeface="Merriweather"/>
                <a:cs typeface="Merriweather"/>
                <a:sym typeface="Merriweather"/>
              </a:rPr>
              <a:t>-3</a:t>
            </a:r>
            <a:endParaRPr b="1" sz="1900">
              <a:solidFill>
                <a:srgbClr val="212121"/>
              </a:solidFill>
              <a:latin typeface="Merriweather"/>
              <a:ea typeface="Merriweather"/>
              <a:cs typeface="Merriweather"/>
              <a:sym typeface="Merriweather"/>
            </a:endParaRPr>
          </a:p>
        </p:txBody>
      </p:sp>
      <p:sp>
        <p:nvSpPr>
          <p:cNvPr id="2069" name="Google Shape;2069;p5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3" name="Shape 2073"/>
        <p:cNvGrpSpPr/>
        <p:nvPr/>
      </p:nvGrpSpPr>
      <p:grpSpPr>
        <a:xfrm>
          <a:off x="0" y="0"/>
          <a:ext cx="0" cy="0"/>
          <a:chOff x="0" y="0"/>
          <a:chExt cx="0" cy="0"/>
        </a:xfrm>
      </p:grpSpPr>
      <p:sp>
        <p:nvSpPr>
          <p:cNvPr id="2074" name="Google Shape;2074;p53"/>
          <p:cNvSpPr txBox="1"/>
          <p:nvPr>
            <p:ph type="title"/>
          </p:nvPr>
        </p:nvSpPr>
        <p:spPr>
          <a:xfrm>
            <a:off x="64975" y="9225"/>
            <a:ext cx="9078900" cy="803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4500"/>
              <a:t>CIRCULAR QUEUES</a:t>
            </a:r>
            <a:endParaRPr sz="4500"/>
          </a:p>
        </p:txBody>
      </p:sp>
      <p:grpSp>
        <p:nvGrpSpPr>
          <p:cNvPr id="2075" name="Google Shape;2075;p53"/>
          <p:cNvGrpSpPr/>
          <p:nvPr/>
        </p:nvGrpSpPr>
        <p:grpSpPr>
          <a:xfrm>
            <a:off x="1017226" y="1806037"/>
            <a:ext cx="7109604" cy="415222"/>
            <a:chOff x="1148325" y="1752675"/>
            <a:chExt cx="6847350" cy="513000"/>
          </a:xfrm>
        </p:grpSpPr>
        <p:sp>
          <p:nvSpPr>
            <p:cNvPr id="2076" name="Google Shape;2076;p53"/>
            <p:cNvSpPr/>
            <p:nvPr/>
          </p:nvSpPr>
          <p:spPr>
            <a:xfrm>
              <a:off x="114832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7" name="Google Shape;2077;p53"/>
            <p:cNvSpPr/>
            <p:nvPr/>
          </p:nvSpPr>
          <p:spPr>
            <a:xfrm>
              <a:off x="2146400"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8" name="Google Shape;2078;p53"/>
            <p:cNvSpPr/>
            <p:nvPr/>
          </p:nvSpPr>
          <p:spPr>
            <a:xfrm>
              <a:off x="314447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9" name="Google Shape;2079;p53"/>
            <p:cNvSpPr/>
            <p:nvPr/>
          </p:nvSpPr>
          <p:spPr>
            <a:xfrm>
              <a:off x="4142550"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0" name="Google Shape;2080;p53"/>
            <p:cNvSpPr/>
            <p:nvPr/>
          </p:nvSpPr>
          <p:spPr>
            <a:xfrm>
              <a:off x="514062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1" name="Google Shape;2081;p53"/>
            <p:cNvSpPr/>
            <p:nvPr/>
          </p:nvSpPr>
          <p:spPr>
            <a:xfrm>
              <a:off x="6138700"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2" name="Google Shape;2082;p53"/>
            <p:cNvSpPr/>
            <p:nvPr/>
          </p:nvSpPr>
          <p:spPr>
            <a:xfrm>
              <a:off x="713677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83" name="Google Shape;2083;p53"/>
          <p:cNvSpPr txBox="1"/>
          <p:nvPr/>
        </p:nvSpPr>
        <p:spPr>
          <a:xfrm>
            <a:off x="1083317" y="1419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0</a:t>
            </a:r>
            <a:endParaRPr b="1" sz="1600">
              <a:solidFill>
                <a:schemeClr val="dk1"/>
              </a:solidFill>
              <a:latin typeface="Jua"/>
              <a:ea typeface="Jua"/>
              <a:cs typeface="Jua"/>
              <a:sym typeface="Jua"/>
            </a:endParaRPr>
          </a:p>
        </p:txBody>
      </p:sp>
      <p:sp>
        <p:nvSpPr>
          <p:cNvPr id="2084" name="Google Shape;2084;p53"/>
          <p:cNvSpPr txBox="1"/>
          <p:nvPr/>
        </p:nvSpPr>
        <p:spPr>
          <a:xfrm>
            <a:off x="2138608" y="1419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1</a:t>
            </a:r>
            <a:endParaRPr b="1" sz="1600">
              <a:solidFill>
                <a:schemeClr val="dk1"/>
              </a:solidFill>
              <a:latin typeface="Jua"/>
              <a:ea typeface="Jua"/>
              <a:cs typeface="Jua"/>
              <a:sym typeface="Jua"/>
            </a:endParaRPr>
          </a:p>
        </p:txBody>
      </p:sp>
      <p:sp>
        <p:nvSpPr>
          <p:cNvPr id="2085" name="Google Shape;2085;p53"/>
          <p:cNvSpPr txBox="1"/>
          <p:nvPr/>
        </p:nvSpPr>
        <p:spPr>
          <a:xfrm>
            <a:off x="3193899" y="1419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2</a:t>
            </a:r>
            <a:endParaRPr b="1" sz="1600">
              <a:solidFill>
                <a:schemeClr val="dk1"/>
              </a:solidFill>
              <a:latin typeface="Jua"/>
              <a:ea typeface="Jua"/>
              <a:cs typeface="Jua"/>
              <a:sym typeface="Jua"/>
            </a:endParaRPr>
          </a:p>
        </p:txBody>
      </p:sp>
      <p:sp>
        <p:nvSpPr>
          <p:cNvPr id="2086" name="Google Shape;2086;p53"/>
          <p:cNvSpPr txBox="1"/>
          <p:nvPr/>
        </p:nvSpPr>
        <p:spPr>
          <a:xfrm>
            <a:off x="4221145" y="1419225"/>
            <a:ext cx="6978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3</a:t>
            </a:r>
            <a:endParaRPr b="1" sz="1600">
              <a:solidFill>
                <a:schemeClr val="dk1"/>
              </a:solidFill>
              <a:latin typeface="Jua"/>
              <a:ea typeface="Jua"/>
              <a:cs typeface="Jua"/>
              <a:sym typeface="Jua"/>
            </a:endParaRPr>
          </a:p>
        </p:txBody>
      </p:sp>
      <p:sp>
        <p:nvSpPr>
          <p:cNvPr id="2087" name="Google Shape;2087;p53"/>
          <p:cNvSpPr txBox="1"/>
          <p:nvPr/>
        </p:nvSpPr>
        <p:spPr>
          <a:xfrm>
            <a:off x="5304481" y="1419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4</a:t>
            </a:r>
            <a:endParaRPr b="1" sz="1600">
              <a:solidFill>
                <a:schemeClr val="dk1"/>
              </a:solidFill>
              <a:latin typeface="Jua"/>
              <a:ea typeface="Jua"/>
              <a:cs typeface="Jua"/>
              <a:sym typeface="Jua"/>
            </a:endParaRPr>
          </a:p>
        </p:txBody>
      </p:sp>
      <p:sp>
        <p:nvSpPr>
          <p:cNvPr id="2088" name="Google Shape;2088;p53"/>
          <p:cNvSpPr txBox="1"/>
          <p:nvPr/>
        </p:nvSpPr>
        <p:spPr>
          <a:xfrm>
            <a:off x="6359772" y="1419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5</a:t>
            </a:r>
            <a:endParaRPr b="1" sz="1600">
              <a:solidFill>
                <a:schemeClr val="dk1"/>
              </a:solidFill>
              <a:latin typeface="Jua"/>
              <a:ea typeface="Jua"/>
              <a:cs typeface="Jua"/>
              <a:sym typeface="Jua"/>
            </a:endParaRPr>
          </a:p>
        </p:txBody>
      </p:sp>
      <p:sp>
        <p:nvSpPr>
          <p:cNvPr id="2089" name="Google Shape;2089;p53"/>
          <p:cNvSpPr txBox="1"/>
          <p:nvPr/>
        </p:nvSpPr>
        <p:spPr>
          <a:xfrm>
            <a:off x="7415063" y="1419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6</a:t>
            </a:r>
            <a:endParaRPr b="1" sz="1600">
              <a:solidFill>
                <a:schemeClr val="dk1"/>
              </a:solidFill>
              <a:latin typeface="Jua"/>
              <a:ea typeface="Jua"/>
              <a:cs typeface="Jua"/>
              <a:sym typeface="Jua"/>
            </a:endParaRPr>
          </a:p>
        </p:txBody>
      </p:sp>
      <p:sp>
        <p:nvSpPr>
          <p:cNvPr id="2090" name="Google Shape;2090;p53"/>
          <p:cNvSpPr/>
          <p:nvPr/>
        </p:nvSpPr>
        <p:spPr>
          <a:xfrm>
            <a:off x="6297325" y="1300375"/>
            <a:ext cx="815700" cy="415200"/>
          </a:xfrm>
          <a:prstGeom prst="roundRect">
            <a:avLst>
              <a:gd fmla="val 16667" name="adj"/>
            </a:avLst>
          </a:prstGeom>
          <a:noFill/>
          <a:ln cap="flat" cmpd="sng" w="38100">
            <a:solidFill>
              <a:srgbClr val="FF6B6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4"/>
              </a:solidFill>
              <a:latin typeface="Roboto"/>
              <a:ea typeface="Roboto"/>
              <a:cs typeface="Roboto"/>
              <a:sym typeface="Roboto"/>
            </a:endParaRPr>
          </a:p>
        </p:txBody>
      </p:sp>
      <p:sp>
        <p:nvSpPr>
          <p:cNvPr id="2091" name="Google Shape;2091;p53"/>
          <p:cNvSpPr txBox="1"/>
          <p:nvPr>
            <p:ph idx="4294967295" type="subTitle"/>
          </p:nvPr>
        </p:nvSpPr>
        <p:spPr>
          <a:xfrm>
            <a:off x="6234475" y="897075"/>
            <a:ext cx="941400" cy="456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000">
                <a:solidFill>
                  <a:schemeClr val="lt1"/>
                </a:solidFill>
                <a:latin typeface="Jua"/>
                <a:ea typeface="Jua"/>
                <a:cs typeface="Jua"/>
                <a:sym typeface="Jua"/>
              </a:rPr>
              <a:t>HEAD</a:t>
            </a:r>
            <a:endParaRPr b="1" sz="2000">
              <a:solidFill>
                <a:schemeClr val="lt1"/>
              </a:solidFill>
              <a:latin typeface="Jua"/>
              <a:ea typeface="Jua"/>
              <a:cs typeface="Jua"/>
              <a:sym typeface="Jua"/>
            </a:endParaRPr>
          </a:p>
        </p:txBody>
      </p:sp>
      <p:grpSp>
        <p:nvGrpSpPr>
          <p:cNvPr id="2092" name="Google Shape;2092;p53"/>
          <p:cNvGrpSpPr/>
          <p:nvPr/>
        </p:nvGrpSpPr>
        <p:grpSpPr>
          <a:xfrm>
            <a:off x="851600" y="2529963"/>
            <a:ext cx="2026504" cy="546924"/>
            <a:chOff x="851600" y="2529963"/>
            <a:chExt cx="2026504" cy="546924"/>
          </a:xfrm>
        </p:grpSpPr>
        <p:sp>
          <p:nvSpPr>
            <p:cNvPr id="2093" name="Google Shape;2093;p53"/>
            <p:cNvSpPr txBox="1"/>
            <p:nvPr/>
          </p:nvSpPr>
          <p:spPr>
            <a:xfrm>
              <a:off x="851600" y="2529963"/>
              <a:ext cx="1210800" cy="546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800">
                  <a:solidFill>
                    <a:srgbClr val="FF6B65"/>
                  </a:solidFill>
                  <a:latin typeface="Jua"/>
                  <a:ea typeface="Jua"/>
                  <a:cs typeface="Jua"/>
                  <a:sym typeface="Jua"/>
                </a:rPr>
                <a:t>GET</a:t>
              </a:r>
              <a:endParaRPr b="1" sz="2800">
                <a:solidFill>
                  <a:schemeClr val="accent2"/>
                </a:solidFill>
                <a:latin typeface="Jua"/>
                <a:ea typeface="Jua"/>
                <a:cs typeface="Jua"/>
                <a:sym typeface="Jua"/>
              </a:endParaRPr>
            </a:p>
          </p:txBody>
        </p:sp>
        <p:sp>
          <p:nvSpPr>
            <p:cNvPr id="2094" name="Google Shape;2094;p53"/>
            <p:cNvSpPr/>
            <p:nvPr/>
          </p:nvSpPr>
          <p:spPr>
            <a:xfrm>
              <a:off x="1986204" y="2661687"/>
              <a:ext cx="891900" cy="4152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95" name="Google Shape;2095;p53"/>
            <p:cNvSpPr txBox="1"/>
            <p:nvPr/>
          </p:nvSpPr>
          <p:spPr>
            <a:xfrm>
              <a:off x="2138600" y="2703234"/>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rgbClr val="0C2E3A"/>
                  </a:solidFill>
                  <a:latin typeface="Merriweather"/>
                  <a:ea typeface="Merriweather"/>
                  <a:cs typeface="Merriweather"/>
                  <a:sym typeface="Merriweather"/>
                </a:rPr>
                <a:t>0</a:t>
              </a:r>
              <a:endParaRPr b="1" sz="1900">
                <a:solidFill>
                  <a:srgbClr val="0C2E3A"/>
                </a:solidFill>
                <a:latin typeface="Merriweather"/>
                <a:ea typeface="Merriweather"/>
                <a:cs typeface="Merriweather"/>
                <a:sym typeface="Merriweather"/>
              </a:endParaRPr>
            </a:p>
          </p:txBody>
        </p:sp>
      </p:grpSp>
      <p:grpSp>
        <p:nvGrpSpPr>
          <p:cNvPr id="2096" name="Google Shape;2096;p53"/>
          <p:cNvGrpSpPr/>
          <p:nvPr/>
        </p:nvGrpSpPr>
        <p:grpSpPr>
          <a:xfrm>
            <a:off x="1017226" y="4473037"/>
            <a:ext cx="7109604" cy="415222"/>
            <a:chOff x="1148325" y="1752675"/>
            <a:chExt cx="6847350" cy="513000"/>
          </a:xfrm>
        </p:grpSpPr>
        <p:sp>
          <p:nvSpPr>
            <p:cNvPr id="2097" name="Google Shape;2097;p53"/>
            <p:cNvSpPr/>
            <p:nvPr/>
          </p:nvSpPr>
          <p:spPr>
            <a:xfrm>
              <a:off x="114832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8" name="Google Shape;2098;p53"/>
            <p:cNvSpPr/>
            <p:nvPr/>
          </p:nvSpPr>
          <p:spPr>
            <a:xfrm>
              <a:off x="2146400"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9" name="Google Shape;2099;p53"/>
            <p:cNvSpPr/>
            <p:nvPr/>
          </p:nvSpPr>
          <p:spPr>
            <a:xfrm>
              <a:off x="314447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0" name="Google Shape;2100;p53"/>
            <p:cNvSpPr/>
            <p:nvPr/>
          </p:nvSpPr>
          <p:spPr>
            <a:xfrm>
              <a:off x="4142550"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1" name="Google Shape;2101;p53"/>
            <p:cNvSpPr/>
            <p:nvPr/>
          </p:nvSpPr>
          <p:spPr>
            <a:xfrm>
              <a:off x="514062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2" name="Google Shape;2102;p53"/>
            <p:cNvSpPr/>
            <p:nvPr/>
          </p:nvSpPr>
          <p:spPr>
            <a:xfrm>
              <a:off x="6138700"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3" name="Google Shape;2103;p53"/>
            <p:cNvSpPr/>
            <p:nvPr/>
          </p:nvSpPr>
          <p:spPr>
            <a:xfrm>
              <a:off x="713677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04" name="Google Shape;2104;p53"/>
          <p:cNvSpPr txBox="1"/>
          <p:nvPr/>
        </p:nvSpPr>
        <p:spPr>
          <a:xfrm>
            <a:off x="1083317" y="4086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0</a:t>
            </a:r>
            <a:endParaRPr b="1" sz="1600">
              <a:solidFill>
                <a:schemeClr val="dk1"/>
              </a:solidFill>
              <a:latin typeface="Jua"/>
              <a:ea typeface="Jua"/>
              <a:cs typeface="Jua"/>
              <a:sym typeface="Jua"/>
            </a:endParaRPr>
          </a:p>
        </p:txBody>
      </p:sp>
      <p:sp>
        <p:nvSpPr>
          <p:cNvPr id="2105" name="Google Shape;2105;p53"/>
          <p:cNvSpPr txBox="1"/>
          <p:nvPr/>
        </p:nvSpPr>
        <p:spPr>
          <a:xfrm>
            <a:off x="2138608" y="4086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1</a:t>
            </a:r>
            <a:endParaRPr b="1" sz="1600">
              <a:solidFill>
                <a:schemeClr val="dk1"/>
              </a:solidFill>
              <a:latin typeface="Jua"/>
              <a:ea typeface="Jua"/>
              <a:cs typeface="Jua"/>
              <a:sym typeface="Jua"/>
            </a:endParaRPr>
          </a:p>
        </p:txBody>
      </p:sp>
      <p:sp>
        <p:nvSpPr>
          <p:cNvPr id="2106" name="Google Shape;2106;p53"/>
          <p:cNvSpPr txBox="1"/>
          <p:nvPr/>
        </p:nvSpPr>
        <p:spPr>
          <a:xfrm>
            <a:off x="3193899" y="4086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2</a:t>
            </a:r>
            <a:endParaRPr b="1" sz="1600">
              <a:solidFill>
                <a:schemeClr val="dk1"/>
              </a:solidFill>
              <a:latin typeface="Jua"/>
              <a:ea typeface="Jua"/>
              <a:cs typeface="Jua"/>
              <a:sym typeface="Jua"/>
            </a:endParaRPr>
          </a:p>
        </p:txBody>
      </p:sp>
      <p:sp>
        <p:nvSpPr>
          <p:cNvPr id="2107" name="Google Shape;2107;p53"/>
          <p:cNvSpPr txBox="1"/>
          <p:nvPr/>
        </p:nvSpPr>
        <p:spPr>
          <a:xfrm>
            <a:off x="4221145" y="4086225"/>
            <a:ext cx="6978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3</a:t>
            </a:r>
            <a:endParaRPr b="1" sz="1600">
              <a:solidFill>
                <a:schemeClr val="dk1"/>
              </a:solidFill>
              <a:latin typeface="Jua"/>
              <a:ea typeface="Jua"/>
              <a:cs typeface="Jua"/>
              <a:sym typeface="Jua"/>
            </a:endParaRPr>
          </a:p>
        </p:txBody>
      </p:sp>
      <p:sp>
        <p:nvSpPr>
          <p:cNvPr id="2108" name="Google Shape;2108;p53"/>
          <p:cNvSpPr txBox="1"/>
          <p:nvPr/>
        </p:nvSpPr>
        <p:spPr>
          <a:xfrm>
            <a:off x="5304481" y="4086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4</a:t>
            </a:r>
            <a:endParaRPr b="1" sz="1600">
              <a:solidFill>
                <a:schemeClr val="dk1"/>
              </a:solidFill>
              <a:latin typeface="Jua"/>
              <a:ea typeface="Jua"/>
              <a:cs typeface="Jua"/>
              <a:sym typeface="Jua"/>
            </a:endParaRPr>
          </a:p>
        </p:txBody>
      </p:sp>
      <p:sp>
        <p:nvSpPr>
          <p:cNvPr id="2109" name="Google Shape;2109;p53"/>
          <p:cNvSpPr txBox="1"/>
          <p:nvPr/>
        </p:nvSpPr>
        <p:spPr>
          <a:xfrm>
            <a:off x="6359772" y="4086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5</a:t>
            </a:r>
            <a:endParaRPr b="1" sz="1600">
              <a:solidFill>
                <a:schemeClr val="dk1"/>
              </a:solidFill>
              <a:latin typeface="Jua"/>
              <a:ea typeface="Jua"/>
              <a:cs typeface="Jua"/>
              <a:sym typeface="Jua"/>
            </a:endParaRPr>
          </a:p>
        </p:txBody>
      </p:sp>
      <p:sp>
        <p:nvSpPr>
          <p:cNvPr id="2110" name="Google Shape;2110;p53"/>
          <p:cNvSpPr txBox="1"/>
          <p:nvPr/>
        </p:nvSpPr>
        <p:spPr>
          <a:xfrm>
            <a:off x="7415063" y="4086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6</a:t>
            </a:r>
            <a:endParaRPr b="1" sz="1600">
              <a:solidFill>
                <a:schemeClr val="dk1"/>
              </a:solidFill>
              <a:latin typeface="Jua"/>
              <a:ea typeface="Jua"/>
              <a:cs typeface="Jua"/>
              <a:sym typeface="Jua"/>
            </a:endParaRPr>
          </a:p>
        </p:txBody>
      </p:sp>
      <p:sp>
        <p:nvSpPr>
          <p:cNvPr id="2111" name="Google Shape;2111;p53"/>
          <p:cNvSpPr txBox="1"/>
          <p:nvPr/>
        </p:nvSpPr>
        <p:spPr>
          <a:xfrm>
            <a:off x="2138600" y="4514584"/>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900">
              <a:solidFill>
                <a:srgbClr val="0C2E3A"/>
              </a:solidFill>
              <a:latin typeface="Merriweather"/>
              <a:ea typeface="Merriweather"/>
              <a:cs typeface="Merriweather"/>
              <a:sym typeface="Merriweather"/>
            </a:endParaRPr>
          </a:p>
        </p:txBody>
      </p:sp>
      <p:sp>
        <p:nvSpPr>
          <p:cNvPr id="2112" name="Google Shape;2112;p53"/>
          <p:cNvSpPr txBox="1"/>
          <p:nvPr/>
        </p:nvSpPr>
        <p:spPr>
          <a:xfrm>
            <a:off x="3193875" y="4514596"/>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900">
              <a:solidFill>
                <a:srgbClr val="212121"/>
              </a:solidFill>
              <a:latin typeface="Merriweather"/>
              <a:ea typeface="Merriweather"/>
              <a:cs typeface="Merriweather"/>
              <a:sym typeface="Merriweather"/>
            </a:endParaRPr>
          </a:p>
        </p:txBody>
      </p:sp>
      <p:sp>
        <p:nvSpPr>
          <p:cNvPr id="2113" name="Google Shape;2113;p53"/>
          <p:cNvSpPr/>
          <p:nvPr/>
        </p:nvSpPr>
        <p:spPr>
          <a:xfrm>
            <a:off x="3135625" y="4002975"/>
            <a:ext cx="815700" cy="415200"/>
          </a:xfrm>
          <a:prstGeom prst="roundRect">
            <a:avLst>
              <a:gd fmla="val 16667" name="adj"/>
            </a:avLst>
          </a:prstGeom>
          <a:noFill/>
          <a:ln cap="flat" cmpd="sng" w="381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114" name="Google Shape;2114;p53"/>
          <p:cNvSpPr txBox="1"/>
          <p:nvPr>
            <p:ph idx="4294967295" type="subTitle"/>
          </p:nvPr>
        </p:nvSpPr>
        <p:spPr>
          <a:xfrm>
            <a:off x="3074625" y="3564075"/>
            <a:ext cx="941400" cy="456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000">
                <a:latin typeface="Jua"/>
                <a:ea typeface="Jua"/>
                <a:cs typeface="Jua"/>
                <a:sym typeface="Jua"/>
              </a:rPr>
              <a:t>TAIL</a:t>
            </a:r>
            <a:endParaRPr b="1" sz="2000">
              <a:latin typeface="Jua"/>
              <a:ea typeface="Jua"/>
              <a:cs typeface="Jua"/>
              <a:sym typeface="Jua"/>
            </a:endParaRPr>
          </a:p>
        </p:txBody>
      </p:sp>
      <p:sp>
        <p:nvSpPr>
          <p:cNvPr id="2115" name="Google Shape;2115;p53"/>
          <p:cNvSpPr/>
          <p:nvPr/>
        </p:nvSpPr>
        <p:spPr>
          <a:xfrm>
            <a:off x="7287925" y="3967375"/>
            <a:ext cx="815700" cy="415200"/>
          </a:xfrm>
          <a:prstGeom prst="roundRect">
            <a:avLst>
              <a:gd fmla="val 16667" name="adj"/>
            </a:avLst>
          </a:prstGeom>
          <a:noFill/>
          <a:ln cap="flat" cmpd="sng" w="38100">
            <a:solidFill>
              <a:srgbClr val="FF6B6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4"/>
              </a:solidFill>
              <a:latin typeface="Roboto"/>
              <a:ea typeface="Roboto"/>
              <a:cs typeface="Roboto"/>
              <a:sym typeface="Roboto"/>
            </a:endParaRPr>
          </a:p>
        </p:txBody>
      </p:sp>
      <p:sp>
        <p:nvSpPr>
          <p:cNvPr id="2116" name="Google Shape;2116;p53"/>
          <p:cNvSpPr txBox="1"/>
          <p:nvPr>
            <p:ph idx="4294967295" type="subTitle"/>
          </p:nvPr>
        </p:nvSpPr>
        <p:spPr>
          <a:xfrm>
            <a:off x="7225075" y="3564075"/>
            <a:ext cx="941400" cy="456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000">
                <a:solidFill>
                  <a:schemeClr val="lt1"/>
                </a:solidFill>
                <a:latin typeface="Jua"/>
                <a:ea typeface="Jua"/>
                <a:cs typeface="Jua"/>
                <a:sym typeface="Jua"/>
              </a:rPr>
              <a:t>HEAD</a:t>
            </a:r>
            <a:endParaRPr b="1" sz="2000">
              <a:solidFill>
                <a:schemeClr val="lt1"/>
              </a:solidFill>
              <a:latin typeface="Jua"/>
              <a:ea typeface="Jua"/>
              <a:cs typeface="Jua"/>
              <a:sym typeface="Jua"/>
            </a:endParaRPr>
          </a:p>
        </p:txBody>
      </p:sp>
      <p:sp>
        <p:nvSpPr>
          <p:cNvPr id="2117" name="Google Shape;2117;p53"/>
          <p:cNvSpPr txBox="1"/>
          <p:nvPr/>
        </p:nvSpPr>
        <p:spPr>
          <a:xfrm>
            <a:off x="4172950" y="4514596"/>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900">
              <a:solidFill>
                <a:srgbClr val="212121"/>
              </a:solidFill>
              <a:latin typeface="Merriweather"/>
              <a:ea typeface="Merriweather"/>
              <a:cs typeface="Merriweather"/>
              <a:sym typeface="Merriweather"/>
            </a:endParaRPr>
          </a:p>
        </p:txBody>
      </p:sp>
      <p:sp>
        <p:nvSpPr>
          <p:cNvPr id="2118" name="Google Shape;2118;p53"/>
          <p:cNvSpPr txBox="1"/>
          <p:nvPr/>
        </p:nvSpPr>
        <p:spPr>
          <a:xfrm>
            <a:off x="5304425" y="4514571"/>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900">
              <a:solidFill>
                <a:srgbClr val="212121"/>
              </a:solidFill>
              <a:latin typeface="Merriweather"/>
              <a:ea typeface="Merriweather"/>
              <a:cs typeface="Merriweather"/>
              <a:sym typeface="Merriweather"/>
            </a:endParaRPr>
          </a:p>
        </p:txBody>
      </p:sp>
      <p:sp>
        <p:nvSpPr>
          <p:cNvPr id="2119" name="Google Shape;2119;p53"/>
          <p:cNvSpPr/>
          <p:nvPr/>
        </p:nvSpPr>
        <p:spPr>
          <a:xfrm rot="5400000">
            <a:off x="7561975" y="3271744"/>
            <a:ext cx="399900" cy="282900"/>
          </a:xfrm>
          <a:prstGeom prst="rightArrow">
            <a:avLst>
              <a:gd fmla="val 50000" name="adj1"/>
              <a:gd fmla="val 50000" name="adj2"/>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120" name="Google Shape;2120;p53"/>
          <p:cNvSpPr txBox="1"/>
          <p:nvPr/>
        </p:nvSpPr>
        <p:spPr>
          <a:xfrm>
            <a:off x="6380275" y="1846884"/>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rgbClr val="212121"/>
                </a:solidFill>
                <a:latin typeface="Merriweather"/>
                <a:ea typeface="Merriweather"/>
                <a:cs typeface="Merriweather"/>
                <a:sym typeface="Merriweather"/>
              </a:rPr>
              <a:t>0</a:t>
            </a:r>
            <a:endParaRPr b="1" sz="1900">
              <a:solidFill>
                <a:srgbClr val="212121"/>
              </a:solidFill>
              <a:latin typeface="Merriweather"/>
              <a:ea typeface="Merriweather"/>
              <a:cs typeface="Merriweather"/>
              <a:sym typeface="Merriweather"/>
            </a:endParaRPr>
          </a:p>
        </p:txBody>
      </p:sp>
      <p:sp>
        <p:nvSpPr>
          <p:cNvPr id="2121" name="Google Shape;2121;p53"/>
          <p:cNvSpPr txBox="1"/>
          <p:nvPr/>
        </p:nvSpPr>
        <p:spPr>
          <a:xfrm>
            <a:off x="7369225" y="4514596"/>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rgbClr val="212121"/>
                </a:solidFill>
                <a:latin typeface="Merriweather"/>
                <a:ea typeface="Merriweather"/>
                <a:cs typeface="Merriweather"/>
                <a:sym typeface="Merriweather"/>
              </a:rPr>
              <a:t>9</a:t>
            </a:r>
            <a:endParaRPr b="1" sz="1900">
              <a:solidFill>
                <a:srgbClr val="212121"/>
              </a:solidFill>
              <a:latin typeface="Merriweather"/>
              <a:ea typeface="Merriweather"/>
              <a:cs typeface="Merriweather"/>
              <a:sym typeface="Merriweather"/>
            </a:endParaRPr>
          </a:p>
        </p:txBody>
      </p:sp>
      <p:sp>
        <p:nvSpPr>
          <p:cNvPr id="2122" name="Google Shape;2122;p53"/>
          <p:cNvSpPr txBox="1"/>
          <p:nvPr/>
        </p:nvSpPr>
        <p:spPr>
          <a:xfrm>
            <a:off x="104250" y="1847609"/>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chemeClr val="dk1"/>
                </a:solidFill>
                <a:latin typeface="Merriweather"/>
                <a:ea typeface="Merriweather"/>
                <a:cs typeface="Merriweather"/>
                <a:sym typeface="Merriweather"/>
              </a:rPr>
              <a:t>11</a:t>
            </a:r>
            <a:endParaRPr b="1" sz="1900">
              <a:solidFill>
                <a:schemeClr val="dk1"/>
              </a:solidFill>
              <a:latin typeface="Merriweather"/>
              <a:ea typeface="Merriweather"/>
              <a:cs typeface="Merriweather"/>
              <a:sym typeface="Merriweather"/>
            </a:endParaRPr>
          </a:p>
        </p:txBody>
      </p:sp>
      <p:sp>
        <p:nvSpPr>
          <p:cNvPr id="2123" name="Google Shape;2123;p53"/>
          <p:cNvSpPr txBox="1"/>
          <p:nvPr/>
        </p:nvSpPr>
        <p:spPr>
          <a:xfrm>
            <a:off x="153125" y="4514584"/>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chemeClr val="dk1"/>
                </a:solidFill>
                <a:latin typeface="Merriweather"/>
                <a:ea typeface="Merriweather"/>
                <a:cs typeface="Merriweather"/>
                <a:sym typeface="Merriweather"/>
              </a:rPr>
              <a:t>12</a:t>
            </a:r>
            <a:endParaRPr b="1" sz="1900">
              <a:solidFill>
                <a:schemeClr val="dk1"/>
              </a:solidFill>
              <a:latin typeface="Merriweather"/>
              <a:ea typeface="Merriweather"/>
              <a:cs typeface="Merriweather"/>
              <a:sym typeface="Merriweather"/>
            </a:endParaRPr>
          </a:p>
        </p:txBody>
      </p:sp>
      <p:sp>
        <p:nvSpPr>
          <p:cNvPr id="2124" name="Google Shape;2124;p53"/>
          <p:cNvSpPr txBox="1"/>
          <p:nvPr/>
        </p:nvSpPr>
        <p:spPr>
          <a:xfrm>
            <a:off x="7359175" y="1846896"/>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rgbClr val="212121"/>
                </a:solidFill>
                <a:latin typeface="Merriweather"/>
                <a:ea typeface="Merriweather"/>
                <a:cs typeface="Merriweather"/>
                <a:sym typeface="Merriweather"/>
              </a:rPr>
              <a:t>9</a:t>
            </a:r>
            <a:endParaRPr b="1" sz="1900">
              <a:solidFill>
                <a:srgbClr val="212121"/>
              </a:solidFill>
              <a:latin typeface="Merriweather"/>
              <a:ea typeface="Merriweather"/>
              <a:cs typeface="Merriweather"/>
              <a:sym typeface="Merriweather"/>
            </a:endParaRPr>
          </a:p>
        </p:txBody>
      </p:sp>
      <p:sp>
        <p:nvSpPr>
          <p:cNvPr id="2125" name="Google Shape;2125;p53"/>
          <p:cNvSpPr txBox="1"/>
          <p:nvPr/>
        </p:nvSpPr>
        <p:spPr>
          <a:xfrm>
            <a:off x="1083325" y="4508171"/>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rgbClr val="212121"/>
                </a:solidFill>
                <a:latin typeface="Merriweather"/>
                <a:ea typeface="Merriweather"/>
                <a:cs typeface="Merriweather"/>
                <a:sym typeface="Merriweather"/>
              </a:rPr>
              <a:t>8</a:t>
            </a:r>
            <a:endParaRPr b="1" sz="1900">
              <a:solidFill>
                <a:srgbClr val="212121"/>
              </a:solidFill>
              <a:latin typeface="Merriweather"/>
              <a:ea typeface="Merriweather"/>
              <a:cs typeface="Merriweather"/>
              <a:sym typeface="Merriweather"/>
            </a:endParaRPr>
          </a:p>
        </p:txBody>
      </p:sp>
      <p:sp>
        <p:nvSpPr>
          <p:cNvPr id="2126" name="Google Shape;2126;p53"/>
          <p:cNvSpPr txBox="1"/>
          <p:nvPr/>
        </p:nvSpPr>
        <p:spPr>
          <a:xfrm>
            <a:off x="1110775" y="1846884"/>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rgbClr val="212121"/>
                </a:solidFill>
                <a:latin typeface="Merriweather"/>
                <a:ea typeface="Merriweather"/>
                <a:cs typeface="Merriweather"/>
                <a:sym typeface="Merriweather"/>
              </a:rPr>
              <a:t>8</a:t>
            </a:r>
            <a:endParaRPr b="1" sz="1900">
              <a:solidFill>
                <a:srgbClr val="212121"/>
              </a:solidFill>
              <a:latin typeface="Merriweather"/>
              <a:ea typeface="Merriweather"/>
              <a:cs typeface="Merriweather"/>
              <a:sym typeface="Merriweather"/>
            </a:endParaRPr>
          </a:p>
        </p:txBody>
      </p:sp>
      <p:sp>
        <p:nvSpPr>
          <p:cNvPr id="2127" name="Google Shape;2127;p53"/>
          <p:cNvSpPr/>
          <p:nvPr/>
        </p:nvSpPr>
        <p:spPr>
          <a:xfrm>
            <a:off x="3135625" y="1335975"/>
            <a:ext cx="815700" cy="415200"/>
          </a:xfrm>
          <a:prstGeom prst="roundRect">
            <a:avLst>
              <a:gd fmla="val 16667" name="adj"/>
            </a:avLst>
          </a:prstGeom>
          <a:noFill/>
          <a:ln cap="flat" cmpd="sng" w="381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128" name="Google Shape;2128;p53"/>
          <p:cNvSpPr txBox="1"/>
          <p:nvPr>
            <p:ph idx="4294967295" type="subTitle"/>
          </p:nvPr>
        </p:nvSpPr>
        <p:spPr>
          <a:xfrm>
            <a:off x="3074625" y="897075"/>
            <a:ext cx="941400" cy="456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000">
                <a:latin typeface="Jua"/>
                <a:ea typeface="Jua"/>
                <a:cs typeface="Jua"/>
                <a:sym typeface="Jua"/>
              </a:rPr>
              <a:t>TAIL</a:t>
            </a:r>
            <a:endParaRPr b="1" sz="2000">
              <a:latin typeface="Jua"/>
              <a:ea typeface="Jua"/>
              <a:cs typeface="Jua"/>
              <a:sym typeface="Jua"/>
            </a:endParaRPr>
          </a:p>
        </p:txBody>
      </p:sp>
      <p:sp>
        <p:nvSpPr>
          <p:cNvPr id="2129" name="Google Shape;2129;p53"/>
          <p:cNvSpPr txBox="1"/>
          <p:nvPr/>
        </p:nvSpPr>
        <p:spPr>
          <a:xfrm>
            <a:off x="2151963" y="1846884"/>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rgbClr val="212121"/>
                </a:solidFill>
                <a:latin typeface="Merriweather"/>
                <a:ea typeface="Merriweather"/>
                <a:cs typeface="Merriweather"/>
                <a:sym typeface="Merriweather"/>
              </a:rPr>
              <a:t>4</a:t>
            </a:r>
            <a:endParaRPr b="1" sz="1900">
              <a:solidFill>
                <a:srgbClr val="212121"/>
              </a:solidFill>
              <a:latin typeface="Merriweather"/>
              <a:ea typeface="Merriweather"/>
              <a:cs typeface="Merriweather"/>
              <a:sym typeface="Merriweather"/>
            </a:endParaRPr>
          </a:p>
        </p:txBody>
      </p:sp>
      <p:sp>
        <p:nvSpPr>
          <p:cNvPr id="2130" name="Google Shape;2130;p53"/>
          <p:cNvSpPr txBox="1"/>
          <p:nvPr/>
        </p:nvSpPr>
        <p:spPr>
          <a:xfrm>
            <a:off x="2163038" y="4508171"/>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rgbClr val="212121"/>
                </a:solidFill>
                <a:latin typeface="Merriweather"/>
                <a:ea typeface="Merriweather"/>
                <a:cs typeface="Merriweather"/>
                <a:sym typeface="Merriweather"/>
              </a:rPr>
              <a:t>4</a:t>
            </a:r>
            <a:endParaRPr b="1" sz="1900">
              <a:solidFill>
                <a:srgbClr val="212121"/>
              </a:solidFill>
              <a:latin typeface="Merriweather"/>
              <a:ea typeface="Merriweather"/>
              <a:cs typeface="Merriweather"/>
              <a:sym typeface="Merriweather"/>
            </a:endParaRPr>
          </a:p>
        </p:txBody>
      </p:sp>
      <p:sp>
        <p:nvSpPr>
          <p:cNvPr id="2131" name="Google Shape;2131;p53"/>
          <p:cNvSpPr txBox="1"/>
          <p:nvPr/>
        </p:nvSpPr>
        <p:spPr>
          <a:xfrm>
            <a:off x="3193863" y="4508171"/>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rgbClr val="212121"/>
                </a:solidFill>
                <a:latin typeface="Merriweather"/>
                <a:ea typeface="Merriweather"/>
                <a:cs typeface="Merriweather"/>
                <a:sym typeface="Merriweather"/>
              </a:rPr>
              <a:t>-3</a:t>
            </a:r>
            <a:endParaRPr b="1" sz="1900">
              <a:solidFill>
                <a:srgbClr val="212121"/>
              </a:solidFill>
              <a:latin typeface="Merriweather"/>
              <a:ea typeface="Merriweather"/>
              <a:cs typeface="Merriweather"/>
              <a:sym typeface="Merriweather"/>
            </a:endParaRPr>
          </a:p>
        </p:txBody>
      </p:sp>
      <p:sp>
        <p:nvSpPr>
          <p:cNvPr id="2132" name="Google Shape;2132;p53"/>
          <p:cNvSpPr txBox="1"/>
          <p:nvPr/>
        </p:nvSpPr>
        <p:spPr>
          <a:xfrm>
            <a:off x="3168163" y="1846884"/>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rgbClr val="212121"/>
                </a:solidFill>
                <a:latin typeface="Merriweather"/>
                <a:ea typeface="Merriweather"/>
                <a:cs typeface="Merriweather"/>
                <a:sym typeface="Merriweather"/>
              </a:rPr>
              <a:t>-3</a:t>
            </a:r>
            <a:endParaRPr b="1" sz="1900">
              <a:solidFill>
                <a:srgbClr val="212121"/>
              </a:solidFill>
              <a:latin typeface="Merriweather"/>
              <a:ea typeface="Merriweather"/>
              <a:cs typeface="Merriweather"/>
              <a:sym typeface="Merriweather"/>
            </a:endParaRPr>
          </a:p>
        </p:txBody>
      </p:sp>
      <p:sp>
        <p:nvSpPr>
          <p:cNvPr id="2133" name="Google Shape;2133;p5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7" name="Shape 2137"/>
        <p:cNvGrpSpPr/>
        <p:nvPr/>
      </p:nvGrpSpPr>
      <p:grpSpPr>
        <a:xfrm>
          <a:off x="0" y="0"/>
          <a:ext cx="0" cy="0"/>
          <a:chOff x="0" y="0"/>
          <a:chExt cx="0" cy="0"/>
        </a:xfrm>
      </p:grpSpPr>
      <p:sp>
        <p:nvSpPr>
          <p:cNvPr id="2138" name="Google Shape;2138;p54"/>
          <p:cNvSpPr txBox="1"/>
          <p:nvPr>
            <p:ph type="title"/>
          </p:nvPr>
        </p:nvSpPr>
        <p:spPr>
          <a:xfrm>
            <a:off x="64975" y="9225"/>
            <a:ext cx="9078900" cy="803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4500"/>
              <a:t>CIRCULAR QUEUES</a:t>
            </a:r>
            <a:endParaRPr sz="4500"/>
          </a:p>
        </p:txBody>
      </p:sp>
      <p:grpSp>
        <p:nvGrpSpPr>
          <p:cNvPr id="2139" name="Google Shape;2139;p54"/>
          <p:cNvGrpSpPr/>
          <p:nvPr/>
        </p:nvGrpSpPr>
        <p:grpSpPr>
          <a:xfrm>
            <a:off x="1017226" y="1806037"/>
            <a:ext cx="7109604" cy="415222"/>
            <a:chOff x="1148325" y="1752675"/>
            <a:chExt cx="6847350" cy="513000"/>
          </a:xfrm>
        </p:grpSpPr>
        <p:sp>
          <p:nvSpPr>
            <p:cNvPr id="2140" name="Google Shape;2140;p54"/>
            <p:cNvSpPr/>
            <p:nvPr/>
          </p:nvSpPr>
          <p:spPr>
            <a:xfrm>
              <a:off x="114832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1" name="Google Shape;2141;p54"/>
            <p:cNvSpPr/>
            <p:nvPr/>
          </p:nvSpPr>
          <p:spPr>
            <a:xfrm>
              <a:off x="2146400"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2" name="Google Shape;2142;p54"/>
            <p:cNvSpPr/>
            <p:nvPr/>
          </p:nvSpPr>
          <p:spPr>
            <a:xfrm>
              <a:off x="314447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3" name="Google Shape;2143;p54"/>
            <p:cNvSpPr/>
            <p:nvPr/>
          </p:nvSpPr>
          <p:spPr>
            <a:xfrm>
              <a:off x="4142550"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4" name="Google Shape;2144;p54"/>
            <p:cNvSpPr/>
            <p:nvPr/>
          </p:nvSpPr>
          <p:spPr>
            <a:xfrm>
              <a:off x="514062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5" name="Google Shape;2145;p54"/>
            <p:cNvSpPr/>
            <p:nvPr/>
          </p:nvSpPr>
          <p:spPr>
            <a:xfrm>
              <a:off x="6138700"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6" name="Google Shape;2146;p54"/>
            <p:cNvSpPr/>
            <p:nvPr/>
          </p:nvSpPr>
          <p:spPr>
            <a:xfrm>
              <a:off x="713677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47" name="Google Shape;2147;p54"/>
          <p:cNvSpPr txBox="1"/>
          <p:nvPr/>
        </p:nvSpPr>
        <p:spPr>
          <a:xfrm>
            <a:off x="1083317" y="1419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0</a:t>
            </a:r>
            <a:endParaRPr b="1" sz="1600">
              <a:solidFill>
                <a:schemeClr val="dk1"/>
              </a:solidFill>
              <a:latin typeface="Jua"/>
              <a:ea typeface="Jua"/>
              <a:cs typeface="Jua"/>
              <a:sym typeface="Jua"/>
            </a:endParaRPr>
          </a:p>
        </p:txBody>
      </p:sp>
      <p:sp>
        <p:nvSpPr>
          <p:cNvPr id="2148" name="Google Shape;2148;p54"/>
          <p:cNvSpPr txBox="1"/>
          <p:nvPr/>
        </p:nvSpPr>
        <p:spPr>
          <a:xfrm>
            <a:off x="2138608" y="1419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1</a:t>
            </a:r>
            <a:endParaRPr b="1" sz="1600">
              <a:solidFill>
                <a:schemeClr val="dk1"/>
              </a:solidFill>
              <a:latin typeface="Jua"/>
              <a:ea typeface="Jua"/>
              <a:cs typeface="Jua"/>
              <a:sym typeface="Jua"/>
            </a:endParaRPr>
          </a:p>
        </p:txBody>
      </p:sp>
      <p:sp>
        <p:nvSpPr>
          <p:cNvPr id="2149" name="Google Shape;2149;p54"/>
          <p:cNvSpPr txBox="1"/>
          <p:nvPr/>
        </p:nvSpPr>
        <p:spPr>
          <a:xfrm>
            <a:off x="3193899" y="1419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2</a:t>
            </a:r>
            <a:endParaRPr b="1" sz="1600">
              <a:solidFill>
                <a:schemeClr val="dk1"/>
              </a:solidFill>
              <a:latin typeface="Jua"/>
              <a:ea typeface="Jua"/>
              <a:cs typeface="Jua"/>
              <a:sym typeface="Jua"/>
            </a:endParaRPr>
          </a:p>
        </p:txBody>
      </p:sp>
      <p:sp>
        <p:nvSpPr>
          <p:cNvPr id="2150" name="Google Shape;2150;p54"/>
          <p:cNvSpPr txBox="1"/>
          <p:nvPr/>
        </p:nvSpPr>
        <p:spPr>
          <a:xfrm>
            <a:off x="4221145" y="1419225"/>
            <a:ext cx="6978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3</a:t>
            </a:r>
            <a:endParaRPr b="1" sz="1600">
              <a:solidFill>
                <a:schemeClr val="dk1"/>
              </a:solidFill>
              <a:latin typeface="Jua"/>
              <a:ea typeface="Jua"/>
              <a:cs typeface="Jua"/>
              <a:sym typeface="Jua"/>
            </a:endParaRPr>
          </a:p>
        </p:txBody>
      </p:sp>
      <p:sp>
        <p:nvSpPr>
          <p:cNvPr id="2151" name="Google Shape;2151;p54"/>
          <p:cNvSpPr txBox="1"/>
          <p:nvPr/>
        </p:nvSpPr>
        <p:spPr>
          <a:xfrm>
            <a:off x="5304481" y="1419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4</a:t>
            </a:r>
            <a:endParaRPr b="1" sz="1600">
              <a:solidFill>
                <a:schemeClr val="dk1"/>
              </a:solidFill>
              <a:latin typeface="Jua"/>
              <a:ea typeface="Jua"/>
              <a:cs typeface="Jua"/>
              <a:sym typeface="Jua"/>
            </a:endParaRPr>
          </a:p>
        </p:txBody>
      </p:sp>
      <p:sp>
        <p:nvSpPr>
          <p:cNvPr id="2152" name="Google Shape;2152;p54"/>
          <p:cNvSpPr txBox="1"/>
          <p:nvPr/>
        </p:nvSpPr>
        <p:spPr>
          <a:xfrm>
            <a:off x="6359772" y="1419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5</a:t>
            </a:r>
            <a:endParaRPr b="1" sz="1600">
              <a:solidFill>
                <a:schemeClr val="dk1"/>
              </a:solidFill>
              <a:latin typeface="Jua"/>
              <a:ea typeface="Jua"/>
              <a:cs typeface="Jua"/>
              <a:sym typeface="Jua"/>
            </a:endParaRPr>
          </a:p>
        </p:txBody>
      </p:sp>
      <p:sp>
        <p:nvSpPr>
          <p:cNvPr id="2153" name="Google Shape;2153;p54"/>
          <p:cNvSpPr txBox="1"/>
          <p:nvPr/>
        </p:nvSpPr>
        <p:spPr>
          <a:xfrm>
            <a:off x="7415063" y="1419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6</a:t>
            </a:r>
            <a:endParaRPr b="1" sz="1600">
              <a:solidFill>
                <a:schemeClr val="dk1"/>
              </a:solidFill>
              <a:latin typeface="Jua"/>
              <a:ea typeface="Jua"/>
              <a:cs typeface="Jua"/>
              <a:sym typeface="Jua"/>
            </a:endParaRPr>
          </a:p>
        </p:txBody>
      </p:sp>
      <p:sp>
        <p:nvSpPr>
          <p:cNvPr id="2154" name="Google Shape;2154;p54"/>
          <p:cNvSpPr/>
          <p:nvPr/>
        </p:nvSpPr>
        <p:spPr>
          <a:xfrm>
            <a:off x="7287925" y="1300375"/>
            <a:ext cx="815700" cy="415200"/>
          </a:xfrm>
          <a:prstGeom prst="roundRect">
            <a:avLst>
              <a:gd fmla="val 16667" name="adj"/>
            </a:avLst>
          </a:prstGeom>
          <a:noFill/>
          <a:ln cap="flat" cmpd="sng" w="38100">
            <a:solidFill>
              <a:srgbClr val="FF6B6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4"/>
              </a:solidFill>
              <a:latin typeface="Roboto"/>
              <a:ea typeface="Roboto"/>
              <a:cs typeface="Roboto"/>
              <a:sym typeface="Roboto"/>
            </a:endParaRPr>
          </a:p>
        </p:txBody>
      </p:sp>
      <p:sp>
        <p:nvSpPr>
          <p:cNvPr id="2155" name="Google Shape;2155;p54"/>
          <p:cNvSpPr txBox="1"/>
          <p:nvPr>
            <p:ph idx="4294967295" type="subTitle"/>
          </p:nvPr>
        </p:nvSpPr>
        <p:spPr>
          <a:xfrm>
            <a:off x="7225075" y="897075"/>
            <a:ext cx="941400" cy="456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000">
                <a:solidFill>
                  <a:schemeClr val="lt1"/>
                </a:solidFill>
                <a:latin typeface="Jua"/>
                <a:ea typeface="Jua"/>
                <a:cs typeface="Jua"/>
                <a:sym typeface="Jua"/>
              </a:rPr>
              <a:t>HEAD</a:t>
            </a:r>
            <a:endParaRPr b="1" sz="2000">
              <a:solidFill>
                <a:schemeClr val="lt1"/>
              </a:solidFill>
              <a:latin typeface="Jua"/>
              <a:ea typeface="Jua"/>
              <a:cs typeface="Jua"/>
              <a:sym typeface="Jua"/>
            </a:endParaRPr>
          </a:p>
        </p:txBody>
      </p:sp>
      <p:grpSp>
        <p:nvGrpSpPr>
          <p:cNvPr id="2156" name="Google Shape;2156;p54"/>
          <p:cNvGrpSpPr/>
          <p:nvPr/>
        </p:nvGrpSpPr>
        <p:grpSpPr>
          <a:xfrm>
            <a:off x="1017226" y="4473037"/>
            <a:ext cx="7109604" cy="415222"/>
            <a:chOff x="1148325" y="1752675"/>
            <a:chExt cx="6847350" cy="513000"/>
          </a:xfrm>
        </p:grpSpPr>
        <p:sp>
          <p:nvSpPr>
            <p:cNvPr id="2157" name="Google Shape;2157;p54"/>
            <p:cNvSpPr/>
            <p:nvPr/>
          </p:nvSpPr>
          <p:spPr>
            <a:xfrm>
              <a:off x="114832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8" name="Google Shape;2158;p54"/>
            <p:cNvSpPr/>
            <p:nvPr/>
          </p:nvSpPr>
          <p:spPr>
            <a:xfrm>
              <a:off x="2146400"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9" name="Google Shape;2159;p54"/>
            <p:cNvSpPr/>
            <p:nvPr/>
          </p:nvSpPr>
          <p:spPr>
            <a:xfrm>
              <a:off x="314447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0" name="Google Shape;2160;p54"/>
            <p:cNvSpPr/>
            <p:nvPr/>
          </p:nvSpPr>
          <p:spPr>
            <a:xfrm>
              <a:off x="4142550"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1" name="Google Shape;2161;p54"/>
            <p:cNvSpPr/>
            <p:nvPr/>
          </p:nvSpPr>
          <p:spPr>
            <a:xfrm>
              <a:off x="514062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2" name="Google Shape;2162;p54"/>
            <p:cNvSpPr/>
            <p:nvPr/>
          </p:nvSpPr>
          <p:spPr>
            <a:xfrm>
              <a:off x="6138700"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3" name="Google Shape;2163;p54"/>
            <p:cNvSpPr/>
            <p:nvPr/>
          </p:nvSpPr>
          <p:spPr>
            <a:xfrm>
              <a:off x="713677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64" name="Google Shape;2164;p54"/>
          <p:cNvSpPr txBox="1"/>
          <p:nvPr/>
        </p:nvSpPr>
        <p:spPr>
          <a:xfrm>
            <a:off x="1083317" y="4086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0</a:t>
            </a:r>
            <a:endParaRPr b="1" sz="1600">
              <a:solidFill>
                <a:schemeClr val="dk1"/>
              </a:solidFill>
              <a:latin typeface="Jua"/>
              <a:ea typeface="Jua"/>
              <a:cs typeface="Jua"/>
              <a:sym typeface="Jua"/>
            </a:endParaRPr>
          </a:p>
        </p:txBody>
      </p:sp>
      <p:sp>
        <p:nvSpPr>
          <p:cNvPr id="2165" name="Google Shape;2165;p54"/>
          <p:cNvSpPr txBox="1"/>
          <p:nvPr/>
        </p:nvSpPr>
        <p:spPr>
          <a:xfrm>
            <a:off x="2138608" y="4086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1</a:t>
            </a:r>
            <a:endParaRPr b="1" sz="1600">
              <a:solidFill>
                <a:schemeClr val="dk1"/>
              </a:solidFill>
              <a:latin typeface="Jua"/>
              <a:ea typeface="Jua"/>
              <a:cs typeface="Jua"/>
              <a:sym typeface="Jua"/>
            </a:endParaRPr>
          </a:p>
        </p:txBody>
      </p:sp>
      <p:sp>
        <p:nvSpPr>
          <p:cNvPr id="2166" name="Google Shape;2166;p54"/>
          <p:cNvSpPr txBox="1"/>
          <p:nvPr/>
        </p:nvSpPr>
        <p:spPr>
          <a:xfrm>
            <a:off x="3193899" y="4086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2</a:t>
            </a:r>
            <a:endParaRPr b="1" sz="1600">
              <a:solidFill>
                <a:schemeClr val="dk1"/>
              </a:solidFill>
              <a:latin typeface="Jua"/>
              <a:ea typeface="Jua"/>
              <a:cs typeface="Jua"/>
              <a:sym typeface="Jua"/>
            </a:endParaRPr>
          </a:p>
        </p:txBody>
      </p:sp>
      <p:sp>
        <p:nvSpPr>
          <p:cNvPr id="2167" name="Google Shape;2167;p54"/>
          <p:cNvSpPr txBox="1"/>
          <p:nvPr/>
        </p:nvSpPr>
        <p:spPr>
          <a:xfrm>
            <a:off x="4221145" y="4086225"/>
            <a:ext cx="6978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3</a:t>
            </a:r>
            <a:endParaRPr b="1" sz="1600">
              <a:solidFill>
                <a:schemeClr val="dk1"/>
              </a:solidFill>
              <a:latin typeface="Jua"/>
              <a:ea typeface="Jua"/>
              <a:cs typeface="Jua"/>
              <a:sym typeface="Jua"/>
            </a:endParaRPr>
          </a:p>
        </p:txBody>
      </p:sp>
      <p:sp>
        <p:nvSpPr>
          <p:cNvPr id="2168" name="Google Shape;2168;p54"/>
          <p:cNvSpPr txBox="1"/>
          <p:nvPr/>
        </p:nvSpPr>
        <p:spPr>
          <a:xfrm>
            <a:off x="5304481" y="4086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4</a:t>
            </a:r>
            <a:endParaRPr b="1" sz="1600">
              <a:solidFill>
                <a:schemeClr val="dk1"/>
              </a:solidFill>
              <a:latin typeface="Jua"/>
              <a:ea typeface="Jua"/>
              <a:cs typeface="Jua"/>
              <a:sym typeface="Jua"/>
            </a:endParaRPr>
          </a:p>
        </p:txBody>
      </p:sp>
      <p:sp>
        <p:nvSpPr>
          <p:cNvPr id="2169" name="Google Shape;2169;p54"/>
          <p:cNvSpPr txBox="1"/>
          <p:nvPr/>
        </p:nvSpPr>
        <p:spPr>
          <a:xfrm>
            <a:off x="6359772" y="4086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5</a:t>
            </a:r>
            <a:endParaRPr b="1" sz="1600">
              <a:solidFill>
                <a:schemeClr val="dk1"/>
              </a:solidFill>
              <a:latin typeface="Jua"/>
              <a:ea typeface="Jua"/>
              <a:cs typeface="Jua"/>
              <a:sym typeface="Jua"/>
            </a:endParaRPr>
          </a:p>
        </p:txBody>
      </p:sp>
      <p:sp>
        <p:nvSpPr>
          <p:cNvPr id="2170" name="Google Shape;2170;p54"/>
          <p:cNvSpPr txBox="1"/>
          <p:nvPr/>
        </p:nvSpPr>
        <p:spPr>
          <a:xfrm>
            <a:off x="7415063" y="4086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6</a:t>
            </a:r>
            <a:endParaRPr b="1" sz="1600">
              <a:solidFill>
                <a:schemeClr val="dk1"/>
              </a:solidFill>
              <a:latin typeface="Jua"/>
              <a:ea typeface="Jua"/>
              <a:cs typeface="Jua"/>
              <a:sym typeface="Jua"/>
            </a:endParaRPr>
          </a:p>
        </p:txBody>
      </p:sp>
      <p:sp>
        <p:nvSpPr>
          <p:cNvPr id="2171" name="Google Shape;2171;p54"/>
          <p:cNvSpPr txBox="1"/>
          <p:nvPr/>
        </p:nvSpPr>
        <p:spPr>
          <a:xfrm>
            <a:off x="2138600" y="4514584"/>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900">
              <a:solidFill>
                <a:srgbClr val="0C2E3A"/>
              </a:solidFill>
              <a:latin typeface="Merriweather"/>
              <a:ea typeface="Merriweather"/>
              <a:cs typeface="Merriweather"/>
              <a:sym typeface="Merriweather"/>
            </a:endParaRPr>
          </a:p>
        </p:txBody>
      </p:sp>
      <p:sp>
        <p:nvSpPr>
          <p:cNvPr id="2172" name="Google Shape;2172;p54"/>
          <p:cNvSpPr txBox="1"/>
          <p:nvPr/>
        </p:nvSpPr>
        <p:spPr>
          <a:xfrm>
            <a:off x="3193875" y="4514596"/>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900">
              <a:solidFill>
                <a:srgbClr val="212121"/>
              </a:solidFill>
              <a:latin typeface="Merriweather"/>
              <a:ea typeface="Merriweather"/>
              <a:cs typeface="Merriweather"/>
              <a:sym typeface="Merriweather"/>
            </a:endParaRPr>
          </a:p>
        </p:txBody>
      </p:sp>
      <p:sp>
        <p:nvSpPr>
          <p:cNvPr id="2173" name="Google Shape;2173;p54"/>
          <p:cNvSpPr/>
          <p:nvPr/>
        </p:nvSpPr>
        <p:spPr>
          <a:xfrm>
            <a:off x="3135625" y="4002975"/>
            <a:ext cx="815700" cy="415200"/>
          </a:xfrm>
          <a:prstGeom prst="roundRect">
            <a:avLst>
              <a:gd fmla="val 16667" name="adj"/>
            </a:avLst>
          </a:prstGeom>
          <a:noFill/>
          <a:ln cap="flat" cmpd="sng" w="381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174" name="Google Shape;2174;p54"/>
          <p:cNvSpPr txBox="1"/>
          <p:nvPr>
            <p:ph idx="4294967295" type="subTitle"/>
          </p:nvPr>
        </p:nvSpPr>
        <p:spPr>
          <a:xfrm>
            <a:off x="3074625" y="3564075"/>
            <a:ext cx="941400" cy="456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000">
                <a:latin typeface="Jua"/>
                <a:ea typeface="Jua"/>
                <a:cs typeface="Jua"/>
                <a:sym typeface="Jua"/>
              </a:rPr>
              <a:t>TAIL</a:t>
            </a:r>
            <a:endParaRPr b="1" sz="2000">
              <a:latin typeface="Jua"/>
              <a:ea typeface="Jua"/>
              <a:cs typeface="Jua"/>
              <a:sym typeface="Jua"/>
            </a:endParaRPr>
          </a:p>
        </p:txBody>
      </p:sp>
      <p:sp>
        <p:nvSpPr>
          <p:cNvPr id="2175" name="Google Shape;2175;p54"/>
          <p:cNvSpPr/>
          <p:nvPr/>
        </p:nvSpPr>
        <p:spPr>
          <a:xfrm>
            <a:off x="1029475" y="3954413"/>
            <a:ext cx="815700" cy="415200"/>
          </a:xfrm>
          <a:prstGeom prst="roundRect">
            <a:avLst>
              <a:gd fmla="val 16667" name="adj"/>
            </a:avLst>
          </a:prstGeom>
          <a:noFill/>
          <a:ln cap="flat" cmpd="sng" w="38100">
            <a:solidFill>
              <a:srgbClr val="FF6B6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4"/>
              </a:solidFill>
              <a:latin typeface="Roboto"/>
              <a:ea typeface="Roboto"/>
              <a:cs typeface="Roboto"/>
              <a:sym typeface="Roboto"/>
            </a:endParaRPr>
          </a:p>
        </p:txBody>
      </p:sp>
      <p:sp>
        <p:nvSpPr>
          <p:cNvPr id="2176" name="Google Shape;2176;p54"/>
          <p:cNvSpPr txBox="1"/>
          <p:nvPr>
            <p:ph idx="4294967295" type="subTitle"/>
          </p:nvPr>
        </p:nvSpPr>
        <p:spPr>
          <a:xfrm>
            <a:off x="966625" y="3546500"/>
            <a:ext cx="941400" cy="456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000">
                <a:solidFill>
                  <a:schemeClr val="lt1"/>
                </a:solidFill>
                <a:latin typeface="Jua"/>
                <a:ea typeface="Jua"/>
                <a:cs typeface="Jua"/>
                <a:sym typeface="Jua"/>
              </a:rPr>
              <a:t>HEAD</a:t>
            </a:r>
            <a:endParaRPr b="1" sz="2000">
              <a:solidFill>
                <a:schemeClr val="lt1"/>
              </a:solidFill>
              <a:latin typeface="Jua"/>
              <a:ea typeface="Jua"/>
              <a:cs typeface="Jua"/>
              <a:sym typeface="Jua"/>
            </a:endParaRPr>
          </a:p>
        </p:txBody>
      </p:sp>
      <p:sp>
        <p:nvSpPr>
          <p:cNvPr id="2177" name="Google Shape;2177;p54"/>
          <p:cNvSpPr txBox="1"/>
          <p:nvPr/>
        </p:nvSpPr>
        <p:spPr>
          <a:xfrm>
            <a:off x="4172950" y="4514596"/>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900">
              <a:solidFill>
                <a:srgbClr val="212121"/>
              </a:solidFill>
              <a:latin typeface="Merriweather"/>
              <a:ea typeface="Merriweather"/>
              <a:cs typeface="Merriweather"/>
              <a:sym typeface="Merriweather"/>
            </a:endParaRPr>
          </a:p>
        </p:txBody>
      </p:sp>
      <p:sp>
        <p:nvSpPr>
          <p:cNvPr id="2178" name="Google Shape;2178;p54"/>
          <p:cNvSpPr txBox="1"/>
          <p:nvPr/>
        </p:nvSpPr>
        <p:spPr>
          <a:xfrm>
            <a:off x="5304425" y="4514571"/>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900">
              <a:solidFill>
                <a:srgbClr val="212121"/>
              </a:solidFill>
              <a:latin typeface="Merriweather"/>
              <a:ea typeface="Merriweather"/>
              <a:cs typeface="Merriweather"/>
              <a:sym typeface="Merriweather"/>
            </a:endParaRPr>
          </a:p>
        </p:txBody>
      </p:sp>
      <p:sp>
        <p:nvSpPr>
          <p:cNvPr id="2179" name="Google Shape;2179;p54"/>
          <p:cNvSpPr/>
          <p:nvPr/>
        </p:nvSpPr>
        <p:spPr>
          <a:xfrm rot="5400000">
            <a:off x="1237375" y="3273144"/>
            <a:ext cx="399900" cy="282900"/>
          </a:xfrm>
          <a:prstGeom prst="rightArrow">
            <a:avLst>
              <a:gd fmla="val 50000" name="adj1"/>
              <a:gd fmla="val 50000" name="adj2"/>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180" name="Google Shape;2180;p54"/>
          <p:cNvSpPr txBox="1"/>
          <p:nvPr/>
        </p:nvSpPr>
        <p:spPr>
          <a:xfrm>
            <a:off x="6380275" y="1846884"/>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rgbClr val="212121"/>
                </a:solidFill>
                <a:latin typeface="Merriweather"/>
                <a:ea typeface="Merriweather"/>
                <a:cs typeface="Merriweather"/>
                <a:sym typeface="Merriweather"/>
              </a:rPr>
              <a:t>0</a:t>
            </a:r>
            <a:endParaRPr b="1" sz="1900">
              <a:solidFill>
                <a:srgbClr val="212121"/>
              </a:solidFill>
              <a:latin typeface="Merriweather"/>
              <a:ea typeface="Merriweather"/>
              <a:cs typeface="Merriweather"/>
              <a:sym typeface="Merriweather"/>
            </a:endParaRPr>
          </a:p>
        </p:txBody>
      </p:sp>
      <p:sp>
        <p:nvSpPr>
          <p:cNvPr id="2181" name="Google Shape;2181;p54"/>
          <p:cNvSpPr txBox="1"/>
          <p:nvPr/>
        </p:nvSpPr>
        <p:spPr>
          <a:xfrm>
            <a:off x="104250" y="1847609"/>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chemeClr val="dk1"/>
                </a:solidFill>
                <a:latin typeface="Merriweather"/>
                <a:ea typeface="Merriweather"/>
                <a:cs typeface="Merriweather"/>
                <a:sym typeface="Merriweather"/>
              </a:rPr>
              <a:t>12</a:t>
            </a:r>
            <a:endParaRPr b="1" sz="1900">
              <a:solidFill>
                <a:schemeClr val="dk1"/>
              </a:solidFill>
              <a:latin typeface="Merriweather"/>
              <a:ea typeface="Merriweather"/>
              <a:cs typeface="Merriweather"/>
              <a:sym typeface="Merriweather"/>
            </a:endParaRPr>
          </a:p>
        </p:txBody>
      </p:sp>
      <p:sp>
        <p:nvSpPr>
          <p:cNvPr id="2182" name="Google Shape;2182;p54"/>
          <p:cNvSpPr txBox="1"/>
          <p:nvPr/>
        </p:nvSpPr>
        <p:spPr>
          <a:xfrm>
            <a:off x="153125" y="4514584"/>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chemeClr val="dk1"/>
                </a:solidFill>
                <a:latin typeface="Merriweather"/>
                <a:ea typeface="Merriweather"/>
                <a:cs typeface="Merriweather"/>
                <a:sym typeface="Merriweather"/>
              </a:rPr>
              <a:t>13</a:t>
            </a:r>
            <a:endParaRPr b="1" sz="1900">
              <a:solidFill>
                <a:schemeClr val="dk1"/>
              </a:solidFill>
              <a:latin typeface="Merriweather"/>
              <a:ea typeface="Merriweather"/>
              <a:cs typeface="Merriweather"/>
              <a:sym typeface="Merriweather"/>
            </a:endParaRPr>
          </a:p>
        </p:txBody>
      </p:sp>
      <p:sp>
        <p:nvSpPr>
          <p:cNvPr id="2183" name="Google Shape;2183;p54"/>
          <p:cNvSpPr txBox="1"/>
          <p:nvPr/>
        </p:nvSpPr>
        <p:spPr>
          <a:xfrm>
            <a:off x="7359175" y="1846896"/>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rgbClr val="212121"/>
                </a:solidFill>
                <a:latin typeface="Merriweather"/>
                <a:ea typeface="Merriweather"/>
                <a:cs typeface="Merriweather"/>
                <a:sym typeface="Merriweather"/>
              </a:rPr>
              <a:t>9</a:t>
            </a:r>
            <a:endParaRPr b="1" sz="1900">
              <a:solidFill>
                <a:srgbClr val="212121"/>
              </a:solidFill>
              <a:latin typeface="Merriweather"/>
              <a:ea typeface="Merriweather"/>
              <a:cs typeface="Merriweather"/>
              <a:sym typeface="Merriweather"/>
            </a:endParaRPr>
          </a:p>
        </p:txBody>
      </p:sp>
      <p:sp>
        <p:nvSpPr>
          <p:cNvPr id="2184" name="Google Shape;2184;p54"/>
          <p:cNvSpPr txBox="1"/>
          <p:nvPr/>
        </p:nvSpPr>
        <p:spPr>
          <a:xfrm>
            <a:off x="1083325" y="4508171"/>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rgbClr val="212121"/>
                </a:solidFill>
                <a:latin typeface="Merriweather"/>
                <a:ea typeface="Merriweather"/>
                <a:cs typeface="Merriweather"/>
                <a:sym typeface="Merriweather"/>
              </a:rPr>
              <a:t>8</a:t>
            </a:r>
            <a:endParaRPr b="1" sz="1900">
              <a:solidFill>
                <a:srgbClr val="212121"/>
              </a:solidFill>
              <a:latin typeface="Merriweather"/>
              <a:ea typeface="Merriweather"/>
              <a:cs typeface="Merriweather"/>
              <a:sym typeface="Merriweather"/>
            </a:endParaRPr>
          </a:p>
        </p:txBody>
      </p:sp>
      <p:sp>
        <p:nvSpPr>
          <p:cNvPr id="2185" name="Google Shape;2185;p54"/>
          <p:cNvSpPr txBox="1"/>
          <p:nvPr/>
        </p:nvSpPr>
        <p:spPr>
          <a:xfrm>
            <a:off x="1110775" y="1846884"/>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rgbClr val="212121"/>
                </a:solidFill>
                <a:latin typeface="Merriweather"/>
                <a:ea typeface="Merriweather"/>
                <a:cs typeface="Merriweather"/>
                <a:sym typeface="Merriweather"/>
              </a:rPr>
              <a:t>8</a:t>
            </a:r>
            <a:endParaRPr b="1" sz="1900">
              <a:solidFill>
                <a:srgbClr val="212121"/>
              </a:solidFill>
              <a:latin typeface="Merriweather"/>
              <a:ea typeface="Merriweather"/>
              <a:cs typeface="Merriweather"/>
              <a:sym typeface="Merriweather"/>
            </a:endParaRPr>
          </a:p>
        </p:txBody>
      </p:sp>
      <p:sp>
        <p:nvSpPr>
          <p:cNvPr id="2186" name="Google Shape;2186;p54"/>
          <p:cNvSpPr/>
          <p:nvPr/>
        </p:nvSpPr>
        <p:spPr>
          <a:xfrm>
            <a:off x="3135625" y="1335975"/>
            <a:ext cx="815700" cy="415200"/>
          </a:xfrm>
          <a:prstGeom prst="roundRect">
            <a:avLst>
              <a:gd fmla="val 16667" name="adj"/>
            </a:avLst>
          </a:prstGeom>
          <a:noFill/>
          <a:ln cap="flat" cmpd="sng" w="381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187" name="Google Shape;2187;p54"/>
          <p:cNvSpPr txBox="1"/>
          <p:nvPr>
            <p:ph idx="4294967295" type="subTitle"/>
          </p:nvPr>
        </p:nvSpPr>
        <p:spPr>
          <a:xfrm>
            <a:off x="3074625" y="897075"/>
            <a:ext cx="941400" cy="456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000">
                <a:latin typeface="Jua"/>
                <a:ea typeface="Jua"/>
                <a:cs typeface="Jua"/>
                <a:sym typeface="Jua"/>
              </a:rPr>
              <a:t>TAIL</a:t>
            </a:r>
            <a:endParaRPr b="1" sz="2000">
              <a:latin typeface="Jua"/>
              <a:ea typeface="Jua"/>
              <a:cs typeface="Jua"/>
              <a:sym typeface="Jua"/>
            </a:endParaRPr>
          </a:p>
        </p:txBody>
      </p:sp>
      <p:sp>
        <p:nvSpPr>
          <p:cNvPr id="2188" name="Google Shape;2188;p54"/>
          <p:cNvSpPr txBox="1"/>
          <p:nvPr/>
        </p:nvSpPr>
        <p:spPr>
          <a:xfrm>
            <a:off x="2151963" y="1846884"/>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rgbClr val="212121"/>
                </a:solidFill>
                <a:latin typeface="Merriweather"/>
                <a:ea typeface="Merriweather"/>
                <a:cs typeface="Merriweather"/>
                <a:sym typeface="Merriweather"/>
              </a:rPr>
              <a:t>4</a:t>
            </a:r>
            <a:endParaRPr b="1" sz="1900">
              <a:solidFill>
                <a:srgbClr val="212121"/>
              </a:solidFill>
              <a:latin typeface="Merriweather"/>
              <a:ea typeface="Merriweather"/>
              <a:cs typeface="Merriweather"/>
              <a:sym typeface="Merriweather"/>
            </a:endParaRPr>
          </a:p>
        </p:txBody>
      </p:sp>
      <p:sp>
        <p:nvSpPr>
          <p:cNvPr id="2189" name="Google Shape;2189;p54"/>
          <p:cNvSpPr txBox="1"/>
          <p:nvPr/>
        </p:nvSpPr>
        <p:spPr>
          <a:xfrm>
            <a:off x="2163038" y="4508171"/>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rgbClr val="212121"/>
                </a:solidFill>
                <a:latin typeface="Merriweather"/>
                <a:ea typeface="Merriweather"/>
                <a:cs typeface="Merriweather"/>
                <a:sym typeface="Merriweather"/>
              </a:rPr>
              <a:t>4</a:t>
            </a:r>
            <a:endParaRPr b="1" sz="1900">
              <a:solidFill>
                <a:srgbClr val="212121"/>
              </a:solidFill>
              <a:latin typeface="Merriweather"/>
              <a:ea typeface="Merriweather"/>
              <a:cs typeface="Merriweather"/>
              <a:sym typeface="Merriweather"/>
            </a:endParaRPr>
          </a:p>
        </p:txBody>
      </p:sp>
      <p:sp>
        <p:nvSpPr>
          <p:cNvPr id="2190" name="Google Shape;2190;p54"/>
          <p:cNvSpPr txBox="1"/>
          <p:nvPr/>
        </p:nvSpPr>
        <p:spPr>
          <a:xfrm>
            <a:off x="3193863" y="4508171"/>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rgbClr val="212121"/>
                </a:solidFill>
                <a:latin typeface="Merriweather"/>
                <a:ea typeface="Merriweather"/>
                <a:cs typeface="Merriweather"/>
                <a:sym typeface="Merriweather"/>
              </a:rPr>
              <a:t>-3</a:t>
            </a:r>
            <a:endParaRPr b="1" sz="1900">
              <a:solidFill>
                <a:srgbClr val="212121"/>
              </a:solidFill>
              <a:latin typeface="Merriweather"/>
              <a:ea typeface="Merriweather"/>
              <a:cs typeface="Merriweather"/>
              <a:sym typeface="Merriweather"/>
            </a:endParaRPr>
          </a:p>
        </p:txBody>
      </p:sp>
      <p:sp>
        <p:nvSpPr>
          <p:cNvPr id="2191" name="Google Shape;2191;p54"/>
          <p:cNvSpPr txBox="1"/>
          <p:nvPr/>
        </p:nvSpPr>
        <p:spPr>
          <a:xfrm>
            <a:off x="3168163" y="1846884"/>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rgbClr val="212121"/>
                </a:solidFill>
                <a:latin typeface="Merriweather"/>
                <a:ea typeface="Merriweather"/>
                <a:cs typeface="Merriweather"/>
                <a:sym typeface="Merriweather"/>
              </a:rPr>
              <a:t>-3</a:t>
            </a:r>
            <a:endParaRPr b="1" sz="1900">
              <a:solidFill>
                <a:srgbClr val="212121"/>
              </a:solidFill>
              <a:latin typeface="Merriweather"/>
              <a:ea typeface="Merriweather"/>
              <a:cs typeface="Merriweather"/>
              <a:sym typeface="Merriweather"/>
            </a:endParaRPr>
          </a:p>
        </p:txBody>
      </p:sp>
      <p:grpSp>
        <p:nvGrpSpPr>
          <p:cNvPr id="2192" name="Google Shape;2192;p54"/>
          <p:cNvGrpSpPr/>
          <p:nvPr/>
        </p:nvGrpSpPr>
        <p:grpSpPr>
          <a:xfrm>
            <a:off x="851600" y="2529963"/>
            <a:ext cx="2026504" cy="546924"/>
            <a:chOff x="851600" y="2529963"/>
            <a:chExt cx="2026504" cy="546924"/>
          </a:xfrm>
        </p:grpSpPr>
        <p:sp>
          <p:nvSpPr>
            <p:cNvPr id="2193" name="Google Shape;2193;p54"/>
            <p:cNvSpPr txBox="1"/>
            <p:nvPr/>
          </p:nvSpPr>
          <p:spPr>
            <a:xfrm>
              <a:off x="851600" y="2529963"/>
              <a:ext cx="1210800" cy="546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800">
                  <a:solidFill>
                    <a:srgbClr val="FF6B65"/>
                  </a:solidFill>
                  <a:latin typeface="Jua"/>
                  <a:ea typeface="Jua"/>
                  <a:cs typeface="Jua"/>
                  <a:sym typeface="Jua"/>
                </a:rPr>
                <a:t>GET</a:t>
              </a:r>
              <a:endParaRPr b="1" sz="2800">
                <a:solidFill>
                  <a:schemeClr val="accent2"/>
                </a:solidFill>
                <a:latin typeface="Jua"/>
                <a:ea typeface="Jua"/>
                <a:cs typeface="Jua"/>
                <a:sym typeface="Jua"/>
              </a:endParaRPr>
            </a:p>
          </p:txBody>
        </p:sp>
        <p:sp>
          <p:nvSpPr>
            <p:cNvPr id="2194" name="Google Shape;2194;p54"/>
            <p:cNvSpPr/>
            <p:nvPr/>
          </p:nvSpPr>
          <p:spPr>
            <a:xfrm>
              <a:off x="1986204" y="2661687"/>
              <a:ext cx="891900" cy="4152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95" name="Google Shape;2195;p54"/>
            <p:cNvSpPr txBox="1"/>
            <p:nvPr/>
          </p:nvSpPr>
          <p:spPr>
            <a:xfrm>
              <a:off x="2138600" y="2703234"/>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rgbClr val="0C2E3A"/>
                  </a:solidFill>
                  <a:latin typeface="Merriweather"/>
                  <a:ea typeface="Merriweather"/>
                  <a:cs typeface="Merriweather"/>
                  <a:sym typeface="Merriweather"/>
                </a:rPr>
                <a:t>9</a:t>
              </a:r>
              <a:endParaRPr b="1" sz="1900">
                <a:solidFill>
                  <a:srgbClr val="0C2E3A"/>
                </a:solidFill>
                <a:latin typeface="Merriweather"/>
                <a:ea typeface="Merriweather"/>
                <a:cs typeface="Merriweather"/>
                <a:sym typeface="Merriweather"/>
              </a:endParaRPr>
            </a:p>
          </p:txBody>
        </p:sp>
      </p:grpSp>
      <p:sp>
        <p:nvSpPr>
          <p:cNvPr id="2196" name="Google Shape;2196;p5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0" name="Shape 2200"/>
        <p:cNvGrpSpPr/>
        <p:nvPr/>
      </p:nvGrpSpPr>
      <p:grpSpPr>
        <a:xfrm>
          <a:off x="0" y="0"/>
          <a:ext cx="0" cy="0"/>
          <a:chOff x="0" y="0"/>
          <a:chExt cx="0" cy="0"/>
        </a:xfrm>
      </p:grpSpPr>
      <p:sp>
        <p:nvSpPr>
          <p:cNvPr id="2201" name="Google Shape;2201;p55"/>
          <p:cNvSpPr txBox="1"/>
          <p:nvPr>
            <p:ph type="title"/>
          </p:nvPr>
        </p:nvSpPr>
        <p:spPr>
          <a:xfrm>
            <a:off x="64975" y="9225"/>
            <a:ext cx="9078900" cy="803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4500"/>
              <a:t>CIRCULAR QUEUES</a:t>
            </a:r>
            <a:endParaRPr sz="4500"/>
          </a:p>
        </p:txBody>
      </p:sp>
      <p:grpSp>
        <p:nvGrpSpPr>
          <p:cNvPr id="2202" name="Google Shape;2202;p55"/>
          <p:cNvGrpSpPr/>
          <p:nvPr/>
        </p:nvGrpSpPr>
        <p:grpSpPr>
          <a:xfrm>
            <a:off x="1017226" y="1806037"/>
            <a:ext cx="7109604" cy="415222"/>
            <a:chOff x="1148325" y="1752675"/>
            <a:chExt cx="6847350" cy="513000"/>
          </a:xfrm>
        </p:grpSpPr>
        <p:sp>
          <p:nvSpPr>
            <p:cNvPr id="2203" name="Google Shape;2203;p55"/>
            <p:cNvSpPr/>
            <p:nvPr/>
          </p:nvSpPr>
          <p:spPr>
            <a:xfrm>
              <a:off x="114832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4" name="Google Shape;2204;p55"/>
            <p:cNvSpPr/>
            <p:nvPr/>
          </p:nvSpPr>
          <p:spPr>
            <a:xfrm>
              <a:off x="2146400"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5" name="Google Shape;2205;p55"/>
            <p:cNvSpPr/>
            <p:nvPr/>
          </p:nvSpPr>
          <p:spPr>
            <a:xfrm>
              <a:off x="314447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6" name="Google Shape;2206;p55"/>
            <p:cNvSpPr/>
            <p:nvPr/>
          </p:nvSpPr>
          <p:spPr>
            <a:xfrm>
              <a:off x="4142550"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7" name="Google Shape;2207;p55"/>
            <p:cNvSpPr/>
            <p:nvPr/>
          </p:nvSpPr>
          <p:spPr>
            <a:xfrm>
              <a:off x="514062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8" name="Google Shape;2208;p55"/>
            <p:cNvSpPr/>
            <p:nvPr/>
          </p:nvSpPr>
          <p:spPr>
            <a:xfrm>
              <a:off x="6138700"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9" name="Google Shape;2209;p55"/>
            <p:cNvSpPr/>
            <p:nvPr/>
          </p:nvSpPr>
          <p:spPr>
            <a:xfrm>
              <a:off x="713677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210" name="Google Shape;2210;p55"/>
          <p:cNvSpPr txBox="1"/>
          <p:nvPr/>
        </p:nvSpPr>
        <p:spPr>
          <a:xfrm>
            <a:off x="1083317" y="1419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0</a:t>
            </a:r>
            <a:endParaRPr b="1" sz="1600">
              <a:solidFill>
                <a:schemeClr val="dk1"/>
              </a:solidFill>
              <a:latin typeface="Jua"/>
              <a:ea typeface="Jua"/>
              <a:cs typeface="Jua"/>
              <a:sym typeface="Jua"/>
            </a:endParaRPr>
          </a:p>
        </p:txBody>
      </p:sp>
      <p:sp>
        <p:nvSpPr>
          <p:cNvPr id="2211" name="Google Shape;2211;p55"/>
          <p:cNvSpPr txBox="1"/>
          <p:nvPr/>
        </p:nvSpPr>
        <p:spPr>
          <a:xfrm>
            <a:off x="2138608" y="1419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1</a:t>
            </a:r>
            <a:endParaRPr b="1" sz="1600">
              <a:solidFill>
                <a:schemeClr val="dk1"/>
              </a:solidFill>
              <a:latin typeface="Jua"/>
              <a:ea typeface="Jua"/>
              <a:cs typeface="Jua"/>
              <a:sym typeface="Jua"/>
            </a:endParaRPr>
          </a:p>
        </p:txBody>
      </p:sp>
      <p:sp>
        <p:nvSpPr>
          <p:cNvPr id="2212" name="Google Shape;2212;p55"/>
          <p:cNvSpPr txBox="1"/>
          <p:nvPr/>
        </p:nvSpPr>
        <p:spPr>
          <a:xfrm>
            <a:off x="3193899" y="1419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2</a:t>
            </a:r>
            <a:endParaRPr b="1" sz="1600">
              <a:solidFill>
                <a:schemeClr val="dk1"/>
              </a:solidFill>
              <a:latin typeface="Jua"/>
              <a:ea typeface="Jua"/>
              <a:cs typeface="Jua"/>
              <a:sym typeface="Jua"/>
            </a:endParaRPr>
          </a:p>
        </p:txBody>
      </p:sp>
      <p:sp>
        <p:nvSpPr>
          <p:cNvPr id="2213" name="Google Shape;2213;p55"/>
          <p:cNvSpPr txBox="1"/>
          <p:nvPr/>
        </p:nvSpPr>
        <p:spPr>
          <a:xfrm>
            <a:off x="4221145" y="1419225"/>
            <a:ext cx="6978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3</a:t>
            </a:r>
            <a:endParaRPr b="1" sz="1600">
              <a:solidFill>
                <a:schemeClr val="dk1"/>
              </a:solidFill>
              <a:latin typeface="Jua"/>
              <a:ea typeface="Jua"/>
              <a:cs typeface="Jua"/>
              <a:sym typeface="Jua"/>
            </a:endParaRPr>
          </a:p>
        </p:txBody>
      </p:sp>
      <p:sp>
        <p:nvSpPr>
          <p:cNvPr id="2214" name="Google Shape;2214;p55"/>
          <p:cNvSpPr txBox="1"/>
          <p:nvPr/>
        </p:nvSpPr>
        <p:spPr>
          <a:xfrm>
            <a:off x="5304481" y="1419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4</a:t>
            </a:r>
            <a:endParaRPr b="1" sz="1600">
              <a:solidFill>
                <a:schemeClr val="dk1"/>
              </a:solidFill>
              <a:latin typeface="Jua"/>
              <a:ea typeface="Jua"/>
              <a:cs typeface="Jua"/>
              <a:sym typeface="Jua"/>
            </a:endParaRPr>
          </a:p>
        </p:txBody>
      </p:sp>
      <p:sp>
        <p:nvSpPr>
          <p:cNvPr id="2215" name="Google Shape;2215;p55"/>
          <p:cNvSpPr txBox="1"/>
          <p:nvPr/>
        </p:nvSpPr>
        <p:spPr>
          <a:xfrm>
            <a:off x="6359772" y="1419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5</a:t>
            </a:r>
            <a:endParaRPr b="1" sz="1600">
              <a:solidFill>
                <a:schemeClr val="dk1"/>
              </a:solidFill>
              <a:latin typeface="Jua"/>
              <a:ea typeface="Jua"/>
              <a:cs typeface="Jua"/>
              <a:sym typeface="Jua"/>
            </a:endParaRPr>
          </a:p>
        </p:txBody>
      </p:sp>
      <p:sp>
        <p:nvSpPr>
          <p:cNvPr id="2216" name="Google Shape;2216;p55"/>
          <p:cNvSpPr txBox="1"/>
          <p:nvPr/>
        </p:nvSpPr>
        <p:spPr>
          <a:xfrm>
            <a:off x="7415063" y="1419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6</a:t>
            </a:r>
            <a:endParaRPr b="1" sz="1600">
              <a:solidFill>
                <a:schemeClr val="dk1"/>
              </a:solidFill>
              <a:latin typeface="Jua"/>
              <a:ea typeface="Jua"/>
              <a:cs typeface="Jua"/>
              <a:sym typeface="Jua"/>
            </a:endParaRPr>
          </a:p>
        </p:txBody>
      </p:sp>
      <p:sp>
        <p:nvSpPr>
          <p:cNvPr id="2217" name="Google Shape;2217;p55"/>
          <p:cNvSpPr/>
          <p:nvPr/>
        </p:nvSpPr>
        <p:spPr>
          <a:xfrm>
            <a:off x="1029475" y="1335975"/>
            <a:ext cx="815700" cy="415200"/>
          </a:xfrm>
          <a:prstGeom prst="roundRect">
            <a:avLst>
              <a:gd fmla="val 16667" name="adj"/>
            </a:avLst>
          </a:prstGeom>
          <a:noFill/>
          <a:ln cap="flat" cmpd="sng" w="38100">
            <a:solidFill>
              <a:srgbClr val="FF6B6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4"/>
              </a:solidFill>
              <a:latin typeface="Roboto"/>
              <a:ea typeface="Roboto"/>
              <a:cs typeface="Roboto"/>
              <a:sym typeface="Roboto"/>
            </a:endParaRPr>
          </a:p>
        </p:txBody>
      </p:sp>
      <p:sp>
        <p:nvSpPr>
          <p:cNvPr id="2218" name="Google Shape;2218;p55"/>
          <p:cNvSpPr txBox="1"/>
          <p:nvPr>
            <p:ph idx="4294967295" type="subTitle"/>
          </p:nvPr>
        </p:nvSpPr>
        <p:spPr>
          <a:xfrm>
            <a:off x="966625" y="886125"/>
            <a:ext cx="941400" cy="456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000">
                <a:solidFill>
                  <a:schemeClr val="lt1"/>
                </a:solidFill>
                <a:latin typeface="Jua"/>
                <a:ea typeface="Jua"/>
                <a:cs typeface="Jua"/>
                <a:sym typeface="Jua"/>
              </a:rPr>
              <a:t>HEAD</a:t>
            </a:r>
            <a:endParaRPr b="1" sz="2000">
              <a:solidFill>
                <a:schemeClr val="lt1"/>
              </a:solidFill>
              <a:latin typeface="Jua"/>
              <a:ea typeface="Jua"/>
              <a:cs typeface="Jua"/>
              <a:sym typeface="Jua"/>
            </a:endParaRPr>
          </a:p>
        </p:txBody>
      </p:sp>
      <p:grpSp>
        <p:nvGrpSpPr>
          <p:cNvPr id="2219" name="Google Shape;2219;p55"/>
          <p:cNvGrpSpPr/>
          <p:nvPr/>
        </p:nvGrpSpPr>
        <p:grpSpPr>
          <a:xfrm>
            <a:off x="1017226" y="4473037"/>
            <a:ext cx="7109604" cy="415222"/>
            <a:chOff x="1148325" y="1752675"/>
            <a:chExt cx="6847350" cy="513000"/>
          </a:xfrm>
        </p:grpSpPr>
        <p:sp>
          <p:nvSpPr>
            <p:cNvPr id="2220" name="Google Shape;2220;p55"/>
            <p:cNvSpPr/>
            <p:nvPr/>
          </p:nvSpPr>
          <p:spPr>
            <a:xfrm>
              <a:off x="114832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1" name="Google Shape;2221;p55"/>
            <p:cNvSpPr/>
            <p:nvPr/>
          </p:nvSpPr>
          <p:spPr>
            <a:xfrm>
              <a:off x="2146400"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2" name="Google Shape;2222;p55"/>
            <p:cNvSpPr/>
            <p:nvPr/>
          </p:nvSpPr>
          <p:spPr>
            <a:xfrm>
              <a:off x="314447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3" name="Google Shape;2223;p55"/>
            <p:cNvSpPr/>
            <p:nvPr/>
          </p:nvSpPr>
          <p:spPr>
            <a:xfrm>
              <a:off x="4142550"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4" name="Google Shape;2224;p55"/>
            <p:cNvSpPr/>
            <p:nvPr/>
          </p:nvSpPr>
          <p:spPr>
            <a:xfrm>
              <a:off x="514062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5" name="Google Shape;2225;p55"/>
            <p:cNvSpPr/>
            <p:nvPr/>
          </p:nvSpPr>
          <p:spPr>
            <a:xfrm>
              <a:off x="6138700"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6" name="Google Shape;2226;p55"/>
            <p:cNvSpPr/>
            <p:nvPr/>
          </p:nvSpPr>
          <p:spPr>
            <a:xfrm>
              <a:off x="713677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227" name="Google Shape;2227;p55"/>
          <p:cNvSpPr txBox="1"/>
          <p:nvPr/>
        </p:nvSpPr>
        <p:spPr>
          <a:xfrm>
            <a:off x="1083317" y="4086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0</a:t>
            </a:r>
            <a:endParaRPr b="1" sz="1600">
              <a:solidFill>
                <a:schemeClr val="dk1"/>
              </a:solidFill>
              <a:latin typeface="Jua"/>
              <a:ea typeface="Jua"/>
              <a:cs typeface="Jua"/>
              <a:sym typeface="Jua"/>
            </a:endParaRPr>
          </a:p>
        </p:txBody>
      </p:sp>
      <p:sp>
        <p:nvSpPr>
          <p:cNvPr id="2228" name="Google Shape;2228;p55"/>
          <p:cNvSpPr txBox="1"/>
          <p:nvPr/>
        </p:nvSpPr>
        <p:spPr>
          <a:xfrm>
            <a:off x="2138608" y="4086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1</a:t>
            </a:r>
            <a:endParaRPr b="1" sz="1600">
              <a:solidFill>
                <a:schemeClr val="dk1"/>
              </a:solidFill>
              <a:latin typeface="Jua"/>
              <a:ea typeface="Jua"/>
              <a:cs typeface="Jua"/>
              <a:sym typeface="Jua"/>
            </a:endParaRPr>
          </a:p>
        </p:txBody>
      </p:sp>
      <p:sp>
        <p:nvSpPr>
          <p:cNvPr id="2229" name="Google Shape;2229;p55"/>
          <p:cNvSpPr txBox="1"/>
          <p:nvPr/>
        </p:nvSpPr>
        <p:spPr>
          <a:xfrm>
            <a:off x="3193899" y="4086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2</a:t>
            </a:r>
            <a:endParaRPr b="1" sz="1600">
              <a:solidFill>
                <a:schemeClr val="dk1"/>
              </a:solidFill>
              <a:latin typeface="Jua"/>
              <a:ea typeface="Jua"/>
              <a:cs typeface="Jua"/>
              <a:sym typeface="Jua"/>
            </a:endParaRPr>
          </a:p>
        </p:txBody>
      </p:sp>
      <p:sp>
        <p:nvSpPr>
          <p:cNvPr id="2230" name="Google Shape;2230;p55"/>
          <p:cNvSpPr txBox="1"/>
          <p:nvPr/>
        </p:nvSpPr>
        <p:spPr>
          <a:xfrm>
            <a:off x="4221145" y="4086225"/>
            <a:ext cx="6978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3</a:t>
            </a:r>
            <a:endParaRPr b="1" sz="1600">
              <a:solidFill>
                <a:schemeClr val="dk1"/>
              </a:solidFill>
              <a:latin typeface="Jua"/>
              <a:ea typeface="Jua"/>
              <a:cs typeface="Jua"/>
              <a:sym typeface="Jua"/>
            </a:endParaRPr>
          </a:p>
        </p:txBody>
      </p:sp>
      <p:sp>
        <p:nvSpPr>
          <p:cNvPr id="2231" name="Google Shape;2231;p55"/>
          <p:cNvSpPr txBox="1"/>
          <p:nvPr/>
        </p:nvSpPr>
        <p:spPr>
          <a:xfrm>
            <a:off x="5304481" y="4086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4</a:t>
            </a:r>
            <a:endParaRPr b="1" sz="1600">
              <a:solidFill>
                <a:schemeClr val="dk1"/>
              </a:solidFill>
              <a:latin typeface="Jua"/>
              <a:ea typeface="Jua"/>
              <a:cs typeface="Jua"/>
              <a:sym typeface="Jua"/>
            </a:endParaRPr>
          </a:p>
        </p:txBody>
      </p:sp>
      <p:sp>
        <p:nvSpPr>
          <p:cNvPr id="2232" name="Google Shape;2232;p55"/>
          <p:cNvSpPr txBox="1"/>
          <p:nvPr/>
        </p:nvSpPr>
        <p:spPr>
          <a:xfrm>
            <a:off x="6359772" y="4086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5</a:t>
            </a:r>
            <a:endParaRPr b="1" sz="1600">
              <a:solidFill>
                <a:schemeClr val="dk1"/>
              </a:solidFill>
              <a:latin typeface="Jua"/>
              <a:ea typeface="Jua"/>
              <a:cs typeface="Jua"/>
              <a:sym typeface="Jua"/>
            </a:endParaRPr>
          </a:p>
        </p:txBody>
      </p:sp>
      <p:sp>
        <p:nvSpPr>
          <p:cNvPr id="2233" name="Google Shape;2233;p55"/>
          <p:cNvSpPr txBox="1"/>
          <p:nvPr/>
        </p:nvSpPr>
        <p:spPr>
          <a:xfrm>
            <a:off x="7415063" y="4086225"/>
            <a:ext cx="653100" cy="2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Jua"/>
                <a:ea typeface="Jua"/>
                <a:cs typeface="Jua"/>
                <a:sym typeface="Jua"/>
              </a:rPr>
              <a:t>6</a:t>
            </a:r>
            <a:endParaRPr b="1" sz="1600">
              <a:solidFill>
                <a:schemeClr val="dk1"/>
              </a:solidFill>
              <a:latin typeface="Jua"/>
              <a:ea typeface="Jua"/>
              <a:cs typeface="Jua"/>
              <a:sym typeface="Jua"/>
            </a:endParaRPr>
          </a:p>
        </p:txBody>
      </p:sp>
      <p:sp>
        <p:nvSpPr>
          <p:cNvPr id="2234" name="Google Shape;2234;p55"/>
          <p:cNvSpPr txBox="1"/>
          <p:nvPr/>
        </p:nvSpPr>
        <p:spPr>
          <a:xfrm>
            <a:off x="2138600" y="4514584"/>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900">
              <a:solidFill>
                <a:srgbClr val="0C2E3A"/>
              </a:solidFill>
              <a:latin typeface="Merriweather"/>
              <a:ea typeface="Merriweather"/>
              <a:cs typeface="Merriweather"/>
              <a:sym typeface="Merriweather"/>
            </a:endParaRPr>
          </a:p>
        </p:txBody>
      </p:sp>
      <p:sp>
        <p:nvSpPr>
          <p:cNvPr id="2235" name="Google Shape;2235;p55"/>
          <p:cNvSpPr txBox="1"/>
          <p:nvPr/>
        </p:nvSpPr>
        <p:spPr>
          <a:xfrm>
            <a:off x="3193875" y="4514596"/>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900">
              <a:solidFill>
                <a:srgbClr val="212121"/>
              </a:solidFill>
              <a:latin typeface="Merriweather"/>
              <a:ea typeface="Merriweather"/>
              <a:cs typeface="Merriweather"/>
              <a:sym typeface="Merriweather"/>
            </a:endParaRPr>
          </a:p>
        </p:txBody>
      </p:sp>
      <p:sp>
        <p:nvSpPr>
          <p:cNvPr id="2236" name="Google Shape;2236;p55"/>
          <p:cNvSpPr/>
          <p:nvPr/>
        </p:nvSpPr>
        <p:spPr>
          <a:xfrm>
            <a:off x="3135625" y="4002975"/>
            <a:ext cx="815700" cy="415200"/>
          </a:xfrm>
          <a:prstGeom prst="roundRect">
            <a:avLst>
              <a:gd fmla="val 16667" name="adj"/>
            </a:avLst>
          </a:prstGeom>
          <a:noFill/>
          <a:ln cap="flat" cmpd="sng" w="381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237" name="Google Shape;2237;p55"/>
          <p:cNvSpPr txBox="1"/>
          <p:nvPr>
            <p:ph idx="4294967295" type="subTitle"/>
          </p:nvPr>
        </p:nvSpPr>
        <p:spPr>
          <a:xfrm>
            <a:off x="3074625" y="3564075"/>
            <a:ext cx="941400" cy="456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000">
                <a:latin typeface="Jua"/>
                <a:ea typeface="Jua"/>
                <a:cs typeface="Jua"/>
                <a:sym typeface="Jua"/>
              </a:rPr>
              <a:t>TAIL</a:t>
            </a:r>
            <a:endParaRPr b="1" sz="2000">
              <a:latin typeface="Jua"/>
              <a:ea typeface="Jua"/>
              <a:cs typeface="Jua"/>
              <a:sym typeface="Jua"/>
            </a:endParaRPr>
          </a:p>
        </p:txBody>
      </p:sp>
      <p:sp>
        <p:nvSpPr>
          <p:cNvPr id="2238" name="Google Shape;2238;p55"/>
          <p:cNvSpPr/>
          <p:nvPr/>
        </p:nvSpPr>
        <p:spPr>
          <a:xfrm>
            <a:off x="2096275" y="3954413"/>
            <a:ext cx="815700" cy="415200"/>
          </a:xfrm>
          <a:prstGeom prst="roundRect">
            <a:avLst>
              <a:gd fmla="val 16667" name="adj"/>
            </a:avLst>
          </a:prstGeom>
          <a:noFill/>
          <a:ln cap="flat" cmpd="sng" w="38100">
            <a:solidFill>
              <a:srgbClr val="FF6B6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4"/>
              </a:solidFill>
              <a:latin typeface="Roboto"/>
              <a:ea typeface="Roboto"/>
              <a:cs typeface="Roboto"/>
              <a:sym typeface="Roboto"/>
            </a:endParaRPr>
          </a:p>
        </p:txBody>
      </p:sp>
      <p:sp>
        <p:nvSpPr>
          <p:cNvPr id="2239" name="Google Shape;2239;p55"/>
          <p:cNvSpPr txBox="1"/>
          <p:nvPr>
            <p:ph idx="4294967295" type="subTitle"/>
          </p:nvPr>
        </p:nvSpPr>
        <p:spPr>
          <a:xfrm>
            <a:off x="2033425" y="3546500"/>
            <a:ext cx="941400" cy="456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000">
                <a:solidFill>
                  <a:schemeClr val="lt1"/>
                </a:solidFill>
                <a:latin typeface="Jua"/>
                <a:ea typeface="Jua"/>
                <a:cs typeface="Jua"/>
                <a:sym typeface="Jua"/>
              </a:rPr>
              <a:t>HEAD</a:t>
            </a:r>
            <a:endParaRPr b="1" sz="2000">
              <a:solidFill>
                <a:schemeClr val="lt1"/>
              </a:solidFill>
              <a:latin typeface="Jua"/>
              <a:ea typeface="Jua"/>
              <a:cs typeface="Jua"/>
              <a:sym typeface="Jua"/>
            </a:endParaRPr>
          </a:p>
        </p:txBody>
      </p:sp>
      <p:sp>
        <p:nvSpPr>
          <p:cNvPr id="2240" name="Google Shape;2240;p55"/>
          <p:cNvSpPr txBox="1"/>
          <p:nvPr/>
        </p:nvSpPr>
        <p:spPr>
          <a:xfrm>
            <a:off x="4172950" y="4514596"/>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900">
              <a:solidFill>
                <a:srgbClr val="212121"/>
              </a:solidFill>
              <a:latin typeface="Merriweather"/>
              <a:ea typeface="Merriweather"/>
              <a:cs typeface="Merriweather"/>
              <a:sym typeface="Merriweather"/>
            </a:endParaRPr>
          </a:p>
        </p:txBody>
      </p:sp>
      <p:sp>
        <p:nvSpPr>
          <p:cNvPr id="2241" name="Google Shape;2241;p55"/>
          <p:cNvSpPr txBox="1"/>
          <p:nvPr/>
        </p:nvSpPr>
        <p:spPr>
          <a:xfrm>
            <a:off x="5304425" y="4514571"/>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900">
              <a:solidFill>
                <a:srgbClr val="212121"/>
              </a:solidFill>
              <a:latin typeface="Merriweather"/>
              <a:ea typeface="Merriweather"/>
              <a:cs typeface="Merriweather"/>
              <a:sym typeface="Merriweather"/>
            </a:endParaRPr>
          </a:p>
        </p:txBody>
      </p:sp>
      <p:sp>
        <p:nvSpPr>
          <p:cNvPr id="2242" name="Google Shape;2242;p55"/>
          <p:cNvSpPr/>
          <p:nvPr/>
        </p:nvSpPr>
        <p:spPr>
          <a:xfrm rot="5400000">
            <a:off x="2304175" y="3273144"/>
            <a:ext cx="399900" cy="282900"/>
          </a:xfrm>
          <a:prstGeom prst="rightArrow">
            <a:avLst>
              <a:gd fmla="val 50000" name="adj1"/>
              <a:gd fmla="val 50000" name="adj2"/>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243" name="Google Shape;2243;p55"/>
          <p:cNvSpPr txBox="1"/>
          <p:nvPr/>
        </p:nvSpPr>
        <p:spPr>
          <a:xfrm>
            <a:off x="6380275" y="1846884"/>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rgbClr val="212121"/>
                </a:solidFill>
                <a:latin typeface="Merriweather"/>
                <a:ea typeface="Merriweather"/>
                <a:cs typeface="Merriweather"/>
                <a:sym typeface="Merriweather"/>
              </a:rPr>
              <a:t>0</a:t>
            </a:r>
            <a:endParaRPr b="1" sz="1900">
              <a:solidFill>
                <a:srgbClr val="212121"/>
              </a:solidFill>
              <a:latin typeface="Merriweather"/>
              <a:ea typeface="Merriweather"/>
              <a:cs typeface="Merriweather"/>
              <a:sym typeface="Merriweather"/>
            </a:endParaRPr>
          </a:p>
        </p:txBody>
      </p:sp>
      <p:sp>
        <p:nvSpPr>
          <p:cNvPr id="2244" name="Google Shape;2244;p55"/>
          <p:cNvSpPr txBox="1"/>
          <p:nvPr/>
        </p:nvSpPr>
        <p:spPr>
          <a:xfrm>
            <a:off x="104250" y="1847609"/>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chemeClr val="dk1"/>
                </a:solidFill>
                <a:latin typeface="Merriweather"/>
                <a:ea typeface="Merriweather"/>
                <a:cs typeface="Merriweather"/>
                <a:sym typeface="Merriweather"/>
              </a:rPr>
              <a:t>13</a:t>
            </a:r>
            <a:endParaRPr b="1" sz="1900">
              <a:solidFill>
                <a:schemeClr val="dk1"/>
              </a:solidFill>
              <a:latin typeface="Merriweather"/>
              <a:ea typeface="Merriweather"/>
              <a:cs typeface="Merriweather"/>
              <a:sym typeface="Merriweather"/>
            </a:endParaRPr>
          </a:p>
        </p:txBody>
      </p:sp>
      <p:sp>
        <p:nvSpPr>
          <p:cNvPr id="2245" name="Google Shape;2245;p55"/>
          <p:cNvSpPr txBox="1"/>
          <p:nvPr/>
        </p:nvSpPr>
        <p:spPr>
          <a:xfrm>
            <a:off x="153125" y="4514584"/>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chemeClr val="dk1"/>
                </a:solidFill>
                <a:latin typeface="Merriweather"/>
                <a:ea typeface="Merriweather"/>
                <a:cs typeface="Merriweather"/>
                <a:sym typeface="Merriweather"/>
              </a:rPr>
              <a:t>14</a:t>
            </a:r>
            <a:endParaRPr b="1" sz="1900">
              <a:solidFill>
                <a:schemeClr val="dk1"/>
              </a:solidFill>
              <a:latin typeface="Merriweather"/>
              <a:ea typeface="Merriweather"/>
              <a:cs typeface="Merriweather"/>
              <a:sym typeface="Merriweather"/>
            </a:endParaRPr>
          </a:p>
        </p:txBody>
      </p:sp>
      <p:sp>
        <p:nvSpPr>
          <p:cNvPr id="2246" name="Google Shape;2246;p55"/>
          <p:cNvSpPr txBox="1"/>
          <p:nvPr/>
        </p:nvSpPr>
        <p:spPr>
          <a:xfrm>
            <a:off x="1110775" y="1846884"/>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rgbClr val="212121"/>
                </a:solidFill>
                <a:latin typeface="Merriweather"/>
                <a:ea typeface="Merriweather"/>
                <a:cs typeface="Merriweather"/>
                <a:sym typeface="Merriweather"/>
              </a:rPr>
              <a:t>8</a:t>
            </a:r>
            <a:endParaRPr b="1" sz="1900">
              <a:solidFill>
                <a:srgbClr val="212121"/>
              </a:solidFill>
              <a:latin typeface="Merriweather"/>
              <a:ea typeface="Merriweather"/>
              <a:cs typeface="Merriweather"/>
              <a:sym typeface="Merriweather"/>
            </a:endParaRPr>
          </a:p>
        </p:txBody>
      </p:sp>
      <p:sp>
        <p:nvSpPr>
          <p:cNvPr id="2247" name="Google Shape;2247;p55"/>
          <p:cNvSpPr/>
          <p:nvPr/>
        </p:nvSpPr>
        <p:spPr>
          <a:xfrm>
            <a:off x="3135625" y="1335975"/>
            <a:ext cx="815700" cy="415200"/>
          </a:xfrm>
          <a:prstGeom prst="roundRect">
            <a:avLst>
              <a:gd fmla="val 16667" name="adj"/>
            </a:avLst>
          </a:prstGeom>
          <a:noFill/>
          <a:ln cap="flat" cmpd="sng" w="381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248" name="Google Shape;2248;p55"/>
          <p:cNvSpPr txBox="1"/>
          <p:nvPr>
            <p:ph idx="4294967295" type="subTitle"/>
          </p:nvPr>
        </p:nvSpPr>
        <p:spPr>
          <a:xfrm>
            <a:off x="3074625" y="897075"/>
            <a:ext cx="941400" cy="456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000">
                <a:latin typeface="Jua"/>
                <a:ea typeface="Jua"/>
                <a:cs typeface="Jua"/>
                <a:sym typeface="Jua"/>
              </a:rPr>
              <a:t>TAIL</a:t>
            </a:r>
            <a:endParaRPr b="1" sz="2000">
              <a:latin typeface="Jua"/>
              <a:ea typeface="Jua"/>
              <a:cs typeface="Jua"/>
              <a:sym typeface="Jua"/>
            </a:endParaRPr>
          </a:p>
        </p:txBody>
      </p:sp>
      <p:sp>
        <p:nvSpPr>
          <p:cNvPr id="2249" name="Google Shape;2249;p55"/>
          <p:cNvSpPr txBox="1"/>
          <p:nvPr/>
        </p:nvSpPr>
        <p:spPr>
          <a:xfrm>
            <a:off x="2151963" y="1846884"/>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rgbClr val="212121"/>
                </a:solidFill>
                <a:latin typeface="Merriweather"/>
                <a:ea typeface="Merriweather"/>
                <a:cs typeface="Merriweather"/>
                <a:sym typeface="Merriweather"/>
              </a:rPr>
              <a:t>4</a:t>
            </a:r>
            <a:endParaRPr b="1" sz="1900">
              <a:solidFill>
                <a:srgbClr val="212121"/>
              </a:solidFill>
              <a:latin typeface="Merriweather"/>
              <a:ea typeface="Merriweather"/>
              <a:cs typeface="Merriweather"/>
              <a:sym typeface="Merriweather"/>
            </a:endParaRPr>
          </a:p>
        </p:txBody>
      </p:sp>
      <p:sp>
        <p:nvSpPr>
          <p:cNvPr id="2250" name="Google Shape;2250;p55"/>
          <p:cNvSpPr txBox="1"/>
          <p:nvPr/>
        </p:nvSpPr>
        <p:spPr>
          <a:xfrm>
            <a:off x="2163038" y="4508171"/>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rgbClr val="212121"/>
                </a:solidFill>
                <a:latin typeface="Merriweather"/>
                <a:ea typeface="Merriweather"/>
                <a:cs typeface="Merriweather"/>
                <a:sym typeface="Merriweather"/>
              </a:rPr>
              <a:t>4</a:t>
            </a:r>
            <a:endParaRPr b="1" sz="1900">
              <a:solidFill>
                <a:srgbClr val="212121"/>
              </a:solidFill>
              <a:latin typeface="Merriweather"/>
              <a:ea typeface="Merriweather"/>
              <a:cs typeface="Merriweather"/>
              <a:sym typeface="Merriweather"/>
            </a:endParaRPr>
          </a:p>
        </p:txBody>
      </p:sp>
      <p:sp>
        <p:nvSpPr>
          <p:cNvPr id="2251" name="Google Shape;2251;p55"/>
          <p:cNvSpPr txBox="1"/>
          <p:nvPr/>
        </p:nvSpPr>
        <p:spPr>
          <a:xfrm>
            <a:off x="3193863" y="4508171"/>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rgbClr val="212121"/>
                </a:solidFill>
                <a:latin typeface="Merriweather"/>
                <a:ea typeface="Merriweather"/>
                <a:cs typeface="Merriweather"/>
                <a:sym typeface="Merriweather"/>
              </a:rPr>
              <a:t>-3</a:t>
            </a:r>
            <a:endParaRPr b="1" sz="1900">
              <a:solidFill>
                <a:srgbClr val="212121"/>
              </a:solidFill>
              <a:latin typeface="Merriweather"/>
              <a:ea typeface="Merriweather"/>
              <a:cs typeface="Merriweather"/>
              <a:sym typeface="Merriweather"/>
            </a:endParaRPr>
          </a:p>
        </p:txBody>
      </p:sp>
      <p:sp>
        <p:nvSpPr>
          <p:cNvPr id="2252" name="Google Shape;2252;p55"/>
          <p:cNvSpPr txBox="1"/>
          <p:nvPr/>
        </p:nvSpPr>
        <p:spPr>
          <a:xfrm>
            <a:off x="3168163" y="1846884"/>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rgbClr val="212121"/>
                </a:solidFill>
                <a:latin typeface="Merriweather"/>
                <a:ea typeface="Merriweather"/>
                <a:cs typeface="Merriweather"/>
                <a:sym typeface="Merriweather"/>
              </a:rPr>
              <a:t>-3</a:t>
            </a:r>
            <a:endParaRPr b="1" sz="1900">
              <a:solidFill>
                <a:srgbClr val="212121"/>
              </a:solidFill>
              <a:latin typeface="Merriweather"/>
              <a:ea typeface="Merriweather"/>
              <a:cs typeface="Merriweather"/>
              <a:sym typeface="Merriweather"/>
            </a:endParaRPr>
          </a:p>
        </p:txBody>
      </p:sp>
      <p:grpSp>
        <p:nvGrpSpPr>
          <p:cNvPr id="2253" name="Google Shape;2253;p55"/>
          <p:cNvGrpSpPr/>
          <p:nvPr/>
        </p:nvGrpSpPr>
        <p:grpSpPr>
          <a:xfrm>
            <a:off x="851600" y="2529963"/>
            <a:ext cx="2026504" cy="546924"/>
            <a:chOff x="851600" y="2529963"/>
            <a:chExt cx="2026504" cy="546924"/>
          </a:xfrm>
        </p:grpSpPr>
        <p:sp>
          <p:nvSpPr>
            <p:cNvPr id="2254" name="Google Shape;2254;p55"/>
            <p:cNvSpPr txBox="1"/>
            <p:nvPr/>
          </p:nvSpPr>
          <p:spPr>
            <a:xfrm>
              <a:off x="851600" y="2529963"/>
              <a:ext cx="1210800" cy="546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800">
                  <a:solidFill>
                    <a:srgbClr val="FF6B65"/>
                  </a:solidFill>
                  <a:latin typeface="Jua"/>
                  <a:ea typeface="Jua"/>
                  <a:cs typeface="Jua"/>
                  <a:sym typeface="Jua"/>
                </a:rPr>
                <a:t>GET</a:t>
              </a:r>
              <a:endParaRPr b="1" sz="2800">
                <a:solidFill>
                  <a:schemeClr val="accent2"/>
                </a:solidFill>
                <a:latin typeface="Jua"/>
                <a:ea typeface="Jua"/>
                <a:cs typeface="Jua"/>
                <a:sym typeface="Jua"/>
              </a:endParaRPr>
            </a:p>
          </p:txBody>
        </p:sp>
        <p:sp>
          <p:nvSpPr>
            <p:cNvPr id="2255" name="Google Shape;2255;p55"/>
            <p:cNvSpPr/>
            <p:nvPr/>
          </p:nvSpPr>
          <p:spPr>
            <a:xfrm>
              <a:off x="1986204" y="2661687"/>
              <a:ext cx="891900" cy="4152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56" name="Google Shape;2256;p55"/>
            <p:cNvSpPr txBox="1"/>
            <p:nvPr/>
          </p:nvSpPr>
          <p:spPr>
            <a:xfrm>
              <a:off x="2138600" y="2703234"/>
              <a:ext cx="653100" cy="33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rgbClr val="0C2E3A"/>
                  </a:solidFill>
                  <a:latin typeface="Merriweather"/>
                  <a:ea typeface="Merriweather"/>
                  <a:cs typeface="Merriweather"/>
                  <a:sym typeface="Merriweather"/>
                </a:rPr>
                <a:t>8</a:t>
              </a:r>
              <a:endParaRPr b="1" sz="1900">
                <a:solidFill>
                  <a:srgbClr val="0C2E3A"/>
                </a:solidFill>
                <a:latin typeface="Merriweather"/>
                <a:ea typeface="Merriweather"/>
                <a:cs typeface="Merriweather"/>
                <a:sym typeface="Merriweather"/>
              </a:endParaRPr>
            </a:p>
          </p:txBody>
        </p:sp>
      </p:grpSp>
      <p:sp>
        <p:nvSpPr>
          <p:cNvPr id="2257" name="Google Shape;2257;p5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1" name="Shape 2261"/>
        <p:cNvGrpSpPr/>
        <p:nvPr/>
      </p:nvGrpSpPr>
      <p:grpSpPr>
        <a:xfrm>
          <a:off x="0" y="0"/>
          <a:ext cx="0" cy="0"/>
          <a:chOff x="0" y="0"/>
          <a:chExt cx="0" cy="0"/>
        </a:xfrm>
      </p:grpSpPr>
      <p:sp>
        <p:nvSpPr>
          <p:cNvPr id="2262" name="Google Shape;2262;p56"/>
          <p:cNvSpPr txBox="1"/>
          <p:nvPr>
            <p:ph type="title"/>
          </p:nvPr>
        </p:nvSpPr>
        <p:spPr>
          <a:xfrm>
            <a:off x="0" y="3340750"/>
            <a:ext cx="9144000" cy="835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5000"/>
              <a:t>PRACTICES</a:t>
            </a:r>
            <a:endParaRPr sz="5000"/>
          </a:p>
        </p:txBody>
      </p:sp>
      <p:sp>
        <p:nvSpPr>
          <p:cNvPr id="2263" name="Google Shape;2263;p56"/>
          <p:cNvSpPr/>
          <p:nvPr/>
        </p:nvSpPr>
        <p:spPr>
          <a:xfrm rot="-3146971">
            <a:off x="6965341" y="4489707"/>
            <a:ext cx="40365" cy="27342"/>
          </a:xfrm>
          <a:custGeom>
            <a:rect b="b" l="l" r="r" t="t"/>
            <a:pathLst>
              <a:path extrusionOk="0" h="2362" w="3487">
                <a:moveTo>
                  <a:pt x="1668" y="1"/>
                </a:moveTo>
                <a:cubicBezTo>
                  <a:pt x="193" y="1"/>
                  <a:pt x="0" y="2361"/>
                  <a:pt x="1883" y="2361"/>
                </a:cubicBezTo>
                <a:cubicBezTo>
                  <a:pt x="3311" y="2361"/>
                  <a:pt x="3487" y="56"/>
                  <a:pt x="1783" y="5"/>
                </a:cubicBezTo>
                <a:cubicBezTo>
                  <a:pt x="1744" y="2"/>
                  <a:pt x="1706" y="1"/>
                  <a:pt x="166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264" name="Google Shape;2264;p56"/>
          <p:cNvGrpSpPr/>
          <p:nvPr/>
        </p:nvGrpSpPr>
        <p:grpSpPr>
          <a:xfrm>
            <a:off x="3261775" y="455408"/>
            <a:ext cx="2327527" cy="1566159"/>
            <a:chOff x="2931188" y="330658"/>
            <a:chExt cx="2553793" cy="1718033"/>
          </a:xfrm>
        </p:grpSpPr>
        <p:sp>
          <p:nvSpPr>
            <p:cNvPr id="2265" name="Google Shape;2265;p56"/>
            <p:cNvSpPr/>
            <p:nvPr/>
          </p:nvSpPr>
          <p:spPr>
            <a:xfrm>
              <a:off x="3363016" y="1751091"/>
              <a:ext cx="2058600" cy="297600"/>
            </a:xfrm>
            <a:prstGeom prst="ellipse">
              <a:avLst/>
            </a:prstGeom>
            <a:solidFill>
              <a:srgbClr val="FDFBF6">
                <a:alpha val="5669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266" name="Google Shape;2266;p56"/>
            <p:cNvGrpSpPr/>
            <p:nvPr/>
          </p:nvGrpSpPr>
          <p:grpSpPr>
            <a:xfrm>
              <a:off x="5033077" y="330658"/>
              <a:ext cx="451904" cy="302266"/>
              <a:chOff x="5004502" y="330658"/>
              <a:chExt cx="451904" cy="302266"/>
            </a:xfrm>
          </p:grpSpPr>
          <p:sp>
            <p:nvSpPr>
              <p:cNvPr id="2267" name="Google Shape;2267;p56"/>
              <p:cNvSpPr/>
              <p:nvPr/>
            </p:nvSpPr>
            <p:spPr>
              <a:xfrm rot="-3147053">
                <a:off x="5271878" y="471045"/>
                <a:ext cx="171935" cy="116464"/>
              </a:xfrm>
              <a:custGeom>
                <a:rect b="b" l="l" r="r" t="t"/>
                <a:pathLst>
                  <a:path extrusionOk="0" h="2362" w="3487">
                    <a:moveTo>
                      <a:pt x="1668" y="1"/>
                    </a:moveTo>
                    <a:cubicBezTo>
                      <a:pt x="193" y="1"/>
                      <a:pt x="0" y="2361"/>
                      <a:pt x="1883" y="2361"/>
                    </a:cubicBezTo>
                    <a:cubicBezTo>
                      <a:pt x="3311" y="2361"/>
                      <a:pt x="3487" y="56"/>
                      <a:pt x="1783" y="5"/>
                    </a:cubicBezTo>
                    <a:cubicBezTo>
                      <a:pt x="1744" y="2"/>
                      <a:pt x="1706" y="1"/>
                      <a:pt x="166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8" name="Google Shape;2268;p56"/>
              <p:cNvSpPr/>
              <p:nvPr/>
            </p:nvSpPr>
            <p:spPr>
              <a:xfrm rot="-3147053">
                <a:off x="5013941" y="365887"/>
                <a:ext cx="132834" cy="89247"/>
              </a:xfrm>
              <a:custGeom>
                <a:rect b="b" l="l" r="r" t="t"/>
                <a:pathLst>
                  <a:path extrusionOk="0" h="1810" w="2694">
                    <a:moveTo>
                      <a:pt x="1275" y="1"/>
                    </a:moveTo>
                    <a:cubicBezTo>
                      <a:pt x="153" y="1"/>
                      <a:pt x="1" y="1809"/>
                      <a:pt x="1466" y="1809"/>
                    </a:cubicBezTo>
                    <a:cubicBezTo>
                      <a:pt x="2569" y="1809"/>
                      <a:pt x="2694" y="30"/>
                      <a:pt x="1366" y="5"/>
                    </a:cubicBezTo>
                    <a:cubicBezTo>
                      <a:pt x="1335" y="2"/>
                      <a:pt x="1305" y="1"/>
                      <a:pt x="127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269" name="Google Shape;2269;p56"/>
            <p:cNvSpPr/>
            <p:nvPr/>
          </p:nvSpPr>
          <p:spPr>
            <a:xfrm>
              <a:off x="4193876" y="766769"/>
              <a:ext cx="921447" cy="1024192"/>
            </a:xfrm>
            <a:custGeom>
              <a:rect b="b" l="l" r="r" t="t"/>
              <a:pathLst>
                <a:path extrusionOk="0" h="38667" w="34788">
                  <a:moveTo>
                    <a:pt x="16229" y="0"/>
                  </a:moveTo>
                  <a:cubicBezTo>
                    <a:pt x="8063" y="0"/>
                    <a:pt x="51" y="591"/>
                    <a:pt x="100" y="1834"/>
                  </a:cubicBezTo>
                  <a:cubicBezTo>
                    <a:pt x="100" y="13713"/>
                    <a:pt x="0" y="24841"/>
                    <a:pt x="552" y="37398"/>
                  </a:cubicBezTo>
                  <a:cubicBezTo>
                    <a:pt x="590" y="38365"/>
                    <a:pt x="7528" y="38667"/>
                    <a:pt x="14856" y="38667"/>
                  </a:cubicBezTo>
                  <a:cubicBezTo>
                    <a:pt x="21954" y="38667"/>
                    <a:pt x="29417" y="38384"/>
                    <a:pt x="31329" y="38150"/>
                  </a:cubicBezTo>
                  <a:cubicBezTo>
                    <a:pt x="34787" y="37724"/>
                    <a:pt x="33284" y="36295"/>
                    <a:pt x="33309" y="21333"/>
                  </a:cubicBezTo>
                  <a:cubicBezTo>
                    <a:pt x="33334" y="14240"/>
                    <a:pt x="33309" y="8926"/>
                    <a:pt x="33309" y="1834"/>
                  </a:cubicBezTo>
                  <a:cubicBezTo>
                    <a:pt x="33321" y="635"/>
                    <a:pt x="24693" y="0"/>
                    <a:pt x="16229"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0" name="Google Shape;2270;p56"/>
            <p:cNvSpPr/>
            <p:nvPr/>
          </p:nvSpPr>
          <p:spPr>
            <a:xfrm>
              <a:off x="4222643" y="841760"/>
              <a:ext cx="124597" cy="83144"/>
            </a:xfrm>
            <a:custGeom>
              <a:rect b="b" l="l" r="r" t="t"/>
              <a:pathLst>
                <a:path extrusionOk="0" h="3139" w="4704">
                  <a:moveTo>
                    <a:pt x="2259" y="0"/>
                  </a:moveTo>
                  <a:cubicBezTo>
                    <a:pt x="278" y="0"/>
                    <a:pt x="0" y="3138"/>
                    <a:pt x="2548" y="3138"/>
                  </a:cubicBezTo>
                  <a:cubicBezTo>
                    <a:pt x="4453" y="3138"/>
                    <a:pt x="4704" y="55"/>
                    <a:pt x="2398" y="5"/>
                  </a:cubicBezTo>
                  <a:cubicBezTo>
                    <a:pt x="2351" y="2"/>
                    <a:pt x="2305" y="0"/>
                    <a:pt x="225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1" name="Google Shape;2271;p56"/>
            <p:cNvSpPr/>
            <p:nvPr/>
          </p:nvSpPr>
          <p:spPr>
            <a:xfrm>
              <a:off x="4599719" y="1216185"/>
              <a:ext cx="123961" cy="83144"/>
            </a:xfrm>
            <a:custGeom>
              <a:rect b="b" l="l" r="r" t="t"/>
              <a:pathLst>
                <a:path extrusionOk="0" h="3139" w="4680">
                  <a:moveTo>
                    <a:pt x="2260" y="1"/>
                  </a:moveTo>
                  <a:cubicBezTo>
                    <a:pt x="279" y="1"/>
                    <a:pt x="1" y="3138"/>
                    <a:pt x="2549" y="3138"/>
                  </a:cubicBezTo>
                  <a:cubicBezTo>
                    <a:pt x="4454" y="3138"/>
                    <a:pt x="4679" y="81"/>
                    <a:pt x="2399" y="6"/>
                  </a:cubicBezTo>
                  <a:cubicBezTo>
                    <a:pt x="2351" y="2"/>
                    <a:pt x="2305" y="1"/>
                    <a:pt x="226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2" name="Google Shape;2272;p56"/>
            <p:cNvSpPr/>
            <p:nvPr/>
          </p:nvSpPr>
          <p:spPr>
            <a:xfrm>
              <a:off x="4615665" y="1596597"/>
              <a:ext cx="123935" cy="83144"/>
            </a:xfrm>
            <a:custGeom>
              <a:rect b="b" l="l" r="r" t="t"/>
              <a:pathLst>
                <a:path extrusionOk="0" h="3139" w="4679">
                  <a:moveTo>
                    <a:pt x="2258" y="1"/>
                  </a:moveTo>
                  <a:cubicBezTo>
                    <a:pt x="255" y="1"/>
                    <a:pt x="0" y="3138"/>
                    <a:pt x="2548" y="3138"/>
                  </a:cubicBezTo>
                  <a:cubicBezTo>
                    <a:pt x="4453" y="3138"/>
                    <a:pt x="4679" y="56"/>
                    <a:pt x="2398" y="6"/>
                  </a:cubicBezTo>
                  <a:cubicBezTo>
                    <a:pt x="2350" y="2"/>
                    <a:pt x="2304" y="1"/>
                    <a:pt x="225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3" name="Google Shape;2273;p56"/>
            <p:cNvSpPr/>
            <p:nvPr/>
          </p:nvSpPr>
          <p:spPr>
            <a:xfrm>
              <a:off x="4941219" y="827773"/>
              <a:ext cx="123697" cy="83171"/>
            </a:xfrm>
            <a:custGeom>
              <a:rect b="b" l="l" r="r" t="t"/>
              <a:pathLst>
                <a:path extrusionOk="0" h="3140" w="4670">
                  <a:moveTo>
                    <a:pt x="2229" y="0"/>
                  </a:moveTo>
                  <a:cubicBezTo>
                    <a:pt x="267" y="0"/>
                    <a:pt x="0" y="3140"/>
                    <a:pt x="2539" y="3140"/>
                  </a:cubicBezTo>
                  <a:cubicBezTo>
                    <a:pt x="4444" y="3140"/>
                    <a:pt x="4670" y="57"/>
                    <a:pt x="2389" y="7"/>
                  </a:cubicBezTo>
                  <a:cubicBezTo>
                    <a:pt x="2334" y="2"/>
                    <a:pt x="2281" y="0"/>
                    <a:pt x="222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4" name="Google Shape;2274;p56"/>
            <p:cNvSpPr/>
            <p:nvPr/>
          </p:nvSpPr>
          <p:spPr>
            <a:xfrm>
              <a:off x="4878784" y="1436549"/>
              <a:ext cx="123723" cy="83197"/>
            </a:xfrm>
            <a:custGeom>
              <a:rect b="b" l="l" r="r" t="t"/>
              <a:pathLst>
                <a:path extrusionOk="0" h="3141" w="4671">
                  <a:moveTo>
                    <a:pt x="2227" y="1"/>
                  </a:moveTo>
                  <a:cubicBezTo>
                    <a:pt x="245" y="1"/>
                    <a:pt x="1" y="3116"/>
                    <a:pt x="2515" y="3140"/>
                  </a:cubicBezTo>
                  <a:cubicBezTo>
                    <a:pt x="4445" y="3140"/>
                    <a:pt x="4671" y="58"/>
                    <a:pt x="2390" y="7"/>
                  </a:cubicBezTo>
                  <a:cubicBezTo>
                    <a:pt x="2335" y="3"/>
                    <a:pt x="2280" y="1"/>
                    <a:pt x="222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5" name="Google Shape;2275;p56"/>
            <p:cNvSpPr/>
            <p:nvPr/>
          </p:nvSpPr>
          <p:spPr>
            <a:xfrm>
              <a:off x="4555905" y="981835"/>
              <a:ext cx="123961" cy="83144"/>
            </a:xfrm>
            <a:custGeom>
              <a:rect b="b" l="l" r="r" t="t"/>
              <a:pathLst>
                <a:path extrusionOk="0" h="3139" w="4680">
                  <a:moveTo>
                    <a:pt x="2235" y="0"/>
                  </a:moveTo>
                  <a:cubicBezTo>
                    <a:pt x="255" y="0"/>
                    <a:pt x="0" y="3138"/>
                    <a:pt x="2524" y="3138"/>
                  </a:cubicBezTo>
                  <a:cubicBezTo>
                    <a:pt x="4429" y="3138"/>
                    <a:pt x="4679" y="56"/>
                    <a:pt x="2373" y="5"/>
                  </a:cubicBezTo>
                  <a:cubicBezTo>
                    <a:pt x="2326" y="2"/>
                    <a:pt x="2280" y="0"/>
                    <a:pt x="223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6" name="Google Shape;2276;p56"/>
            <p:cNvSpPr/>
            <p:nvPr/>
          </p:nvSpPr>
          <p:spPr>
            <a:xfrm>
              <a:off x="4248497" y="1052879"/>
              <a:ext cx="123988" cy="83144"/>
            </a:xfrm>
            <a:custGeom>
              <a:rect b="b" l="l" r="r" t="t"/>
              <a:pathLst>
                <a:path extrusionOk="0" h="3139" w="4681">
                  <a:moveTo>
                    <a:pt x="2259" y="0"/>
                  </a:moveTo>
                  <a:cubicBezTo>
                    <a:pt x="256" y="0"/>
                    <a:pt x="1" y="3138"/>
                    <a:pt x="2525" y="3138"/>
                  </a:cubicBezTo>
                  <a:cubicBezTo>
                    <a:pt x="4454" y="3138"/>
                    <a:pt x="4680" y="80"/>
                    <a:pt x="2399" y="5"/>
                  </a:cubicBezTo>
                  <a:cubicBezTo>
                    <a:pt x="2352" y="2"/>
                    <a:pt x="2305" y="0"/>
                    <a:pt x="225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7" name="Google Shape;2277;p56"/>
            <p:cNvSpPr/>
            <p:nvPr/>
          </p:nvSpPr>
          <p:spPr>
            <a:xfrm>
              <a:off x="4897379" y="1139790"/>
              <a:ext cx="123485" cy="82535"/>
            </a:xfrm>
            <a:custGeom>
              <a:rect b="b" l="l" r="r" t="t"/>
              <a:pathLst>
                <a:path extrusionOk="0" h="3116" w="4662">
                  <a:moveTo>
                    <a:pt x="2204" y="1"/>
                  </a:moveTo>
                  <a:cubicBezTo>
                    <a:pt x="244" y="1"/>
                    <a:pt x="1" y="3115"/>
                    <a:pt x="2515" y="3115"/>
                  </a:cubicBezTo>
                  <a:cubicBezTo>
                    <a:pt x="2523" y="3115"/>
                    <a:pt x="2530" y="3115"/>
                    <a:pt x="2538" y="3115"/>
                  </a:cubicBezTo>
                  <a:cubicBezTo>
                    <a:pt x="4422" y="3115"/>
                    <a:pt x="4661" y="57"/>
                    <a:pt x="2365" y="7"/>
                  </a:cubicBezTo>
                  <a:cubicBezTo>
                    <a:pt x="2310" y="3"/>
                    <a:pt x="2256" y="1"/>
                    <a:pt x="220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8" name="Google Shape;2278;p56"/>
            <p:cNvSpPr/>
            <p:nvPr/>
          </p:nvSpPr>
          <p:spPr>
            <a:xfrm>
              <a:off x="4481788" y="789258"/>
              <a:ext cx="123723" cy="83197"/>
            </a:xfrm>
            <a:custGeom>
              <a:rect b="b" l="l" r="r" t="t"/>
              <a:pathLst>
                <a:path extrusionOk="0" h="3141" w="4671">
                  <a:moveTo>
                    <a:pt x="2227" y="0"/>
                  </a:moveTo>
                  <a:cubicBezTo>
                    <a:pt x="244" y="0"/>
                    <a:pt x="0" y="3116"/>
                    <a:pt x="2515" y="3140"/>
                  </a:cubicBezTo>
                  <a:cubicBezTo>
                    <a:pt x="4445" y="3140"/>
                    <a:pt x="4670" y="57"/>
                    <a:pt x="2389" y="7"/>
                  </a:cubicBezTo>
                  <a:cubicBezTo>
                    <a:pt x="2334" y="3"/>
                    <a:pt x="2280" y="0"/>
                    <a:pt x="222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9" name="Google Shape;2279;p56"/>
            <p:cNvSpPr/>
            <p:nvPr/>
          </p:nvSpPr>
          <p:spPr>
            <a:xfrm>
              <a:off x="4839765" y="972537"/>
              <a:ext cx="86402" cy="57928"/>
            </a:xfrm>
            <a:custGeom>
              <a:rect b="b" l="l" r="r" t="t"/>
              <a:pathLst>
                <a:path extrusionOk="0" h="2187" w="3262">
                  <a:moveTo>
                    <a:pt x="1543" y="1"/>
                  </a:moveTo>
                  <a:cubicBezTo>
                    <a:pt x="168" y="1"/>
                    <a:pt x="1" y="2186"/>
                    <a:pt x="1758" y="2186"/>
                  </a:cubicBezTo>
                  <a:cubicBezTo>
                    <a:pt x="3086" y="2186"/>
                    <a:pt x="3261" y="31"/>
                    <a:pt x="1657" y="6"/>
                  </a:cubicBezTo>
                  <a:cubicBezTo>
                    <a:pt x="1618" y="2"/>
                    <a:pt x="1580" y="1"/>
                    <a:pt x="154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0" name="Google Shape;2280;p56"/>
            <p:cNvSpPr/>
            <p:nvPr/>
          </p:nvSpPr>
          <p:spPr>
            <a:xfrm>
              <a:off x="4414903" y="928724"/>
              <a:ext cx="86800" cy="57928"/>
            </a:xfrm>
            <a:custGeom>
              <a:rect b="b" l="l" r="r" t="t"/>
              <a:pathLst>
                <a:path extrusionOk="0" h="2187" w="3277">
                  <a:moveTo>
                    <a:pt x="1567" y="1"/>
                  </a:moveTo>
                  <a:cubicBezTo>
                    <a:pt x="191" y="1"/>
                    <a:pt x="0" y="2186"/>
                    <a:pt x="1782" y="2186"/>
                  </a:cubicBezTo>
                  <a:cubicBezTo>
                    <a:pt x="1789" y="2186"/>
                    <a:pt x="1797" y="2186"/>
                    <a:pt x="1804" y="2186"/>
                  </a:cubicBezTo>
                  <a:cubicBezTo>
                    <a:pt x="3112" y="2186"/>
                    <a:pt x="3276" y="55"/>
                    <a:pt x="1681" y="5"/>
                  </a:cubicBezTo>
                  <a:cubicBezTo>
                    <a:pt x="1642" y="2"/>
                    <a:pt x="1604" y="1"/>
                    <a:pt x="156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1" name="Google Shape;2281;p56"/>
            <p:cNvSpPr/>
            <p:nvPr/>
          </p:nvSpPr>
          <p:spPr>
            <a:xfrm>
              <a:off x="4839765" y="1270621"/>
              <a:ext cx="86402" cy="57928"/>
            </a:xfrm>
            <a:custGeom>
              <a:rect b="b" l="l" r="r" t="t"/>
              <a:pathLst>
                <a:path extrusionOk="0" h="2187" w="3262">
                  <a:moveTo>
                    <a:pt x="1543" y="1"/>
                  </a:moveTo>
                  <a:cubicBezTo>
                    <a:pt x="168" y="1"/>
                    <a:pt x="1" y="2186"/>
                    <a:pt x="1758" y="2186"/>
                  </a:cubicBezTo>
                  <a:cubicBezTo>
                    <a:pt x="3086" y="2186"/>
                    <a:pt x="3261" y="31"/>
                    <a:pt x="1657" y="6"/>
                  </a:cubicBezTo>
                  <a:cubicBezTo>
                    <a:pt x="1618" y="2"/>
                    <a:pt x="1580" y="1"/>
                    <a:pt x="154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2" name="Google Shape;2282;p56"/>
            <p:cNvSpPr/>
            <p:nvPr/>
          </p:nvSpPr>
          <p:spPr>
            <a:xfrm>
              <a:off x="4678869" y="1443278"/>
              <a:ext cx="86641" cy="58537"/>
            </a:xfrm>
            <a:custGeom>
              <a:rect b="b" l="l" r="r" t="t"/>
              <a:pathLst>
                <a:path extrusionOk="0" h="2210" w="3271">
                  <a:moveTo>
                    <a:pt x="1574" y="1"/>
                  </a:moveTo>
                  <a:cubicBezTo>
                    <a:pt x="179" y="1"/>
                    <a:pt x="0" y="2210"/>
                    <a:pt x="1766" y="2210"/>
                  </a:cubicBezTo>
                  <a:cubicBezTo>
                    <a:pt x="3120" y="2210"/>
                    <a:pt x="3270" y="54"/>
                    <a:pt x="1666" y="4"/>
                  </a:cubicBezTo>
                  <a:cubicBezTo>
                    <a:pt x="1635" y="2"/>
                    <a:pt x="1604" y="1"/>
                    <a:pt x="157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3" name="Google Shape;2283;p56"/>
            <p:cNvSpPr/>
            <p:nvPr/>
          </p:nvSpPr>
          <p:spPr>
            <a:xfrm>
              <a:off x="4839765" y="1685575"/>
              <a:ext cx="86164" cy="57902"/>
            </a:xfrm>
            <a:custGeom>
              <a:rect b="b" l="l" r="r" t="t"/>
              <a:pathLst>
                <a:path extrusionOk="0" h="2186" w="3253">
                  <a:moveTo>
                    <a:pt x="1543" y="0"/>
                  </a:moveTo>
                  <a:cubicBezTo>
                    <a:pt x="168" y="0"/>
                    <a:pt x="1" y="2185"/>
                    <a:pt x="1758" y="2185"/>
                  </a:cubicBezTo>
                  <a:cubicBezTo>
                    <a:pt x="1765" y="2186"/>
                    <a:pt x="1773" y="2186"/>
                    <a:pt x="1781" y="2186"/>
                  </a:cubicBezTo>
                  <a:cubicBezTo>
                    <a:pt x="3088" y="2186"/>
                    <a:pt x="3252" y="55"/>
                    <a:pt x="1657" y="5"/>
                  </a:cubicBezTo>
                  <a:cubicBezTo>
                    <a:pt x="1618" y="2"/>
                    <a:pt x="1580" y="0"/>
                    <a:pt x="154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4" name="Google Shape;2284;p56"/>
            <p:cNvSpPr/>
            <p:nvPr/>
          </p:nvSpPr>
          <p:spPr>
            <a:xfrm>
              <a:off x="4425260" y="1151843"/>
              <a:ext cx="86641" cy="58537"/>
            </a:xfrm>
            <a:custGeom>
              <a:rect b="b" l="l" r="r" t="t"/>
              <a:pathLst>
                <a:path extrusionOk="0" h="2210" w="3271">
                  <a:moveTo>
                    <a:pt x="1573" y="0"/>
                  </a:moveTo>
                  <a:cubicBezTo>
                    <a:pt x="179" y="0"/>
                    <a:pt x="1" y="2185"/>
                    <a:pt x="1766" y="2209"/>
                  </a:cubicBezTo>
                  <a:cubicBezTo>
                    <a:pt x="3120" y="2209"/>
                    <a:pt x="3270" y="54"/>
                    <a:pt x="1666" y="4"/>
                  </a:cubicBezTo>
                  <a:cubicBezTo>
                    <a:pt x="1634" y="1"/>
                    <a:pt x="1603" y="0"/>
                    <a:pt x="157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5" name="Google Shape;2285;p56"/>
            <p:cNvSpPr/>
            <p:nvPr/>
          </p:nvSpPr>
          <p:spPr>
            <a:xfrm>
              <a:off x="4742920" y="758901"/>
              <a:ext cx="72364" cy="1040270"/>
            </a:xfrm>
            <a:custGeom>
              <a:rect b="b" l="l" r="r" t="t"/>
              <a:pathLst>
                <a:path extrusionOk="0" h="39274" w="2732">
                  <a:moveTo>
                    <a:pt x="2657" y="0"/>
                  </a:moveTo>
                  <a:lnTo>
                    <a:pt x="150" y="25"/>
                  </a:lnTo>
                  <a:cubicBezTo>
                    <a:pt x="201" y="2832"/>
                    <a:pt x="226" y="5715"/>
                    <a:pt x="226" y="8597"/>
                  </a:cubicBezTo>
                  <a:cubicBezTo>
                    <a:pt x="226" y="18647"/>
                    <a:pt x="0" y="29173"/>
                    <a:pt x="0" y="39274"/>
                  </a:cubicBezTo>
                  <a:lnTo>
                    <a:pt x="2506" y="39274"/>
                  </a:lnTo>
                  <a:cubicBezTo>
                    <a:pt x="2506" y="29199"/>
                    <a:pt x="2732" y="18697"/>
                    <a:pt x="2732" y="8597"/>
                  </a:cubicBezTo>
                  <a:cubicBezTo>
                    <a:pt x="2732" y="5690"/>
                    <a:pt x="2707" y="2807"/>
                    <a:pt x="265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6" name="Google Shape;2286;p56"/>
            <p:cNvSpPr/>
            <p:nvPr/>
          </p:nvSpPr>
          <p:spPr>
            <a:xfrm>
              <a:off x="4185241" y="1094838"/>
              <a:ext cx="906190" cy="70377"/>
            </a:xfrm>
            <a:custGeom>
              <a:rect b="b" l="l" r="r" t="t"/>
              <a:pathLst>
                <a:path extrusionOk="0" h="2657" w="34212">
                  <a:moveTo>
                    <a:pt x="50" y="0"/>
                  </a:moveTo>
                  <a:lnTo>
                    <a:pt x="0" y="2506"/>
                  </a:lnTo>
                  <a:cubicBezTo>
                    <a:pt x="4762" y="2632"/>
                    <a:pt x="9549" y="2657"/>
                    <a:pt x="14286" y="2657"/>
                  </a:cubicBezTo>
                  <a:cubicBezTo>
                    <a:pt x="21053" y="2657"/>
                    <a:pt x="27745" y="2582"/>
                    <a:pt x="34211" y="2582"/>
                  </a:cubicBezTo>
                  <a:lnTo>
                    <a:pt x="34211" y="75"/>
                  </a:lnTo>
                  <a:cubicBezTo>
                    <a:pt x="27720" y="75"/>
                    <a:pt x="21028" y="151"/>
                    <a:pt x="14286" y="151"/>
                  </a:cubicBezTo>
                  <a:cubicBezTo>
                    <a:pt x="9549" y="151"/>
                    <a:pt x="4787" y="125"/>
                    <a:pt x="5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7" name="Google Shape;2287;p56"/>
            <p:cNvSpPr/>
            <p:nvPr/>
          </p:nvSpPr>
          <p:spPr>
            <a:xfrm>
              <a:off x="4469391" y="425613"/>
              <a:ext cx="560317" cy="362799"/>
            </a:xfrm>
            <a:custGeom>
              <a:rect b="b" l="l" r="r" t="t"/>
              <a:pathLst>
                <a:path extrusionOk="0" h="13697" w="21154">
                  <a:moveTo>
                    <a:pt x="10577" y="2507"/>
                  </a:moveTo>
                  <a:cubicBezTo>
                    <a:pt x="10627" y="2507"/>
                    <a:pt x="10702" y="2532"/>
                    <a:pt x="10777" y="2532"/>
                  </a:cubicBezTo>
                  <a:cubicBezTo>
                    <a:pt x="10852" y="2557"/>
                    <a:pt x="10903" y="2557"/>
                    <a:pt x="10953" y="2582"/>
                  </a:cubicBezTo>
                  <a:cubicBezTo>
                    <a:pt x="11153" y="2683"/>
                    <a:pt x="11304" y="2808"/>
                    <a:pt x="11454" y="3109"/>
                  </a:cubicBezTo>
                  <a:cubicBezTo>
                    <a:pt x="11604" y="3409"/>
                    <a:pt x="11705" y="3835"/>
                    <a:pt x="11755" y="4287"/>
                  </a:cubicBezTo>
                  <a:cubicBezTo>
                    <a:pt x="11805" y="4763"/>
                    <a:pt x="11805" y="5239"/>
                    <a:pt x="11780" y="5765"/>
                  </a:cubicBezTo>
                  <a:cubicBezTo>
                    <a:pt x="11730" y="6768"/>
                    <a:pt x="11579" y="7820"/>
                    <a:pt x="11404" y="8898"/>
                  </a:cubicBezTo>
                  <a:lnTo>
                    <a:pt x="11329" y="9336"/>
                  </a:lnTo>
                  <a:lnTo>
                    <a:pt x="11329" y="9336"/>
                  </a:lnTo>
                  <a:cubicBezTo>
                    <a:pt x="11295" y="9274"/>
                    <a:pt x="11261" y="9211"/>
                    <a:pt x="11228" y="9149"/>
                  </a:cubicBezTo>
                  <a:cubicBezTo>
                    <a:pt x="10702" y="8221"/>
                    <a:pt x="10226" y="7294"/>
                    <a:pt x="9850" y="6342"/>
                  </a:cubicBezTo>
                  <a:cubicBezTo>
                    <a:pt x="9674" y="5866"/>
                    <a:pt x="9499" y="5364"/>
                    <a:pt x="9399" y="4913"/>
                  </a:cubicBezTo>
                  <a:cubicBezTo>
                    <a:pt x="9273" y="4437"/>
                    <a:pt x="9198" y="3986"/>
                    <a:pt x="9198" y="3585"/>
                  </a:cubicBezTo>
                  <a:cubicBezTo>
                    <a:pt x="9173" y="3184"/>
                    <a:pt x="9273" y="2908"/>
                    <a:pt x="9374" y="2808"/>
                  </a:cubicBezTo>
                  <a:cubicBezTo>
                    <a:pt x="9424" y="2758"/>
                    <a:pt x="9474" y="2708"/>
                    <a:pt x="9574" y="2658"/>
                  </a:cubicBezTo>
                  <a:cubicBezTo>
                    <a:pt x="9674" y="2607"/>
                    <a:pt x="9800" y="2557"/>
                    <a:pt x="9975" y="2532"/>
                  </a:cubicBezTo>
                  <a:cubicBezTo>
                    <a:pt x="10075" y="2507"/>
                    <a:pt x="10176" y="2507"/>
                    <a:pt x="10276" y="2507"/>
                  </a:cubicBezTo>
                  <a:close/>
                  <a:moveTo>
                    <a:pt x="3390" y="6610"/>
                  </a:moveTo>
                  <a:cubicBezTo>
                    <a:pt x="3561" y="6610"/>
                    <a:pt x="3743" y="6636"/>
                    <a:pt x="3935" y="6693"/>
                  </a:cubicBezTo>
                  <a:cubicBezTo>
                    <a:pt x="4361" y="6818"/>
                    <a:pt x="4787" y="7043"/>
                    <a:pt x="5213" y="7319"/>
                  </a:cubicBezTo>
                  <a:cubicBezTo>
                    <a:pt x="5664" y="7595"/>
                    <a:pt x="6065" y="7946"/>
                    <a:pt x="6466" y="8297"/>
                  </a:cubicBezTo>
                  <a:cubicBezTo>
                    <a:pt x="7268" y="9049"/>
                    <a:pt x="8045" y="9851"/>
                    <a:pt x="8797" y="10703"/>
                  </a:cubicBezTo>
                  <a:lnTo>
                    <a:pt x="9925" y="12006"/>
                  </a:lnTo>
                  <a:lnTo>
                    <a:pt x="10506" y="12660"/>
                  </a:lnTo>
                  <a:lnTo>
                    <a:pt x="10506" y="12660"/>
                  </a:lnTo>
                  <a:cubicBezTo>
                    <a:pt x="9760" y="12603"/>
                    <a:pt x="9028" y="12478"/>
                    <a:pt x="8296" y="12332"/>
                  </a:cubicBezTo>
                  <a:cubicBezTo>
                    <a:pt x="7168" y="12081"/>
                    <a:pt x="6090" y="11755"/>
                    <a:pt x="5038" y="11304"/>
                  </a:cubicBezTo>
                  <a:cubicBezTo>
                    <a:pt x="4010" y="10878"/>
                    <a:pt x="3008" y="10327"/>
                    <a:pt x="2256" y="9625"/>
                  </a:cubicBezTo>
                  <a:cubicBezTo>
                    <a:pt x="1880" y="9299"/>
                    <a:pt x="1604" y="8898"/>
                    <a:pt x="1529" y="8522"/>
                  </a:cubicBezTo>
                  <a:cubicBezTo>
                    <a:pt x="1454" y="8196"/>
                    <a:pt x="1554" y="7871"/>
                    <a:pt x="1830" y="7520"/>
                  </a:cubicBezTo>
                  <a:cubicBezTo>
                    <a:pt x="1955" y="7344"/>
                    <a:pt x="2106" y="7169"/>
                    <a:pt x="2281" y="7018"/>
                  </a:cubicBezTo>
                  <a:cubicBezTo>
                    <a:pt x="2356" y="6968"/>
                    <a:pt x="2381" y="6943"/>
                    <a:pt x="2431" y="6918"/>
                  </a:cubicBezTo>
                  <a:cubicBezTo>
                    <a:pt x="2456" y="6893"/>
                    <a:pt x="2507" y="6868"/>
                    <a:pt x="2532" y="6843"/>
                  </a:cubicBezTo>
                  <a:cubicBezTo>
                    <a:pt x="2632" y="6793"/>
                    <a:pt x="2707" y="6768"/>
                    <a:pt x="2807" y="6718"/>
                  </a:cubicBezTo>
                  <a:cubicBezTo>
                    <a:pt x="2986" y="6649"/>
                    <a:pt x="3180" y="6610"/>
                    <a:pt x="3390" y="6610"/>
                  </a:cubicBezTo>
                  <a:close/>
                  <a:moveTo>
                    <a:pt x="17755" y="6463"/>
                  </a:moveTo>
                  <a:cubicBezTo>
                    <a:pt x="17993" y="6463"/>
                    <a:pt x="18226" y="6532"/>
                    <a:pt x="18446" y="6642"/>
                  </a:cubicBezTo>
                  <a:cubicBezTo>
                    <a:pt x="18772" y="6793"/>
                    <a:pt x="19073" y="7069"/>
                    <a:pt x="19349" y="7419"/>
                  </a:cubicBezTo>
                  <a:cubicBezTo>
                    <a:pt x="19449" y="7595"/>
                    <a:pt x="19599" y="7795"/>
                    <a:pt x="19675" y="7971"/>
                  </a:cubicBezTo>
                  <a:cubicBezTo>
                    <a:pt x="19775" y="8146"/>
                    <a:pt x="19850" y="8322"/>
                    <a:pt x="19875" y="8497"/>
                  </a:cubicBezTo>
                  <a:cubicBezTo>
                    <a:pt x="19950" y="8848"/>
                    <a:pt x="19875" y="9174"/>
                    <a:pt x="19675" y="9525"/>
                  </a:cubicBezTo>
                  <a:cubicBezTo>
                    <a:pt x="19474" y="9851"/>
                    <a:pt x="19123" y="10151"/>
                    <a:pt x="18747" y="10427"/>
                  </a:cubicBezTo>
                  <a:cubicBezTo>
                    <a:pt x="18371" y="10703"/>
                    <a:pt x="17945" y="10928"/>
                    <a:pt x="17519" y="11154"/>
                  </a:cubicBezTo>
                  <a:cubicBezTo>
                    <a:pt x="16642" y="11580"/>
                    <a:pt x="15690" y="11931"/>
                    <a:pt x="14762" y="12231"/>
                  </a:cubicBezTo>
                  <a:lnTo>
                    <a:pt x="13334" y="12708"/>
                  </a:lnTo>
                  <a:cubicBezTo>
                    <a:pt x="13266" y="12728"/>
                    <a:pt x="13198" y="12748"/>
                    <a:pt x="13131" y="12769"/>
                  </a:cubicBezTo>
                  <a:lnTo>
                    <a:pt x="13131" y="12769"/>
                  </a:lnTo>
                  <a:cubicBezTo>
                    <a:pt x="13163" y="12614"/>
                    <a:pt x="13163" y="12453"/>
                    <a:pt x="13130" y="12297"/>
                  </a:cubicBezTo>
                  <a:lnTo>
                    <a:pt x="13130" y="12297"/>
                  </a:lnTo>
                  <a:cubicBezTo>
                    <a:pt x="13353" y="11522"/>
                    <a:pt x="13663" y="10768"/>
                    <a:pt x="14010" y="10051"/>
                  </a:cubicBezTo>
                  <a:cubicBezTo>
                    <a:pt x="14411" y="9224"/>
                    <a:pt x="14913" y="8422"/>
                    <a:pt x="15489" y="7770"/>
                  </a:cubicBezTo>
                  <a:cubicBezTo>
                    <a:pt x="16091" y="7119"/>
                    <a:pt x="16817" y="6592"/>
                    <a:pt x="17494" y="6492"/>
                  </a:cubicBezTo>
                  <a:cubicBezTo>
                    <a:pt x="17581" y="6472"/>
                    <a:pt x="17669" y="6463"/>
                    <a:pt x="17755" y="6463"/>
                  </a:cubicBezTo>
                  <a:close/>
                  <a:moveTo>
                    <a:pt x="10301" y="1"/>
                  </a:moveTo>
                  <a:lnTo>
                    <a:pt x="10176" y="26"/>
                  </a:lnTo>
                  <a:cubicBezTo>
                    <a:pt x="10000" y="26"/>
                    <a:pt x="9825" y="26"/>
                    <a:pt x="9624" y="51"/>
                  </a:cubicBezTo>
                  <a:cubicBezTo>
                    <a:pt x="9273" y="101"/>
                    <a:pt x="8872" y="201"/>
                    <a:pt x="8471" y="402"/>
                  </a:cubicBezTo>
                  <a:cubicBezTo>
                    <a:pt x="8070" y="577"/>
                    <a:pt x="7669" y="878"/>
                    <a:pt x="7394" y="1279"/>
                  </a:cubicBezTo>
                  <a:cubicBezTo>
                    <a:pt x="7093" y="1655"/>
                    <a:pt x="6918" y="2081"/>
                    <a:pt x="6817" y="2482"/>
                  </a:cubicBezTo>
                  <a:cubicBezTo>
                    <a:pt x="6717" y="2883"/>
                    <a:pt x="6692" y="3259"/>
                    <a:pt x="6692" y="3610"/>
                  </a:cubicBezTo>
                  <a:cubicBezTo>
                    <a:pt x="6717" y="4312"/>
                    <a:pt x="6842" y="4938"/>
                    <a:pt x="6993" y="5540"/>
                  </a:cubicBezTo>
                  <a:cubicBezTo>
                    <a:pt x="7072" y="5811"/>
                    <a:pt x="7156" y="6072"/>
                    <a:pt x="7245" y="6327"/>
                  </a:cubicBezTo>
                  <a:lnTo>
                    <a:pt x="7245" y="6327"/>
                  </a:lnTo>
                  <a:cubicBezTo>
                    <a:pt x="6924" y="6095"/>
                    <a:pt x="6588" y="5870"/>
                    <a:pt x="6241" y="5665"/>
                  </a:cubicBezTo>
                  <a:cubicBezTo>
                    <a:pt x="5664" y="5339"/>
                    <a:pt x="5063" y="5064"/>
                    <a:pt x="4361" y="4913"/>
                  </a:cubicBezTo>
                  <a:cubicBezTo>
                    <a:pt x="4079" y="4857"/>
                    <a:pt x="3797" y="4829"/>
                    <a:pt x="3515" y="4829"/>
                  </a:cubicBezTo>
                  <a:cubicBezTo>
                    <a:pt x="3421" y="4829"/>
                    <a:pt x="3327" y="4832"/>
                    <a:pt x="3233" y="4838"/>
                  </a:cubicBezTo>
                  <a:cubicBezTo>
                    <a:pt x="2832" y="4863"/>
                    <a:pt x="2431" y="4988"/>
                    <a:pt x="2080" y="5139"/>
                  </a:cubicBezTo>
                  <a:cubicBezTo>
                    <a:pt x="1905" y="5239"/>
                    <a:pt x="1730" y="5339"/>
                    <a:pt x="1579" y="5439"/>
                  </a:cubicBezTo>
                  <a:cubicBezTo>
                    <a:pt x="1504" y="5515"/>
                    <a:pt x="1429" y="5565"/>
                    <a:pt x="1354" y="5640"/>
                  </a:cubicBezTo>
                  <a:cubicBezTo>
                    <a:pt x="1278" y="5690"/>
                    <a:pt x="1203" y="5765"/>
                    <a:pt x="1153" y="5815"/>
                  </a:cubicBezTo>
                  <a:cubicBezTo>
                    <a:pt x="902" y="6066"/>
                    <a:pt x="702" y="6317"/>
                    <a:pt x="501" y="6642"/>
                  </a:cubicBezTo>
                  <a:cubicBezTo>
                    <a:pt x="301" y="6943"/>
                    <a:pt x="151" y="7319"/>
                    <a:pt x="75" y="7720"/>
                  </a:cubicBezTo>
                  <a:cubicBezTo>
                    <a:pt x="0" y="8121"/>
                    <a:pt x="25" y="8547"/>
                    <a:pt x="151" y="8923"/>
                  </a:cubicBezTo>
                  <a:cubicBezTo>
                    <a:pt x="401" y="9700"/>
                    <a:pt x="902" y="10201"/>
                    <a:pt x="1404" y="10627"/>
                  </a:cubicBezTo>
                  <a:cubicBezTo>
                    <a:pt x="1930" y="11028"/>
                    <a:pt x="2481" y="11329"/>
                    <a:pt x="3033" y="11580"/>
                  </a:cubicBezTo>
                  <a:cubicBezTo>
                    <a:pt x="3584" y="11830"/>
                    <a:pt x="4161" y="12031"/>
                    <a:pt x="4737" y="12206"/>
                  </a:cubicBezTo>
                  <a:cubicBezTo>
                    <a:pt x="5314" y="12357"/>
                    <a:pt x="5890" y="12507"/>
                    <a:pt x="6466" y="12607"/>
                  </a:cubicBezTo>
                  <a:cubicBezTo>
                    <a:pt x="7043" y="12708"/>
                    <a:pt x="7619" y="12783"/>
                    <a:pt x="8221" y="12833"/>
                  </a:cubicBezTo>
                  <a:cubicBezTo>
                    <a:pt x="8643" y="12870"/>
                    <a:pt x="9078" y="12893"/>
                    <a:pt x="9507" y="12893"/>
                  </a:cubicBezTo>
                  <a:cubicBezTo>
                    <a:pt x="9665" y="12893"/>
                    <a:pt x="9821" y="12890"/>
                    <a:pt x="9975" y="12883"/>
                  </a:cubicBezTo>
                  <a:cubicBezTo>
                    <a:pt x="10209" y="12873"/>
                    <a:pt x="10439" y="12860"/>
                    <a:pt x="10667" y="12840"/>
                  </a:cubicBezTo>
                  <a:lnTo>
                    <a:pt x="10667" y="12840"/>
                  </a:lnTo>
                  <a:cubicBezTo>
                    <a:pt x="10824" y="13014"/>
                    <a:pt x="10991" y="13192"/>
                    <a:pt x="11203" y="13384"/>
                  </a:cubicBezTo>
                  <a:cubicBezTo>
                    <a:pt x="11435" y="13588"/>
                    <a:pt x="11725" y="13697"/>
                    <a:pt x="12014" y="13697"/>
                  </a:cubicBezTo>
                  <a:cubicBezTo>
                    <a:pt x="12258" y="13697"/>
                    <a:pt x="12501" y="13620"/>
                    <a:pt x="12707" y="13460"/>
                  </a:cubicBezTo>
                  <a:cubicBezTo>
                    <a:pt x="12871" y="13329"/>
                    <a:pt x="12992" y="13163"/>
                    <a:pt x="13066" y="12982"/>
                  </a:cubicBezTo>
                  <a:lnTo>
                    <a:pt x="13066" y="12982"/>
                  </a:lnTo>
                  <a:cubicBezTo>
                    <a:pt x="13663" y="12881"/>
                    <a:pt x="14258" y="12778"/>
                    <a:pt x="14862" y="12658"/>
                  </a:cubicBezTo>
                  <a:cubicBezTo>
                    <a:pt x="15865" y="12457"/>
                    <a:pt x="16842" y="12231"/>
                    <a:pt x="17820" y="11881"/>
                  </a:cubicBezTo>
                  <a:cubicBezTo>
                    <a:pt x="18321" y="11705"/>
                    <a:pt x="18797" y="11505"/>
                    <a:pt x="19274" y="11229"/>
                  </a:cubicBezTo>
                  <a:cubicBezTo>
                    <a:pt x="19725" y="10953"/>
                    <a:pt x="20201" y="10627"/>
                    <a:pt x="20577" y="10151"/>
                  </a:cubicBezTo>
                  <a:cubicBezTo>
                    <a:pt x="20752" y="9901"/>
                    <a:pt x="20928" y="9625"/>
                    <a:pt x="21028" y="9324"/>
                  </a:cubicBezTo>
                  <a:cubicBezTo>
                    <a:pt x="21103" y="8998"/>
                    <a:pt x="21153" y="8648"/>
                    <a:pt x="21103" y="8322"/>
                  </a:cubicBezTo>
                  <a:cubicBezTo>
                    <a:pt x="21078" y="7996"/>
                    <a:pt x="21003" y="7720"/>
                    <a:pt x="20878" y="7419"/>
                  </a:cubicBezTo>
                  <a:cubicBezTo>
                    <a:pt x="20752" y="7144"/>
                    <a:pt x="20627" y="6893"/>
                    <a:pt x="20477" y="6668"/>
                  </a:cubicBezTo>
                  <a:cubicBezTo>
                    <a:pt x="20176" y="6166"/>
                    <a:pt x="19775" y="5690"/>
                    <a:pt x="19223" y="5339"/>
                  </a:cubicBezTo>
                  <a:cubicBezTo>
                    <a:pt x="18751" y="5024"/>
                    <a:pt x="18137" y="4830"/>
                    <a:pt x="17526" y="4830"/>
                  </a:cubicBezTo>
                  <a:cubicBezTo>
                    <a:pt x="17457" y="4830"/>
                    <a:pt x="17388" y="4833"/>
                    <a:pt x="17319" y="4838"/>
                  </a:cubicBezTo>
                  <a:cubicBezTo>
                    <a:pt x="16667" y="4888"/>
                    <a:pt x="16040" y="5114"/>
                    <a:pt x="15539" y="5414"/>
                  </a:cubicBezTo>
                  <a:cubicBezTo>
                    <a:pt x="15013" y="5715"/>
                    <a:pt x="14562" y="6066"/>
                    <a:pt x="14161" y="6467"/>
                  </a:cubicBezTo>
                  <a:cubicBezTo>
                    <a:pt x="14153" y="6475"/>
                    <a:pt x="14145" y="6482"/>
                    <a:pt x="14137" y="6490"/>
                  </a:cubicBezTo>
                  <a:lnTo>
                    <a:pt x="14137" y="6490"/>
                  </a:lnTo>
                  <a:cubicBezTo>
                    <a:pt x="14156" y="6292"/>
                    <a:pt x="14173" y="6092"/>
                    <a:pt x="14186" y="5891"/>
                  </a:cubicBezTo>
                  <a:cubicBezTo>
                    <a:pt x="14236" y="5289"/>
                    <a:pt x="14236" y="4688"/>
                    <a:pt x="14186" y="4061"/>
                  </a:cubicBezTo>
                  <a:cubicBezTo>
                    <a:pt x="14136" y="3434"/>
                    <a:pt x="14010" y="2758"/>
                    <a:pt x="13685" y="2056"/>
                  </a:cubicBezTo>
                  <a:cubicBezTo>
                    <a:pt x="13534" y="1705"/>
                    <a:pt x="13309" y="1354"/>
                    <a:pt x="13008" y="1028"/>
                  </a:cubicBezTo>
                  <a:cubicBezTo>
                    <a:pt x="12707" y="728"/>
                    <a:pt x="12306" y="452"/>
                    <a:pt x="11905" y="302"/>
                  </a:cubicBezTo>
                  <a:cubicBezTo>
                    <a:pt x="11705" y="201"/>
                    <a:pt x="11504" y="151"/>
                    <a:pt x="11304" y="101"/>
                  </a:cubicBezTo>
                  <a:cubicBezTo>
                    <a:pt x="11103" y="51"/>
                    <a:pt x="10903" y="26"/>
                    <a:pt x="10677" y="26"/>
                  </a:cubicBezTo>
                  <a:cubicBezTo>
                    <a:pt x="10577" y="1"/>
                    <a:pt x="10527" y="1"/>
                    <a:pt x="1045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8" name="Google Shape;2288;p56"/>
            <p:cNvSpPr/>
            <p:nvPr/>
          </p:nvSpPr>
          <p:spPr>
            <a:xfrm>
              <a:off x="4580911" y="756252"/>
              <a:ext cx="222416" cy="237010"/>
            </a:xfrm>
            <a:custGeom>
              <a:rect b="b" l="l" r="r" t="t"/>
              <a:pathLst>
                <a:path extrusionOk="0" h="8948" w="8397">
                  <a:moveTo>
                    <a:pt x="6191" y="0"/>
                  </a:moveTo>
                  <a:cubicBezTo>
                    <a:pt x="5966" y="451"/>
                    <a:pt x="5565" y="1053"/>
                    <a:pt x="5063" y="1679"/>
                  </a:cubicBezTo>
                  <a:cubicBezTo>
                    <a:pt x="4337" y="2657"/>
                    <a:pt x="3384" y="3734"/>
                    <a:pt x="2457" y="4687"/>
                  </a:cubicBezTo>
                  <a:cubicBezTo>
                    <a:pt x="2006" y="5163"/>
                    <a:pt x="1555" y="5614"/>
                    <a:pt x="1129" y="5990"/>
                  </a:cubicBezTo>
                  <a:cubicBezTo>
                    <a:pt x="703" y="6366"/>
                    <a:pt x="327" y="6692"/>
                    <a:pt x="1" y="6892"/>
                  </a:cubicBezTo>
                  <a:lnTo>
                    <a:pt x="1429" y="8948"/>
                  </a:lnTo>
                  <a:cubicBezTo>
                    <a:pt x="2006" y="8547"/>
                    <a:pt x="2632" y="8020"/>
                    <a:pt x="3284" y="7419"/>
                  </a:cubicBezTo>
                  <a:cubicBezTo>
                    <a:pt x="4261" y="6491"/>
                    <a:pt x="5289" y="5389"/>
                    <a:pt x="6191" y="4286"/>
                  </a:cubicBezTo>
                  <a:cubicBezTo>
                    <a:pt x="6642" y="3734"/>
                    <a:pt x="7068" y="3208"/>
                    <a:pt x="7444" y="2682"/>
                  </a:cubicBezTo>
                  <a:cubicBezTo>
                    <a:pt x="7820" y="2156"/>
                    <a:pt x="8146" y="1679"/>
                    <a:pt x="8397" y="1228"/>
                  </a:cubicBezTo>
                  <a:lnTo>
                    <a:pt x="6191"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9" name="Google Shape;2289;p56"/>
            <p:cNvSpPr/>
            <p:nvPr/>
          </p:nvSpPr>
          <p:spPr>
            <a:xfrm>
              <a:off x="4761489" y="746955"/>
              <a:ext cx="216456" cy="238335"/>
            </a:xfrm>
            <a:custGeom>
              <a:rect b="b" l="l" r="r" t="t"/>
              <a:pathLst>
                <a:path extrusionOk="0" h="8998" w="8172">
                  <a:moveTo>
                    <a:pt x="2006" y="0"/>
                  </a:moveTo>
                  <a:lnTo>
                    <a:pt x="1" y="1504"/>
                  </a:lnTo>
                  <a:cubicBezTo>
                    <a:pt x="928" y="2757"/>
                    <a:pt x="1931" y="4161"/>
                    <a:pt x="3033" y="5489"/>
                  </a:cubicBezTo>
                  <a:cubicBezTo>
                    <a:pt x="4161" y="6792"/>
                    <a:pt x="5364" y="8070"/>
                    <a:pt x="6793" y="8998"/>
                  </a:cubicBezTo>
                  <a:lnTo>
                    <a:pt x="8171" y="6918"/>
                  </a:lnTo>
                  <a:cubicBezTo>
                    <a:pt x="7069" y="6191"/>
                    <a:pt x="5991" y="5088"/>
                    <a:pt x="4963" y="3860"/>
                  </a:cubicBezTo>
                  <a:cubicBezTo>
                    <a:pt x="3936" y="2632"/>
                    <a:pt x="2958" y="1278"/>
                    <a:pt x="200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0" name="Google Shape;2290;p56"/>
            <p:cNvSpPr/>
            <p:nvPr/>
          </p:nvSpPr>
          <p:spPr>
            <a:xfrm>
              <a:off x="3675374" y="1227072"/>
              <a:ext cx="1005095" cy="707905"/>
            </a:xfrm>
            <a:custGeom>
              <a:rect b="b" l="l" r="r" t="t"/>
              <a:pathLst>
                <a:path extrusionOk="0" h="26726" w="37946">
                  <a:moveTo>
                    <a:pt x="20027" y="1"/>
                  </a:moveTo>
                  <a:cubicBezTo>
                    <a:pt x="10312" y="1"/>
                    <a:pt x="1" y="959"/>
                    <a:pt x="201" y="3279"/>
                  </a:cubicBezTo>
                  <a:cubicBezTo>
                    <a:pt x="201" y="7941"/>
                    <a:pt x="526" y="20748"/>
                    <a:pt x="1078" y="25635"/>
                  </a:cubicBezTo>
                  <a:cubicBezTo>
                    <a:pt x="1181" y="26513"/>
                    <a:pt x="5880" y="26726"/>
                    <a:pt x="10958" y="26726"/>
                  </a:cubicBezTo>
                  <a:cubicBezTo>
                    <a:pt x="15736" y="26726"/>
                    <a:pt x="20850" y="26537"/>
                    <a:pt x="22782" y="26537"/>
                  </a:cubicBezTo>
                  <a:cubicBezTo>
                    <a:pt x="23886" y="26537"/>
                    <a:pt x="25055" y="26546"/>
                    <a:pt x="26231" y="26546"/>
                  </a:cubicBezTo>
                  <a:cubicBezTo>
                    <a:pt x="30712" y="26546"/>
                    <a:pt x="35288" y="26420"/>
                    <a:pt x="36717" y="25209"/>
                  </a:cubicBezTo>
                  <a:cubicBezTo>
                    <a:pt x="37945" y="24156"/>
                    <a:pt x="36717" y="7264"/>
                    <a:pt x="36717" y="1951"/>
                  </a:cubicBezTo>
                  <a:cubicBezTo>
                    <a:pt x="36658" y="742"/>
                    <a:pt x="28574" y="1"/>
                    <a:pt x="2002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1" name="Google Shape;2291;p56"/>
            <p:cNvSpPr/>
            <p:nvPr/>
          </p:nvSpPr>
          <p:spPr>
            <a:xfrm>
              <a:off x="3756034" y="1278427"/>
              <a:ext cx="834177" cy="623524"/>
            </a:xfrm>
            <a:custGeom>
              <a:rect b="b" l="l" r="r" t="t"/>
              <a:pathLst>
                <a:path extrusionOk="0" h="28907" w="38673">
                  <a:moveTo>
                    <a:pt x="1549" y="0"/>
                  </a:moveTo>
                  <a:cubicBezTo>
                    <a:pt x="728" y="0"/>
                    <a:pt x="0" y="1041"/>
                    <a:pt x="761" y="1763"/>
                  </a:cubicBezTo>
                  <a:cubicBezTo>
                    <a:pt x="5949" y="6675"/>
                    <a:pt x="11789" y="10760"/>
                    <a:pt x="17679" y="14745"/>
                  </a:cubicBezTo>
                  <a:cubicBezTo>
                    <a:pt x="24245" y="19156"/>
                    <a:pt x="30436" y="23943"/>
                    <a:pt x="36751" y="28705"/>
                  </a:cubicBezTo>
                  <a:cubicBezTo>
                    <a:pt x="36940" y="28846"/>
                    <a:pt x="37127" y="28906"/>
                    <a:pt x="37302" y="28906"/>
                  </a:cubicBezTo>
                  <a:cubicBezTo>
                    <a:pt x="38125" y="28906"/>
                    <a:pt x="38672" y="27563"/>
                    <a:pt x="37804" y="26901"/>
                  </a:cubicBezTo>
                  <a:cubicBezTo>
                    <a:pt x="31864" y="22440"/>
                    <a:pt x="26100" y="17853"/>
                    <a:pt x="19909" y="13718"/>
                  </a:cubicBezTo>
                  <a:cubicBezTo>
                    <a:pt x="13769" y="9608"/>
                    <a:pt x="7628" y="5397"/>
                    <a:pt x="2240" y="284"/>
                  </a:cubicBezTo>
                  <a:cubicBezTo>
                    <a:pt x="2023" y="84"/>
                    <a:pt x="1782" y="0"/>
                    <a:pt x="1549"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2" name="Google Shape;2292;p56"/>
            <p:cNvSpPr/>
            <p:nvPr/>
          </p:nvSpPr>
          <p:spPr>
            <a:xfrm>
              <a:off x="3964846" y="1225771"/>
              <a:ext cx="647488" cy="497728"/>
            </a:xfrm>
            <a:custGeom>
              <a:rect b="b" l="l" r="r" t="t"/>
              <a:pathLst>
                <a:path extrusionOk="0" h="23075" w="30018">
                  <a:moveTo>
                    <a:pt x="1638" y="1"/>
                  </a:moveTo>
                  <a:cubicBezTo>
                    <a:pt x="770" y="1"/>
                    <a:pt x="1" y="1067"/>
                    <a:pt x="856" y="1723"/>
                  </a:cubicBezTo>
                  <a:cubicBezTo>
                    <a:pt x="9903" y="8790"/>
                    <a:pt x="18675" y="16259"/>
                    <a:pt x="28074" y="22876"/>
                  </a:cubicBezTo>
                  <a:cubicBezTo>
                    <a:pt x="28265" y="23015"/>
                    <a:pt x="28454" y="23075"/>
                    <a:pt x="28630" y="23075"/>
                  </a:cubicBezTo>
                  <a:cubicBezTo>
                    <a:pt x="29470" y="23075"/>
                    <a:pt x="30017" y="21713"/>
                    <a:pt x="29127" y="21071"/>
                  </a:cubicBezTo>
                  <a:cubicBezTo>
                    <a:pt x="19878" y="14555"/>
                    <a:pt x="11257" y="7186"/>
                    <a:pt x="2309" y="244"/>
                  </a:cubicBezTo>
                  <a:cubicBezTo>
                    <a:pt x="2097" y="73"/>
                    <a:pt x="1864" y="1"/>
                    <a:pt x="1638"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3" name="Google Shape;2293;p56"/>
            <p:cNvSpPr/>
            <p:nvPr/>
          </p:nvSpPr>
          <p:spPr>
            <a:xfrm>
              <a:off x="4232269" y="1239361"/>
              <a:ext cx="366151" cy="283581"/>
            </a:xfrm>
            <a:custGeom>
              <a:rect b="b" l="l" r="r" t="t"/>
              <a:pathLst>
                <a:path extrusionOk="0" h="13147" w="16975">
                  <a:moveTo>
                    <a:pt x="1417" y="0"/>
                  </a:moveTo>
                  <a:cubicBezTo>
                    <a:pt x="568" y="0"/>
                    <a:pt x="1" y="1351"/>
                    <a:pt x="915" y="1995"/>
                  </a:cubicBezTo>
                  <a:cubicBezTo>
                    <a:pt x="5777" y="5404"/>
                    <a:pt x="9712" y="10040"/>
                    <a:pt x="14925" y="12998"/>
                  </a:cubicBezTo>
                  <a:cubicBezTo>
                    <a:pt x="15106" y="13101"/>
                    <a:pt x="15284" y="13147"/>
                    <a:pt x="15451" y="13147"/>
                  </a:cubicBezTo>
                  <a:cubicBezTo>
                    <a:pt x="16374" y="13147"/>
                    <a:pt x="16975" y="11766"/>
                    <a:pt x="15978" y="11193"/>
                  </a:cubicBezTo>
                  <a:cubicBezTo>
                    <a:pt x="10790" y="8236"/>
                    <a:pt x="6830" y="3599"/>
                    <a:pt x="1968" y="190"/>
                  </a:cubicBezTo>
                  <a:cubicBezTo>
                    <a:pt x="1779" y="58"/>
                    <a:pt x="1592" y="0"/>
                    <a:pt x="1417"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4" name="Google Shape;2294;p56"/>
            <p:cNvSpPr/>
            <p:nvPr/>
          </p:nvSpPr>
          <p:spPr>
            <a:xfrm>
              <a:off x="3697122" y="1446900"/>
              <a:ext cx="599452" cy="443781"/>
            </a:xfrm>
            <a:custGeom>
              <a:rect b="b" l="l" r="r" t="t"/>
              <a:pathLst>
                <a:path extrusionOk="0" h="20574" w="27791">
                  <a:moveTo>
                    <a:pt x="1633" y="0"/>
                  </a:moveTo>
                  <a:cubicBezTo>
                    <a:pt x="758" y="0"/>
                    <a:pt x="1" y="1066"/>
                    <a:pt x="836" y="1722"/>
                  </a:cubicBezTo>
                  <a:cubicBezTo>
                    <a:pt x="9006" y="8138"/>
                    <a:pt x="17202" y="14555"/>
                    <a:pt x="25798" y="20394"/>
                  </a:cubicBezTo>
                  <a:cubicBezTo>
                    <a:pt x="25986" y="20519"/>
                    <a:pt x="26172" y="20574"/>
                    <a:pt x="26346" y="20574"/>
                  </a:cubicBezTo>
                  <a:cubicBezTo>
                    <a:pt x="27216" y="20574"/>
                    <a:pt x="27791" y="19216"/>
                    <a:pt x="26851" y="18590"/>
                  </a:cubicBezTo>
                  <a:cubicBezTo>
                    <a:pt x="18405" y="12850"/>
                    <a:pt x="10334" y="6560"/>
                    <a:pt x="2314" y="244"/>
                  </a:cubicBezTo>
                  <a:cubicBezTo>
                    <a:pt x="2097" y="73"/>
                    <a:pt x="1861" y="0"/>
                    <a:pt x="163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5" name="Google Shape;2295;p56"/>
            <p:cNvSpPr/>
            <p:nvPr/>
          </p:nvSpPr>
          <p:spPr>
            <a:xfrm>
              <a:off x="3675162" y="1628963"/>
              <a:ext cx="421090" cy="293525"/>
            </a:xfrm>
            <a:custGeom>
              <a:rect b="b" l="l" r="r" t="t"/>
              <a:pathLst>
                <a:path extrusionOk="0" h="13608" w="19522">
                  <a:moveTo>
                    <a:pt x="1513" y="0"/>
                  </a:moveTo>
                  <a:cubicBezTo>
                    <a:pt x="605" y="0"/>
                    <a:pt x="0" y="1381"/>
                    <a:pt x="976" y="1954"/>
                  </a:cubicBezTo>
                  <a:cubicBezTo>
                    <a:pt x="6791" y="5313"/>
                    <a:pt x="11653" y="10074"/>
                    <a:pt x="17493" y="13458"/>
                  </a:cubicBezTo>
                  <a:cubicBezTo>
                    <a:pt x="17670" y="13562"/>
                    <a:pt x="17844" y="13607"/>
                    <a:pt x="18009" y="13607"/>
                  </a:cubicBezTo>
                  <a:cubicBezTo>
                    <a:pt x="18917" y="13607"/>
                    <a:pt x="19521" y="12226"/>
                    <a:pt x="18545" y="11653"/>
                  </a:cubicBezTo>
                  <a:cubicBezTo>
                    <a:pt x="12706" y="8270"/>
                    <a:pt x="7869" y="3508"/>
                    <a:pt x="2029" y="150"/>
                  </a:cubicBezTo>
                  <a:cubicBezTo>
                    <a:pt x="1852" y="46"/>
                    <a:pt x="1677" y="0"/>
                    <a:pt x="151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6" name="Google Shape;2296;p56"/>
            <p:cNvSpPr/>
            <p:nvPr/>
          </p:nvSpPr>
          <p:spPr>
            <a:xfrm>
              <a:off x="3949565" y="1215655"/>
              <a:ext cx="69053" cy="731585"/>
            </a:xfrm>
            <a:custGeom>
              <a:rect b="b" l="l" r="r" t="t"/>
              <a:pathLst>
                <a:path extrusionOk="0" h="27620" w="2607">
                  <a:moveTo>
                    <a:pt x="2506" y="1"/>
                  </a:moveTo>
                  <a:lnTo>
                    <a:pt x="0" y="51"/>
                  </a:lnTo>
                  <a:cubicBezTo>
                    <a:pt x="75" y="3209"/>
                    <a:pt x="100" y="6341"/>
                    <a:pt x="100" y="9449"/>
                  </a:cubicBezTo>
                  <a:cubicBezTo>
                    <a:pt x="100" y="15665"/>
                    <a:pt x="0" y="21780"/>
                    <a:pt x="0" y="27620"/>
                  </a:cubicBezTo>
                  <a:lnTo>
                    <a:pt x="2506" y="27620"/>
                  </a:lnTo>
                  <a:cubicBezTo>
                    <a:pt x="2506" y="21805"/>
                    <a:pt x="2607" y="15690"/>
                    <a:pt x="2607" y="9449"/>
                  </a:cubicBezTo>
                  <a:cubicBezTo>
                    <a:pt x="2607" y="6316"/>
                    <a:pt x="2582" y="3158"/>
                    <a:pt x="250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7" name="Google Shape;2297;p56"/>
            <p:cNvSpPr/>
            <p:nvPr/>
          </p:nvSpPr>
          <p:spPr>
            <a:xfrm>
              <a:off x="3669388" y="1501130"/>
              <a:ext cx="1009094" cy="66404"/>
            </a:xfrm>
            <a:custGeom>
              <a:rect b="b" l="l" r="r" t="t"/>
              <a:pathLst>
                <a:path extrusionOk="0" h="2507" w="38097">
                  <a:moveTo>
                    <a:pt x="1" y="1"/>
                  </a:moveTo>
                  <a:lnTo>
                    <a:pt x="1" y="2507"/>
                  </a:lnTo>
                  <a:lnTo>
                    <a:pt x="38096" y="2507"/>
                  </a:lnTo>
                  <a:lnTo>
                    <a:pt x="3809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8" name="Google Shape;2298;p56"/>
            <p:cNvSpPr/>
            <p:nvPr/>
          </p:nvSpPr>
          <p:spPr>
            <a:xfrm>
              <a:off x="3740432" y="971531"/>
              <a:ext cx="456750" cy="286701"/>
            </a:xfrm>
            <a:custGeom>
              <a:rect b="b" l="l" r="r" t="t"/>
              <a:pathLst>
                <a:path extrusionOk="0" h="10824" w="17244">
                  <a:moveTo>
                    <a:pt x="3713" y="2250"/>
                  </a:moveTo>
                  <a:cubicBezTo>
                    <a:pt x="3889" y="2250"/>
                    <a:pt x="4088" y="2289"/>
                    <a:pt x="4311" y="2374"/>
                  </a:cubicBezTo>
                  <a:cubicBezTo>
                    <a:pt x="4612" y="2525"/>
                    <a:pt x="4963" y="2775"/>
                    <a:pt x="5289" y="3076"/>
                  </a:cubicBezTo>
                  <a:cubicBezTo>
                    <a:pt x="5589" y="3377"/>
                    <a:pt x="5890" y="3753"/>
                    <a:pt x="6141" y="4129"/>
                  </a:cubicBezTo>
                  <a:cubicBezTo>
                    <a:pt x="6667" y="4931"/>
                    <a:pt x="7093" y="5833"/>
                    <a:pt x="7394" y="6760"/>
                  </a:cubicBezTo>
                  <a:cubicBezTo>
                    <a:pt x="7689" y="7694"/>
                    <a:pt x="7863" y="8651"/>
                    <a:pt x="7941" y="9609"/>
                  </a:cubicBezTo>
                  <a:lnTo>
                    <a:pt x="7941" y="9609"/>
                  </a:lnTo>
                  <a:cubicBezTo>
                    <a:pt x="7338" y="9396"/>
                    <a:pt x="6751" y="9156"/>
                    <a:pt x="6191" y="8891"/>
                  </a:cubicBezTo>
                  <a:cubicBezTo>
                    <a:pt x="5213" y="8440"/>
                    <a:pt x="4286" y="7888"/>
                    <a:pt x="3509" y="7262"/>
                  </a:cubicBezTo>
                  <a:cubicBezTo>
                    <a:pt x="3133" y="6936"/>
                    <a:pt x="2757" y="6585"/>
                    <a:pt x="2482" y="6209"/>
                  </a:cubicBezTo>
                  <a:cubicBezTo>
                    <a:pt x="2206" y="5858"/>
                    <a:pt x="2030" y="5457"/>
                    <a:pt x="1955" y="5106"/>
                  </a:cubicBezTo>
                  <a:cubicBezTo>
                    <a:pt x="1880" y="4730"/>
                    <a:pt x="1930" y="4379"/>
                    <a:pt x="2080" y="4029"/>
                  </a:cubicBezTo>
                  <a:lnTo>
                    <a:pt x="2231" y="3678"/>
                  </a:lnTo>
                  <a:cubicBezTo>
                    <a:pt x="2281" y="3577"/>
                    <a:pt x="2306" y="3502"/>
                    <a:pt x="2381" y="3402"/>
                  </a:cubicBezTo>
                  <a:cubicBezTo>
                    <a:pt x="2482" y="3202"/>
                    <a:pt x="2607" y="3001"/>
                    <a:pt x="2732" y="2851"/>
                  </a:cubicBezTo>
                  <a:cubicBezTo>
                    <a:pt x="2958" y="2550"/>
                    <a:pt x="3233" y="2349"/>
                    <a:pt x="3484" y="2274"/>
                  </a:cubicBezTo>
                  <a:cubicBezTo>
                    <a:pt x="3555" y="2258"/>
                    <a:pt x="3632" y="2250"/>
                    <a:pt x="3713" y="2250"/>
                  </a:cubicBezTo>
                  <a:close/>
                  <a:moveTo>
                    <a:pt x="14086" y="2274"/>
                  </a:moveTo>
                  <a:cubicBezTo>
                    <a:pt x="14261" y="2274"/>
                    <a:pt x="14512" y="2425"/>
                    <a:pt x="14787" y="2675"/>
                  </a:cubicBezTo>
                  <a:cubicBezTo>
                    <a:pt x="14837" y="2750"/>
                    <a:pt x="14913" y="2801"/>
                    <a:pt x="14988" y="2926"/>
                  </a:cubicBezTo>
                  <a:lnTo>
                    <a:pt x="15113" y="3051"/>
                  </a:lnTo>
                  <a:cubicBezTo>
                    <a:pt x="15163" y="3101"/>
                    <a:pt x="15163" y="3126"/>
                    <a:pt x="15188" y="3151"/>
                  </a:cubicBezTo>
                  <a:lnTo>
                    <a:pt x="15238" y="3227"/>
                  </a:lnTo>
                  <a:lnTo>
                    <a:pt x="15314" y="3352"/>
                  </a:lnTo>
                  <a:cubicBezTo>
                    <a:pt x="15339" y="3427"/>
                    <a:pt x="15364" y="3502"/>
                    <a:pt x="15414" y="3577"/>
                  </a:cubicBezTo>
                  <a:cubicBezTo>
                    <a:pt x="15514" y="3878"/>
                    <a:pt x="15539" y="4229"/>
                    <a:pt x="15489" y="4630"/>
                  </a:cubicBezTo>
                  <a:cubicBezTo>
                    <a:pt x="15364" y="5382"/>
                    <a:pt x="14888" y="6209"/>
                    <a:pt x="14286" y="6911"/>
                  </a:cubicBezTo>
                  <a:cubicBezTo>
                    <a:pt x="13710" y="7638"/>
                    <a:pt x="12958" y="8264"/>
                    <a:pt x="12181" y="8841"/>
                  </a:cubicBezTo>
                  <a:cubicBezTo>
                    <a:pt x="11632" y="9218"/>
                    <a:pt x="11049" y="9548"/>
                    <a:pt x="10430" y="9823"/>
                  </a:cubicBezTo>
                  <a:lnTo>
                    <a:pt x="10430" y="9823"/>
                  </a:lnTo>
                  <a:cubicBezTo>
                    <a:pt x="10440" y="9772"/>
                    <a:pt x="10448" y="9721"/>
                    <a:pt x="10451" y="9668"/>
                  </a:cubicBezTo>
                  <a:cubicBezTo>
                    <a:pt x="10502" y="8816"/>
                    <a:pt x="10702" y="7913"/>
                    <a:pt x="10953" y="7036"/>
                  </a:cubicBezTo>
                  <a:cubicBezTo>
                    <a:pt x="11203" y="6159"/>
                    <a:pt x="11554" y="5282"/>
                    <a:pt x="11955" y="4480"/>
                  </a:cubicBezTo>
                  <a:cubicBezTo>
                    <a:pt x="12181" y="4104"/>
                    <a:pt x="12406" y="3728"/>
                    <a:pt x="12657" y="3377"/>
                  </a:cubicBezTo>
                  <a:cubicBezTo>
                    <a:pt x="12908" y="3026"/>
                    <a:pt x="13183" y="2750"/>
                    <a:pt x="13434" y="2550"/>
                  </a:cubicBezTo>
                  <a:cubicBezTo>
                    <a:pt x="13710" y="2349"/>
                    <a:pt x="13935" y="2274"/>
                    <a:pt x="14086" y="2274"/>
                  </a:cubicBezTo>
                  <a:close/>
                  <a:moveTo>
                    <a:pt x="3862" y="0"/>
                  </a:moveTo>
                  <a:cubicBezTo>
                    <a:pt x="3493" y="0"/>
                    <a:pt x="3115" y="60"/>
                    <a:pt x="2757" y="194"/>
                  </a:cubicBezTo>
                  <a:cubicBezTo>
                    <a:pt x="1955" y="495"/>
                    <a:pt x="1379" y="1071"/>
                    <a:pt x="1003" y="1648"/>
                  </a:cubicBezTo>
                  <a:cubicBezTo>
                    <a:pt x="827" y="1948"/>
                    <a:pt x="677" y="2224"/>
                    <a:pt x="552" y="2525"/>
                  </a:cubicBezTo>
                  <a:cubicBezTo>
                    <a:pt x="476" y="2675"/>
                    <a:pt x="426" y="2851"/>
                    <a:pt x="351" y="2976"/>
                  </a:cubicBezTo>
                  <a:lnTo>
                    <a:pt x="301" y="3176"/>
                  </a:lnTo>
                  <a:lnTo>
                    <a:pt x="226" y="3402"/>
                  </a:lnTo>
                  <a:cubicBezTo>
                    <a:pt x="0" y="4079"/>
                    <a:pt x="0" y="4881"/>
                    <a:pt x="226" y="5557"/>
                  </a:cubicBezTo>
                  <a:cubicBezTo>
                    <a:pt x="451" y="6259"/>
                    <a:pt x="852" y="6811"/>
                    <a:pt x="1304" y="7262"/>
                  </a:cubicBezTo>
                  <a:cubicBezTo>
                    <a:pt x="1755" y="7713"/>
                    <a:pt x="2231" y="8064"/>
                    <a:pt x="2757" y="8364"/>
                  </a:cubicBezTo>
                  <a:cubicBezTo>
                    <a:pt x="3760" y="8966"/>
                    <a:pt x="4837" y="9342"/>
                    <a:pt x="5940" y="9618"/>
                  </a:cubicBezTo>
                  <a:cubicBezTo>
                    <a:pt x="6621" y="9776"/>
                    <a:pt x="7312" y="9894"/>
                    <a:pt x="8007" y="9960"/>
                  </a:cubicBezTo>
                  <a:lnTo>
                    <a:pt x="8007" y="9960"/>
                  </a:lnTo>
                  <a:cubicBezTo>
                    <a:pt x="8169" y="10436"/>
                    <a:pt x="8592" y="10799"/>
                    <a:pt x="9123" y="10821"/>
                  </a:cubicBezTo>
                  <a:cubicBezTo>
                    <a:pt x="9153" y="10823"/>
                    <a:pt x="9183" y="10824"/>
                    <a:pt x="9212" y="10824"/>
                  </a:cubicBezTo>
                  <a:cubicBezTo>
                    <a:pt x="9708" y="10824"/>
                    <a:pt x="10152" y="10517"/>
                    <a:pt x="10348" y="10078"/>
                  </a:cubicBezTo>
                  <a:lnTo>
                    <a:pt x="10348" y="10078"/>
                  </a:lnTo>
                  <a:cubicBezTo>
                    <a:pt x="11080" y="9950"/>
                    <a:pt x="11801" y="9705"/>
                    <a:pt x="12482" y="9392"/>
                  </a:cubicBezTo>
                  <a:cubicBezTo>
                    <a:pt x="13434" y="8991"/>
                    <a:pt x="14311" y="8415"/>
                    <a:pt x="15113" y="7738"/>
                  </a:cubicBezTo>
                  <a:cubicBezTo>
                    <a:pt x="15514" y="7387"/>
                    <a:pt x="15890" y="6986"/>
                    <a:pt x="16216" y="6535"/>
                  </a:cubicBezTo>
                  <a:cubicBezTo>
                    <a:pt x="16567" y="6084"/>
                    <a:pt x="16842" y="5582"/>
                    <a:pt x="17018" y="5006"/>
                  </a:cubicBezTo>
                  <a:cubicBezTo>
                    <a:pt x="17193" y="4430"/>
                    <a:pt x="17243" y="3753"/>
                    <a:pt x="17093" y="3101"/>
                  </a:cubicBezTo>
                  <a:cubicBezTo>
                    <a:pt x="17043" y="2926"/>
                    <a:pt x="16993" y="2775"/>
                    <a:pt x="16943" y="2625"/>
                  </a:cubicBezTo>
                  <a:lnTo>
                    <a:pt x="16842" y="2399"/>
                  </a:lnTo>
                  <a:lnTo>
                    <a:pt x="16717" y="2149"/>
                  </a:lnTo>
                  <a:cubicBezTo>
                    <a:pt x="16667" y="2099"/>
                    <a:pt x="16617" y="1998"/>
                    <a:pt x="16567" y="1948"/>
                  </a:cubicBezTo>
                  <a:lnTo>
                    <a:pt x="16467" y="1798"/>
                  </a:lnTo>
                  <a:cubicBezTo>
                    <a:pt x="16416" y="1698"/>
                    <a:pt x="16316" y="1547"/>
                    <a:pt x="16216" y="1447"/>
                  </a:cubicBezTo>
                  <a:cubicBezTo>
                    <a:pt x="16015" y="1196"/>
                    <a:pt x="15790" y="946"/>
                    <a:pt x="15489" y="745"/>
                  </a:cubicBezTo>
                  <a:cubicBezTo>
                    <a:pt x="15188" y="545"/>
                    <a:pt x="14837" y="344"/>
                    <a:pt x="14436" y="269"/>
                  </a:cubicBezTo>
                  <a:cubicBezTo>
                    <a:pt x="14278" y="240"/>
                    <a:pt x="14116" y="225"/>
                    <a:pt x="13955" y="225"/>
                  </a:cubicBezTo>
                  <a:cubicBezTo>
                    <a:pt x="13707" y="225"/>
                    <a:pt x="13461" y="259"/>
                    <a:pt x="13233" y="319"/>
                  </a:cubicBezTo>
                  <a:cubicBezTo>
                    <a:pt x="12857" y="420"/>
                    <a:pt x="12532" y="570"/>
                    <a:pt x="12256" y="745"/>
                  </a:cubicBezTo>
                  <a:cubicBezTo>
                    <a:pt x="11705" y="1121"/>
                    <a:pt x="11279" y="1547"/>
                    <a:pt x="10903" y="1973"/>
                  </a:cubicBezTo>
                  <a:cubicBezTo>
                    <a:pt x="10527" y="2425"/>
                    <a:pt x="10226" y="2876"/>
                    <a:pt x="9950" y="3352"/>
                  </a:cubicBezTo>
                  <a:cubicBezTo>
                    <a:pt x="9683" y="3782"/>
                    <a:pt x="9448" y="4227"/>
                    <a:pt x="9241" y="4682"/>
                  </a:cubicBezTo>
                  <a:lnTo>
                    <a:pt x="9241" y="4682"/>
                  </a:lnTo>
                  <a:cubicBezTo>
                    <a:pt x="8937" y="4012"/>
                    <a:pt x="8574" y="3363"/>
                    <a:pt x="8146" y="2750"/>
                  </a:cubicBezTo>
                  <a:cubicBezTo>
                    <a:pt x="7770" y="2249"/>
                    <a:pt x="7369" y="1773"/>
                    <a:pt x="6893" y="1347"/>
                  </a:cubicBezTo>
                  <a:cubicBezTo>
                    <a:pt x="6391" y="896"/>
                    <a:pt x="5840" y="495"/>
                    <a:pt x="5138" y="244"/>
                  </a:cubicBezTo>
                  <a:cubicBezTo>
                    <a:pt x="4764" y="92"/>
                    <a:pt x="4320" y="0"/>
                    <a:pt x="386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9" name="Google Shape;2299;p56"/>
            <p:cNvSpPr/>
            <p:nvPr/>
          </p:nvSpPr>
          <p:spPr>
            <a:xfrm>
              <a:off x="3824085" y="1220318"/>
              <a:ext cx="172619" cy="231024"/>
            </a:xfrm>
            <a:custGeom>
              <a:rect b="b" l="l" r="r" t="t"/>
              <a:pathLst>
                <a:path extrusionOk="0" h="8722" w="6517">
                  <a:moveTo>
                    <a:pt x="4862" y="0"/>
                  </a:moveTo>
                  <a:cubicBezTo>
                    <a:pt x="2907" y="2506"/>
                    <a:pt x="1529" y="5263"/>
                    <a:pt x="0" y="7594"/>
                  </a:cubicBezTo>
                  <a:lnTo>
                    <a:pt x="1755" y="8722"/>
                  </a:lnTo>
                  <a:cubicBezTo>
                    <a:pt x="3359" y="6266"/>
                    <a:pt x="4712" y="3584"/>
                    <a:pt x="6517" y="1278"/>
                  </a:cubicBezTo>
                  <a:lnTo>
                    <a:pt x="486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0" name="Google Shape;2300;p56"/>
            <p:cNvSpPr/>
            <p:nvPr/>
          </p:nvSpPr>
          <p:spPr>
            <a:xfrm>
              <a:off x="3971472" y="1218304"/>
              <a:ext cx="244321" cy="223740"/>
            </a:xfrm>
            <a:custGeom>
              <a:rect b="b" l="l" r="r" t="t"/>
              <a:pathLst>
                <a:path extrusionOk="0" h="8447" w="9224">
                  <a:moveTo>
                    <a:pt x="1504" y="1"/>
                  </a:moveTo>
                  <a:lnTo>
                    <a:pt x="0" y="1429"/>
                  </a:lnTo>
                  <a:cubicBezTo>
                    <a:pt x="2456" y="3986"/>
                    <a:pt x="5213" y="6317"/>
                    <a:pt x="7945" y="8447"/>
                  </a:cubicBezTo>
                  <a:lnTo>
                    <a:pt x="9223" y="6768"/>
                  </a:lnTo>
                  <a:cubicBezTo>
                    <a:pt x="6542" y="4713"/>
                    <a:pt x="3860" y="2457"/>
                    <a:pt x="150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301" name="Google Shape;2301;p56"/>
            <p:cNvGrpSpPr/>
            <p:nvPr/>
          </p:nvGrpSpPr>
          <p:grpSpPr>
            <a:xfrm rot="577178">
              <a:off x="2963267" y="886228"/>
              <a:ext cx="386345" cy="416443"/>
              <a:chOff x="1952634" y="2073343"/>
              <a:chExt cx="386360" cy="416460"/>
            </a:xfrm>
          </p:grpSpPr>
          <p:sp>
            <p:nvSpPr>
              <p:cNvPr id="2302" name="Google Shape;2302;p56"/>
              <p:cNvSpPr/>
              <p:nvPr/>
            </p:nvSpPr>
            <p:spPr>
              <a:xfrm>
                <a:off x="2127835" y="2073343"/>
                <a:ext cx="211160" cy="322648"/>
              </a:xfrm>
              <a:custGeom>
                <a:rect b="b" l="l" r="r" t="t"/>
                <a:pathLst>
                  <a:path extrusionOk="0" h="11605" w="7595">
                    <a:moveTo>
                      <a:pt x="2155" y="0"/>
                    </a:moveTo>
                    <a:cubicBezTo>
                      <a:pt x="2406" y="2507"/>
                      <a:pt x="2506" y="5940"/>
                      <a:pt x="0" y="6943"/>
                    </a:cubicBezTo>
                    <a:cubicBezTo>
                      <a:pt x="2757" y="6943"/>
                      <a:pt x="4336" y="9123"/>
                      <a:pt x="5589" y="11604"/>
                    </a:cubicBezTo>
                    <a:cubicBezTo>
                      <a:pt x="5589" y="9123"/>
                      <a:pt x="5338" y="6617"/>
                      <a:pt x="7594" y="5113"/>
                    </a:cubicBezTo>
                    <a:lnTo>
                      <a:pt x="7594" y="5113"/>
                    </a:lnTo>
                    <a:cubicBezTo>
                      <a:pt x="7536" y="5115"/>
                      <a:pt x="7479" y="5116"/>
                      <a:pt x="7423" y="5116"/>
                    </a:cubicBezTo>
                    <a:cubicBezTo>
                      <a:pt x="4895" y="5116"/>
                      <a:pt x="3381" y="2942"/>
                      <a:pt x="215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3" name="Google Shape;2303;p56"/>
              <p:cNvSpPr/>
              <p:nvPr/>
            </p:nvSpPr>
            <p:spPr>
              <a:xfrm rot="-3146850">
                <a:off x="1960538" y="2101836"/>
                <a:ext cx="107859" cy="73062"/>
              </a:xfrm>
              <a:custGeom>
                <a:rect b="b" l="l" r="r" t="t"/>
                <a:pathLst>
                  <a:path extrusionOk="0" h="2362" w="3487">
                    <a:moveTo>
                      <a:pt x="1668" y="1"/>
                    </a:moveTo>
                    <a:cubicBezTo>
                      <a:pt x="193" y="1"/>
                      <a:pt x="0" y="2361"/>
                      <a:pt x="1883" y="2361"/>
                    </a:cubicBezTo>
                    <a:cubicBezTo>
                      <a:pt x="3311" y="2361"/>
                      <a:pt x="3487" y="56"/>
                      <a:pt x="1783" y="5"/>
                    </a:cubicBezTo>
                    <a:cubicBezTo>
                      <a:pt x="1744" y="2"/>
                      <a:pt x="1706" y="1"/>
                      <a:pt x="166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4" name="Google Shape;2304;p56"/>
              <p:cNvSpPr/>
              <p:nvPr/>
            </p:nvSpPr>
            <p:spPr>
              <a:xfrm rot="-3147129">
                <a:off x="2194511" y="2416551"/>
                <a:ext cx="77802" cy="52701"/>
              </a:xfrm>
              <a:custGeom>
                <a:rect b="b" l="l" r="r" t="t"/>
                <a:pathLst>
                  <a:path extrusionOk="0" h="2362" w="3487">
                    <a:moveTo>
                      <a:pt x="1668" y="1"/>
                    </a:moveTo>
                    <a:cubicBezTo>
                      <a:pt x="193" y="1"/>
                      <a:pt x="0" y="2361"/>
                      <a:pt x="1883" y="2361"/>
                    </a:cubicBezTo>
                    <a:cubicBezTo>
                      <a:pt x="3311" y="2361"/>
                      <a:pt x="3487" y="56"/>
                      <a:pt x="1783" y="5"/>
                    </a:cubicBezTo>
                    <a:cubicBezTo>
                      <a:pt x="1744" y="2"/>
                      <a:pt x="1706" y="1"/>
                      <a:pt x="166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305" name="Google Shape;2305;p56"/>
          <p:cNvSpPr txBox="1"/>
          <p:nvPr>
            <p:ph idx="4294967295" type="title"/>
          </p:nvPr>
        </p:nvSpPr>
        <p:spPr>
          <a:xfrm>
            <a:off x="0" y="2163250"/>
            <a:ext cx="9144000" cy="1177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7200">
                <a:solidFill>
                  <a:schemeClr val="accent2"/>
                </a:solidFill>
              </a:rPr>
              <a:t>03</a:t>
            </a:r>
            <a:endParaRPr sz="7200">
              <a:solidFill>
                <a:schemeClr val="accent2"/>
              </a:solidFill>
            </a:endParaRPr>
          </a:p>
        </p:txBody>
      </p:sp>
      <p:sp>
        <p:nvSpPr>
          <p:cNvPr id="2306" name="Google Shape;2306;p56"/>
          <p:cNvSpPr/>
          <p:nvPr/>
        </p:nvSpPr>
        <p:spPr>
          <a:xfrm rot="-5682778">
            <a:off x="5307303" y="2031241"/>
            <a:ext cx="1018588" cy="1147422"/>
          </a:xfrm>
          <a:custGeom>
            <a:rect b="b" l="l" r="r" t="t"/>
            <a:pathLst>
              <a:path extrusionOk="0" h="18875" w="16755">
                <a:moveTo>
                  <a:pt x="1111" y="0"/>
                </a:moveTo>
                <a:cubicBezTo>
                  <a:pt x="860" y="0"/>
                  <a:pt x="587" y="254"/>
                  <a:pt x="708" y="558"/>
                </a:cubicBezTo>
                <a:cubicBezTo>
                  <a:pt x="1119" y="1562"/>
                  <a:pt x="1576" y="2521"/>
                  <a:pt x="2055" y="3480"/>
                </a:cubicBezTo>
                <a:cubicBezTo>
                  <a:pt x="1918" y="3640"/>
                  <a:pt x="1918" y="3868"/>
                  <a:pt x="2032" y="4028"/>
                </a:cubicBezTo>
                <a:cubicBezTo>
                  <a:pt x="1302" y="5260"/>
                  <a:pt x="777" y="6584"/>
                  <a:pt x="548" y="7999"/>
                </a:cubicBezTo>
                <a:cubicBezTo>
                  <a:pt x="412" y="8775"/>
                  <a:pt x="1" y="10624"/>
                  <a:pt x="959" y="11058"/>
                </a:cubicBezTo>
                <a:cubicBezTo>
                  <a:pt x="1107" y="11126"/>
                  <a:pt x="1239" y="11156"/>
                  <a:pt x="1358" y="11156"/>
                </a:cubicBezTo>
                <a:cubicBezTo>
                  <a:pt x="2152" y="11156"/>
                  <a:pt x="2321" y="9782"/>
                  <a:pt x="2420" y="9186"/>
                </a:cubicBezTo>
                <a:cubicBezTo>
                  <a:pt x="2648" y="7771"/>
                  <a:pt x="2808" y="6379"/>
                  <a:pt x="2900" y="4963"/>
                </a:cubicBezTo>
                <a:cubicBezTo>
                  <a:pt x="3356" y="5739"/>
                  <a:pt x="3835" y="6493"/>
                  <a:pt x="4360" y="7223"/>
                </a:cubicBezTo>
                <a:lnTo>
                  <a:pt x="4338" y="7269"/>
                </a:lnTo>
                <a:cubicBezTo>
                  <a:pt x="3813" y="8730"/>
                  <a:pt x="3470" y="10259"/>
                  <a:pt x="3402" y="11811"/>
                </a:cubicBezTo>
                <a:cubicBezTo>
                  <a:pt x="3356" y="12541"/>
                  <a:pt x="3105" y="14230"/>
                  <a:pt x="4086" y="14504"/>
                </a:cubicBezTo>
                <a:cubicBezTo>
                  <a:pt x="4198" y="14539"/>
                  <a:pt x="4298" y="14554"/>
                  <a:pt x="4388" y="14554"/>
                </a:cubicBezTo>
                <a:cubicBezTo>
                  <a:pt x="5265" y="14554"/>
                  <a:pt x="5228" y="13075"/>
                  <a:pt x="5228" y="12496"/>
                </a:cubicBezTo>
                <a:cubicBezTo>
                  <a:pt x="5228" y="11126"/>
                  <a:pt x="5228" y="9734"/>
                  <a:pt x="5228" y="8364"/>
                </a:cubicBezTo>
                <a:cubicBezTo>
                  <a:pt x="5616" y="8889"/>
                  <a:pt x="6049" y="9392"/>
                  <a:pt x="6483" y="9894"/>
                </a:cubicBezTo>
                <a:cubicBezTo>
                  <a:pt x="6346" y="11218"/>
                  <a:pt x="6323" y="12541"/>
                  <a:pt x="6415" y="13888"/>
                </a:cubicBezTo>
                <a:cubicBezTo>
                  <a:pt x="6460" y="14550"/>
                  <a:pt x="6392" y="15965"/>
                  <a:pt x="7305" y="16102"/>
                </a:cubicBezTo>
                <a:cubicBezTo>
                  <a:pt x="7343" y="16107"/>
                  <a:pt x="7379" y="16109"/>
                  <a:pt x="7414" y="16109"/>
                </a:cubicBezTo>
                <a:cubicBezTo>
                  <a:pt x="8688" y="16109"/>
                  <a:pt x="8116" y="12929"/>
                  <a:pt x="7738" y="11240"/>
                </a:cubicBezTo>
                <a:lnTo>
                  <a:pt x="7738" y="11240"/>
                </a:lnTo>
                <a:cubicBezTo>
                  <a:pt x="8012" y="11514"/>
                  <a:pt x="8263" y="11765"/>
                  <a:pt x="8537" y="12016"/>
                </a:cubicBezTo>
                <a:cubicBezTo>
                  <a:pt x="8537" y="12085"/>
                  <a:pt x="8560" y="12153"/>
                  <a:pt x="8606" y="12222"/>
                </a:cubicBezTo>
                <a:cubicBezTo>
                  <a:pt x="8674" y="12290"/>
                  <a:pt x="8720" y="12359"/>
                  <a:pt x="8766" y="12450"/>
                </a:cubicBezTo>
                <a:cubicBezTo>
                  <a:pt x="9154" y="14071"/>
                  <a:pt x="9519" y="15737"/>
                  <a:pt x="9930" y="17358"/>
                </a:cubicBezTo>
                <a:cubicBezTo>
                  <a:pt x="10093" y="17993"/>
                  <a:pt x="10604" y="18875"/>
                  <a:pt x="11300" y="18875"/>
                </a:cubicBezTo>
                <a:cubicBezTo>
                  <a:pt x="11478" y="18875"/>
                  <a:pt x="11669" y="18817"/>
                  <a:pt x="11870" y="18681"/>
                </a:cubicBezTo>
                <a:cubicBezTo>
                  <a:pt x="12851" y="17997"/>
                  <a:pt x="11893" y="16376"/>
                  <a:pt x="11527" y="15600"/>
                </a:cubicBezTo>
                <a:cubicBezTo>
                  <a:pt x="11254" y="14984"/>
                  <a:pt x="10911" y="14390"/>
                  <a:pt x="10569" y="13797"/>
                </a:cubicBezTo>
                <a:lnTo>
                  <a:pt x="10569" y="13797"/>
                </a:lnTo>
                <a:cubicBezTo>
                  <a:pt x="11505" y="14550"/>
                  <a:pt x="12486" y="15258"/>
                  <a:pt x="13513" y="15897"/>
                </a:cubicBezTo>
                <a:cubicBezTo>
                  <a:pt x="13587" y="15943"/>
                  <a:pt x="13661" y="15964"/>
                  <a:pt x="13731" y="15964"/>
                </a:cubicBezTo>
                <a:cubicBezTo>
                  <a:pt x="14070" y="15964"/>
                  <a:pt x="14311" y="15485"/>
                  <a:pt x="13970" y="15258"/>
                </a:cubicBezTo>
                <a:cubicBezTo>
                  <a:pt x="13011" y="14641"/>
                  <a:pt x="12075" y="14002"/>
                  <a:pt x="11185" y="13295"/>
                </a:cubicBezTo>
                <a:lnTo>
                  <a:pt x="11185" y="13295"/>
                </a:lnTo>
                <a:cubicBezTo>
                  <a:pt x="12212" y="13523"/>
                  <a:pt x="13239" y="13637"/>
                  <a:pt x="14289" y="13637"/>
                </a:cubicBezTo>
                <a:cubicBezTo>
                  <a:pt x="14395" y="13637"/>
                  <a:pt x="14518" y="13639"/>
                  <a:pt x="14652" y="13639"/>
                </a:cubicBezTo>
                <a:cubicBezTo>
                  <a:pt x="15472" y="13639"/>
                  <a:pt x="16689" y="13571"/>
                  <a:pt x="16709" y="12610"/>
                </a:cubicBezTo>
                <a:cubicBezTo>
                  <a:pt x="16754" y="11263"/>
                  <a:pt x="14563" y="11354"/>
                  <a:pt x="13719" y="11332"/>
                </a:cubicBezTo>
                <a:cubicBezTo>
                  <a:pt x="12326" y="11332"/>
                  <a:pt x="10934" y="11514"/>
                  <a:pt x="9587" y="11925"/>
                </a:cubicBezTo>
                <a:cubicBezTo>
                  <a:pt x="9154" y="11537"/>
                  <a:pt x="8743" y="11149"/>
                  <a:pt x="8355" y="10738"/>
                </a:cubicBezTo>
                <a:cubicBezTo>
                  <a:pt x="9268" y="10647"/>
                  <a:pt x="10226" y="10578"/>
                  <a:pt x="11094" y="10373"/>
                </a:cubicBezTo>
                <a:cubicBezTo>
                  <a:pt x="11756" y="10213"/>
                  <a:pt x="12418" y="9643"/>
                  <a:pt x="12144" y="8889"/>
                </a:cubicBezTo>
                <a:cubicBezTo>
                  <a:pt x="11981" y="8418"/>
                  <a:pt x="11518" y="8236"/>
                  <a:pt x="11059" y="8236"/>
                </a:cubicBezTo>
                <a:cubicBezTo>
                  <a:pt x="10873" y="8236"/>
                  <a:pt x="10688" y="8266"/>
                  <a:pt x="10523" y="8319"/>
                </a:cubicBezTo>
                <a:cubicBezTo>
                  <a:pt x="9428" y="8661"/>
                  <a:pt x="8378" y="9186"/>
                  <a:pt x="7328" y="9643"/>
                </a:cubicBezTo>
                <a:cubicBezTo>
                  <a:pt x="6780" y="9072"/>
                  <a:pt x="6278" y="8456"/>
                  <a:pt x="5798" y="7839"/>
                </a:cubicBezTo>
                <a:lnTo>
                  <a:pt x="5798" y="7839"/>
                </a:lnTo>
                <a:cubicBezTo>
                  <a:pt x="5930" y="7845"/>
                  <a:pt x="6061" y="7848"/>
                  <a:pt x="6192" y="7848"/>
                </a:cubicBezTo>
                <a:cubicBezTo>
                  <a:pt x="7110" y="7848"/>
                  <a:pt x="8024" y="7708"/>
                  <a:pt x="8903" y="7429"/>
                </a:cubicBezTo>
                <a:cubicBezTo>
                  <a:pt x="9473" y="7223"/>
                  <a:pt x="11185" y="6767"/>
                  <a:pt x="10706" y="5808"/>
                </a:cubicBezTo>
                <a:cubicBezTo>
                  <a:pt x="10537" y="5470"/>
                  <a:pt x="10156" y="5360"/>
                  <a:pt x="9721" y="5360"/>
                </a:cubicBezTo>
                <a:cubicBezTo>
                  <a:pt x="9099" y="5360"/>
                  <a:pt x="8366" y="5586"/>
                  <a:pt x="7990" y="5694"/>
                </a:cubicBezTo>
                <a:cubicBezTo>
                  <a:pt x="7008" y="5991"/>
                  <a:pt x="6095" y="6447"/>
                  <a:pt x="5273" y="7018"/>
                </a:cubicBezTo>
                <a:lnTo>
                  <a:pt x="5182" y="7018"/>
                </a:lnTo>
                <a:cubicBezTo>
                  <a:pt x="4634" y="6264"/>
                  <a:pt x="4132" y="5488"/>
                  <a:pt x="3653" y="4690"/>
                </a:cubicBezTo>
                <a:cubicBezTo>
                  <a:pt x="4566" y="4690"/>
                  <a:pt x="5479" y="4575"/>
                  <a:pt x="6369" y="4347"/>
                </a:cubicBezTo>
                <a:cubicBezTo>
                  <a:pt x="7099" y="4142"/>
                  <a:pt x="8218" y="3799"/>
                  <a:pt x="8058" y="2841"/>
                </a:cubicBezTo>
                <a:cubicBezTo>
                  <a:pt x="7967" y="2232"/>
                  <a:pt x="7490" y="2049"/>
                  <a:pt x="6979" y="2049"/>
                </a:cubicBezTo>
                <a:cubicBezTo>
                  <a:pt x="6724" y="2049"/>
                  <a:pt x="6460" y="2095"/>
                  <a:pt x="6232" y="2156"/>
                </a:cubicBezTo>
                <a:cubicBezTo>
                  <a:pt x="5091" y="2453"/>
                  <a:pt x="3949" y="2841"/>
                  <a:pt x="2808" y="3183"/>
                </a:cubicBezTo>
                <a:cubicBezTo>
                  <a:pt x="2283" y="2224"/>
                  <a:pt x="1827" y="1243"/>
                  <a:pt x="1416" y="216"/>
                </a:cubicBezTo>
                <a:cubicBezTo>
                  <a:pt x="1355" y="64"/>
                  <a:pt x="1236" y="0"/>
                  <a:pt x="1111"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7" name="Google Shape;2307;p56"/>
          <p:cNvSpPr/>
          <p:nvPr/>
        </p:nvSpPr>
        <p:spPr>
          <a:xfrm flipH="1" rot="5682778">
            <a:off x="2832603" y="1955041"/>
            <a:ext cx="1018588" cy="1147422"/>
          </a:xfrm>
          <a:custGeom>
            <a:rect b="b" l="l" r="r" t="t"/>
            <a:pathLst>
              <a:path extrusionOk="0" h="18875" w="16755">
                <a:moveTo>
                  <a:pt x="1111" y="0"/>
                </a:moveTo>
                <a:cubicBezTo>
                  <a:pt x="860" y="0"/>
                  <a:pt x="587" y="254"/>
                  <a:pt x="708" y="558"/>
                </a:cubicBezTo>
                <a:cubicBezTo>
                  <a:pt x="1119" y="1562"/>
                  <a:pt x="1576" y="2521"/>
                  <a:pt x="2055" y="3480"/>
                </a:cubicBezTo>
                <a:cubicBezTo>
                  <a:pt x="1918" y="3640"/>
                  <a:pt x="1918" y="3868"/>
                  <a:pt x="2032" y="4028"/>
                </a:cubicBezTo>
                <a:cubicBezTo>
                  <a:pt x="1302" y="5260"/>
                  <a:pt x="777" y="6584"/>
                  <a:pt x="548" y="7999"/>
                </a:cubicBezTo>
                <a:cubicBezTo>
                  <a:pt x="412" y="8775"/>
                  <a:pt x="1" y="10624"/>
                  <a:pt x="959" y="11058"/>
                </a:cubicBezTo>
                <a:cubicBezTo>
                  <a:pt x="1107" y="11126"/>
                  <a:pt x="1239" y="11156"/>
                  <a:pt x="1358" y="11156"/>
                </a:cubicBezTo>
                <a:cubicBezTo>
                  <a:pt x="2152" y="11156"/>
                  <a:pt x="2321" y="9782"/>
                  <a:pt x="2420" y="9186"/>
                </a:cubicBezTo>
                <a:cubicBezTo>
                  <a:pt x="2648" y="7771"/>
                  <a:pt x="2808" y="6379"/>
                  <a:pt x="2900" y="4963"/>
                </a:cubicBezTo>
                <a:cubicBezTo>
                  <a:pt x="3356" y="5739"/>
                  <a:pt x="3835" y="6493"/>
                  <a:pt x="4360" y="7223"/>
                </a:cubicBezTo>
                <a:lnTo>
                  <a:pt x="4338" y="7269"/>
                </a:lnTo>
                <a:cubicBezTo>
                  <a:pt x="3813" y="8730"/>
                  <a:pt x="3470" y="10259"/>
                  <a:pt x="3402" y="11811"/>
                </a:cubicBezTo>
                <a:cubicBezTo>
                  <a:pt x="3356" y="12541"/>
                  <a:pt x="3105" y="14230"/>
                  <a:pt x="4086" y="14504"/>
                </a:cubicBezTo>
                <a:cubicBezTo>
                  <a:pt x="4198" y="14539"/>
                  <a:pt x="4298" y="14554"/>
                  <a:pt x="4388" y="14554"/>
                </a:cubicBezTo>
                <a:cubicBezTo>
                  <a:pt x="5265" y="14554"/>
                  <a:pt x="5228" y="13075"/>
                  <a:pt x="5228" y="12496"/>
                </a:cubicBezTo>
                <a:cubicBezTo>
                  <a:pt x="5228" y="11126"/>
                  <a:pt x="5228" y="9734"/>
                  <a:pt x="5228" y="8364"/>
                </a:cubicBezTo>
                <a:cubicBezTo>
                  <a:pt x="5616" y="8889"/>
                  <a:pt x="6049" y="9392"/>
                  <a:pt x="6483" y="9894"/>
                </a:cubicBezTo>
                <a:cubicBezTo>
                  <a:pt x="6346" y="11218"/>
                  <a:pt x="6323" y="12541"/>
                  <a:pt x="6415" y="13888"/>
                </a:cubicBezTo>
                <a:cubicBezTo>
                  <a:pt x="6460" y="14550"/>
                  <a:pt x="6392" y="15965"/>
                  <a:pt x="7305" y="16102"/>
                </a:cubicBezTo>
                <a:cubicBezTo>
                  <a:pt x="7343" y="16107"/>
                  <a:pt x="7379" y="16109"/>
                  <a:pt x="7414" y="16109"/>
                </a:cubicBezTo>
                <a:cubicBezTo>
                  <a:pt x="8688" y="16109"/>
                  <a:pt x="8116" y="12929"/>
                  <a:pt x="7738" y="11240"/>
                </a:cubicBezTo>
                <a:lnTo>
                  <a:pt x="7738" y="11240"/>
                </a:lnTo>
                <a:cubicBezTo>
                  <a:pt x="8012" y="11514"/>
                  <a:pt x="8263" y="11765"/>
                  <a:pt x="8537" y="12016"/>
                </a:cubicBezTo>
                <a:cubicBezTo>
                  <a:pt x="8537" y="12085"/>
                  <a:pt x="8560" y="12153"/>
                  <a:pt x="8606" y="12222"/>
                </a:cubicBezTo>
                <a:cubicBezTo>
                  <a:pt x="8674" y="12290"/>
                  <a:pt x="8720" y="12359"/>
                  <a:pt x="8766" y="12450"/>
                </a:cubicBezTo>
                <a:cubicBezTo>
                  <a:pt x="9154" y="14071"/>
                  <a:pt x="9519" y="15737"/>
                  <a:pt x="9930" y="17358"/>
                </a:cubicBezTo>
                <a:cubicBezTo>
                  <a:pt x="10093" y="17993"/>
                  <a:pt x="10604" y="18875"/>
                  <a:pt x="11300" y="18875"/>
                </a:cubicBezTo>
                <a:cubicBezTo>
                  <a:pt x="11478" y="18875"/>
                  <a:pt x="11669" y="18817"/>
                  <a:pt x="11870" y="18681"/>
                </a:cubicBezTo>
                <a:cubicBezTo>
                  <a:pt x="12851" y="17997"/>
                  <a:pt x="11893" y="16376"/>
                  <a:pt x="11527" y="15600"/>
                </a:cubicBezTo>
                <a:cubicBezTo>
                  <a:pt x="11254" y="14984"/>
                  <a:pt x="10911" y="14390"/>
                  <a:pt x="10569" y="13797"/>
                </a:cubicBezTo>
                <a:lnTo>
                  <a:pt x="10569" y="13797"/>
                </a:lnTo>
                <a:cubicBezTo>
                  <a:pt x="11505" y="14550"/>
                  <a:pt x="12486" y="15258"/>
                  <a:pt x="13513" y="15897"/>
                </a:cubicBezTo>
                <a:cubicBezTo>
                  <a:pt x="13587" y="15943"/>
                  <a:pt x="13661" y="15964"/>
                  <a:pt x="13731" y="15964"/>
                </a:cubicBezTo>
                <a:cubicBezTo>
                  <a:pt x="14070" y="15964"/>
                  <a:pt x="14311" y="15485"/>
                  <a:pt x="13970" y="15258"/>
                </a:cubicBezTo>
                <a:cubicBezTo>
                  <a:pt x="13011" y="14641"/>
                  <a:pt x="12075" y="14002"/>
                  <a:pt x="11185" y="13295"/>
                </a:cubicBezTo>
                <a:lnTo>
                  <a:pt x="11185" y="13295"/>
                </a:lnTo>
                <a:cubicBezTo>
                  <a:pt x="12212" y="13523"/>
                  <a:pt x="13239" y="13637"/>
                  <a:pt x="14289" y="13637"/>
                </a:cubicBezTo>
                <a:cubicBezTo>
                  <a:pt x="14395" y="13637"/>
                  <a:pt x="14518" y="13639"/>
                  <a:pt x="14652" y="13639"/>
                </a:cubicBezTo>
                <a:cubicBezTo>
                  <a:pt x="15472" y="13639"/>
                  <a:pt x="16689" y="13571"/>
                  <a:pt x="16709" y="12610"/>
                </a:cubicBezTo>
                <a:cubicBezTo>
                  <a:pt x="16754" y="11263"/>
                  <a:pt x="14563" y="11354"/>
                  <a:pt x="13719" y="11332"/>
                </a:cubicBezTo>
                <a:cubicBezTo>
                  <a:pt x="12326" y="11332"/>
                  <a:pt x="10934" y="11514"/>
                  <a:pt x="9587" y="11925"/>
                </a:cubicBezTo>
                <a:cubicBezTo>
                  <a:pt x="9154" y="11537"/>
                  <a:pt x="8743" y="11149"/>
                  <a:pt x="8355" y="10738"/>
                </a:cubicBezTo>
                <a:cubicBezTo>
                  <a:pt x="9268" y="10647"/>
                  <a:pt x="10226" y="10578"/>
                  <a:pt x="11094" y="10373"/>
                </a:cubicBezTo>
                <a:cubicBezTo>
                  <a:pt x="11756" y="10213"/>
                  <a:pt x="12418" y="9643"/>
                  <a:pt x="12144" y="8889"/>
                </a:cubicBezTo>
                <a:cubicBezTo>
                  <a:pt x="11981" y="8418"/>
                  <a:pt x="11518" y="8236"/>
                  <a:pt x="11059" y="8236"/>
                </a:cubicBezTo>
                <a:cubicBezTo>
                  <a:pt x="10873" y="8236"/>
                  <a:pt x="10688" y="8266"/>
                  <a:pt x="10523" y="8319"/>
                </a:cubicBezTo>
                <a:cubicBezTo>
                  <a:pt x="9428" y="8661"/>
                  <a:pt x="8378" y="9186"/>
                  <a:pt x="7328" y="9643"/>
                </a:cubicBezTo>
                <a:cubicBezTo>
                  <a:pt x="6780" y="9072"/>
                  <a:pt x="6278" y="8456"/>
                  <a:pt x="5798" y="7839"/>
                </a:cubicBezTo>
                <a:lnTo>
                  <a:pt x="5798" y="7839"/>
                </a:lnTo>
                <a:cubicBezTo>
                  <a:pt x="5930" y="7845"/>
                  <a:pt x="6061" y="7848"/>
                  <a:pt x="6192" y="7848"/>
                </a:cubicBezTo>
                <a:cubicBezTo>
                  <a:pt x="7110" y="7848"/>
                  <a:pt x="8024" y="7708"/>
                  <a:pt x="8903" y="7429"/>
                </a:cubicBezTo>
                <a:cubicBezTo>
                  <a:pt x="9473" y="7223"/>
                  <a:pt x="11185" y="6767"/>
                  <a:pt x="10706" y="5808"/>
                </a:cubicBezTo>
                <a:cubicBezTo>
                  <a:pt x="10537" y="5470"/>
                  <a:pt x="10156" y="5360"/>
                  <a:pt x="9721" y="5360"/>
                </a:cubicBezTo>
                <a:cubicBezTo>
                  <a:pt x="9099" y="5360"/>
                  <a:pt x="8366" y="5586"/>
                  <a:pt x="7990" y="5694"/>
                </a:cubicBezTo>
                <a:cubicBezTo>
                  <a:pt x="7008" y="5991"/>
                  <a:pt x="6095" y="6447"/>
                  <a:pt x="5273" y="7018"/>
                </a:cubicBezTo>
                <a:lnTo>
                  <a:pt x="5182" y="7018"/>
                </a:lnTo>
                <a:cubicBezTo>
                  <a:pt x="4634" y="6264"/>
                  <a:pt x="4132" y="5488"/>
                  <a:pt x="3653" y="4690"/>
                </a:cubicBezTo>
                <a:cubicBezTo>
                  <a:pt x="4566" y="4690"/>
                  <a:pt x="5479" y="4575"/>
                  <a:pt x="6369" y="4347"/>
                </a:cubicBezTo>
                <a:cubicBezTo>
                  <a:pt x="7099" y="4142"/>
                  <a:pt x="8218" y="3799"/>
                  <a:pt x="8058" y="2841"/>
                </a:cubicBezTo>
                <a:cubicBezTo>
                  <a:pt x="7967" y="2232"/>
                  <a:pt x="7490" y="2049"/>
                  <a:pt x="6979" y="2049"/>
                </a:cubicBezTo>
                <a:cubicBezTo>
                  <a:pt x="6724" y="2049"/>
                  <a:pt x="6460" y="2095"/>
                  <a:pt x="6232" y="2156"/>
                </a:cubicBezTo>
                <a:cubicBezTo>
                  <a:pt x="5091" y="2453"/>
                  <a:pt x="3949" y="2841"/>
                  <a:pt x="2808" y="3183"/>
                </a:cubicBezTo>
                <a:cubicBezTo>
                  <a:pt x="2283" y="2224"/>
                  <a:pt x="1827" y="1243"/>
                  <a:pt x="1416" y="216"/>
                </a:cubicBezTo>
                <a:cubicBezTo>
                  <a:pt x="1355" y="64"/>
                  <a:pt x="1236" y="0"/>
                  <a:pt x="1111"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308" name="Google Shape;2308;p56"/>
          <p:cNvPicPr preferRelativeResize="0"/>
          <p:nvPr/>
        </p:nvPicPr>
        <p:blipFill>
          <a:blip r:embed="rId3">
            <a:alphaModFix/>
          </a:blip>
          <a:stretch>
            <a:fillRect/>
          </a:stretch>
        </p:blipFill>
        <p:spPr>
          <a:xfrm>
            <a:off x="3933600" y="4307775"/>
            <a:ext cx="1276800" cy="835725"/>
          </a:xfrm>
          <a:prstGeom prst="rect">
            <a:avLst/>
          </a:prstGeom>
          <a:noFill/>
          <a:ln>
            <a:noFill/>
          </a:ln>
        </p:spPr>
      </p:pic>
      <p:sp>
        <p:nvSpPr>
          <p:cNvPr id="2309" name="Google Shape;2309;p5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3" name="Shape 2313"/>
        <p:cNvGrpSpPr/>
        <p:nvPr/>
      </p:nvGrpSpPr>
      <p:grpSpPr>
        <a:xfrm>
          <a:off x="0" y="0"/>
          <a:ext cx="0" cy="0"/>
          <a:chOff x="0" y="0"/>
          <a:chExt cx="0" cy="0"/>
        </a:xfrm>
      </p:grpSpPr>
      <p:sp>
        <p:nvSpPr>
          <p:cNvPr id="2314" name="Google Shape;2314;p57"/>
          <p:cNvSpPr/>
          <p:nvPr/>
        </p:nvSpPr>
        <p:spPr>
          <a:xfrm rot="-3146971">
            <a:off x="6965341" y="4489707"/>
            <a:ext cx="40365" cy="27342"/>
          </a:xfrm>
          <a:custGeom>
            <a:rect b="b" l="l" r="r" t="t"/>
            <a:pathLst>
              <a:path extrusionOk="0" h="2362" w="3487">
                <a:moveTo>
                  <a:pt x="1668" y="1"/>
                </a:moveTo>
                <a:cubicBezTo>
                  <a:pt x="193" y="1"/>
                  <a:pt x="0" y="2361"/>
                  <a:pt x="1883" y="2361"/>
                </a:cubicBezTo>
                <a:cubicBezTo>
                  <a:pt x="3311" y="2361"/>
                  <a:pt x="3487" y="56"/>
                  <a:pt x="1783" y="5"/>
                </a:cubicBezTo>
                <a:cubicBezTo>
                  <a:pt x="1744" y="2"/>
                  <a:pt x="1706" y="1"/>
                  <a:pt x="166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5" name="Google Shape;2315;p57"/>
          <p:cNvSpPr txBox="1"/>
          <p:nvPr/>
        </p:nvSpPr>
        <p:spPr>
          <a:xfrm>
            <a:off x="0" y="1304025"/>
            <a:ext cx="4017000" cy="329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700">
                <a:solidFill>
                  <a:schemeClr val="dk1"/>
                </a:solidFill>
                <a:latin typeface="Roboto"/>
                <a:ea typeface="Roboto"/>
                <a:cs typeface="Roboto"/>
                <a:sym typeface="Roboto"/>
              </a:rPr>
              <a:t>Bài 1:</a:t>
            </a:r>
            <a:r>
              <a:rPr b="1" lang="en" sz="1700">
                <a:solidFill>
                  <a:srgbClr val="245716"/>
                </a:solidFill>
                <a:latin typeface="Roboto"/>
                <a:ea typeface="Roboto"/>
                <a:cs typeface="Roboto"/>
                <a:sym typeface="Roboto"/>
              </a:rPr>
              <a:t> </a:t>
            </a:r>
            <a:r>
              <a:rPr lang="en" sz="1700">
                <a:solidFill>
                  <a:srgbClr val="245716"/>
                </a:solidFill>
                <a:latin typeface="Roboto"/>
                <a:ea typeface="Roboto"/>
                <a:cs typeface="Roboto"/>
                <a:sym typeface="Roboto"/>
              </a:rPr>
              <a:t>Cho một </a:t>
            </a:r>
            <a:r>
              <a:rPr lang="en" sz="1700">
                <a:solidFill>
                  <a:srgbClr val="245716"/>
                </a:solidFill>
                <a:latin typeface="Roboto"/>
                <a:ea typeface="Roboto"/>
                <a:cs typeface="Roboto"/>
                <a:sym typeface="Roboto"/>
              </a:rPr>
              <a:t>cấu trúc dữ liệu</a:t>
            </a:r>
            <a:r>
              <a:rPr lang="en" sz="1700">
                <a:solidFill>
                  <a:srgbClr val="245716"/>
                </a:solidFill>
                <a:latin typeface="Roboto"/>
                <a:ea typeface="Roboto"/>
                <a:cs typeface="Roboto"/>
                <a:sym typeface="Roboto"/>
              </a:rPr>
              <a:t> </a:t>
            </a:r>
            <a:r>
              <a:rPr lang="en" sz="1700">
                <a:solidFill>
                  <a:schemeClr val="dk1"/>
                </a:solidFill>
                <a:latin typeface="Roboto"/>
                <a:ea typeface="Roboto"/>
                <a:cs typeface="Roboto"/>
                <a:sym typeface="Roboto"/>
              </a:rPr>
              <a:t>S</a:t>
            </a:r>
            <a:r>
              <a:rPr lang="en" sz="1700">
                <a:solidFill>
                  <a:schemeClr val="dk1"/>
                </a:solidFill>
                <a:latin typeface="Roboto"/>
                <a:ea typeface="Roboto"/>
                <a:cs typeface="Roboto"/>
                <a:sym typeface="Roboto"/>
              </a:rPr>
              <a:t>tack</a:t>
            </a:r>
            <a:r>
              <a:rPr lang="en" sz="1700">
                <a:solidFill>
                  <a:srgbClr val="245716"/>
                </a:solidFill>
                <a:latin typeface="Roboto"/>
                <a:ea typeface="Roboto"/>
                <a:cs typeface="Roboto"/>
                <a:sym typeface="Roboto"/>
              </a:rPr>
              <a:t> </a:t>
            </a:r>
            <a:r>
              <a:rPr lang="en" sz="1700">
                <a:solidFill>
                  <a:srgbClr val="245716"/>
                </a:solidFill>
                <a:latin typeface="Roboto"/>
                <a:ea typeface="Roboto"/>
                <a:cs typeface="Roboto"/>
                <a:sym typeface="Roboto"/>
              </a:rPr>
              <a:t>gồm một </a:t>
            </a:r>
            <a:r>
              <a:rPr lang="en" sz="1700">
                <a:solidFill>
                  <a:schemeClr val="accent3"/>
                </a:solidFill>
                <a:latin typeface="Roboto"/>
                <a:ea typeface="Roboto"/>
                <a:cs typeface="Roboto"/>
                <a:sym typeface="Roboto"/>
              </a:rPr>
              <a:t>mảng số nguyên </a:t>
            </a:r>
            <a:r>
              <a:rPr lang="en" sz="1700">
                <a:solidFill>
                  <a:schemeClr val="dk1"/>
                </a:solidFill>
                <a:latin typeface="Roboto"/>
                <a:ea typeface="Roboto"/>
                <a:cs typeface="Roboto"/>
                <a:sym typeface="Roboto"/>
              </a:rPr>
              <a:t>a</a:t>
            </a:r>
            <a:r>
              <a:rPr lang="en" sz="1700">
                <a:solidFill>
                  <a:schemeClr val="accent3"/>
                </a:solidFill>
                <a:latin typeface="Roboto"/>
                <a:ea typeface="Roboto"/>
                <a:cs typeface="Roboto"/>
                <a:sym typeface="Roboto"/>
              </a:rPr>
              <a:t> </a:t>
            </a:r>
            <a:r>
              <a:rPr lang="en" sz="1700">
                <a:solidFill>
                  <a:srgbClr val="245716"/>
                </a:solidFill>
                <a:latin typeface="Roboto"/>
                <a:ea typeface="Roboto"/>
                <a:cs typeface="Roboto"/>
                <a:sym typeface="Roboto"/>
              </a:rPr>
              <a:t>có </a:t>
            </a:r>
            <a:r>
              <a:rPr lang="en" sz="1700">
                <a:solidFill>
                  <a:srgbClr val="9D6619"/>
                </a:solidFill>
                <a:latin typeface="Roboto"/>
                <a:ea typeface="Roboto"/>
                <a:cs typeface="Roboto"/>
                <a:sym typeface="Roboto"/>
              </a:rPr>
              <a:t>MAX</a:t>
            </a:r>
            <a:r>
              <a:rPr lang="en" sz="1700">
                <a:solidFill>
                  <a:srgbClr val="245716"/>
                </a:solidFill>
                <a:latin typeface="Roboto"/>
                <a:ea typeface="Roboto"/>
                <a:cs typeface="Roboto"/>
                <a:sym typeface="Roboto"/>
              </a:rPr>
              <a:t> phần tử và biến số nguyên </a:t>
            </a:r>
            <a:r>
              <a:rPr lang="en" sz="1700">
                <a:solidFill>
                  <a:schemeClr val="dk1"/>
                </a:solidFill>
                <a:latin typeface="Roboto"/>
                <a:ea typeface="Roboto"/>
                <a:cs typeface="Roboto"/>
                <a:sym typeface="Roboto"/>
              </a:rPr>
              <a:t>top</a:t>
            </a:r>
            <a:r>
              <a:rPr lang="en" sz="1700">
                <a:solidFill>
                  <a:srgbClr val="245716"/>
                </a:solidFill>
                <a:latin typeface="Roboto"/>
                <a:ea typeface="Roboto"/>
                <a:cs typeface="Roboto"/>
                <a:sym typeface="Roboto"/>
              </a:rPr>
              <a:t>. Cài đặt </a:t>
            </a:r>
            <a:r>
              <a:rPr lang="en" sz="1700">
                <a:solidFill>
                  <a:schemeClr val="dk1"/>
                </a:solidFill>
                <a:latin typeface="Roboto"/>
                <a:ea typeface="Roboto"/>
                <a:cs typeface="Roboto"/>
                <a:sym typeface="Roboto"/>
              </a:rPr>
              <a:t>stack</a:t>
            </a:r>
            <a:r>
              <a:rPr lang="en" sz="1700">
                <a:solidFill>
                  <a:srgbClr val="245716"/>
                </a:solidFill>
                <a:latin typeface="Roboto"/>
                <a:ea typeface="Roboto"/>
                <a:cs typeface="Roboto"/>
                <a:sym typeface="Roboto"/>
              </a:rPr>
              <a:t> với các phép toán:</a:t>
            </a:r>
            <a:endParaRPr sz="1700">
              <a:solidFill>
                <a:srgbClr val="245716"/>
              </a:solidFill>
              <a:latin typeface="Roboto"/>
              <a:ea typeface="Roboto"/>
              <a:cs typeface="Roboto"/>
              <a:sym typeface="Roboto"/>
            </a:endParaRPr>
          </a:p>
          <a:p>
            <a:pPr indent="-336550" lvl="0" marL="457200" rtl="0" algn="l">
              <a:spcBef>
                <a:spcPts val="0"/>
              </a:spcBef>
              <a:spcAft>
                <a:spcPts val="0"/>
              </a:spcAft>
              <a:buClr>
                <a:schemeClr val="accent3"/>
              </a:buClr>
              <a:buSzPts val="1700"/>
              <a:buFont typeface="Roboto"/>
              <a:buChar char="●"/>
            </a:pPr>
            <a:r>
              <a:rPr b="1" lang="en" sz="1700">
                <a:solidFill>
                  <a:schemeClr val="accent3"/>
                </a:solidFill>
                <a:latin typeface="Roboto"/>
                <a:ea typeface="Roboto"/>
                <a:cs typeface="Roboto"/>
                <a:sym typeface="Roboto"/>
              </a:rPr>
              <a:t>isEmpty: </a:t>
            </a:r>
            <a:r>
              <a:rPr lang="en" sz="1700">
                <a:solidFill>
                  <a:schemeClr val="accent3"/>
                </a:solidFill>
                <a:latin typeface="Roboto"/>
                <a:ea typeface="Roboto"/>
                <a:cs typeface="Roboto"/>
                <a:sym typeface="Roboto"/>
              </a:rPr>
              <a:t>k</a:t>
            </a:r>
            <a:r>
              <a:rPr lang="en" sz="1700">
                <a:solidFill>
                  <a:schemeClr val="accent3"/>
                </a:solidFill>
                <a:latin typeface="Roboto"/>
                <a:ea typeface="Roboto"/>
                <a:cs typeface="Roboto"/>
                <a:sym typeface="Roboto"/>
              </a:rPr>
              <a:t>iểm tra </a:t>
            </a:r>
            <a:r>
              <a:rPr lang="en" sz="1700">
                <a:solidFill>
                  <a:schemeClr val="dk1"/>
                </a:solidFill>
                <a:latin typeface="Roboto"/>
                <a:ea typeface="Roboto"/>
                <a:cs typeface="Roboto"/>
                <a:sym typeface="Roboto"/>
              </a:rPr>
              <a:t>stack</a:t>
            </a:r>
            <a:r>
              <a:rPr lang="en" sz="1700">
                <a:solidFill>
                  <a:schemeClr val="accent3"/>
                </a:solidFill>
                <a:latin typeface="Roboto"/>
                <a:ea typeface="Roboto"/>
                <a:cs typeface="Roboto"/>
                <a:sym typeface="Roboto"/>
              </a:rPr>
              <a:t> có đang trống?</a:t>
            </a:r>
            <a:endParaRPr sz="1700">
              <a:solidFill>
                <a:schemeClr val="accent3"/>
              </a:solidFill>
              <a:latin typeface="Roboto"/>
              <a:ea typeface="Roboto"/>
              <a:cs typeface="Roboto"/>
              <a:sym typeface="Roboto"/>
            </a:endParaRPr>
          </a:p>
          <a:p>
            <a:pPr indent="-336550" lvl="0" marL="457200" rtl="0" algn="l">
              <a:spcBef>
                <a:spcPts val="0"/>
              </a:spcBef>
              <a:spcAft>
                <a:spcPts val="0"/>
              </a:spcAft>
              <a:buClr>
                <a:schemeClr val="accent3"/>
              </a:buClr>
              <a:buSzPts val="1700"/>
              <a:buFont typeface="Roboto"/>
              <a:buChar char="●"/>
            </a:pPr>
            <a:r>
              <a:rPr b="1" lang="en" sz="1700">
                <a:solidFill>
                  <a:schemeClr val="accent3"/>
                </a:solidFill>
                <a:latin typeface="Roboto"/>
                <a:ea typeface="Roboto"/>
                <a:cs typeface="Roboto"/>
                <a:sym typeface="Roboto"/>
              </a:rPr>
              <a:t>isFull:</a:t>
            </a:r>
            <a:r>
              <a:rPr lang="en" sz="1700">
                <a:solidFill>
                  <a:schemeClr val="accent3"/>
                </a:solidFill>
                <a:latin typeface="Roboto"/>
                <a:ea typeface="Roboto"/>
                <a:cs typeface="Roboto"/>
                <a:sym typeface="Roboto"/>
              </a:rPr>
              <a:t> kiểm tra </a:t>
            </a:r>
            <a:r>
              <a:rPr lang="en" sz="1700">
                <a:solidFill>
                  <a:schemeClr val="dk1"/>
                </a:solidFill>
                <a:latin typeface="Roboto"/>
                <a:ea typeface="Roboto"/>
                <a:cs typeface="Roboto"/>
                <a:sym typeface="Roboto"/>
              </a:rPr>
              <a:t>stack</a:t>
            </a:r>
            <a:r>
              <a:rPr lang="en" sz="1700">
                <a:solidFill>
                  <a:schemeClr val="accent3"/>
                </a:solidFill>
                <a:latin typeface="Roboto"/>
                <a:ea typeface="Roboto"/>
                <a:cs typeface="Roboto"/>
                <a:sym typeface="Roboto"/>
              </a:rPr>
              <a:t> có đang đầy?</a:t>
            </a:r>
            <a:endParaRPr sz="1700">
              <a:solidFill>
                <a:schemeClr val="accent3"/>
              </a:solidFill>
              <a:latin typeface="Roboto"/>
              <a:ea typeface="Roboto"/>
              <a:cs typeface="Roboto"/>
              <a:sym typeface="Roboto"/>
            </a:endParaRPr>
          </a:p>
          <a:p>
            <a:pPr indent="-336550" lvl="0" marL="457200" rtl="0" algn="l">
              <a:spcBef>
                <a:spcPts val="0"/>
              </a:spcBef>
              <a:spcAft>
                <a:spcPts val="0"/>
              </a:spcAft>
              <a:buClr>
                <a:schemeClr val="accent3"/>
              </a:buClr>
              <a:buSzPts val="1700"/>
              <a:buFont typeface="Roboto"/>
              <a:buChar char="●"/>
            </a:pPr>
            <a:r>
              <a:rPr b="1" lang="en" sz="1700">
                <a:solidFill>
                  <a:schemeClr val="accent3"/>
                </a:solidFill>
                <a:latin typeface="Roboto"/>
                <a:ea typeface="Roboto"/>
                <a:cs typeface="Roboto"/>
                <a:sym typeface="Roboto"/>
              </a:rPr>
              <a:t>p</a:t>
            </a:r>
            <a:r>
              <a:rPr b="1" lang="en" sz="1700">
                <a:solidFill>
                  <a:schemeClr val="accent3"/>
                </a:solidFill>
                <a:latin typeface="Roboto"/>
                <a:ea typeface="Roboto"/>
                <a:cs typeface="Roboto"/>
                <a:sym typeface="Roboto"/>
              </a:rPr>
              <a:t>ush:</a:t>
            </a:r>
            <a:r>
              <a:rPr lang="en" sz="1700">
                <a:solidFill>
                  <a:schemeClr val="accent3"/>
                </a:solidFill>
                <a:latin typeface="Roboto"/>
                <a:ea typeface="Roboto"/>
                <a:cs typeface="Roboto"/>
                <a:sym typeface="Roboto"/>
              </a:rPr>
              <a:t> thêm một </a:t>
            </a:r>
            <a:r>
              <a:rPr lang="en" sz="1700">
                <a:solidFill>
                  <a:srgbClr val="825418"/>
                </a:solidFill>
                <a:latin typeface="Roboto"/>
                <a:ea typeface="Roboto"/>
                <a:cs typeface="Roboto"/>
                <a:sym typeface="Roboto"/>
              </a:rPr>
              <a:t>value</a:t>
            </a:r>
            <a:r>
              <a:rPr lang="en" sz="1700">
                <a:solidFill>
                  <a:schemeClr val="accent3"/>
                </a:solidFill>
                <a:latin typeface="Roboto"/>
                <a:ea typeface="Roboto"/>
                <a:cs typeface="Roboto"/>
                <a:sym typeface="Roboto"/>
              </a:rPr>
              <a:t> vào</a:t>
            </a:r>
            <a:r>
              <a:rPr lang="en" sz="1700">
                <a:solidFill>
                  <a:schemeClr val="dk1"/>
                </a:solidFill>
                <a:latin typeface="Roboto"/>
                <a:ea typeface="Roboto"/>
                <a:cs typeface="Roboto"/>
                <a:sym typeface="Roboto"/>
              </a:rPr>
              <a:t> stack</a:t>
            </a:r>
            <a:r>
              <a:rPr lang="en" sz="1700">
                <a:solidFill>
                  <a:schemeClr val="accent3"/>
                </a:solidFill>
                <a:latin typeface="Roboto"/>
                <a:ea typeface="Roboto"/>
                <a:cs typeface="Roboto"/>
                <a:sym typeface="Roboto"/>
              </a:rPr>
              <a:t>.</a:t>
            </a:r>
            <a:endParaRPr sz="1700">
              <a:solidFill>
                <a:schemeClr val="accent3"/>
              </a:solidFill>
              <a:latin typeface="Roboto"/>
              <a:ea typeface="Roboto"/>
              <a:cs typeface="Roboto"/>
              <a:sym typeface="Roboto"/>
            </a:endParaRPr>
          </a:p>
          <a:p>
            <a:pPr indent="-336550" lvl="0" marL="457200" rtl="0" algn="l">
              <a:spcBef>
                <a:spcPts val="0"/>
              </a:spcBef>
              <a:spcAft>
                <a:spcPts val="0"/>
              </a:spcAft>
              <a:buClr>
                <a:schemeClr val="accent3"/>
              </a:buClr>
              <a:buSzPts val="1700"/>
              <a:buFont typeface="Roboto"/>
              <a:buChar char="●"/>
            </a:pPr>
            <a:r>
              <a:rPr b="1" lang="en" sz="1700">
                <a:solidFill>
                  <a:schemeClr val="accent3"/>
                </a:solidFill>
                <a:latin typeface="Roboto"/>
                <a:ea typeface="Roboto"/>
                <a:cs typeface="Roboto"/>
                <a:sym typeface="Roboto"/>
              </a:rPr>
              <a:t>p</a:t>
            </a:r>
            <a:r>
              <a:rPr b="1" lang="en" sz="1700">
                <a:solidFill>
                  <a:schemeClr val="accent3"/>
                </a:solidFill>
                <a:latin typeface="Roboto"/>
                <a:ea typeface="Roboto"/>
                <a:cs typeface="Roboto"/>
                <a:sym typeface="Roboto"/>
              </a:rPr>
              <a:t>op: </a:t>
            </a:r>
            <a:r>
              <a:rPr lang="en" sz="1700">
                <a:solidFill>
                  <a:schemeClr val="accent3"/>
                </a:solidFill>
                <a:latin typeface="Roboto"/>
                <a:ea typeface="Roboto"/>
                <a:cs typeface="Roboto"/>
                <a:sym typeface="Roboto"/>
              </a:rPr>
              <a:t>lấy ra </a:t>
            </a:r>
            <a:r>
              <a:rPr lang="en" sz="1700">
                <a:solidFill>
                  <a:srgbClr val="9D6619"/>
                </a:solidFill>
                <a:latin typeface="Roboto"/>
                <a:ea typeface="Roboto"/>
                <a:cs typeface="Roboto"/>
                <a:sym typeface="Roboto"/>
              </a:rPr>
              <a:t>value</a:t>
            </a:r>
            <a:r>
              <a:rPr lang="en" sz="1700">
                <a:solidFill>
                  <a:schemeClr val="accent3"/>
                </a:solidFill>
                <a:latin typeface="Roboto"/>
                <a:ea typeface="Roboto"/>
                <a:cs typeface="Roboto"/>
                <a:sym typeface="Roboto"/>
              </a:rPr>
              <a:t> từ </a:t>
            </a:r>
            <a:r>
              <a:rPr lang="en" sz="1700">
                <a:solidFill>
                  <a:schemeClr val="dk1"/>
                </a:solidFill>
                <a:latin typeface="Roboto"/>
                <a:ea typeface="Roboto"/>
                <a:cs typeface="Roboto"/>
                <a:sym typeface="Roboto"/>
              </a:rPr>
              <a:t>stack</a:t>
            </a:r>
            <a:r>
              <a:rPr lang="en" sz="1700">
                <a:solidFill>
                  <a:schemeClr val="accent3"/>
                </a:solidFill>
                <a:latin typeface="Roboto"/>
                <a:ea typeface="Roboto"/>
                <a:cs typeface="Roboto"/>
                <a:sym typeface="Roboto"/>
              </a:rPr>
              <a:t>.</a:t>
            </a:r>
            <a:endParaRPr sz="1700">
              <a:solidFill>
                <a:schemeClr val="accent3"/>
              </a:solidFill>
              <a:latin typeface="Roboto"/>
              <a:ea typeface="Roboto"/>
              <a:cs typeface="Roboto"/>
              <a:sym typeface="Roboto"/>
            </a:endParaRPr>
          </a:p>
          <a:p>
            <a:pPr indent="0" lvl="0" marL="0" rtl="0" algn="l">
              <a:spcBef>
                <a:spcPts val="0"/>
              </a:spcBef>
              <a:spcAft>
                <a:spcPts val="0"/>
              </a:spcAft>
              <a:buNone/>
            </a:pPr>
            <a:r>
              <a:rPr lang="en" sz="1700">
                <a:solidFill>
                  <a:schemeClr val="accent3"/>
                </a:solidFill>
                <a:latin typeface="Roboto"/>
                <a:ea typeface="Roboto"/>
                <a:cs typeface="Roboto"/>
                <a:sym typeface="Roboto"/>
              </a:rPr>
              <a:t>Cài đặt chương trình như mẫu bên rồi </a:t>
            </a:r>
            <a:r>
              <a:rPr lang="en" sz="1700">
                <a:solidFill>
                  <a:schemeClr val="accent3"/>
                </a:solidFill>
                <a:latin typeface="Roboto"/>
                <a:ea typeface="Roboto"/>
                <a:cs typeface="Roboto"/>
                <a:sym typeface="Roboto"/>
              </a:rPr>
              <a:t>cho biết</a:t>
            </a:r>
            <a:r>
              <a:rPr lang="en" sz="1700">
                <a:solidFill>
                  <a:schemeClr val="accent3"/>
                </a:solidFill>
                <a:latin typeface="Roboto"/>
                <a:ea typeface="Roboto"/>
                <a:cs typeface="Roboto"/>
                <a:sym typeface="Roboto"/>
              </a:rPr>
              <a:t> kết quả.</a:t>
            </a:r>
            <a:endParaRPr sz="1700">
              <a:solidFill>
                <a:srgbClr val="245716"/>
              </a:solidFill>
              <a:latin typeface="Roboto"/>
              <a:ea typeface="Roboto"/>
              <a:cs typeface="Roboto"/>
              <a:sym typeface="Roboto"/>
            </a:endParaRPr>
          </a:p>
        </p:txBody>
      </p:sp>
      <p:sp>
        <p:nvSpPr>
          <p:cNvPr id="2316" name="Google Shape;2316;p57"/>
          <p:cNvSpPr txBox="1"/>
          <p:nvPr/>
        </p:nvSpPr>
        <p:spPr>
          <a:xfrm>
            <a:off x="4009073" y="554875"/>
            <a:ext cx="2575500" cy="4032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rgbClr val="212121"/>
                </a:solidFill>
                <a:latin typeface="Consolas"/>
                <a:ea typeface="Consolas"/>
                <a:cs typeface="Consolas"/>
                <a:sym typeface="Consolas"/>
              </a:rPr>
              <a:t>#include &lt;stdio.h&gt;</a:t>
            </a:r>
            <a:endParaRPr sz="1000">
              <a:solidFill>
                <a:srgbClr val="212121"/>
              </a:solidFill>
              <a:latin typeface="Consolas"/>
              <a:ea typeface="Consolas"/>
              <a:cs typeface="Consolas"/>
              <a:sym typeface="Consolas"/>
            </a:endParaRPr>
          </a:p>
          <a:p>
            <a:pPr indent="0" lvl="0" marL="0" rtl="0" algn="l">
              <a:spcBef>
                <a:spcPts val="0"/>
              </a:spcBef>
              <a:spcAft>
                <a:spcPts val="0"/>
              </a:spcAft>
              <a:buNone/>
            </a:pPr>
            <a:r>
              <a:rPr lang="en" sz="1000">
                <a:solidFill>
                  <a:srgbClr val="212121"/>
                </a:solidFill>
                <a:latin typeface="Consolas"/>
                <a:ea typeface="Consolas"/>
                <a:cs typeface="Consolas"/>
                <a:sym typeface="Consolas"/>
              </a:rPr>
              <a:t>#include &lt;stdlib.h&gt;</a:t>
            </a:r>
            <a:endParaRPr sz="1000">
              <a:solidFill>
                <a:srgbClr val="212121"/>
              </a:solidFill>
              <a:latin typeface="Consolas"/>
              <a:ea typeface="Consolas"/>
              <a:cs typeface="Consolas"/>
              <a:sym typeface="Consolas"/>
            </a:endParaRPr>
          </a:p>
          <a:p>
            <a:pPr indent="0" lvl="0" marL="0" rtl="0" algn="l">
              <a:spcBef>
                <a:spcPts val="0"/>
              </a:spcBef>
              <a:spcAft>
                <a:spcPts val="0"/>
              </a:spcAft>
              <a:buNone/>
            </a:pPr>
            <a:r>
              <a:rPr lang="en" sz="1000">
                <a:solidFill>
                  <a:srgbClr val="212121"/>
                </a:solidFill>
                <a:latin typeface="Consolas"/>
                <a:ea typeface="Consolas"/>
                <a:cs typeface="Consolas"/>
                <a:sym typeface="Consolas"/>
              </a:rPr>
              <a:t>#define MAX 5</a:t>
            </a:r>
            <a:endParaRPr sz="1000">
              <a:solidFill>
                <a:srgbClr val="212121"/>
              </a:solidFill>
              <a:latin typeface="Consolas"/>
              <a:ea typeface="Consolas"/>
              <a:cs typeface="Consolas"/>
              <a:sym typeface="Consolas"/>
            </a:endParaRPr>
          </a:p>
          <a:p>
            <a:pPr indent="0" lvl="0" marL="0" rtl="0" algn="l">
              <a:spcBef>
                <a:spcPts val="0"/>
              </a:spcBef>
              <a:spcAft>
                <a:spcPts val="0"/>
              </a:spcAft>
              <a:buNone/>
            </a:pPr>
            <a:r>
              <a:t/>
            </a:r>
            <a:endParaRPr sz="1000">
              <a:solidFill>
                <a:srgbClr val="212121"/>
              </a:solidFill>
              <a:latin typeface="Consolas"/>
              <a:ea typeface="Consolas"/>
              <a:cs typeface="Consolas"/>
              <a:sym typeface="Consolas"/>
            </a:endParaRPr>
          </a:p>
          <a:p>
            <a:pPr indent="0" lvl="0" marL="0" rtl="0" algn="l">
              <a:spcBef>
                <a:spcPts val="0"/>
              </a:spcBef>
              <a:spcAft>
                <a:spcPts val="0"/>
              </a:spcAft>
              <a:buNone/>
            </a:pPr>
            <a:r>
              <a:rPr b="1" lang="en" sz="1000">
                <a:solidFill>
                  <a:schemeClr val="accent3"/>
                </a:solidFill>
                <a:latin typeface="Consolas"/>
                <a:ea typeface="Consolas"/>
                <a:cs typeface="Consolas"/>
                <a:sym typeface="Consolas"/>
              </a:rPr>
              <a:t>typedef struct Stack_type{</a:t>
            </a:r>
            <a:endParaRPr b="1" sz="1000">
              <a:solidFill>
                <a:schemeClr val="accent3"/>
              </a:solidFill>
              <a:latin typeface="Consolas"/>
              <a:ea typeface="Consolas"/>
              <a:cs typeface="Consolas"/>
              <a:sym typeface="Consolas"/>
            </a:endParaRPr>
          </a:p>
          <a:p>
            <a:pPr indent="0" lvl="0" marL="0" rtl="0" algn="l">
              <a:spcBef>
                <a:spcPts val="0"/>
              </a:spcBef>
              <a:spcAft>
                <a:spcPts val="0"/>
              </a:spcAft>
              <a:buNone/>
            </a:pPr>
            <a:r>
              <a:rPr b="1" lang="en" sz="1000">
                <a:solidFill>
                  <a:schemeClr val="accent3"/>
                </a:solidFill>
                <a:latin typeface="Consolas"/>
                <a:ea typeface="Consolas"/>
                <a:cs typeface="Consolas"/>
                <a:sym typeface="Consolas"/>
              </a:rPr>
              <a:t>    int a[MAX];</a:t>
            </a:r>
            <a:endParaRPr b="1" sz="1000">
              <a:solidFill>
                <a:schemeClr val="accent3"/>
              </a:solidFill>
              <a:latin typeface="Consolas"/>
              <a:ea typeface="Consolas"/>
              <a:cs typeface="Consolas"/>
              <a:sym typeface="Consolas"/>
            </a:endParaRPr>
          </a:p>
          <a:p>
            <a:pPr indent="0" lvl="0" marL="0" rtl="0" algn="l">
              <a:spcBef>
                <a:spcPts val="0"/>
              </a:spcBef>
              <a:spcAft>
                <a:spcPts val="0"/>
              </a:spcAft>
              <a:buNone/>
            </a:pPr>
            <a:r>
              <a:rPr b="1" lang="en" sz="1000">
                <a:solidFill>
                  <a:schemeClr val="accent3"/>
                </a:solidFill>
                <a:latin typeface="Consolas"/>
                <a:ea typeface="Consolas"/>
                <a:cs typeface="Consolas"/>
                <a:sym typeface="Consolas"/>
              </a:rPr>
              <a:t>    int top;</a:t>
            </a:r>
            <a:endParaRPr b="1" sz="1000">
              <a:solidFill>
                <a:schemeClr val="accent3"/>
              </a:solidFill>
              <a:latin typeface="Consolas"/>
              <a:ea typeface="Consolas"/>
              <a:cs typeface="Consolas"/>
              <a:sym typeface="Consolas"/>
            </a:endParaRPr>
          </a:p>
          <a:p>
            <a:pPr indent="0" lvl="0" marL="0" rtl="0" algn="l">
              <a:spcBef>
                <a:spcPts val="0"/>
              </a:spcBef>
              <a:spcAft>
                <a:spcPts val="0"/>
              </a:spcAft>
              <a:buNone/>
            </a:pPr>
            <a:r>
              <a:rPr b="1" lang="en" sz="1000">
                <a:solidFill>
                  <a:schemeClr val="accent3"/>
                </a:solidFill>
                <a:latin typeface="Consolas"/>
                <a:ea typeface="Consolas"/>
                <a:cs typeface="Consolas"/>
                <a:sym typeface="Consolas"/>
              </a:rPr>
              <a:t>} Stack;</a:t>
            </a:r>
            <a:endParaRPr b="1" sz="1000">
              <a:solidFill>
                <a:schemeClr val="accent3"/>
              </a:solidFill>
              <a:latin typeface="Consolas"/>
              <a:ea typeface="Consolas"/>
              <a:cs typeface="Consolas"/>
              <a:sym typeface="Consolas"/>
            </a:endParaRPr>
          </a:p>
          <a:p>
            <a:pPr indent="0" lvl="0" marL="0" rtl="0" algn="l">
              <a:spcBef>
                <a:spcPts val="0"/>
              </a:spcBef>
              <a:spcAft>
                <a:spcPts val="0"/>
              </a:spcAft>
              <a:buNone/>
            </a:pPr>
            <a:r>
              <a:t/>
            </a:r>
            <a:endParaRPr b="1" sz="1000">
              <a:solidFill>
                <a:schemeClr val="accent3"/>
              </a:solidFill>
              <a:latin typeface="Consolas"/>
              <a:ea typeface="Consolas"/>
              <a:cs typeface="Consolas"/>
              <a:sym typeface="Consolas"/>
            </a:endParaRPr>
          </a:p>
          <a:p>
            <a:pPr indent="0" lvl="0" marL="0" rtl="0" algn="l">
              <a:spcBef>
                <a:spcPts val="0"/>
              </a:spcBef>
              <a:spcAft>
                <a:spcPts val="0"/>
              </a:spcAft>
              <a:buNone/>
            </a:pPr>
            <a:r>
              <a:rPr lang="en" sz="1000">
                <a:solidFill>
                  <a:srgbClr val="212121"/>
                </a:solidFill>
                <a:latin typeface="Consolas"/>
                <a:ea typeface="Consolas"/>
                <a:cs typeface="Consolas"/>
                <a:sym typeface="Consolas"/>
              </a:rPr>
              <a:t>void init(Stack *s){</a:t>
            </a:r>
            <a:endParaRPr sz="1000">
              <a:solidFill>
                <a:srgbClr val="212121"/>
              </a:solidFill>
              <a:latin typeface="Consolas"/>
              <a:ea typeface="Consolas"/>
              <a:cs typeface="Consolas"/>
              <a:sym typeface="Consolas"/>
            </a:endParaRPr>
          </a:p>
          <a:p>
            <a:pPr indent="0" lvl="0" marL="0" rtl="0" algn="l">
              <a:spcBef>
                <a:spcPts val="0"/>
              </a:spcBef>
              <a:spcAft>
                <a:spcPts val="0"/>
              </a:spcAft>
              <a:buNone/>
            </a:pPr>
            <a:r>
              <a:rPr lang="en" sz="1000">
                <a:solidFill>
                  <a:srgbClr val="212121"/>
                </a:solidFill>
                <a:latin typeface="Consolas"/>
                <a:ea typeface="Consolas"/>
                <a:cs typeface="Consolas"/>
                <a:sym typeface="Consolas"/>
              </a:rPr>
              <a:t>    s-&gt;top = -1;</a:t>
            </a:r>
            <a:endParaRPr sz="1000">
              <a:solidFill>
                <a:srgbClr val="212121"/>
              </a:solidFill>
              <a:latin typeface="Consolas"/>
              <a:ea typeface="Consolas"/>
              <a:cs typeface="Consolas"/>
              <a:sym typeface="Consolas"/>
            </a:endParaRPr>
          </a:p>
          <a:p>
            <a:pPr indent="0" lvl="0" marL="0" rtl="0" algn="l">
              <a:spcBef>
                <a:spcPts val="0"/>
              </a:spcBef>
              <a:spcAft>
                <a:spcPts val="0"/>
              </a:spcAft>
              <a:buNone/>
            </a:pPr>
            <a:r>
              <a:rPr lang="en" sz="1000">
                <a:solidFill>
                  <a:srgbClr val="212121"/>
                </a:solidFill>
                <a:latin typeface="Consolas"/>
                <a:ea typeface="Consolas"/>
                <a:cs typeface="Consolas"/>
                <a:sym typeface="Consolas"/>
              </a:rPr>
              <a:t>}</a:t>
            </a:r>
            <a:endParaRPr sz="1000">
              <a:solidFill>
                <a:srgbClr val="212121"/>
              </a:solidFill>
              <a:latin typeface="Consolas"/>
              <a:ea typeface="Consolas"/>
              <a:cs typeface="Consolas"/>
              <a:sym typeface="Consolas"/>
            </a:endParaRPr>
          </a:p>
          <a:p>
            <a:pPr indent="0" lvl="0" marL="0" rtl="0" algn="l">
              <a:spcBef>
                <a:spcPts val="0"/>
              </a:spcBef>
              <a:spcAft>
                <a:spcPts val="0"/>
              </a:spcAft>
              <a:buNone/>
            </a:pPr>
            <a:r>
              <a:t/>
            </a:r>
            <a:endParaRPr sz="1000">
              <a:solidFill>
                <a:srgbClr val="212121"/>
              </a:solidFill>
              <a:latin typeface="Consolas"/>
              <a:ea typeface="Consolas"/>
              <a:cs typeface="Consolas"/>
              <a:sym typeface="Consolas"/>
            </a:endParaRPr>
          </a:p>
          <a:p>
            <a:pPr indent="0" lvl="0" marL="0" rtl="0" algn="l">
              <a:spcBef>
                <a:spcPts val="0"/>
              </a:spcBef>
              <a:spcAft>
                <a:spcPts val="0"/>
              </a:spcAft>
              <a:buNone/>
            </a:pPr>
            <a:r>
              <a:rPr lang="en" sz="1000">
                <a:solidFill>
                  <a:srgbClr val="212121"/>
                </a:solidFill>
                <a:latin typeface="Consolas"/>
                <a:ea typeface="Consolas"/>
                <a:cs typeface="Consolas"/>
                <a:sym typeface="Consolas"/>
              </a:rPr>
              <a:t>int isEmpty(Stack* s);</a:t>
            </a:r>
            <a:endParaRPr sz="1000">
              <a:solidFill>
                <a:srgbClr val="212121"/>
              </a:solidFill>
              <a:latin typeface="Consolas"/>
              <a:ea typeface="Consolas"/>
              <a:cs typeface="Consolas"/>
              <a:sym typeface="Consolas"/>
            </a:endParaRPr>
          </a:p>
          <a:p>
            <a:pPr indent="0" lvl="0" marL="0" rtl="0" algn="l">
              <a:spcBef>
                <a:spcPts val="0"/>
              </a:spcBef>
              <a:spcAft>
                <a:spcPts val="0"/>
              </a:spcAft>
              <a:buNone/>
            </a:pPr>
            <a:r>
              <a:rPr lang="en" sz="1000">
                <a:solidFill>
                  <a:srgbClr val="212121"/>
                </a:solidFill>
                <a:latin typeface="Consolas"/>
                <a:ea typeface="Consolas"/>
                <a:cs typeface="Consolas"/>
                <a:sym typeface="Consolas"/>
              </a:rPr>
              <a:t>int isFull(Stack* s);</a:t>
            </a:r>
            <a:endParaRPr sz="1000">
              <a:solidFill>
                <a:srgbClr val="212121"/>
              </a:solidFill>
              <a:latin typeface="Consolas"/>
              <a:ea typeface="Consolas"/>
              <a:cs typeface="Consolas"/>
              <a:sym typeface="Consolas"/>
            </a:endParaRPr>
          </a:p>
          <a:p>
            <a:pPr indent="0" lvl="0" marL="0" rtl="0" algn="l">
              <a:spcBef>
                <a:spcPts val="0"/>
              </a:spcBef>
              <a:spcAft>
                <a:spcPts val="0"/>
              </a:spcAft>
              <a:buNone/>
            </a:pPr>
            <a:r>
              <a:rPr lang="en" sz="1000">
                <a:solidFill>
                  <a:srgbClr val="212121"/>
                </a:solidFill>
                <a:latin typeface="Consolas"/>
                <a:ea typeface="Consolas"/>
                <a:cs typeface="Consolas"/>
                <a:sym typeface="Consolas"/>
              </a:rPr>
              <a:t>void push(Stack* s, int value);</a:t>
            </a:r>
            <a:endParaRPr sz="1000">
              <a:solidFill>
                <a:srgbClr val="212121"/>
              </a:solidFill>
              <a:latin typeface="Consolas"/>
              <a:ea typeface="Consolas"/>
              <a:cs typeface="Consolas"/>
              <a:sym typeface="Consolas"/>
            </a:endParaRPr>
          </a:p>
          <a:p>
            <a:pPr indent="0" lvl="0" marL="0" rtl="0" algn="l">
              <a:spcBef>
                <a:spcPts val="0"/>
              </a:spcBef>
              <a:spcAft>
                <a:spcPts val="0"/>
              </a:spcAft>
              <a:buNone/>
            </a:pPr>
            <a:r>
              <a:rPr lang="en" sz="1000">
                <a:solidFill>
                  <a:srgbClr val="212121"/>
                </a:solidFill>
                <a:latin typeface="Consolas"/>
                <a:ea typeface="Consolas"/>
                <a:cs typeface="Consolas"/>
                <a:sym typeface="Consolas"/>
              </a:rPr>
              <a:t>int pop(Stack* s);</a:t>
            </a:r>
            <a:endParaRPr sz="1000">
              <a:solidFill>
                <a:srgbClr val="212121"/>
              </a:solidFill>
              <a:latin typeface="Consolas"/>
              <a:ea typeface="Consolas"/>
              <a:cs typeface="Consolas"/>
              <a:sym typeface="Consolas"/>
            </a:endParaRPr>
          </a:p>
          <a:p>
            <a:pPr indent="0" lvl="0" marL="0" rtl="0" algn="l">
              <a:spcBef>
                <a:spcPts val="0"/>
              </a:spcBef>
              <a:spcAft>
                <a:spcPts val="0"/>
              </a:spcAft>
              <a:buNone/>
            </a:pPr>
            <a:r>
              <a:rPr lang="en" sz="1000">
                <a:solidFill>
                  <a:srgbClr val="212121"/>
                </a:solidFill>
                <a:latin typeface="Consolas"/>
                <a:ea typeface="Consolas"/>
                <a:cs typeface="Consolas"/>
                <a:sym typeface="Consolas"/>
              </a:rPr>
              <a:t>void displayStack(Stack* s);</a:t>
            </a:r>
            <a:endParaRPr sz="1000">
              <a:solidFill>
                <a:srgbClr val="212121"/>
              </a:solidFill>
              <a:latin typeface="Consolas"/>
              <a:ea typeface="Consolas"/>
              <a:cs typeface="Consolas"/>
              <a:sym typeface="Consolas"/>
            </a:endParaRPr>
          </a:p>
          <a:p>
            <a:pPr indent="0" lvl="0" marL="0" rtl="0" algn="l">
              <a:spcBef>
                <a:spcPts val="0"/>
              </a:spcBef>
              <a:spcAft>
                <a:spcPts val="0"/>
              </a:spcAft>
              <a:buNone/>
            </a:pPr>
            <a:r>
              <a:t/>
            </a:r>
            <a:endParaRPr sz="1000">
              <a:solidFill>
                <a:srgbClr val="212121"/>
              </a:solidFill>
              <a:latin typeface="Consolas"/>
              <a:ea typeface="Consolas"/>
              <a:cs typeface="Consolas"/>
              <a:sym typeface="Consolas"/>
            </a:endParaRPr>
          </a:p>
          <a:p>
            <a:pPr indent="0" lvl="0" marL="0" rtl="0" algn="l">
              <a:spcBef>
                <a:spcPts val="0"/>
              </a:spcBef>
              <a:spcAft>
                <a:spcPts val="0"/>
              </a:spcAft>
              <a:buNone/>
            </a:pPr>
            <a:r>
              <a:rPr lang="en" sz="1000">
                <a:solidFill>
                  <a:srgbClr val="212121"/>
                </a:solidFill>
                <a:latin typeface="Consolas"/>
                <a:ea typeface="Consolas"/>
                <a:cs typeface="Consolas"/>
                <a:sym typeface="Consolas"/>
              </a:rPr>
              <a:t>void main() {</a:t>
            </a:r>
            <a:endParaRPr sz="1000">
              <a:solidFill>
                <a:srgbClr val="212121"/>
              </a:solidFill>
              <a:latin typeface="Consolas"/>
              <a:ea typeface="Consolas"/>
              <a:cs typeface="Consolas"/>
              <a:sym typeface="Consolas"/>
            </a:endParaRPr>
          </a:p>
          <a:p>
            <a:pPr indent="0" lvl="0" marL="0" rtl="0" algn="l">
              <a:spcBef>
                <a:spcPts val="0"/>
              </a:spcBef>
              <a:spcAft>
                <a:spcPts val="0"/>
              </a:spcAft>
              <a:buNone/>
            </a:pPr>
            <a:r>
              <a:rPr lang="en" sz="1000">
                <a:solidFill>
                  <a:srgbClr val="212121"/>
                </a:solidFill>
                <a:latin typeface="Consolas"/>
                <a:ea typeface="Consolas"/>
                <a:cs typeface="Consolas"/>
                <a:sym typeface="Consolas"/>
              </a:rPr>
              <a:t>    Stack s;</a:t>
            </a:r>
            <a:endParaRPr sz="1000">
              <a:solidFill>
                <a:srgbClr val="212121"/>
              </a:solidFill>
              <a:latin typeface="Consolas"/>
              <a:ea typeface="Consolas"/>
              <a:cs typeface="Consolas"/>
              <a:sym typeface="Consolas"/>
            </a:endParaRPr>
          </a:p>
          <a:p>
            <a:pPr indent="0" lvl="0" marL="0" rtl="0" algn="l">
              <a:spcBef>
                <a:spcPts val="0"/>
              </a:spcBef>
              <a:spcAft>
                <a:spcPts val="0"/>
              </a:spcAft>
              <a:buNone/>
            </a:pPr>
            <a:r>
              <a:rPr lang="en" sz="1000">
                <a:solidFill>
                  <a:srgbClr val="212121"/>
                </a:solidFill>
                <a:latin typeface="Consolas"/>
                <a:ea typeface="Consolas"/>
                <a:cs typeface="Consolas"/>
                <a:sym typeface="Consolas"/>
              </a:rPr>
              <a:t>    init(&amp;s);</a:t>
            </a:r>
            <a:endParaRPr sz="1000">
              <a:solidFill>
                <a:srgbClr val="212121"/>
              </a:solidFill>
              <a:latin typeface="Consolas"/>
              <a:ea typeface="Consolas"/>
              <a:cs typeface="Consolas"/>
              <a:sym typeface="Consolas"/>
            </a:endParaRPr>
          </a:p>
          <a:p>
            <a:pPr indent="0" lvl="0" marL="0" rtl="0" algn="l">
              <a:spcBef>
                <a:spcPts val="0"/>
              </a:spcBef>
              <a:spcAft>
                <a:spcPts val="0"/>
              </a:spcAft>
              <a:buNone/>
            </a:pPr>
            <a:r>
              <a:rPr lang="en" sz="1000">
                <a:solidFill>
                  <a:srgbClr val="212121"/>
                </a:solidFill>
                <a:latin typeface="Consolas"/>
                <a:ea typeface="Consolas"/>
                <a:cs typeface="Consolas"/>
                <a:sym typeface="Consolas"/>
              </a:rPr>
              <a:t>    int num[6] = {1,-2,3,-4,5,-6};</a:t>
            </a:r>
            <a:endParaRPr sz="1000">
              <a:solidFill>
                <a:srgbClr val="212121"/>
              </a:solidFill>
              <a:latin typeface="Consolas"/>
              <a:ea typeface="Consolas"/>
              <a:cs typeface="Consolas"/>
              <a:sym typeface="Consolas"/>
            </a:endParaRPr>
          </a:p>
          <a:p>
            <a:pPr indent="0" lvl="0" marL="0" rtl="0" algn="l">
              <a:spcBef>
                <a:spcPts val="0"/>
              </a:spcBef>
              <a:spcAft>
                <a:spcPts val="0"/>
              </a:spcAft>
              <a:buNone/>
            </a:pPr>
            <a:r>
              <a:rPr lang="en" sz="1000">
                <a:solidFill>
                  <a:srgbClr val="212121"/>
                </a:solidFill>
                <a:latin typeface="Consolas"/>
                <a:ea typeface="Consolas"/>
                <a:cs typeface="Consolas"/>
                <a:sym typeface="Consolas"/>
              </a:rPr>
              <a:t>    // push</a:t>
            </a:r>
            <a:endParaRPr sz="1000">
              <a:solidFill>
                <a:srgbClr val="212121"/>
              </a:solidFill>
              <a:latin typeface="Consolas"/>
              <a:ea typeface="Consolas"/>
              <a:cs typeface="Consolas"/>
              <a:sym typeface="Consolas"/>
            </a:endParaRPr>
          </a:p>
          <a:p>
            <a:pPr indent="0" lvl="0" marL="0" rtl="0" algn="l">
              <a:spcBef>
                <a:spcPts val="0"/>
              </a:spcBef>
              <a:spcAft>
                <a:spcPts val="0"/>
              </a:spcAft>
              <a:buNone/>
            </a:pPr>
            <a:r>
              <a:rPr lang="en" sz="1000">
                <a:solidFill>
                  <a:srgbClr val="212121"/>
                </a:solidFill>
                <a:latin typeface="Consolas"/>
                <a:ea typeface="Consolas"/>
                <a:cs typeface="Consolas"/>
                <a:sym typeface="Consolas"/>
              </a:rPr>
              <a:t>    printf("MAX = %d\n\n", MAX);</a:t>
            </a:r>
            <a:endParaRPr sz="1000">
              <a:solidFill>
                <a:srgbClr val="212121"/>
              </a:solidFill>
              <a:latin typeface="Consolas"/>
              <a:ea typeface="Consolas"/>
              <a:cs typeface="Consolas"/>
              <a:sym typeface="Consolas"/>
            </a:endParaRPr>
          </a:p>
        </p:txBody>
      </p:sp>
      <p:grpSp>
        <p:nvGrpSpPr>
          <p:cNvPr id="2317" name="Google Shape;2317;p57"/>
          <p:cNvGrpSpPr/>
          <p:nvPr/>
        </p:nvGrpSpPr>
        <p:grpSpPr>
          <a:xfrm>
            <a:off x="1121130" y="610570"/>
            <a:ext cx="2711724" cy="362896"/>
            <a:chOff x="1148325" y="1752675"/>
            <a:chExt cx="5849275" cy="513000"/>
          </a:xfrm>
        </p:grpSpPr>
        <p:sp>
          <p:nvSpPr>
            <p:cNvPr id="2318" name="Google Shape;2318;p57"/>
            <p:cNvSpPr/>
            <p:nvPr/>
          </p:nvSpPr>
          <p:spPr>
            <a:xfrm>
              <a:off x="114832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ua"/>
                  <a:ea typeface="Jua"/>
                  <a:cs typeface="Jua"/>
                  <a:sym typeface="Jua"/>
                </a:rPr>
                <a:t>S</a:t>
              </a:r>
              <a:endParaRPr>
                <a:solidFill>
                  <a:schemeClr val="dk1"/>
                </a:solidFill>
                <a:latin typeface="Jua"/>
                <a:ea typeface="Jua"/>
                <a:cs typeface="Jua"/>
                <a:sym typeface="Jua"/>
              </a:endParaRPr>
            </a:p>
          </p:txBody>
        </p:sp>
        <p:sp>
          <p:nvSpPr>
            <p:cNvPr id="2319" name="Google Shape;2319;p57"/>
            <p:cNvSpPr/>
            <p:nvPr/>
          </p:nvSpPr>
          <p:spPr>
            <a:xfrm>
              <a:off x="2146400"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2"/>
                  </a:solidFill>
                  <a:latin typeface="Jua"/>
                  <a:ea typeface="Jua"/>
                  <a:cs typeface="Jua"/>
                  <a:sym typeface="Jua"/>
                </a:rPr>
                <a:t>T</a:t>
              </a:r>
              <a:endParaRPr>
                <a:solidFill>
                  <a:schemeClr val="accent2"/>
                </a:solidFill>
                <a:latin typeface="Jua"/>
                <a:ea typeface="Jua"/>
                <a:cs typeface="Jua"/>
                <a:sym typeface="Jua"/>
              </a:endParaRPr>
            </a:p>
          </p:txBody>
        </p:sp>
        <p:sp>
          <p:nvSpPr>
            <p:cNvPr id="2320" name="Google Shape;2320;p57"/>
            <p:cNvSpPr/>
            <p:nvPr/>
          </p:nvSpPr>
          <p:spPr>
            <a:xfrm>
              <a:off x="314447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825418"/>
                  </a:solidFill>
                  <a:latin typeface="Jua"/>
                  <a:ea typeface="Jua"/>
                  <a:cs typeface="Jua"/>
                  <a:sym typeface="Jua"/>
                </a:rPr>
                <a:t>A</a:t>
              </a:r>
              <a:endParaRPr>
                <a:solidFill>
                  <a:srgbClr val="825418"/>
                </a:solidFill>
                <a:latin typeface="Jua"/>
                <a:ea typeface="Jua"/>
                <a:cs typeface="Jua"/>
                <a:sym typeface="Jua"/>
              </a:endParaRPr>
            </a:p>
          </p:txBody>
        </p:sp>
        <p:sp>
          <p:nvSpPr>
            <p:cNvPr id="2321" name="Google Shape;2321;p57"/>
            <p:cNvSpPr/>
            <p:nvPr/>
          </p:nvSpPr>
          <p:spPr>
            <a:xfrm>
              <a:off x="4142550"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0C3B1"/>
                  </a:solidFill>
                  <a:latin typeface="Jua"/>
                  <a:ea typeface="Jua"/>
                  <a:cs typeface="Jua"/>
                  <a:sym typeface="Jua"/>
                </a:rPr>
                <a:t>C</a:t>
              </a:r>
              <a:endParaRPr>
                <a:solidFill>
                  <a:srgbClr val="00C3B1"/>
                </a:solidFill>
                <a:latin typeface="Jua"/>
                <a:ea typeface="Jua"/>
                <a:cs typeface="Jua"/>
                <a:sym typeface="Jua"/>
              </a:endParaRPr>
            </a:p>
          </p:txBody>
        </p:sp>
        <p:sp>
          <p:nvSpPr>
            <p:cNvPr id="2322" name="Google Shape;2322;p57"/>
            <p:cNvSpPr/>
            <p:nvPr/>
          </p:nvSpPr>
          <p:spPr>
            <a:xfrm>
              <a:off x="514062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B5394"/>
                  </a:solidFill>
                  <a:latin typeface="Jua"/>
                  <a:ea typeface="Jua"/>
                  <a:cs typeface="Jua"/>
                  <a:sym typeface="Jua"/>
                </a:rPr>
                <a:t>K</a:t>
              </a:r>
              <a:endParaRPr>
                <a:solidFill>
                  <a:srgbClr val="0B5394"/>
                </a:solidFill>
                <a:latin typeface="Jua"/>
                <a:ea typeface="Jua"/>
                <a:cs typeface="Jua"/>
                <a:sym typeface="Jua"/>
              </a:endParaRPr>
            </a:p>
          </p:txBody>
        </p:sp>
        <p:sp>
          <p:nvSpPr>
            <p:cNvPr id="2323" name="Google Shape;2323;p57"/>
            <p:cNvSpPr/>
            <p:nvPr/>
          </p:nvSpPr>
          <p:spPr>
            <a:xfrm>
              <a:off x="6138700"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6"/>
                  </a:solidFill>
                  <a:latin typeface="Jua"/>
                  <a:ea typeface="Jua"/>
                  <a:cs typeface="Jua"/>
                  <a:sym typeface="Jua"/>
                </a:rPr>
                <a:t>S</a:t>
              </a:r>
              <a:endParaRPr>
                <a:solidFill>
                  <a:schemeClr val="accent6"/>
                </a:solidFill>
                <a:latin typeface="Jua"/>
                <a:ea typeface="Jua"/>
                <a:cs typeface="Jua"/>
                <a:sym typeface="Jua"/>
              </a:endParaRPr>
            </a:p>
          </p:txBody>
        </p:sp>
      </p:grpSp>
      <p:sp>
        <p:nvSpPr>
          <p:cNvPr id="2324" name="Google Shape;2324;p57"/>
          <p:cNvSpPr txBox="1"/>
          <p:nvPr/>
        </p:nvSpPr>
        <p:spPr>
          <a:xfrm>
            <a:off x="6508450" y="533400"/>
            <a:ext cx="2711700" cy="3879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rgbClr val="212121"/>
                </a:solidFill>
                <a:latin typeface="Consolas"/>
                <a:ea typeface="Consolas"/>
                <a:cs typeface="Consolas"/>
                <a:sym typeface="Consolas"/>
              </a:rPr>
              <a:t>printf("PUSH\n");</a:t>
            </a:r>
            <a:endParaRPr sz="1000">
              <a:solidFill>
                <a:srgbClr val="212121"/>
              </a:solidFill>
              <a:latin typeface="Consolas"/>
              <a:ea typeface="Consolas"/>
              <a:cs typeface="Consolas"/>
              <a:sym typeface="Consolas"/>
            </a:endParaRPr>
          </a:p>
          <a:p>
            <a:pPr indent="0" lvl="0" marL="0" rtl="0" algn="l">
              <a:spcBef>
                <a:spcPts val="0"/>
              </a:spcBef>
              <a:spcAft>
                <a:spcPts val="0"/>
              </a:spcAft>
              <a:buNone/>
            </a:pPr>
            <a:r>
              <a:rPr lang="en" sz="1000">
                <a:solidFill>
                  <a:srgbClr val="212121"/>
                </a:solidFill>
                <a:latin typeface="Consolas"/>
                <a:ea typeface="Consolas"/>
                <a:cs typeface="Consolas"/>
                <a:sym typeface="Consolas"/>
              </a:rPr>
              <a:t>    for (int i = 0; i &lt; 6; i++){</a:t>
            </a:r>
            <a:endParaRPr sz="1000">
              <a:solidFill>
                <a:srgbClr val="212121"/>
              </a:solidFill>
              <a:latin typeface="Consolas"/>
              <a:ea typeface="Consolas"/>
              <a:cs typeface="Consolas"/>
              <a:sym typeface="Consolas"/>
            </a:endParaRPr>
          </a:p>
          <a:p>
            <a:pPr indent="0" lvl="0" marL="0" rtl="0" algn="l">
              <a:spcBef>
                <a:spcPts val="0"/>
              </a:spcBef>
              <a:spcAft>
                <a:spcPts val="0"/>
              </a:spcAft>
              <a:buNone/>
            </a:pPr>
            <a:r>
              <a:rPr lang="en" sz="1000">
                <a:solidFill>
                  <a:srgbClr val="212121"/>
                </a:solidFill>
                <a:latin typeface="Consolas"/>
                <a:ea typeface="Consolas"/>
                <a:cs typeface="Consolas"/>
                <a:sym typeface="Consolas"/>
              </a:rPr>
              <a:t>        printf("push %d: \n",num[i]);</a:t>
            </a:r>
            <a:endParaRPr sz="1000">
              <a:solidFill>
                <a:srgbClr val="212121"/>
              </a:solidFill>
              <a:latin typeface="Consolas"/>
              <a:ea typeface="Consolas"/>
              <a:cs typeface="Consolas"/>
              <a:sym typeface="Consolas"/>
            </a:endParaRPr>
          </a:p>
          <a:p>
            <a:pPr indent="0" lvl="0" marL="0" rtl="0" algn="l">
              <a:spcBef>
                <a:spcPts val="0"/>
              </a:spcBef>
              <a:spcAft>
                <a:spcPts val="0"/>
              </a:spcAft>
              <a:buNone/>
            </a:pPr>
            <a:r>
              <a:rPr lang="en" sz="1000">
                <a:solidFill>
                  <a:srgbClr val="212121"/>
                </a:solidFill>
                <a:latin typeface="Consolas"/>
                <a:ea typeface="Consolas"/>
                <a:cs typeface="Consolas"/>
                <a:sym typeface="Consolas"/>
              </a:rPr>
              <a:t>        if(!isFull(&amp;s)){</a:t>
            </a:r>
            <a:endParaRPr sz="1000">
              <a:solidFill>
                <a:srgbClr val="212121"/>
              </a:solidFill>
              <a:latin typeface="Consolas"/>
              <a:ea typeface="Consolas"/>
              <a:cs typeface="Consolas"/>
              <a:sym typeface="Consolas"/>
            </a:endParaRPr>
          </a:p>
          <a:p>
            <a:pPr indent="0" lvl="0" marL="0" rtl="0" algn="l">
              <a:spcBef>
                <a:spcPts val="0"/>
              </a:spcBef>
              <a:spcAft>
                <a:spcPts val="0"/>
              </a:spcAft>
              <a:buNone/>
            </a:pPr>
            <a:r>
              <a:rPr lang="en" sz="1000">
                <a:solidFill>
                  <a:srgbClr val="212121"/>
                </a:solidFill>
                <a:latin typeface="Consolas"/>
                <a:ea typeface="Consolas"/>
                <a:cs typeface="Consolas"/>
                <a:sym typeface="Consolas"/>
              </a:rPr>
              <a:t>            push(&amp;s,num[i]);</a:t>
            </a:r>
            <a:endParaRPr sz="1000">
              <a:solidFill>
                <a:srgbClr val="212121"/>
              </a:solidFill>
              <a:latin typeface="Consolas"/>
              <a:ea typeface="Consolas"/>
              <a:cs typeface="Consolas"/>
              <a:sym typeface="Consolas"/>
            </a:endParaRPr>
          </a:p>
          <a:p>
            <a:pPr indent="0" lvl="0" marL="0" rtl="0" algn="l">
              <a:spcBef>
                <a:spcPts val="0"/>
              </a:spcBef>
              <a:spcAft>
                <a:spcPts val="0"/>
              </a:spcAft>
              <a:buNone/>
            </a:pPr>
            <a:r>
              <a:rPr lang="en" sz="1000">
                <a:solidFill>
                  <a:srgbClr val="212121"/>
                </a:solidFill>
                <a:latin typeface="Consolas"/>
                <a:ea typeface="Consolas"/>
                <a:cs typeface="Consolas"/>
                <a:sym typeface="Consolas"/>
              </a:rPr>
              <a:t>            displayStack(&amp;s);</a:t>
            </a:r>
            <a:endParaRPr sz="1000">
              <a:solidFill>
                <a:srgbClr val="212121"/>
              </a:solidFill>
              <a:latin typeface="Consolas"/>
              <a:ea typeface="Consolas"/>
              <a:cs typeface="Consolas"/>
              <a:sym typeface="Consolas"/>
            </a:endParaRPr>
          </a:p>
          <a:p>
            <a:pPr indent="0" lvl="0" marL="0" rtl="0" algn="l">
              <a:spcBef>
                <a:spcPts val="0"/>
              </a:spcBef>
              <a:spcAft>
                <a:spcPts val="0"/>
              </a:spcAft>
              <a:buNone/>
            </a:pPr>
            <a:r>
              <a:rPr lang="en" sz="1000">
                <a:solidFill>
                  <a:srgbClr val="212121"/>
                </a:solidFill>
                <a:latin typeface="Consolas"/>
                <a:ea typeface="Consolas"/>
                <a:cs typeface="Consolas"/>
                <a:sym typeface="Consolas"/>
              </a:rPr>
              <a:t>            printf("\n");</a:t>
            </a:r>
            <a:endParaRPr sz="1000">
              <a:solidFill>
                <a:srgbClr val="212121"/>
              </a:solidFill>
              <a:latin typeface="Consolas"/>
              <a:ea typeface="Consolas"/>
              <a:cs typeface="Consolas"/>
              <a:sym typeface="Consolas"/>
            </a:endParaRPr>
          </a:p>
          <a:p>
            <a:pPr indent="0" lvl="0" marL="0" rtl="0" algn="l">
              <a:spcBef>
                <a:spcPts val="0"/>
              </a:spcBef>
              <a:spcAft>
                <a:spcPts val="0"/>
              </a:spcAft>
              <a:buNone/>
            </a:pPr>
            <a:r>
              <a:rPr lang="en" sz="1000">
                <a:solidFill>
                  <a:srgbClr val="212121"/>
                </a:solidFill>
                <a:latin typeface="Consolas"/>
                <a:ea typeface="Consolas"/>
                <a:cs typeface="Consolas"/>
                <a:sym typeface="Consolas"/>
              </a:rPr>
              <a:t>        }</a:t>
            </a:r>
            <a:endParaRPr sz="1000">
              <a:solidFill>
                <a:srgbClr val="212121"/>
              </a:solidFill>
              <a:latin typeface="Consolas"/>
              <a:ea typeface="Consolas"/>
              <a:cs typeface="Consolas"/>
              <a:sym typeface="Consolas"/>
            </a:endParaRPr>
          </a:p>
          <a:p>
            <a:pPr indent="0" lvl="0" marL="0" rtl="0" algn="l">
              <a:spcBef>
                <a:spcPts val="0"/>
              </a:spcBef>
              <a:spcAft>
                <a:spcPts val="0"/>
              </a:spcAft>
              <a:buNone/>
            </a:pPr>
            <a:r>
              <a:rPr lang="en" sz="1000">
                <a:solidFill>
                  <a:srgbClr val="212121"/>
                </a:solidFill>
                <a:latin typeface="Consolas"/>
                <a:ea typeface="Consolas"/>
                <a:cs typeface="Consolas"/>
                <a:sym typeface="Consolas"/>
              </a:rPr>
              <a:t>        else</a:t>
            </a:r>
            <a:endParaRPr sz="1000">
              <a:solidFill>
                <a:srgbClr val="212121"/>
              </a:solidFill>
              <a:latin typeface="Consolas"/>
              <a:ea typeface="Consolas"/>
              <a:cs typeface="Consolas"/>
              <a:sym typeface="Consolas"/>
            </a:endParaRPr>
          </a:p>
          <a:p>
            <a:pPr indent="0" lvl="0" marL="0" rtl="0" algn="l">
              <a:spcBef>
                <a:spcPts val="0"/>
              </a:spcBef>
              <a:spcAft>
                <a:spcPts val="0"/>
              </a:spcAft>
              <a:buNone/>
            </a:pPr>
            <a:r>
              <a:rPr lang="en" sz="1000">
                <a:solidFill>
                  <a:srgbClr val="212121"/>
                </a:solidFill>
                <a:latin typeface="Consolas"/>
                <a:ea typeface="Consolas"/>
                <a:cs typeface="Consolas"/>
                <a:sym typeface="Consolas"/>
              </a:rPr>
              <a:t>            printf("Stack is full. \n\n");</a:t>
            </a:r>
            <a:endParaRPr sz="1000">
              <a:solidFill>
                <a:srgbClr val="212121"/>
              </a:solidFill>
              <a:latin typeface="Consolas"/>
              <a:ea typeface="Consolas"/>
              <a:cs typeface="Consolas"/>
              <a:sym typeface="Consolas"/>
            </a:endParaRPr>
          </a:p>
          <a:p>
            <a:pPr indent="0" lvl="0" marL="0" rtl="0" algn="l">
              <a:spcBef>
                <a:spcPts val="0"/>
              </a:spcBef>
              <a:spcAft>
                <a:spcPts val="0"/>
              </a:spcAft>
              <a:buNone/>
            </a:pPr>
            <a:r>
              <a:rPr lang="en" sz="1000">
                <a:solidFill>
                  <a:srgbClr val="212121"/>
                </a:solidFill>
                <a:latin typeface="Consolas"/>
                <a:ea typeface="Consolas"/>
                <a:cs typeface="Consolas"/>
                <a:sym typeface="Consolas"/>
              </a:rPr>
              <a:t>    }</a:t>
            </a:r>
            <a:endParaRPr sz="1000">
              <a:solidFill>
                <a:srgbClr val="212121"/>
              </a:solidFill>
              <a:latin typeface="Consolas"/>
              <a:ea typeface="Consolas"/>
              <a:cs typeface="Consolas"/>
              <a:sym typeface="Consolas"/>
            </a:endParaRPr>
          </a:p>
          <a:p>
            <a:pPr indent="0" lvl="0" marL="0" rtl="0" algn="l">
              <a:spcBef>
                <a:spcPts val="0"/>
              </a:spcBef>
              <a:spcAft>
                <a:spcPts val="0"/>
              </a:spcAft>
              <a:buNone/>
            </a:pPr>
            <a:r>
              <a:rPr lang="en" sz="1000">
                <a:solidFill>
                  <a:srgbClr val="212121"/>
                </a:solidFill>
                <a:latin typeface="Consolas"/>
                <a:ea typeface="Consolas"/>
                <a:cs typeface="Consolas"/>
                <a:sym typeface="Consolas"/>
              </a:rPr>
              <a:t>    // pop</a:t>
            </a:r>
            <a:endParaRPr sz="1000">
              <a:solidFill>
                <a:srgbClr val="212121"/>
              </a:solidFill>
              <a:latin typeface="Consolas"/>
              <a:ea typeface="Consolas"/>
              <a:cs typeface="Consolas"/>
              <a:sym typeface="Consolas"/>
            </a:endParaRPr>
          </a:p>
          <a:p>
            <a:pPr indent="0" lvl="0" marL="0" rtl="0" algn="l">
              <a:spcBef>
                <a:spcPts val="0"/>
              </a:spcBef>
              <a:spcAft>
                <a:spcPts val="0"/>
              </a:spcAft>
              <a:buNone/>
            </a:pPr>
            <a:r>
              <a:rPr lang="en" sz="1000">
                <a:solidFill>
                  <a:srgbClr val="212121"/>
                </a:solidFill>
                <a:latin typeface="Consolas"/>
                <a:ea typeface="Consolas"/>
                <a:cs typeface="Consolas"/>
                <a:sym typeface="Consolas"/>
              </a:rPr>
              <a:t>    printf("POP\n");</a:t>
            </a:r>
            <a:endParaRPr sz="1000">
              <a:solidFill>
                <a:srgbClr val="212121"/>
              </a:solidFill>
              <a:latin typeface="Consolas"/>
              <a:ea typeface="Consolas"/>
              <a:cs typeface="Consolas"/>
              <a:sym typeface="Consolas"/>
            </a:endParaRPr>
          </a:p>
          <a:p>
            <a:pPr indent="0" lvl="0" marL="0" rtl="0" algn="l">
              <a:spcBef>
                <a:spcPts val="0"/>
              </a:spcBef>
              <a:spcAft>
                <a:spcPts val="0"/>
              </a:spcAft>
              <a:buNone/>
            </a:pPr>
            <a:r>
              <a:rPr lang="en" sz="1000">
                <a:solidFill>
                  <a:srgbClr val="212121"/>
                </a:solidFill>
                <a:latin typeface="Consolas"/>
                <a:ea typeface="Consolas"/>
                <a:cs typeface="Consolas"/>
                <a:sym typeface="Consolas"/>
              </a:rPr>
              <a:t>    int i = 0;</a:t>
            </a:r>
            <a:endParaRPr sz="1000">
              <a:solidFill>
                <a:srgbClr val="212121"/>
              </a:solidFill>
              <a:latin typeface="Consolas"/>
              <a:ea typeface="Consolas"/>
              <a:cs typeface="Consolas"/>
              <a:sym typeface="Consolas"/>
            </a:endParaRPr>
          </a:p>
          <a:p>
            <a:pPr indent="0" lvl="0" marL="0" rtl="0" algn="l">
              <a:spcBef>
                <a:spcPts val="0"/>
              </a:spcBef>
              <a:spcAft>
                <a:spcPts val="0"/>
              </a:spcAft>
              <a:buNone/>
            </a:pPr>
            <a:r>
              <a:rPr lang="en" sz="1000">
                <a:solidFill>
                  <a:srgbClr val="212121"/>
                </a:solidFill>
                <a:latin typeface="Consolas"/>
                <a:ea typeface="Consolas"/>
                <a:cs typeface="Consolas"/>
                <a:sym typeface="Consolas"/>
              </a:rPr>
              <a:t>    while (!isEmpty(&amp;s)) {</a:t>
            </a:r>
            <a:endParaRPr sz="1000">
              <a:solidFill>
                <a:srgbClr val="212121"/>
              </a:solidFill>
              <a:latin typeface="Consolas"/>
              <a:ea typeface="Consolas"/>
              <a:cs typeface="Consolas"/>
              <a:sym typeface="Consolas"/>
            </a:endParaRPr>
          </a:p>
          <a:p>
            <a:pPr indent="0" lvl="0" marL="0" rtl="0" algn="l">
              <a:spcBef>
                <a:spcPts val="0"/>
              </a:spcBef>
              <a:spcAft>
                <a:spcPts val="0"/>
              </a:spcAft>
              <a:buNone/>
            </a:pPr>
            <a:r>
              <a:rPr lang="en" sz="1000">
                <a:solidFill>
                  <a:srgbClr val="212121"/>
                </a:solidFill>
                <a:latin typeface="Consolas"/>
                <a:ea typeface="Consolas"/>
                <a:cs typeface="Consolas"/>
                <a:sym typeface="Consolas"/>
              </a:rPr>
              <a:t>        printf("pop %d: %d\n",i, pop(&amp;s));</a:t>
            </a:r>
            <a:endParaRPr sz="1000">
              <a:solidFill>
                <a:srgbClr val="212121"/>
              </a:solidFill>
              <a:latin typeface="Consolas"/>
              <a:ea typeface="Consolas"/>
              <a:cs typeface="Consolas"/>
              <a:sym typeface="Consolas"/>
            </a:endParaRPr>
          </a:p>
          <a:p>
            <a:pPr indent="0" lvl="0" marL="0" rtl="0" algn="l">
              <a:spcBef>
                <a:spcPts val="0"/>
              </a:spcBef>
              <a:spcAft>
                <a:spcPts val="0"/>
              </a:spcAft>
              <a:buNone/>
            </a:pPr>
            <a:r>
              <a:rPr lang="en" sz="1000">
                <a:solidFill>
                  <a:srgbClr val="212121"/>
                </a:solidFill>
                <a:latin typeface="Consolas"/>
                <a:ea typeface="Consolas"/>
                <a:cs typeface="Consolas"/>
                <a:sym typeface="Consolas"/>
              </a:rPr>
              <a:t>        displayStack(&amp;s);</a:t>
            </a:r>
            <a:endParaRPr sz="1000">
              <a:solidFill>
                <a:srgbClr val="212121"/>
              </a:solidFill>
              <a:latin typeface="Consolas"/>
              <a:ea typeface="Consolas"/>
              <a:cs typeface="Consolas"/>
              <a:sym typeface="Consolas"/>
            </a:endParaRPr>
          </a:p>
          <a:p>
            <a:pPr indent="0" lvl="0" marL="0" rtl="0" algn="l">
              <a:spcBef>
                <a:spcPts val="0"/>
              </a:spcBef>
              <a:spcAft>
                <a:spcPts val="0"/>
              </a:spcAft>
              <a:buNone/>
            </a:pPr>
            <a:r>
              <a:rPr lang="en" sz="1000">
                <a:solidFill>
                  <a:srgbClr val="212121"/>
                </a:solidFill>
                <a:latin typeface="Consolas"/>
                <a:ea typeface="Consolas"/>
                <a:cs typeface="Consolas"/>
                <a:sym typeface="Consolas"/>
              </a:rPr>
              <a:t>        i++;</a:t>
            </a:r>
            <a:endParaRPr sz="1000">
              <a:solidFill>
                <a:srgbClr val="212121"/>
              </a:solidFill>
              <a:latin typeface="Consolas"/>
              <a:ea typeface="Consolas"/>
              <a:cs typeface="Consolas"/>
              <a:sym typeface="Consolas"/>
            </a:endParaRPr>
          </a:p>
          <a:p>
            <a:pPr indent="0" lvl="0" marL="0" rtl="0" algn="l">
              <a:spcBef>
                <a:spcPts val="0"/>
              </a:spcBef>
              <a:spcAft>
                <a:spcPts val="0"/>
              </a:spcAft>
              <a:buNone/>
            </a:pPr>
            <a:r>
              <a:rPr lang="en" sz="1000">
                <a:solidFill>
                  <a:srgbClr val="212121"/>
                </a:solidFill>
                <a:latin typeface="Consolas"/>
                <a:ea typeface="Consolas"/>
                <a:cs typeface="Consolas"/>
                <a:sym typeface="Consolas"/>
              </a:rPr>
              <a:t>        printf("\n");</a:t>
            </a:r>
            <a:endParaRPr sz="1000">
              <a:solidFill>
                <a:srgbClr val="212121"/>
              </a:solidFill>
              <a:latin typeface="Consolas"/>
              <a:ea typeface="Consolas"/>
              <a:cs typeface="Consolas"/>
              <a:sym typeface="Consolas"/>
            </a:endParaRPr>
          </a:p>
          <a:p>
            <a:pPr indent="0" lvl="0" marL="0" rtl="0" algn="l">
              <a:spcBef>
                <a:spcPts val="0"/>
              </a:spcBef>
              <a:spcAft>
                <a:spcPts val="0"/>
              </a:spcAft>
              <a:buNone/>
            </a:pPr>
            <a:r>
              <a:rPr lang="en" sz="1000">
                <a:solidFill>
                  <a:srgbClr val="212121"/>
                </a:solidFill>
                <a:latin typeface="Consolas"/>
                <a:ea typeface="Consolas"/>
                <a:cs typeface="Consolas"/>
                <a:sym typeface="Consolas"/>
              </a:rPr>
              <a:t>     }</a:t>
            </a:r>
            <a:endParaRPr sz="1000">
              <a:solidFill>
                <a:srgbClr val="212121"/>
              </a:solidFill>
              <a:latin typeface="Consolas"/>
              <a:ea typeface="Consolas"/>
              <a:cs typeface="Consolas"/>
              <a:sym typeface="Consolas"/>
            </a:endParaRPr>
          </a:p>
          <a:p>
            <a:pPr indent="0" lvl="0" marL="0" rtl="0" algn="l">
              <a:spcBef>
                <a:spcPts val="0"/>
              </a:spcBef>
              <a:spcAft>
                <a:spcPts val="0"/>
              </a:spcAft>
              <a:buNone/>
            </a:pPr>
            <a:r>
              <a:rPr lang="en" sz="1000">
                <a:solidFill>
                  <a:srgbClr val="212121"/>
                </a:solidFill>
                <a:latin typeface="Consolas"/>
                <a:ea typeface="Consolas"/>
                <a:cs typeface="Consolas"/>
                <a:sym typeface="Consolas"/>
              </a:rPr>
              <a:t>}</a:t>
            </a:r>
            <a:endParaRPr sz="1000">
              <a:solidFill>
                <a:srgbClr val="212121"/>
              </a:solidFill>
              <a:latin typeface="Consolas"/>
              <a:ea typeface="Consolas"/>
              <a:cs typeface="Consolas"/>
              <a:sym typeface="Consolas"/>
            </a:endParaRPr>
          </a:p>
          <a:p>
            <a:pPr indent="0" lvl="0" marL="0" rtl="0" algn="l">
              <a:spcBef>
                <a:spcPts val="0"/>
              </a:spcBef>
              <a:spcAft>
                <a:spcPts val="0"/>
              </a:spcAft>
              <a:buNone/>
            </a:pPr>
            <a:r>
              <a:t/>
            </a:r>
            <a:endParaRPr sz="1000">
              <a:solidFill>
                <a:srgbClr val="212121"/>
              </a:solidFill>
              <a:latin typeface="Consolas"/>
              <a:ea typeface="Consolas"/>
              <a:cs typeface="Consolas"/>
              <a:sym typeface="Consolas"/>
            </a:endParaRPr>
          </a:p>
        </p:txBody>
      </p:sp>
      <p:sp>
        <p:nvSpPr>
          <p:cNvPr id="2325" name="Google Shape;2325;p5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9" name="Shape 2329"/>
        <p:cNvGrpSpPr/>
        <p:nvPr/>
      </p:nvGrpSpPr>
      <p:grpSpPr>
        <a:xfrm>
          <a:off x="0" y="0"/>
          <a:ext cx="0" cy="0"/>
          <a:chOff x="0" y="0"/>
          <a:chExt cx="0" cy="0"/>
        </a:xfrm>
      </p:grpSpPr>
      <p:sp>
        <p:nvSpPr>
          <p:cNvPr id="2330" name="Google Shape;2330;p58"/>
          <p:cNvSpPr txBox="1"/>
          <p:nvPr/>
        </p:nvSpPr>
        <p:spPr>
          <a:xfrm>
            <a:off x="0" y="1304025"/>
            <a:ext cx="4017000" cy="329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700">
                <a:solidFill>
                  <a:schemeClr val="dk1"/>
                </a:solidFill>
                <a:latin typeface="Roboto"/>
                <a:ea typeface="Roboto"/>
                <a:cs typeface="Roboto"/>
                <a:sym typeface="Roboto"/>
              </a:rPr>
              <a:t>Bài 2:</a:t>
            </a:r>
            <a:r>
              <a:rPr b="1" lang="en" sz="1700">
                <a:solidFill>
                  <a:srgbClr val="245716"/>
                </a:solidFill>
                <a:latin typeface="Roboto"/>
                <a:ea typeface="Roboto"/>
                <a:cs typeface="Roboto"/>
                <a:sym typeface="Roboto"/>
              </a:rPr>
              <a:t> </a:t>
            </a:r>
            <a:r>
              <a:rPr lang="en" sz="1700">
                <a:solidFill>
                  <a:srgbClr val="245716"/>
                </a:solidFill>
                <a:latin typeface="Roboto"/>
                <a:ea typeface="Roboto"/>
                <a:cs typeface="Roboto"/>
                <a:sym typeface="Roboto"/>
              </a:rPr>
              <a:t>Cho một cấu trúc dữ liệu </a:t>
            </a:r>
            <a:r>
              <a:rPr lang="en" sz="1700">
                <a:solidFill>
                  <a:schemeClr val="dk1"/>
                </a:solidFill>
                <a:latin typeface="Roboto"/>
                <a:ea typeface="Roboto"/>
                <a:cs typeface="Roboto"/>
                <a:sym typeface="Roboto"/>
              </a:rPr>
              <a:t>Queue</a:t>
            </a:r>
            <a:r>
              <a:rPr lang="en" sz="1700">
                <a:solidFill>
                  <a:srgbClr val="245716"/>
                </a:solidFill>
                <a:latin typeface="Roboto"/>
                <a:ea typeface="Roboto"/>
                <a:cs typeface="Roboto"/>
                <a:sym typeface="Roboto"/>
              </a:rPr>
              <a:t> gồm một </a:t>
            </a:r>
            <a:r>
              <a:rPr lang="en" sz="1700">
                <a:solidFill>
                  <a:schemeClr val="accent3"/>
                </a:solidFill>
                <a:latin typeface="Roboto"/>
                <a:ea typeface="Roboto"/>
                <a:cs typeface="Roboto"/>
                <a:sym typeface="Roboto"/>
              </a:rPr>
              <a:t>mảng số nguyên </a:t>
            </a:r>
            <a:r>
              <a:rPr lang="en" sz="1700">
                <a:solidFill>
                  <a:schemeClr val="dk1"/>
                </a:solidFill>
                <a:latin typeface="Roboto"/>
                <a:ea typeface="Roboto"/>
                <a:cs typeface="Roboto"/>
                <a:sym typeface="Roboto"/>
              </a:rPr>
              <a:t>a</a:t>
            </a:r>
            <a:r>
              <a:rPr lang="en" sz="1700">
                <a:solidFill>
                  <a:schemeClr val="accent3"/>
                </a:solidFill>
                <a:latin typeface="Roboto"/>
                <a:ea typeface="Roboto"/>
                <a:cs typeface="Roboto"/>
                <a:sym typeface="Roboto"/>
              </a:rPr>
              <a:t> </a:t>
            </a:r>
            <a:r>
              <a:rPr lang="en" sz="1700">
                <a:solidFill>
                  <a:srgbClr val="245716"/>
                </a:solidFill>
                <a:latin typeface="Roboto"/>
                <a:ea typeface="Roboto"/>
                <a:cs typeface="Roboto"/>
                <a:sym typeface="Roboto"/>
              </a:rPr>
              <a:t>có </a:t>
            </a:r>
            <a:r>
              <a:rPr lang="en" sz="1700">
                <a:solidFill>
                  <a:srgbClr val="9D6619"/>
                </a:solidFill>
                <a:latin typeface="Roboto"/>
                <a:ea typeface="Roboto"/>
                <a:cs typeface="Roboto"/>
                <a:sym typeface="Roboto"/>
              </a:rPr>
              <a:t>MAX</a:t>
            </a:r>
            <a:r>
              <a:rPr lang="en" sz="1700">
                <a:solidFill>
                  <a:srgbClr val="245716"/>
                </a:solidFill>
                <a:latin typeface="Roboto"/>
                <a:ea typeface="Roboto"/>
                <a:cs typeface="Roboto"/>
                <a:sym typeface="Roboto"/>
              </a:rPr>
              <a:t> phần tử và </a:t>
            </a:r>
            <a:r>
              <a:rPr lang="en" sz="1700">
                <a:solidFill>
                  <a:srgbClr val="245716"/>
                </a:solidFill>
                <a:latin typeface="Roboto"/>
                <a:ea typeface="Roboto"/>
                <a:cs typeface="Roboto"/>
                <a:sym typeface="Roboto"/>
              </a:rPr>
              <a:t>hai</a:t>
            </a:r>
            <a:r>
              <a:rPr lang="en" sz="1700">
                <a:solidFill>
                  <a:srgbClr val="245716"/>
                </a:solidFill>
                <a:latin typeface="Roboto"/>
                <a:ea typeface="Roboto"/>
                <a:cs typeface="Roboto"/>
                <a:sym typeface="Roboto"/>
              </a:rPr>
              <a:t> biến số nguyên </a:t>
            </a:r>
            <a:r>
              <a:rPr lang="en" sz="1700">
                <a:solidFill>
                  <a:schemeClr val="dk1"/>
                </a:solidFill>
                <a:latin typeface="Roboto"/>
                <a:ea typeface="Roboto"/>
                <a:cs typeface="Roboto"/>
                <a:sym typeface="Roboto"/>
              </a:rPr>
              <a:t>head </a:t>
            </a:r>
            <a:r>
              <a:rPr lang="en" sz="1700">
                <a:solidFill>
                  <a:schemeClr val="accent3"/>
                </a:solidFill>
                <a:latin typeface="Roboto"/>
                <a:ea typeface="Roboto"/>
                <a:cs typeface="Roboto"/>
                <a:sym typeface="Roboto"/>
              </a:rPr>
              <a:t>và</a:t>
            </a:r>
            <a:r>
              <a:rPr lang="en" sz="1700">
                <a:solidFill>
                  <a:schemeClr val="dk1"/>
                </a:solidFill>
                <a:latin typeface="Roboto"/>
                <a:ea typeface="Roboto"/>
                <a:cs typeface="Roboto"/>
                <a:sym typeface="Roboto"/>
              </a:rPr>
              <a:t> tail</a:t>
            </a:r>
            <a:r>
              <a:rPr lang="en" sz="1700">
                <a:solidFill>
                  <a:srgbClr val="245716"/>
                </a:solidFill>
                <a:latin typeface="Roboto"/>
                <a:ea typeface="Roboto"/>
                <a:cs typeface="Roboto"/>
                <a:sym typeface="Roboto"/>
              </a:rPr>
              <a:t>. Cài đặt </a:t>
            </a:r>
            <a:r>
              <a:rPr lang="en" sz="1700">
                <a:solidFill>
                  <a:schemeClr val="dk1"/>
                </a:solidFill>
                <a:latin typeface="Roboto"/>
                <a:ea typeface="Roboto"/>
                <a:cs typeface="Roboto"/>
                <a:sym typeface="Roboto"/>
              </a:rPr>
              <a:t>queue</a:t>
            </a:r>
            <a:r>
              <a:rPr lang="en" sz="1700">
                <a:solidFill>
                  <a:srgbClr val="245716"/>
                </a:solidFill>
                <a:latin typeface="Roboto"/>
                <a:ea typeface="Roboto"/>
                <a:cs typeface="Roboto"/>
                <a:sym typeface="Roboto"/>
              </a:rPr>
              <a:t> với các phép toán:</a:t>
            </a:r>
            <a:endParaRPr sz="1700">
              <a:solidFill>
                <a:srgbClr val="245716"/>
              </a:solidFill>
              <a:latin typeface="Roboto"/>
              <a:ea typeface="Roboto"/>
              <a:cs typeface="Roboto"/>
              <a:sym typeface="Roboto"/>
            </a:endParaRPr>
          </a:p>
          <a:p>
            <a:pPr indent="-336550" lvl="0" marL="457200" rtl="0" algn="l">
              <a:spcBef>
                <a:spcPts val="0"/>
              </a:spcBef>
              <a:spcAft>
                <a:spcPts val="0"/>
              </a:spcAft>
              <a:buClr>
                <a:schemeClr val="accent3"/>
              </a:buClr>
              <a:buSzPts val="1700"/>
              <a:buFont typeface="Roboto"/>
              <a:buChar char="●"/>
            </a:pPr>
            <a:r>
              <a:rPr b="1" lang="en" sz="1700">
                <a:solidFill>
                  <a:schemeClr val="accent3"/>
                </a:solidFill>
                <a:latin typeface="Roboto"/>
                <a:ea typeface="Roboto"/>
                <a:cs typeface="Roboto"/>
                <a:sym typeface="Roboto"/>
              </a:rPr>
              <a:t>isEmpty: </a:t>
            </a:r>
            <a:r>
              <a:rPr lang="en" sz="1700">
                <a:solidFill>
                  <a:schemeClr val="accent3"/>
                </a:solidFill>
                <a:latin typeface="Roboto"/>
                <a:ea typeface="Roboto"/>
                <a:cs typeface="Roboto"/>
                <a:sym typeface="Roboto"/>
              </a:rPr>
              <a:t>kiểm tra </a:t>
            </a:r>
            <a:r>
              <a:rPr lang="en" sz="1700">
                <a:solidFill>
                  <a:schemeClr val="dk1"/>
                </a:solidFill>
                <a:latin typeface="Roboto"/>
                <a:ea typeface="Roboto"/>
                <a:cs typeface="Roboto"/>
                <a:sym typeface="Roboto"/>
              </a:rPr>
              <a:t>queue</a:t>
            </a:r>
            <a:r>
              <a:rPr lang="en" sz="1700">
                <a:solidFill>
                  <a:schemeClr val="accent3"/>
                </a:solidFill>
                <a:latin typeface="Roboto"/>
                <a:ea typeface="Roboto"/>
                <a:cs typeface="Roboto"/>
                <a:sym typeface="Roboto"/>
              </a:rPr>
              <a:t> có đang trống?</a:t>
            </a:r>
            <a:endParaRPr sz="1700">
              <a:solidFill>
                <a:schemeClr val="accent3"/>
              </a:solidFill>
              <a:latin typeface="Roboto"/>
              <a:ea typeface="Roboto"/>
              <a:cs typeface="Roboto"/>
              <a:sym typeface="Roboto"/>
            </a:endParaRPr>
          </a:p>
          <a:p>
            <a:pPr indent="-336550" lvl="0" marL="457200" rtl="0" algn="l">
              <a:spcBef>
                <a:spcPts val="0"/>
              </a:spcBef>
              <a:spcAft>
                <a:spcPts val="0"/>
              </a:spcAft>
              <a:buClr>
                <a:schemeClr val="accent3"/>
              </a:buClr>
              <a:buSzPts val="1700"/>
              <a:buFont typeface="Roboto"/>
              <a:buChar char="●"/>
            </a:pPr>
            <a:r>
              <a:rPr b="1" lang="en" sz="1700">
                <a:solidFill>
                  <a:schemeClr val="accent3"/>
                </a:solidFill>
                <a:latin typeface="Roboto"/>
                <a:ea typeface="Roboto"/>
                <a:cs typeface="Roboto"/>
                <a:sym typeface="Roboto"/>
              </a:rPr>
              <a:t>isFull:</a:t>
            </a:r>
            <a:r>
              <a:rPr lang="en" sz="1700">
                <a:solidFill>
                  <a:schemeClr val="accent3"/>
                </a:solidFill>
                <a:latin typeface="Roboto"/>
                <a:ea typeface="Roboto"/>
                <a:cs typeface="Roboto"/>
                <a:sym typeface="Roboto"/>
              </a:rPr>
              <a:t> kiểm tra </a:t>
            </a:r>
            <a:r>
              <a:rPr lang="en" sz="1700">
                <a:solidFill>
                  <a:schemeClr val="dk1"/>
                </a:solidFill>
                <a:latin typeface="Roboto"/>
                <a:ea typeface="Roboto"/>
                <a:cs typeface="Roboto"/>
                <a:sym typeface="Roboto"/>
              </a:rPr>
              <a:t>queue</a:t>
            </a:r>
            <a:r>
              <a:rPr lang="en" sz="1700">
                <a:solidFill>
                  <a:schemeClr val="accent3"/>
                </a:solidFill>
                <a:latin typeface="Roboto"/>
                <a:ea typeface="Roboto"/>
                <a:cs typeface="Roboto"/>
                <a:sym typeface="Roboto"/>
              </a:rPr>
              <a:t> có đang đầy?</a:t>
            </a:r>
            <a:endParaRPr b="1" sz="1700">
              <a:solidFill>
                <a:schemeClr val="accent3"/>
              </a:solidFill>
              <a:latin typeface="Roboto"/>
              <a:ea typeface="Roboto"/>
              <a:cs typeface="Roboto"/>
              <a:sym typeface="Roboto"/>
            </a:endParaRPr>
          </a:p>
          <a:p>
            <a:pPr indent="-336550" lvl="0" marL="457200" rtl="0" algn="l">
              <a:spcBef>
                <a:spcPts val="0"/>
              </a:spcBef>
              <a:spcAft>
                <a:spcPts val="0"/>
              </a:spcAft>
              <a:buClr>
                <a:schemeClr val="accent3"/>
              </a:buClr>
              <a:buSzPts val="1700"/>
              <a:buFont typeface="Roboto"/>
              <a:buChar char="●"/>
            </a:pPr>
            <a:r>
              <a:rPr b="1" lang="en" sz="1700">
                <a:solidFill>
                  <a:schemeClr val="accent3"/>
                </a:solidFill>
                <a:latin typeface="Roboto"/>
                <a:ea typeface="Roboto"/>
                <a:cs typeface="Roboto"/>
                <a:sym typeface="Roboto"/>
              </a:rPr>
              <a:t>put:</a:t>
            </a:r>
            <a:r>
              <a:rPr lang="en" sz="1700">
                <a:solidFill>
                  <a:schemeClr val="accent3"/>
                </a:solidFill>
                <a:latin typeface="Roboto"/>
                <a:ea typeface="Roboto"/>
                <a:cs typeface="Roboto"/>
                <a:sym typeface="Roboto"/>
              </a:rPr>
              <a:t> thêm một </a:t>
            </a:r>
            <a:r>
              <a:rPr lang="en" sz="1700">
                <a:solidFill>
                  <a:srgbClr val="825418"/>
                </a:solidFill>
                <a:latin typeface="Roboto"/>
                <a:ea typeface="Roboto"/>
                <a:cs typeface="Roboto"/>
                <a:sym typeface="Roboto"/>
              </a:rPr>
              <a:t>val</a:t>
            </a:r>
            <a:r>
              <a:rPr lang="en" sz="1700">
                <a:solidFill>
                  <a:srgbClr val="825418"/>
                </a:solidFill>
                <a:latin typeface="Roboto"/>
                <a:ea typeface="Roboto"/>
                <a:cs typeface="Roboto"/>
                <a:sym typeface="Roboto"/>
              </a:rPr>
              <a:t>ue</a:t>
            </a:r>
            <a:r>
              <a:rPr lang="en" sz="1700">
                <a:solidFill>
                  <a:schemeClr val="accent3"/>
                </a:solidFill>
                <a:latin typeface="Roboto"/>
                <a:ea typeface="Roboto"/>
                <a:cs typeface="Roboto"/>
                <a:sym typeface="Roboto"/>
              </a:rPr>
              <a:t> vào </a:t>
            </a:r>
            <a:r>
              <a:rPr lang="en" sz="1700">
                <a:solidFill>
                  <a:schemeClr val="dk1"/>
                </a:solidFill>
                <a:latin typeface="Roboto"/>
                <a:ea typeface="Roboto"/>
                <a:cs typeface="Roboto"/>
                <a:sym typeface="Roboto"/>
              </a:rPr>
              <a:t>queue</a:t>
            </a:r>
            <a:r>
              <a:rPr lang="en" sz="1700">
                <a:solidFill>
                  <a:schemeClr val="accent3"/>
                </a:solidFill>
                <a:latin typeface="Roboto"/>
                <a:ea typeface="Roboto"/>
                <a:cs typeface="Roboto"/>
                <a:sym typeface="Roboto"/>
              </a:rPr>
              <a:t>.</a:t>
            </a:r>
            <a:endParaRPr sz="1700">
              <a:solidFill>
                <a:schemeClr val="accent3"/>
              </a:solidFill>
              <a:latin typeface="Roboto"/>
              <a:ea typeface="Roboto"/>
              <a:cs typeface="Roboto"/>
              <a:sym typeface="Roboto"/>
            </a:endParaRPr>
          </a:p>
          <a:p>
            <a:pPr indent="-336550" lvl="0" marL="457200" rtl="0" algn="l">
              <a:spcBef>
                <a:spcPts val="0"/>
              </a:spcBef>
              <a:spcAft>
                <a:spcPts val="0"/>
              </a:spcAft>
              <a:buClr>
                <a:schemeClr val="accent3"/>
              </a:buClr>
              <a:buSzPts val="1700"/>
              <a:buFont typeface="Roboto"/>
              <a:buChar char="●"/>
            </a:pPr>
            <a:r>
              <a:rPr b="1" lang="en" sz="1700">
                <a:solidFill>
                  <a:schemeClr val="accent3"/>
                </a:solidFill>
                <a:latin typeface="Roboto"/>
                <a:ea typeface="Roboto"/>
                <a:cs typeface="Roboto"/>
                <a:sym typeface="Roboto"/>
              </a:rPr>
              <a:t>get</a:t>
            </a:r>
            <a:r>
              <a:rPr b="1" lang="en" sz="1700">
                <a:solidFill>
                  <a:schemeClr val="accent3"/>
                </a:solidFill>
                <a:latin typeface="Roboto"/>
                <a:ea typeface="Roboto"/>
                <a:cs typeface="Roboto"/>
                <a:sym typeface="Roboto"/>
              </a:rPr>
              <a:t>: </a:t>
            </a:r>
            <a:r>
              <a:rPr lang="en" sz="1700">
                <a:solidFill>
                  <a:schemeClr val="accent3"/>
                </a:solidFill>
                <a:latin typeface="Roboto"/>
                <a:ea typeface="Roboto"/>
                <a:cs typeface="Roboto"/>
                <a:sym typeface="Roboto"/>
              </a:rPr>
              <a:t>lấy ra </a:t>
            </a:r>
            <a:r>
              <a:rPr lang="en" sz="1700">
                <a:solidFill>
                  <a:srgbClr val="9D6619"/>
                </a:solidFill>
                <a:latin typeface="Roboto"/>
                <a:ea typeface="Roboto"/>
                <a:cs typeface="Roboto"/>
                <a:sym typeface="Roboto"/>
              </a:rPr>
              <a:t>value</a:t>
            </a:r>
            <a:r>
              <a:rPr lang="en" sz="1700">
                <a:solidFill>
                  <a:schemeClr val="accent3"/>
                </a:solidFill>
                <a:latin typeface="Roboto"/>
                <a:ea typeface="Roboto"/>
                <a:cs typeface="Roboto"/>
                <a:sym typeface="Roboto"/>
              </a:rPr>
              <a:t> từ </a:t>
            </a:r>
            <a:r>
              <a:rPr lang="en" sz="1700">
                <a:solidFill>
                  <a:schemeClr val="dk1"/>
                </a:solidFill>
                <a:latin typeface="Roboto"/>
                <a:ea typeface="Roboto"/>
                <a:cs typeface="Roboto"/>
                <a:sym typeface="Roboto"/>
              </a:rPr>
              <a:t>queue</a:t>
            </a:r>
            <a:r>
              <a:rPr lang="en" sz="1700">
                <a:solidFill>
                  <a:schemeClr val="accent3"/>
                </a:solidFill>
                <a:latin typeface="Roboto"/>
                <a:ea typeface="Roboto"/>
                <a:cs typeface="Roboto"/>
                <a:sym typeface="Roboto"/>
              </a:rPr>
              <a:t>.</a:t>
            </a:r>
            <a:endParaRPr sz="1700">
              <a:solidFill>
                <a:schemeClr val="accent3"/>
              </a:solidFill>
              <a:latin typeface="Roboto"/>
              <a:ea typeface="Roboto"/>
              <a:cs typeface="Roboto"/>
              <a:sym typeface="Roboto"/>
            </a:endParaRPr>
          </a:p>
          <a:p>
            <a:pPr indent="0" lvl="0" marL="0" rtl="0" algn="l">
              <a:spcBef>
                <a:spcPts val="0"/>
              </a:spcBef>
              <a:spcAft>
                <a:spcPts val="0"/>
              </a:spcAft>
              <a:buNone/>
            </a:pPr>
            <a:r>
              <a:rPr lang="en" sz="1700">
                <a:solidFill>
                  <a:schemeClr val="accent3"/>
                </a:solidFill>
                <a:latin typeface="Roboto"/>
                <a:ea typeface="Roboto"/>
                <a:cs typeface="Roboto"/>
                <a:sym typeface="Roboto"/>
              </a:rPr>
              <a:t>Cài đặt chương trình như mẫu bên rồi cho biết kết quả.</a:t>
            </a:r>
            <a:endParaRPr sz="1700">
              <a:solidFill>
                <a:srgbClr val="245716"/>
              </a:solidFill>
              <a:latin typeface="Roboto"/>
              <a:ea typeface="Roboto"/>
              <a:cs typeface="Roboto"/>
              <a:sym typeface="Roboto"/>
            </a:endParaRPr>
          </a:p>
        </p:txBody>
      </p:sp>
      <p:sp>
        <p:nvSpPr>
          <p:cNvPr id="2331" name="Google Shape;2331;p58"/>
          <p:cNvSpPr txBox="1"/>
          <p:nvPr/>
        </p:nvSpPr>
        <p:spPr>
          <a:xfrm>
            <a:off x="3908300" y="478350"/>
            <a:ext cx="3081900" cy="3879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rgbClr val="212121"/>
                </a:solidFill>
                <a:latin typeface="Consolas"/>
                <a:ea typeface="Consolas"/>
                <a:cs typeface="Consolas"/>
                <a:sym typeface="Consolas"/>
              </a:rPr>
              <a:t>#include &lt;stdio.h&gt;</a:t>
            </a:r>
            <a:endParaRPr sz="1000">
              <a:solidFill>
                <a:srgbClr val="212121"/>
              </a:solidFill>
              <a:latin typeface="Consolas"/>
              <a:ea typeface="Consolas"/>
              <a:cs typeface="Consolas"/>
              <a:sym typeface="Consolas"/>
            </a:endParaRPr>
          </a:p>
          <a:p>
            <a:pPr indent="0" lvl="0" marL="0" rtl="0" algn="l">
              <a:spcBef>
                <a:spcPts val="0"/>
              </a:spcBef>
              <a:spcAft>
                <a:spcPts val="0"/>
              </a:spcAft>
              <a:buNone/>
            </a:pPr>
            <a:r>
              <a:rPr lang="en" sz="1000">
                <a:solidFill>
                  <a:srgbClr val="212121"/>
                </a:solidFill>
                <a:latin typeface="Consolas"/>
                <a:ea typeface="Consolas"/>
                <a:cs typeface="Consolas"/>
                <a:sym typeface="Consolas"/>
              </a:rPr>
              <a:t>#define MAX 5</a:t>
            </a:r>
            <a:endParaRPr sz="1000">
              <a:solidFill>
                <a:srgbClr val="212121"/>
              </a:solidFill>
              <a:latin typeface="Consolas"/>
              <a:ea typeface="Consolas"/>
              <a:cs typeface="Consolas"/>
              <a:sym typeface="Consolas"/>
            </a:endParaRPr>
          </a:p>
          <a:p>
            <a:pPr indent="0" lvl="0" marL="0" rtl="0" algn="l">
              <a:spcBef>
                <a:spcPts val="0"/>
              </a:spcBef>
              <a:spcAft>
                <a:spcPts val="0"/>
              </a:spcAft>
              <a:buNone/>
            </a:pPr>
            <a:r>
              <a:t/>
            </a:r>
            <a:endParaRPr sz="1000">
              <a:solidFill>
                <a:srgbClr val="212121"/>
              </a:solidFill>
              <a:latin typeface="Consolas"/>
              <a:ea typeface="Consolas"/>
              <a:cs typeface="Consolas"/>
              <a:sym typeface="Consolas"/>
            </a:endParaRPr>
          </a:p>
          <a:p>
            <a:pPr indent="0" lvl="0" marL="0" rtl="0" algn="l">
              <a:spcBef>
                <a:spcPts val="0"/>
              </a:spcBef>
              <a:spcAft>
                <a:spcPts val="0"/>
              </a:spcAft>
              <a:buNone/>
            </a:pPr>
            <a:r>
              <a:rPr b="1" lang="en" sz="1000">
                <a:solidFill>
                  <a:schemeClr val="accent3"/>
                </a:solidFill>
                <a:latin typeface="Consolas"/>
                <a:ea typeface="Consolas"/>
                <a:cs typeface="Consolas"/>
                <a:sym typeface="Consolas"/>
              </a:rPr>
              <a:t>typedef struct {</a:t>
            </a:r>
            <a:endParaRPr b="1" sz="1000">
              <a:solidFill>
                <a:schemeClr val="accent3"/>
              </a:solidFill>
              <a:latin typeface="Consolas"/>
              <a:ea typeface="Consolas"/>
              <a:cs typeface="Consolas"/>
              <a:sym typeface="Consolas"/>
            </a:endParaRPr>
          </a:p>
          <a:p>
            <a:pPr indent="0" lvl="0" marL="0" rtl="0" algn="l">
              <a:spcBef>
                <a:spcPts val="0"/>
              </a:spcBef>
              <a:spcAft>
                <a:spcPts val="0"/>
              </a:spcAft>
              <a:buNone/>
            </a:pPr>
            <a:r>
              <a:rPr b="1" lang="en" sz="1000">
                <a:solidFill>
                  <a:schemeClr val="accent3"/>
                </a:solidFill>
                <a:latin typeface="Consolas"/>
                <a:ea typeface="Consolas"/>
                <a:cs typeface="Consolas"/>
                <a:sym typeface="Consolas"/>
              </a:rPr>
              <a:t>    int head, tail;</a:t>
            </a:r>
            <a:endParaRPr b="1" sz="1000">
              <a:solidFill>
                <a:schemeClr val="accent3"/>
              </a:solidFill>
              <a:latin typeface="Consolas"/>
              <a:ea typeface="Consolas"/>
              <a:cs typeface="Consolas"/>
              <a:sym typeface="Consolas"/>
            </a:endParaRPr>
          </a:p>
          <a:p>
            <a:pPr indent="0" lvl="0" marL="0" rtl="0" algn="l">
              <a:spcBef>
                <a:spcPts val="0"/>
              </a:spcBef>
              <a:spcAft>
                <a:spcPts val="0"/>
              </a:spcAft>
              <a:buNone/>
            </a:pPr>
            <a:r>
              <a:rPr b="1" lang="en" sz="1000">
                <a:solidFill>
                  <a:schemeClr val="accent3"/>
                </a:solidFill>
                <a:latin typeface="Consolas"/>
                <a:ea typeface="Consolas"/>
                <a:cs typeface="Consolas"/>
                <a:sym typeface="Consolas"/>
              </a:rPr>
              <a:t>    int a[MAX];</a:t>
            </a:r>
            <a:endParaRPr b="1" sz="1000">
              <a:solidFill>
                <a:schemeClr val="accent3"/>
              </a:solidFill>
              <a:latin typeface="Consolas"/>
              <a:ea typeface="Consolas"/>
              <a:cs typeface="Consolas"/>
              <a:sym typeface="Consolas"/>
            </a:endParaRPr>
          </a:p>
          <a:p>
            <a:pPr indent="0" lvl="0" marL="0" rtl="0" algn="l">
              <a:spcBef>
                <a:spcPts val="0"/>
              </a:spcBef>
              <a:spcAft>
                <a:spcPts val="0"/>
              </a:spcAft>
              <a:buNone/>
            </a:pPr>
            <a:r>
              <a:rPr b="1" lang="en" sz="1000">
                <a:solidFill>
                  <a:schemeClr val="accent3"/>
                </a:solidFill>
                <a:latin typeface="Consolas"/>
                <a:ea typeface="Consolas"/>
                <a:cs typeface="Consolas"/>
                <a:sym typeface="Consolas"/>
              </a:rPr>
              <a:t>} Queue;</a:t>
            </a:r>
            <a:endParaRPr b="1" sz="1000">
              <a:solidFill>
                <a:schemeClr val="accent3"/>
              </a:solidFill>
              <a:latin typeface="Consolas"/>
              <a:ea typeface="Consolas"/>
              <a:cs typeface="Consolas"/>
              <a:sym typeface="Consolas"/>
            </a:endParaRPr>
          </a:p>
          <a:p>
            <a:pPr indent="0" lvl="0" marL="0" rtl="0" algn="l">
              <a:spcBef>
                <a:spcPts val="0"/>
              </a:spcBef>
              <a:spcAft>
                <a:spcPts val="0"/>
              </a:spcAft>
              <a:buNone/>
            </a:pPr>
            <a:r>
              <a:t/>
            </a:r>
            <a:endParaRPr sz="1000">
              <a:solidFill>
                <a:srgbClr val="212121"/>
              </a:solidFill>
              <a:latin typeface="Consolas"/>
              <a:ea typeface="Consolas"/>
              <a:cs typeface="Consolas"/>
              <a:sym typeface="Consolas"/>
            </a:endParaRPr>
          </a:p>
          <a:p>
            <a:pPr indent="0" lvl="0" marL="0" rtl="0" algn="l">
              <a:spcBef>
                <a:spcPts val="0"/>
              </a:spcBef>
              <a:spcAft>
                <a:spcPts val="0"/>
              </a:spcAft>
              <a:buNone/>
            </a:pPr>
            <a:r>
              <a:rPr lang="en" sz="1000">
                <a:solidFill>
                  <a:srgbClr val="212121"/>
                </a:solidFill>
                <a:latin typeface="Consolas"/>
                <a:ea typeface="Consolas"/>
                <a:cs typeface="Consolas"/>
                <a:sym typeface="Consolas"/>
              </a:rPr>
              <a:t>void init(Queue* q) {</a:t>
            </a:r>
            <a:endParaRPr sz="1000">
              <a:solidFill>
                <a:srgbClr val="212121"/>
              </a:solidFill>
              <a:latin typeface="Consolas"/>
              <a:ea typeface="Consolas"/>
              <a:cs typeface="Consolas"/>
              <a:sym typeface="Consolas"/>
            </a:endParaRPr>
          </a:p>
          <a:p>
            <a:pPr indent="0" lvl="0" marL="0" rtl="0" algn="l">
              <a:spcBef>
                <a:spcPts val="0"/>
              </a:spcBef>
              <a:spcAft>
                <a:spcPts val="0"/>
              </a:spcAft>
              <a:buNone/>
            </a:pPr>
            <a:r>
              <a:rPr lang="en" sz="1000">
                <a:solidFill>
                  <a:srgbClr val="212121"/>
                </a:solidFill>
                <a:latin typeface="Consolas"/>
                <a:ea typeface="Consolas"/>
                <a:cs typeface="Consolas"/>
                <a:sym typeface="Consolas"/>
              </a:rPr>
              <a:t>    q-&gt;head = 0;</a:t>
            </a:r>
            <a:endParaRPr sz="1000">
              <a:solidFill>
                <a:srgbClr val="212121"/>
              </a:solidFill>
              <a:latin typeface="Consolas"/>
              <a:ea typeface="Consolas"/>
              <a:cs typeface="Consolas"/>
              <a:sym typeface="Consolas"/>
            </a:endParaRPr>
          </a:p>
          <a:p>
            <a:pPr indent="0" lvl="0" marL="0" rtl="0" algn="l">
              <a:spcBef>
                <a:spcPts val="0"/>
              </a:spcBef>
              <a:spcAft>
                <a:spcPts val="0"/>
              </a:spcAft>
              <a:buNone/>
            </a:pPr>
            <a:r>
              <a:rPr lang="en" sz="1000">
                <a:solidFill>
                  <a:srgbClr val="212121"/>
                </a:solidFill>
                <a:latin typeface="Consolas"/>
                <a:ea typeface="Consolas"/>
                <a:cs typeface="Consolas"/>
                <a:sym typeface="Consolas"/>
              </a:rPr>
              <a:t>    q-&gt;tail = -1;</a:t>
            </a:r>
            <a:endParaRPr sz="1000">
              <a:solidFill>
                <a:srgbClr val="212121"/>
              </a:solidFill>
              <a:latin typeface="Consolas"/>
              <a:ea typeface="Consolas"/>
              <a:cs typeface="Consolas"/>
              <a:sym typeface="Consolas"/>
            </a:endParaRPr>
          </a:p>
          <a:p>
            <a:pPr indent="0" lvl="0" marL="0" rtl="0" algn="l">
              <a:spcBef>
                <a:spcPts val="0"/>
              </a:spcBef>
              <a:spcAft>
                <a:spcPts val="0"/>
              </a:spcAft>
              <a:buNone/>
            </a:pPr>
            <a:r>
              <a:rPr lang="en" sz="1000">
                <a:solidFill>
                  <a:srgbClr val="212121"/>
                </a:solidFill>
                <a:latin typeface="Consolas"/>
                <a:ea typeface="Consolas"/>
                <a:cs typeface="Consolas"/>
                <a:sym typeface="Consolas"/>
              </a:rPr>
              <a:t>}</a:t>
            </a:r>
            <a:endParaRPr sz="1000">
              <a:solidFill>
                <a:srgbClr val="212121"/>
              </a:solidFill>
              <a:latin typeface="Consolas"/>
              <a:ea typeface="Consolas"/>
              <a:cs typeface="Consolas"/>
              <a:sym typeface="Consolas"/>
            </a:endParaRPr>
          </a:p>
          <a:p>
            <a:pPr indent="0" lvl="0" marL="0" rtl="0" algn="l">
              <a:spcBef>
                <a:spcPts val="0"/>
              </a:spcBef>
              <a:spcAft>
                <a:spcPts val="0"/>
              </a:spcAft>
              <a:buNone/>
            </a:pPr>
            <a:r>
              <a:t/>
            </a:r>
            <a:endParaRPr sz="1000">
              <a:solidFill>
                <a:srgbClr val="212121"/>
              </a:solidFill>
              <a:latin typeface="Consolas"/>
              <a:ea typeface="Consolas"/>
              <a:cs typeface="Consolas"/>
              <a:sym typeface="Consolas"/>
            </a:endParaRPr>
          </a:p>
          <a:p>
            <a:pPr indent="0" lvl="0" marL="0" rtl="0" algn="l">
              <a:spcBef>
                <a:spcPts val="0"/>
              </a:spcBef>
              <a:spcAft>
                <a:spcPts val="0"/>
              </a:spcAft>
              <a:buNone/>
            </a:pPr>
            <a:r>
              <a:rPr lang="en" sz="1000">
                <a:solidFill>
                  <a:srgbClr val="212121"/>
                </a:solidFill>
                <a:latin typeface="Consolas"/>
                <a:ea typeface="Consolas"/>
                <a:cs typeface="Consolas"/>
                <a:sym typeface="Consolas"/>
              </a:rPr>
              <a:t>int isFull(Queue *q);</a:t>
            </a:r>
            <a:endParaRPr sz="1000">
              <a:solidFill>
                <a:srgbClr val="212121"/>
              </a:solidFill>
              <a:latin typeface="Consolas"/>
              <a:ea typeface="Consolas"/>
              <a:cs typeface="Consolas"/>
              <a:sym typeface="Consolas"/>
            </a:endParaRPr>
          </a:p>
          <a:p>
            <a:pPr indent="0" lvl="0" marL="0" rtl="0" algn="l">
              <a:spcBef>
                <a:spcPts val="0"/>
              </a:spcBef>
              <a:spcAft>
                <a:spcPts val="0"/>
              </a:spcAft>
              <a:buNone/>
            </a:pPr>
            <a:r>
              <a:rPr lang="en" sz="1000">
                <a:solidFill>
                  <a:srgbClr val="212121"/>
                </a:solidFill>
                <a:latin typeface="Consolas"/>
                <a:ea typeface="Consolas"/>
                <a:cs typeface="Consolas"/>
                <a:sym typeface="Consolas"/>
              </a:rPr>
              <a:t>int isEmpty(Queue *q);</a:t>
            </a:r>
            <a:endParaRPr sz="1000">
              <a:solidFill>
                <a:srgbClr val="212121"/>
              </a:solidFill>
              <a:latin typeface="Consolas"/>
              <a:ea typeface="Consolas"/>
              <a:cs typeface="Consolas"/>
              <a:sym typeface="Consolas"/>
            </a:endParaRPr>
          </a:p>
          <a:p>
            <a:pPr indent="0" lvl="0" marL="0" rtl="0" algn="l">
              <a:spcBef>
                <a:spcPts val="0"/>
              </a:spcBef>
              <a:spcAft>
                <a:spcPts val="0"/>
              </a:spcAft>
              <a:buNone/>
            </a:pPr>
            <a:r>
              <a:rPr lang="en" sz="1000">
                <a:solidFill>
                  <a:srgbClr val="212121"/>
                </a:solidFill>
                <a:latin typeface="Consolas"/>
                <a:ea typeface="Consolas"/>
                <a:cs typeface="Consolas"/>
                <a:sym typeface="Consolas"/>
              </a:rPr>
              <a:t>void put(Queue* q, int value);</a:t>
            </a:r>
            <a:endParaRPr sz="1000">
              <a:solidFill>
                <a:srgbClr val="212121"/>
              </a:solidFill>
              <a:latin typeface="Consolas"/>
              <a:ea typeface="Consolas"/>
              <a:cs typeface="Consolas"/>
              <a:sym typeface="Consolas"/>
            </a:endParaRPr>
          </a:p>
          <a:p>
            <a:pPr indent="0" lvl="0" marL="0" rtl="0" algn="l">
              <a:spcBef>
                <a:spcPts val="0"/>
              </a:spcBef>
              <a:spcAft>
                <a:spcPts val="0"/>
              </a:spcAft>
              <a:buNone/>
            </a:pPr>
            <a:r>
              <a:rPr lang="en" sz="1000">
                <a:solidFill>
                  <a:srgbClr val="212121"/>
                </a:solidFill>
                <a:latin typeface="Consolas"/>
                <a:ea typeface="Consolas"/>
                <a:cs typeface="Consolas"/>
                <a:sym typeface="Consolas"/>
              </a:rPr>
              <a:t>int get(Queue* q);</a:t>
            </a:r>
            <a:endParaRPr sz="1000">
              <a:solidFill>
                <a:srgbClr val="212121"/>
              </a:solidFill>
              <a:latin typeface="Consolas"/>
              <a:ea typeface="Consolas"/>
              <a:cs typeface="Consolas"/>
              <a:sym typeface="Consolas"/>
            </a:endParaRPr>
          </a:p>
          <a:p>
            <a:pPr indent="0" lvl="0" marL="0" rtl="0" algn="l">
              <a:spcBef>
                <a:spcPts val="0"/>
              </a:spcBef>
              <a:spcAft>
                <a:spcPts val="0"/>
              </a:spcAft>
              <a:buNone/>
            </a:pPr>
            <a:r>
              <a:rPr lang="en" sz="1000">
                <a:solidFill>
                  <a:srgbClr val="212121"/>
                </a:solidFill>
                <a:latin typeface="Consolas"/>
                <a:ea typeface="Consolas"/>
                <a:cs typeface="Consolas"/>
                <a:sym typeface="Consolas"/>
              </a:rPr>
              <a:t>void displayQueue(Queue*q);</a:t>
            </a:r>
            <a:endParaRPr sz="1000">
              <a:solidFill>
                <a:srgbClr val="212121"/>
              </a:solidFill>
              <a:latin typeface="Consolas"/>
              <a:ea typeface="Consolas"/>
              <a:cs typeface="Consolas"/>
              <a:sym typeface="Consolas"/>
            </a:endParaRPr>
          </a:p>
          <a:p>
            <a:pPr indent="0" lvl="0" marL="0" rtl="0" algn="l">
              <a:spcBef>
                <a:spcPts val="0"/>
              </a:spcBef>
              <a:spcAft>
                <a:spcPts val="0"/>
              </a:spcAft>
              <a:buNone/>
            </a:pPr>
            <a:r>
              <a:rPr lang="en" sz="1000">
                <a:solidFill>
                  <a:srgbClr val="212121"/>
                </a:solidFill>
                <a:latin typeface="Consolas"/>
                <a:ea typeface="Consolas"/>
                <a:cs typeface="Consolas"/>
                <a:sym typeface="Consolas"/>
              </a:rPr>
              <a:t>int main() {</a:t>
            </a:r>
            <a:endParaRPr sz="1000">
              <a:solidFill>
                <a:srgbClr val="212121"/>
              </a:solidFill>
              <a:latin typeface="Consolas"/>
              <a:ea typeface="Consolas"/>
              <a:cs typeface="Consolas"/>
              <a:sym typeface="Consolas"/>
            </a:endParaRPr>
          </a:p>
          <a:p>
            <a:pPr indent="0" lvl="0" marL="0" rtl="0" algn="l">
              <a:spcBef>
                <a:spcPts val="0"/>
              </a:spcBef>
              <a:spcAft>
                <a:spcPts val="0"/>
              </a:spcAft>
              <a:buNone/>
            </a:pPr>
            <a:r>
              <a:rPr lang="en" sz="1000">
                <a:solidFill>
                  <a:srgbClr val="212121"/>
                </a:solidFill>
                <a:latin typeface="Consolas"/>
                <a:ea typeface="Consolas"/>
                <a:cs typeface="Consolas"/>
                <a:sym typeface="Consolas"/>
              </a:rPr>
              <a:t>    Queue q;</a:t>
            </a:r>
            <a:endParaRPr sz="1000">
              <a:solidFill>
                <a:srgbClr val="212121"/>
              </a:solidFill>
              <a:latin typeface="Consolas"/>
              <a:ea typeface="Consolas"/>
              <a:cs typeface="Consolas"/>
              <a:sym typeface="Consolas"/>
            </a:endParaRPr>
          </a:p>
          <a:p>
            <a:pPr indent="0" lvl="0" marL="0" rtl="0" algn="l">
              <a:spcBef>
                <a:spcPts val="0"/>
              </a:spcBef>
              <a:spcAft>
                <a:spcPts val="0"/>
              </a:spcAft>
              <a:buNone/>
            </a:pPr>
            <a:r>
              <a:rPr lang="en" sz="1000">
                <a:solidFill>
                  <a:srgbClr val="212121"/>
                </a:solidFill>
                <a:latin typeface="Consolas"/>
                <a:ea typeface="Consolas"/>
                <a:cs typeface="Consolas"/>
                <a:sym typeface="Consolas"/>
              </a:rPr>
              <a:t>    init(&amp;q);</a:t>
            </a:r>
            <a:endParaRPr sz="1000">
              <a:solidFill>
                <a:srgbClr val="212121"/>
              </a:solidFill>
              <a:latin typeface="Consolas"/>
              <a:ea typeface="Consolas"/>
              <a:cs typeface="Consolas"/>
              <a:sym typeface="Consolas"/>
            </a:endParaRPr>
          </a:p>
          <a:p>
            <a:pPr indent="0" lvl="0" marL="0" rtl="0" algn="l">
              <a:spcBef>
                <a:spcPts val="0"/>
              </a:spcBef>
              <a:spcAft>
                <a:spcPts val="0"/>
              </a:spcAft>
              <a:buNone/>
            </a:pPr>
            <a:r>
              <a:rPr lang="en" sz="1000">
                <a:solidFill>
                  <a:srgbClr val="212121"/>
                </a:solidFill>
                <a:latin typeface="Consolas"/>
                <a:ea typeface="Consolas"/>
                <a:cs typeface="Consolas"/>
                <a:sym typeface="Consolas"/>
              </a:rPr>
              <a:t>    int num[6] = {1,-2,3,-4,5,-6};</a:t>
            </a:r>
            <a:endParaRPr sz="1000">
              <a:solidFill>
                <a:srgbClr val="212121"/>
              </a:solidFill>
              <a:latin typeface="Consolas"/>
              <a:ea typeface="Consolas"/>
              <a:cs typeface="Consolas"/>
              <a:sym typeface="Consolas"/>
            </a:endParaRPr>
          </a:p>
          <a:p>
            <a:pPr indent="0" lvl="0" marL="0" rtl="0" algn="l">
              <a:spcBef>
                <a:spcPts val="0"/>
              </a:spcBef>
              <a:spcAft>
                <a:spcPts val="0"/>
              </a:spcAft>
              <a:buNone/>
            </a:pPr>
            <a:r>
              <a:rPr lang="en" sz="1000">
                <a:solidFill>
                  <a:srgbClr val="212121"/>
                </a:solidFill>
                <a:latin typeface="Consolas"/>
                <a:ea typeface="Consolas"/>
                <a:cs typeface="Consolas"/>
                <a:sym typeface="Consolas"/>
              </a:rPr>
              <a:t>    // push</a:t>
            </a:r>
            <a:endParaRPr sz="1000">
              <a:solidFill>
                <a:srgbClr val="212121"/>
              </a:solidFill>
              <a:latin typeface="Consolas"/>
              <a:ea typeface="Consolas"/>
              <a:cs typeface="Consolas"/>
              <a:sym typeface="Consolas"/>
            </a:endParaRPr>
          </a:p>
          <a:p>
            <a:pPr indent="0" lvl="0" marL="0" rtl="0" algn="l">
              <a:spcBef>
                <a:spcPts val="0"/>
              </a:spcBef>
              <a:spcAft>
                <a:spcPts val="0"/>
              </a:spcAft>
              <a:buNone/>
            </a:pPr>
            <a:r>
              <a:rPr lang="en" sz="1000">
                <a:solidFill>
                  <a:srgbClr val="212121"/>
                </a:solidFill>
                <a:latin typeface="Consolas"/>
                <a:ea typeface="Consolas"/>
                <a:cs typeface="Consolas"/>
                <a:sym typeface="Consolas"/>
              </a:rPr>
              <a:t>    </a:t>
            </a:r>
            <a:endParaRPr sz="1000">
              <a:solidFill>
                <a:srgbClr val="212121"/>
              </a:solidFill>
              <a:latin typeface="Consolas"/>
              <a:ea typeface="Consolas"/>
              <a:cs typeface="Consolas"/>
              <a:sym typeface="Consolas"/>
            </a:endParaRPr>
          </a:p>
        </p:txBody>
      </p:sp>
      <p:grpSp>
        <p:nvGrpSpPr>
          <p:cNvPr id="2332" name="Google Shape;2332;p58"/>
          <p:cNvGrpSpPr/>
          <p:nvPr/>
        </p:nvGrpSpPr>
        <p:grpSpPr>
          <a:xfrm>
            <a:off x="1103355" y="783920"/>
            <a:ext cx="2711724" cy="362896"/>
            <a:chOff x="1148325" y="1752675"/>
            <a:chExt cx="5849275" cy="513000"/>
          </a:xfrm>
        </p:grpSpPr>
        <p:sp>
          <p:nvSpPr>
            <p:cNvPr id="2333" name="Google Shape;2333;p58"/>
            <p:cNvSpPr/>
            <p:nvPr/>
          </p:nvSpPr>
          <p:spPr>
            <a:xfrm>
              <a:off x="114832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ua"/>
                  <a:ea typeface="Jua"/>
                  <a:cs typeface="Jua"/>
                  <a:sym typeface="Jua"/>
                </a:rPr>
                <a:t>Q</a:t>
              </a:r>
              <a:endParaRPr>
                <a:solidFill>
                  <a:schemeClr val="dk1"/>
                </a:solidFill>
                <a:latin typeface="Jua"/>
                <a:ea typeface="Jua"/>
                <a:cs typeface="Jua"/>
                <a:sym typeface="Jua"/>
              </a:endParaRPr>
            </a:p>
          </p:txBody>
        </p:sp>
        <p:sp>
          <p:nvSpPr>
            <p:cNvPr id="2334" name="Google Shape;2334;p58"/>
            <p:cNvSpPr/>
            <p:nvPr/>
          </p:nvSpPr>
          <p:spPr>
            <a:xfrm>
              <a:off x="2146400"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2"/>
                  </a:solidFill>
                  <a:latin typeface="Jua"/>
                  <a:ea typeface="Jua"/>
                  <a:cs typeface="Jua"/>
                  <a:sym typeface="Jua"/>
                </a:rPr>
                <a:t>U</a:t>
              </a:r>
              <a:endParaRPr>
                <a:solidFill>
                  <a:schemeClr val="accent2"/>
                </a:solidFill>
                <a:latin typeface="Jua"/>
                <a:ea typeface="Jua"/>
                <a:cs typeface="Jua"/>
                <a:sym typeface="Jua"/>
              </a:endParaRPr>
            </a:p>
          </p:txBody>
        </p:sp>
        <p:sp>
          <p:nvSpPr>
            <p:cNvPr id="2335" name="Google Shape;2335;p58"/>
            <p:cNvSpPr/>
            <p:nvPr/>
          </p:nvSpPr>
          <p:spPr>
            <a:xfrm>
              <a:off x="314447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825418"/>
                  </a:solidFill>
                  <a:latin typeface="Jua"/>
                  <a:ea typeface="Jua"/>
                  <a:cs typeface="Jua"/>
                  <a:sym typeface="Jua"/>
                </a:rPr>
                <a:t>E</a:t>
              </a:r>
              <a:endParaRPr>
                <a:solidFill>
                  <a:srgbClr val="825418"/>
                </a:solidFill>
                <a:latin typeface="Jua"/>
                <a:ea typeface="Jua"/>
                <a:cs typeface="Jua"/>
                <a:sym typeface="Jua"/>
              </a:endParaRPr>
            </a:p>
          </p:txBody>
        </p:sp>
        <p:sp>
          <p:nvSpPr>
            <p:cNvPr id="2336" name="Google Shape;2336;p58"/>
            <p:cNvSpPr/>
            <p:nvPr/>
          </p:nvSpPr>
          <p:spPr>
            <a:xfrm>
              <a:off x="4142550"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0C3B1"/>
                  </a:solidFill>
                  <a:latin typeface="Jua"/>
                  <a:ea typeface="Jua"/>
                  <a:cs typeface="Jua"/>
                  <a:sym typeface="Jua"/>
                </a:rPr>
                <a:t>U</a:t>
              </a:r>
              <a:endParaRPr>
                <a:solidFill>
                  <a:srgbClr val="00C3B1"/>
                </a:solidFill>
                <a:latin typeface="Jua"/>
                <a:ea typeface="Jua"/>
                <a:cs typeface="Jua"/>
                <a:sym typeface="Jua"/>
              </a:endParaRPr>
            </a:p>
          </p:txBody>
        </p:sp>
        <p:sp>
          <p:nvSpPr>
            <p:cNvPr id="2337" name="Google Shape;2337;p58"/>
            <p:cNvSpPr/>
            <p:nvPr/>
          </p:nvSpPr>
          <p:spPr>
            <a:xfrm>
              <a:off x="514062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B5394"/>
                  </a:solidFill>
                  <a:latin typeface="Jua"/>
                  <a:ea typeface="Jua"/>
                  <a:cs typeface="Jua"/>
                  <a:sym typeface="Jua"/>
                </a:rPr>
                <a:t>E</a:t>
              </a:r>
              <a:endParaRPr>
                <a:solidFill>
                  <a:srgbClr val="0B5394"/>
                </a:solidFill>
                <a:latin typeface="Jua"/>
                <a:ea typeface="Jua"/>
                <a:cs typeface="Jua"/>
                <a:sym typeface="Jua"/>
              </a:endParaRPr>
            </a:p>
          </p:txBody>
        </p:sp>
        <p:sp>
          <p:nvSpPr>
            <p:cNvPr id="2338" name="Google Shape;2338;p58"/>
            <p:cNvSpPr/>
            <p:nvPr/>
          </p:nvSpPr>
          <p:spPr>
            <a:xfrm>
              <a:off x="6138700"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6"/>
                  </a:solidFill>
                  <a:latin typeface="Jua"/>
                  <a:ea typeface="Jua"/>
                  <a:cs typeface="Jua"/>
                  <a:sym typeface="Jua"/>
                </a:rPr>
                <a:t>S</a:t>
              </a:r>
              <a:endParaRPr>
                <a:solidFill>
                  <a:schemeClr val="accent6"/>
                </a:solidFill>
                <a:latin typeface="Jua"/>
                <a:ea typeface="Jua"/>
                <a:cs typeface="Jua"/>
                <a:sym typeface="Jua"/>
              </a:endParaRPr>
            </a:p>
          </p:txBody>
        </p:sp>
      </p:grpSp>
      <p:sp>
        <p:nvSpPr>
          <p:cNvPr id="2339" name="Google Shape;2339;p58"/>
          <p:cNvSpPr txBox="1"/>
          <p:nvPr/>
        </p:nvSpPr>
        <p:spPr>
          <a:xfrm>
            <a:off x="6121550" y="478350"/>
            <a:ext cx="3309300" cy="4186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rgbClr val="212121"/>
                </a:solidFill>
                <a:latin typeface="Consolas"/>
                <a:ea typeface="Consolas"/>
                <a:cs typeface="Consolas"/>
                <a:sym typeface="Consolas"/>
              </a:rPr>
              <a:t>printf("MAX = %d\n\n", MAX);</a:t>
            </a:r>
            <a:endParaRPr sz="1000">
              <a:solidFill>
                <a:srgbClr val="212121"/>
              </a:solidFill>
              <a:latin typeface="Consolas"/>
              <a:ea typeface="Consolas"/>
              <a:cs typeface="Consolas"/>
              <a:sym typeface="Consolas"/>
            </a:endParaRPr>
          </a:p>
          <a:p>
            <a:pPr indent="0" lvl="0" marL="0" rtl="0" algn="l">
              <a:spcBef>
                <a:spcPts val="0"/>
              </a:spcBef>
              <a:spcAft>
                <a:spcPts val="0"/>
              </a:spcAft>
              <a:buNone/>
            </a:pPr>
            <a:r>
              <a:rPr lang="en" sz="1000">
                <a:solidFill>
                  <a:srgbClr val="212121"/>
                </a:solidFill>
                <a:latin typeface="Consolas"/>
                <a:ea typeface="Consolas"/>
                <a:cs typeface="Consolas"/>
                <a:sym typeface="Consolas"/>
              </a:rPr>
              <a:t>    printf("PUT\n");</a:t>
            </a:r>
            <a:endParaRPr sz="1000">
              <a:solidFill>
                <a:srgbClr val="212121"/>
              </a:solidFill>
              <a:latin typeface="Consolas"/>
              <a:ea typeface="Consolas"/>
              <a:cs typeface="Consolas"/>
              <a:sym typeface="Consolas"/>
            </a:endParaRPr>
          </a:p>
          <a:p>
            <a:pPr indent="0" lvl="0" marL="0" rtl="0" algn="l">
              <a:spcBef>
                <a:spcPts val="0"/>
              </a:spcBef>
              <a:spcAft>
                <a:spcPts val="0"/>
              </a:spcAft>
              <a:buNone/>
            </a:pPr>
            <a:r>
              <a:rPr lang="en" sz="1000">
                <a:solidFill>
                  <a:srgbClr val="212121"/>
                </a:solidFill>
                <a:latin typeface="Consolas"/>
                <a:ea typeface="Consolas"/>
                <a:cs typeface="Consolas"/>
                <a:sym typeface="Consolas"/>
              </a:rPr>
              <a:t>    for (int i = 0; i &lt; 6; i++){</a:t>
            </a:r>
            <a:endParaRPr sz="1000">
              <a:solidFill>
                <a:srgbClr val="212121"/>
              </a:solidFill>
              <a:latin typeface="Consolas"/>
              <a:ea typeface="Consolas"/>
              <a:cs typeface="Consolas"/>
              <a:sym typeface="Consolas"/>
            </a:endParaRPr>
          </a:p>
          <a:p>
            <a:pPr indent="0" lvl="0" marL="0" rtl="0" algn="l">
              <a:spcBef>
                <a:spcPts val="0"/>
              </a:spcBef>
              <a:spcAft>
                <a:spcPts val="0"/>
              </a:spcAft>
              <a:buNone/>
            </a:pPr>
            <a:r>
              <a:rPr lang="en" sz="1000">
                <a:solidFill>
                  <a:srgbClr val="212121"/>
                </a:solidFill>
                <a:latin typeface="Consolas"/>
                <a:ea typeface="Consolas"/>
                <a:cs typeface="Consolas"/>
                <a:sym typeface="Consolas"/>
              </a:rPr>
              <a:t>        printf("put %d: \n",num[i]);</a:t>
            </a:r>
            <a:endParaRPr sz="1000">
              <a:solidFill>
                <a:srgbClr val="212121"/>
              </a:solidFill>
              <a:latin typeface="Consolas"/>
              <a:ea typeface="Consolas"/>
              <a:cs typeface="Consolas"/>
              <a:sym typeface="Consolas"/>
            </a:endParaRPr>
          </a:p>
          <a:p>
            <a:pPr indent="0" lvl="0" marL="0" rtl="0" algn="l">
              <a:spcBef>
                <a:spcPts val="0"/>
              </a:spcBef>
              <a:spcAft>
                <a:spcPts val="0"/>
              </a:spcAft>
              <a:buNone/>
            </a:pPr>
            <a:r>
              <a:rPr lang="en" sz="1000">
                <a:solidFill>
                  <a:srgbClr val="212121"/>
                </a:solidFill>
                <a:latin typeface="Consolas"/>
                <a:ea typeface="Consolas"/>
                <a:cs typeface="Consolas"/>
                <a:sym typeface="Consolas"/>
              </a:rPr>
              <a:t>        if(!isFull(&amp;q)){</a:t>
            </a:r>
            <a:endParaRPr sz="1000">
              <a:solidFill>
                <a:srgbClr val="212121"/>
              </a:solidFill>
              <a:latin typeface="Consolas"/>
              <a:ea typeface="Consolas"/>
              <a:cs typeface="Consolas"/>
              <a:sym typeface="Consolas"/>
            </a:endParaRPr>
          </a:p>
          <a:p>
            <a:pPr indent="0" lvl="0" marL="0" rtl="0" algn="l">
              <a:spcBef>
                <a:spcPts val="0"/>
              </a:spcBef>
              <a:spcAft>
                <a:spcPts val="0"/>
              </a:spcAft>
              <a:buNone/>
            </a:pPr>
            <a:r>
              <a:rPr lang="en" sz="1000">
                <a:solidFill>
                  <a:srgbClr val="212121"/>
                </a:solidFill>
                <a:latin typeface="Consolas"/>
                <a:ea typeface="Consolas"/>
                <a:cs typeface="Consolas"/>
                <a:sym typeface="Consolas"/>
              </a:rPr>
              <a:t>            put(&amp;q,num[i]);</a:t>
            </a:r>
            <a:endParaRPr sz="1000">
              <a:solidFill>
                <a:srgbClr val="212121"/>
              </a:solidFill>
              <a:latin typeface="Consolas"/>
              <a:ea typeface="Consolas"/>
              <a:cs typeface="Consolas"/>
              <a:sym typeface="Consolas"/>
            </a:endParaRPr>
          </a:p>
          <a:p>
            <a:pPr indent="0" lvl="0" marL="0" rtl="0" algn="l">
              <a:spcBef>
                <a:spcPts val="0"/>
              </a:spcBef>
              <a:spcAft>
                <a:spcPts val="0"/>
              </a:spcAft>
              <a:buNone/>
            </a:pPr>
            <a:r>
              <a:rPr lang="en" sz="1000">
                <a:solidFill>
                  <a:srgbClr val="212121"/>
                </a:solidFill>
                <a:latin typeface="Consolas"/>
                <a:ea typeface="Consolas"/>
                <a:cs typeface="Consolas"/>
                <a:sym typeface="Consolas"/>
              </a:rPr>
              <a:t>            displayQueue(&amp;q);</a:t>
            </a:r>
            <a:endParaRPr sz="1000">
              <a:solidFill>
                <a:srgbClr val="212121"/>
              </a:solidFill>
              <a:latin typeface="Consolas"/>
              <a:ea typeface="Consolas"/>
              <a:cs typeface="Consolas"/>
              <a:sym typeface="Consolas"/>
            </a:endParaRPr>
          </a:p>
          <a:p>
            <a:pPr indent="0" lvl="0" marL="0" rtl="0" algn="l">
              <a:spcBef>
                <a:spcPts val="0"/>
              </a:spcBef>
              <a:spcAft>
                <a:spcPts val="0"/>
              </a:spcAft>
              <a:buNone/>
            </a:pPr>
            <a:r>
              <a:rPr lang="en" sz="1000">
                <a:solidFill>
                  <a:srgbClr val="212121"/>
                </a:solidFill>
                <a:latin typeface="Consolas"/>
                <a:ea typeface="Consolas"/>
                <a:cs typeface="Consolas"/>
                <a:sym typeface="Consolas"/>
              </a:rPr>
              <a:t>            printf("\n");</a:t>
            </a:r>
            <a:endParaRPr sz="1000">
              <a:solidFill>
                <a:srgbClr val="212121"/>
              </a:solidFill>
              <a:latin typeface="Consolas"/>
              <a:ea typeface="Consolas"/>
              <a:cs typeface="Consolas"/>
              <a:sym typeface="Consolas"/>
            </a:endParaRPr>
          </a:p>
          <a:p>
            <a:pPr indent="0" lvl="0" marL="0" rtl="0" algn="l">
              <a:spcBef>
                <a:spcPts val="0"/>
              </a:spcBef>
              <a:spcAft>
                <a:spcPts val="0"/>
              </a:spcAft>
              <a:buNone/>
            </a:pPr>
            <a:r>
              <a:rPr lang="en" sz="1000">
                <a:solidFill>
                  <a:srgbClr val="212121"/>
                </a:solidFill>
                <a:latin typeface="Consolas"/>
                <a:ea typeface="Consolas"/>
                <a:cs typeface="Consolas"/>
                <a:sym typeface="Consolas"/>
              </a:rPr>
              <a:t>        }</a:t>
            </a:r>
            <a:endParaRPr sz="1000">
              <a:solidFill>
                <a:srgbClr val="212121"/>
              </a:solidFill>
              <a:latin typeface="Consolas"/>
              <a:ea typeface="Consolas"/>
              <a:cs typeface="Consolas"/>
              <a:sym typeface="Consolas"/>
            </a:endParaRPr>
          </a:p>
          <a:p>
            <a:pPr indent="0" lvl="0" marL="0" rtl="0" algn="l">
              <a:spcBef>
                <a:spcPts val="0"/>
              </a:spcBef>
              <a:spcAft>
                <a:spcPts val="0"/>
              </a:spcAft>
              <a:buNone/>
            </a:pPr>
            <a:r>
              <a:rPr lang="en" sz="1000">
                <a:solidFill>
                  <a:srgbClr val="212121"/>
                </a:solidFill>
                <a:latin typeface="Consolas"/>
                <a:ea typeface="Consolas"/>
                <a:cs typeface="Consolas"/>
                <a:sym typeface="Consolas"/>
              </a:rPr>
              <a:t>        else</a:t>
            </a:r>
            <a:endParaRPr sz="1000">
              <a:solidFill>
                <a:srgbClr val="212121"/>
              </a:solidFill>
              <a:latin typeface="Consolas"/>
              <a:ea typeface="Consolas"/>
              <a:cs typeface="Consolas"/>
              <a:sym typeface="Consolas"/>
            </a:endParaRPr>
          </a:p>
          <a:p>
            <a:pPr indent="0" lvl="0" marL="0" rtl="0" algn="l">
              <a:spcBef>
                <a:spcPts val="0"/>
              </a:spcBef>
              <a:spcAft>
                <a:spcPts val="0"/>
              </a:spcAft>
              <a:buNone/>
            </a:pPr>
            <a:r>
              <a:rPr lang="en" sz="1000">
                <a:solidFill>
                  <a:srgbClr val="212121"/>
                </a:solidFill>
                <a:latin typeface="Consolas"/>
                <a:ea typeface="Consolas"/>
                <a:cs typeface="Consolas"/>
                <a:sym typeface="Consolas"/>
              </a:rPr>
              <a:t>            printf("Queue is full. \n\n");</a:t>
            </a:r>
            <a:endParaRPr sz="1000">
              <a:solidFill>
                <a:srgbClr val="212121"/>
              </a:solidFill>
              <a:latin typeface="Consolas"/>
              <a:ea typeface="Consolas"/>
              <a:cs typeface="Consolas"/>
              <a:sym typeface="Consolas"/>
            </a:endParaRPr>
          </a:p>
          <a:p>
            <a:pPr indent="0" lvl="0" marL="0" rtl="0" algn="l">
              <a:spcBef>
                <a:spcPts val="0"/>
              </a:spcBef>
              <a:spcAft>
                <a:spcPts val="0"/>
              </a:spcAft>
              <a:buNone/>
            </a:pPr>
            <a:r>
              <a:rPr lang="en" sz="1000">
                <a:solidFill>
                  <a:srgbClr val="212121"/>
                </a:solidFill>
                <a:latin typeface="Consolas"/>
                <a:ea typeface="Consolas"/>
                <a:cs typeface="Consolas"/>
                <a:sym typeface="Consolas"/>
              </a:rPr>
              <a:t>    }</a:t>
            </a:r>
            <a:endParaRPr sz="1000">
              <a:solidFill>
                <a:srgbClr val="212121"/>
              </a:solidFill>
              <a:latin typeface="Consolas"/>
              <a:ea typeface="Consolas"/>
              <a:cs typeface="Consolas"/>
              <a:sym typeface="Consolas"/>
            </a:endParaRPr>
          </a:p>
          <a:p>
            <a:pPr indent="0" lvl="0" marL="0" rtl="0" algn="l">
              <a:spcBef>
                <a:spcPts val="0"/>
              </a:spcBef>
              <a:spcAft>
                <a:spcPts val="0"/>
              </a:spcAft>
              <a:buNone/>
            </a:pPr>
            <a:r>
              <a:rPr lang="en" sz="1000">
                <a:solidFill>
                  <a:srgbClr val="212121"/>
                </a:solidFill>
                <a:latin typeface="Consolas"/>
                <a:ea typeface="Consolas"/>
                <a:cs typeface="Consolas"/>
                <a:sym typeface="Consolas"/>
              </a:rPr>
              <a:t>    // get</a:t>
            </a:r>
            <a:endParaRPr sz="1000">
              <a:solidFill>
                <a:srgbClr val="212121"/>
              </a:solidFill>
              <a:latin typeface="Consolas"/>
              <a:ea typeface="Consolas"/>
              <a:cs typeface="Consolas"/>
              <a:sym typeface="Consolas"/>
            </a:endParaRPr>
          </a:p>
          <a:p>
            <a:pPr indent="0" lvl="0" marL="0" rtl="0" algn="l">
              <a:spcBef>
                <a:spcPts val="0"/>
              </a:spcBef>
              <a:spcAft>
                <a:spcPts val="0"/>
              </a:spcAft>
              <a:buNone/>
            </a:pPr>
            <a:r>
              <a:rPr lang="en" sz="1000">
                <a:solidFill>
                  <a:srgbClr val="212121"/>
                </a:solidFill>
                <a:latin typeface="Consolas"/>
                <a:ea typeface="Consolas"/>
                <a:cs typeface="Consolas"/>
                <a:sym typeface="Consolas"/>
              </a:rPr>
              <a:t>    printf("GET\n");</a:t>
            </a:r>
            <a:endParaRPr sz="1000">
              <a:solidFill>
                <a:srgbClr val="212121"/>
              </a:solidFill>
              <a:latin typeface="Consolas"/>
              <a:ea typeface="Consolas"/>
              <a:cs typeface="Consolas"/>
              <a:sym typeface="Consolas"/>
            </a:endParaRPr>
          </a:p>
          <a:p>
            <a:pPr indent="0" lvl="0" marL="0" rtl="0" algn="l">
              <a:spcBef>
                <a:spcPts val="0"/>
              </a:spcBef>
              <a:spcAft>
                <a:spcPts val="0"/>
              </a:spcAft>
              <a:buNone/>
            </a:pPr>
            <a:r>
              <a:rPr lang="en" sz="1000">
                <a:solidFill>
                  <a:srgbClr val="212121"/>
                </a:solidFill>
                <a:latin typeface="Consolas"/>
                <a:ea typeface="Consolas"/>
                <a:cs typeface="Consolas"/>
                <a:sym typeface="Consolas"/>
              </a:rPr>
              <a:t>    int i = 0;</a:t>
            </a:r>
            <a:endParaRPr sz="1000">
              <a:solidFill>
                <a:srgbClr val="212121"/>
              </a:solidFill>
              <a:latin typeface="Consolas"/>
              <a:ea typeface="Consolas"/>
              <a:cs typeface="Consolas"/>
              <a:sym typeface="Consolas"/>
            </a:endParaRPr>
          </a:p>
          <a:p>
            <a:pPr indent="0" lvl="0" marL="0" rtl="0" algn="l">
              <a:spcBef>
                <a:spcPts val="0"/>
              </a:spcBef>
              <a:spcAft>
                <a:spcPts val="0"/>
              </a:spcAft>
              <a:buNone/>
            </a:pPr>
            <a:r>
              <a:rPr lang="en" sz="1000">
                <a:solidFill>
                  <a:srgbClr val="212121"/>
                </a:solidFill>
                <a:latin typeface="Consolas"/>
                <a:ea typeface="Consolas"/>
                <a:cs typeface="Consolas"/>
                <a:sym typeface="Consolas"/>
              </a:rPr>
              <a:t>    while (!isEmpty(&amp;q)) {</a:t>
            </a:r>
            <a:endParaRPr sz="1000">
              <a:solidFill>
                <a:srgbClr val="212121"/>
              </a:solidFill>
              <a:latin typeface="Consolas"/>
              <a:ea typeface="Consolas"/>
              <a:cs typeface="Consolas"/>
              <a:sym typeface="Consolas"/>
            </a:endParaRPr>
          </a:p>
          <a:p>
            <a:pPr indent="0" lvl="0" marL="0" rtl="0" algn="l">
              <a:spcBef>
                <a:spcPts val="0"/>
              </a:spcBef>
              <a:spcAft>
                <a:spcPts val="0"/>
              </a:spcAft>
              <a:buNone/>
            </a:pPr>
            <a:r>
              <a:rPr lang="en" sz="1000">
                <a:solidFill>
                  <a:srgbClr val="212121"/>
                </a:solidFill>
                <a:latin typeface="Consolas"/>
                <a:ea typeface="Consolas"/>
                <a:cs typeface="Consolas"/>
                <a:sym typeface="Consolas"/>
              </a:rPr>
              <a:t>        printf("get %d: %d\n",i, get(&amp;q));</a:t>
            </a:r>
            <a:endParaRPr sz="1000">
              <a:solidFill>
                <a:srgbClr val="212121"/>
              </a:solidFill>
              <a:latin typeface="Consolas"/>
              <a:ea typeface="Consolas"/>
              <a:cs typeface="Consolas"/>
              <a:sym typeface="Consolas"/>
            </a:endParaRPr>
          </a:p>
          <a:p>
            <a:pPr indent="0" lvl="0" marL="0" rtl="0" algn="l">
              <a:spcBef>
                <a:spcPts val="0"/>
              </a:spcBef>
              <a:spcAft>
                <a:spcPts val="0"/>
              </a:spcAft>
              <a:buNone/>
            </a:pPr>
            <a:r>
              <a:rPr lang="en" sz="1000">
                <a:solidFill>
                  <a:srgbClr val="212121"/>
                </a:solidFill>
                <a:latin typeface="Consolas"/>
                <a:ea typeface="Consolas"/>
                <a:cs typeface="Consolas"/>
                <a:sym typeface="Consolas"/>
              </a:rPr>
              <a:t>        displayQueue(&amp;q);</a:t>
            </a:r>
            <a:endParaRPr sz="1000">
              <a:solidFill>
                <a:srgbClr val="212121"/>
              </a:solidFill>
              <a:latin typeface="Consolas"/>
              <a:ea typeface="Consolas"/>
              <a:cs typeface="Consolas"/>
              <a:sym typeface="Consolas"/>
            </a:endParaRPr>
          </a:p>
          <a:p>
            <a:pPr indent="0" lvl="0" marL="0" rtl="0" algn="l">
              <a:spcBef>
                <a:spcPts val="0"/>
              </a:spcBef>
              <a:spcAft>
                <a:spcPts val="0"/>
              </a:spcAft>
              <a:buNone/>
            </a:pPr>
            <a:r>
              <a:rPr lang="en" sz="1000">
                <a:solidFill>
                  <a:srgbClr val="212121"/>
                </a:solidFill>
                <a:latin typeface="Consolas"/>
                <a:ea typeface="Consolas"/>
                <a:cs typeface="Consolas"/>
                <a:sym typeface="Consolas"/>
              </a:rPr>
              <a:t>        i++;</a:t>
            </a:r>
            <a:endParaRPr sz="1000">
              <a:solidFill>
                <a:srgbClr val="212121"/>
              </a:solidFill>
              <a:latin typeface="Consolas"/>
              <a:ea typeface="Consolas"/>
              <a:cs typeface="Consolas"/>
              <a:sym typeface="Consolas"/>
            </a:endParaRPr>
          </a:p>
          <a:p>
            <a:pPr indent="0" lvl="0" marL="0" rtl="0" algn="l">
              <a:spcBef>
                <a:spcPts val="0"/>
              </a:spcBef>
              <a:spcAft>
                <a:spcPts val="0"/>
              </a:spcAft>
              <a:buNone/>
            </a:pPr>
            <a:r>
              <a:rPr lang="en" sz="1000">
                <a:solidFill>
                  <a:srgbClr val="212121"/>
                </a:solidFill>
                <a:latin typeface="Consolas"/>
                <a:ea typeface="Consolas"/>
                <a:cs typeface="Consolas"/>
                <a:sym typeface="Consolas"/>
              </a:rPr>
              <a:t>        printf("\n");</a:t>
            </a:r>
            <a:endParaRPr sz="1000">
              <a:solidFill>
                <a:srgbClr val="212121"/>
              </a:solidFill>
              <a:latin typeface="Consolas"/>
              <a:ea typeface="Consolas"/>
              <a:cs typeface="Consolas"/>
              <a:sym typeface="Consolas"/>
            </a:endParaRPr>
          </a:p>
          <a:p>
            <a:pPr indent="0" lvl="0" marL="0" rtl="0" algn="l">
              <a:spcBef>
                <a:spcPts val="0"/>
              </a:spcBef>
              <a:spcAft>
                <a:spcPts val="0"/>
              </a:spcAft>
              <a:buNone/>
            </a:pPr>
            <a:r>
              <a:rPr lang="en" sz="1000">
                <a:solidFill>
                  <a:srgbClr val="212121"/>
                </a:solidFill>
                <a:latin typeface="Consolas"/>
                <a:ea typeface="Consolas"/>
                <a:cs typeface="Consolas"/>
                <a:sym typeface="Consolas"/>
              </a:rPr>
              <a:t>     }</a:t>
            </a:r>
            <a:endParaRPr sz="1000">
              <a:solidFill>
                <a:srgbClr val="212121"/>
              </a:solidFill>
              <a:latin typeface="Consolas"/>
              <a:ea typeface="Consolas"/>
              <a:cs typeface="Consolas"/>
              <a:sym typeface="Consolas"/>
            </a:endParaRPr>
          </a:p>
          <a:p>
            <a:pPr indent="0" lvl="0" marL="0" rtl="0" algn="l">
              <a:spcBef>
                <a:spcPts val="0"/>
              </a:spcBef>
              <a:spcAft>
                <a:spcPts val="0"/>
              </a:spcAft>
              <a:buNone/>
            </a:pPr>
            <a:r>
              <a:rPr lang="en" sz="1000">
                <a:solidFill>
                  <a:srgbClr val="212121"/>
                </a:solidFill>
                <a:latin typeface="Consolas"/>
                <a:ea typeface="Consolas"/>
                <a:cs typeface="Consolas"/>
                <a:sym typeface="Consolas"/>
              </a:rPr>
              <a:t>    return 0;</a:t>
            </a:r>
            <a:endParaRPr sz="1000">
              <a:solidFill>
                <a:srgbClr val="212121"/>
              </a:solidFill>
              <a:latin typeface="Consolas"/>
              <a:ea typeface="Consolas"/>
              <a:cs typeface="Consolas"/>
              <a:sym typeface="Consolas"/>
            </a:endParaRPr>
          </a:p>
          <a:p>
            <a:pPr indent="0" lvl="0" marL="0" rtl="0" algn="l">
              <a:spcBef>
                <a:spcPts val="0"/>
              </a:spcBef>
              <a:spcAft>
                <a:spcPts val="0"/>
              </a:spcAft>
              <a:buNone/>
            </a:pPr>
            <a:r>
              <a:rPr lang="en" sz="1000">
                <a:solidFill>
                  <a:srgbClr val="212121"/>
                </a:solidFill>
                <a:latin typeface="Consolas"/>
                <a:ea typeface="Consolas"/>
                <a:cs typeface="Consolas"/>
                <a:sym typeface="Consolas"/>
              </a:rPr>
              <a:t>}</a:t>
            </a:r>
            <a:endParaRPr sz="1000">
              <a:solidFill>
                <a:srgbClr val="212121"/>
              </a:solidFill>
              <a:latin typeface="Consolas"/>
              <a:ea typeface="Consolas"/>
              <a:cs typeface="Consolas"/>
              <a:sym typeface="Consolas"/>
            </a:endParaRPr>
          </a:p>
          <a:p>
            <a:pPr indent="0" lvl="0" marL="0" rtl="0" algn="l">
              <a:spcBef>
                <a:spcPts val="0"/>
              </a:spcBef>
              <a:spcAft>
                <a:spcPts val="0"/>
              </a:spcAft>
              <a:buNone/>
            </a:pPr>
            <a:r>
              <a:t/>
            </a:r>
            <a:endParaRPr sz="1000">
              <a:solidFill>
                <a:srgbClr val="212121"/>
              </a:solidFill>
              <a:latin typeface="Consolas"/>
              <a:ea typeface="Consolas"/>
              <a:cs typeface="Consolas"/>
              <a:sym typeface="Consolas"/>
            </a:endParaRPr>
          </a:p>
          <a:p>
            <a:pPr indent="0" lvl="0" marL="0" rtl="0" algn="l">
              <a:spcBef>
                <a:spcPts val="0"/>
              </a:spcBef>
              <a:spcAft>
                <a:spcPts val="0"/>
              </a:spcAft>
              <a:buNone/>
            </a:pPr>
            <a:r>
              <a:t/>
            </a:r>
            <a:endParaRPr sz="1000">
              <a:solidFill>
                <a:srgbClr val="212121"/>
              </a:solidFill>
              <a:latin typeface="Consolas"/>
              <a:ea typeface="Consolas"/>
              <a:cs typeface="Consolas"/>
              <a:sym typeface="Consolas"/>
            </a:endParaRPr>
          </a:p>
          <a:p>
            <a:pPr indent="0" lvl="0" marL="0" rtl="0" algn="l">
              <a:spcBef>
                <a:spcPts val="0"/>
              </a:spcBef>
              <a:spcAft>
                <a:spcPts val="0"/>
              </a:spcAft>
              <a:buNone/>
            </a:pPr>
            <a:r>
              <a:t/>
            </a:r>
            <a:endParaRPr sz="1000">
              <a:solidFill>
                <a:srgbClr val="212121"/>
              </a:solidFill>
              <a:latin typeface="Consolas"/>
              <a:ea typeface="Consolas"/>
              <a:cs typeface="Consolas"/>
              <a:sym typeface="Consolas"/>
            </a:endParaRPr>
          </a:p>
        </p:txBody>
      </p:sp>
      <p:sp>
        <p:nvSpPr>
          <p:cNvPr id="2340" name="Google Shape;2340;p5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4" name="Shape 2344"/>
        <p:cNvGrpSpPr/>
        <p:nvPr/>
      </p:nvGrpSpPr>
      <p:grpSpPr>
        <a:xfrm>
          <a:off x="0" y="0"/>
          <a:ext cx="0" cy="0"/>
          <a:chOff x="0" y="0"/>
          <a:chExt cx="0" cy="0"/>
        </a:xfrm>
      </p:grpSpPr>
      <p:sp>
        <p:nvSpPr>
          <p:cNvPr id="2345" name="Google Shape;2345;p59"/>
          <p:cNvSpPr txBox="1"/>
          <p:nvPr/>
        </p:nvSpPr>
        <p:spPr>
          <a:xfrm>
            <a:off x="0" y="1304025"/>
            <a:ext cx="8933400" cy="32928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b="1" lang="en" sz="1900">
                <a:solidFill>
                  <a:schemeClr val="dk1"/>
                </a:solidFill>
                <a:latin typeface="Roboto"/>
                <a:ea typeface="Roboto"/>
                <a:cs typeface="Roboto"/>
                <a:sym typeface="Roboto"/>
              </a:rPr>
              <a:t>Bài 3:</a:t>
            </a:r>
            <a:r>
              <a:rPr b="1" lang="en" sz="1900">
                <a:solidFill>
                  <a:srgbClr val="245716"/>
                </a:solidFill>
                <a:latin typeface="Roboto"/>
                <a:ea typeface="Roboto"/>
                <a:cs typeface="Roboto"/>
                <a:sym typeface="Roboto"/>
              </a:rPr>
              <a:t> </a:t>
            </a:r>
            <a:r>
              <a:rPr lang="en" sz="1900">
                <a:solidFill>
                  <a:srgbClr val="245716"/>
                </a:solidFill>
                <a:latin typeface="Roboto"/>
                <a:ea typeface="Roboto"/>
                <a:cs typeface="Roboto"/>
                <a:sym typeface="Roboto"/>
              </a:rPr>
              <a:t>Cải tiến chương trình ở </a:t>
            </a:r>
            <a:r>
              <a:rPr b="1" lang="en" sz="1900">
                <a:solidFill>
                  <a:schemeClr val="dk1"/>
                </a:solidFill>
                <a:latin typeface="Roboto"/>
                <a:ea typeface="Roboto"/>
                <a:cs typeface="Roboto"/>
                <a:sym typeface="Roboto"/>
              </a:rPr>
              <a:t>Bài 2</a:t>
            </a:r>
            <a:r>
              <a:rPr lang="en" sz="1900">
                <a:solidFill>
                  <a:srgbClr val="245716"/>
                </a:solidFill>
                <a:latin typeface="Roboto"/>
                <a:ea typeface="Roboto"/>
                <a:cs typeface="Roboto"/>
                <a:sym typeface="Roboto"/>
              </a:rPr>
              <a:t>, bổ sung điều kiện của </a:t>
            </a:r>
            <a:r>
              <a:rPr lang="en" sz="1900">
                <a:solidFill>
                  <a:schemeClr val="dk1"/>
                </a:solidFill>
                <a:latin typeface="Roboto"/>
                <a:ea typeface="Roboto"/>
                <a:cs typeface="Roboto"/>
                <a:sym typeface="Roboto"/>
              </a:rPr>
              <a:t>head </a:t>
            </a:r>
            <a:r>
              <a:rPr lang="en" sz="1900">
                <a:solidFill>
                  <a:srgbClr val="245716"/>
                </a:solidFill>
                <a:latin typeface="Roboto"/>
                <a:ea typeface="Roboto"/>
                <a:cs typeface="Roboto"/>
                <a:sym typeface="Roboto"/>
              </a:rPr>
              <a:t>và </a:t>
            </a:r>
            <a:r>
              <a:rPr lang="en" sz="1900">
                <a:solidFill>
                  <a:schemeClr val="dk1"/>
                </a:solidFill>
                <a:latin typeface="Roboto"/>
                <a:ea typeface="Roboto"/>
                <a:cs typeface="Roboto"/>
                <a:sym typeface="Roboto"/>
              </a:rPr>
              <a:t>tail</a:t>
            </a:r>
            <a:r>
              <a:rPr lang="en" sz="1900">
                <a:solidFill>
                  <a:srgbClr val="245716"/>
                </a:solidFill>
                <a:latin typeface="Roboto"/>
                <a:ea typeface="Roboto"/>
                <a:cs typeface="Roboto"/>
                <a:sym typeface="Roboto"/>
              </a:rPr>
              <a:t> và một số chỉnh sửa để hàng đợi Queue trở thành </a:t>
            </a:r>
            <a:r>
              <a:rPr lang="en" sz="1900">
                <a:solidFill>
                  <a:srgbClr val="FF00FF"/>
                </a:solidFill>
                <a:latin typeface="Roboto"/>
                <a:ea typeface="Roboto"/>
                <a:cs typeface="Roboto"/>
                <a:sym typeface="Roboto"/>
              </a:rPr>
              <a:t>hàng đợi vòng Circular Queue </a:t>
            </a:r>
            <a:r>
              <a:rPr lang="en" sz="1900">
                <a:solidFill>
                  <a:srgbClr val="245716"/>
                </a:solidFill>
                <a:latin typeface="Roboto"/>
                <a:ea typeface="Roboto"/>
                <a:cs typeface="Roboto"/>
                <a:sym typeface="Roboto"/>
              </a:rPr>
              <a:t>rồi thực hiện bộ lệnh sau:</a:t>
            </a:r>
            <a:endParaRPr sz="1900">
              <a:solidFill>
                <a:srgbClr val="245716"/>
              </a:solidFill>
              <a:latin typeface="Roboto"/>
              <a:ea typeface="Roboto"/>
              <a:cs typeface="Roboto"/>
              <a:sym typeface="Roboto"/>
            </a:endParaRPr>
          </a:p>
          <a:p>
            <a:pPr indent="0" lvl="0" marL="0" rtl="0" algn="just">
              <a:spcBef>
                <a:spcPts val="0"/>
              </a:spcBef>
              <a:spcAft>
                <a:spcPts val="0"/>
              </a:spcAft>
              <a:buNone/>
            </a:pPr>
            <a:r>
              <a:t/>
            </a:r>
            <a:endParaRPr sz="1900">
              <a:solidFill>
                <a:srgbClr val="245716"/>
              </a:solidFill>
              <a:latin typeface="Roboto"/>
              <a:ea typeface="Roboto"/>
              <a:cs typeface="Roboto"/>
              <a:sym typeface="Roboto"/>
            </a:endParaRPr>
          </a:p>
        </p:txBody>
      </p:sp>
      <p:grpSp>
        <p:nvGrpSpPr>
          <p:cNvPr id="2346" name="Google Shape;2346;p59"/>
          <p:cNvGrpSpPr/>
          <p:nvPr/>
        </p:nvGrpSpPr>
        <p:grpSpPr>
          <a:xfrm>
            <a:off x="5625755" y="599720"/>
            <a:ext cx="2711724" cy="362896"/>
            <a:chOff x="1148325" y="1752675"/>
            <a:chExt cx="5849275" cy="513000"/>
          </a:xfrm>
        </p:grpSpPr>
        <p:sp>
          <p:nvSpPr>
            <p:cNvPr id="2347" name="Google Shape;2347;p59"/>
            <p:cNvSpPr/>
            <p:nvPr/>
          </p:nvSpPr>
          <p:spPr>
            <a:xfrm>
              <a:off x="114832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ua"/>
                  <a:ea typeface="Jua"/>
                  <a:cs typeface="Jua"/>
                  <a:sym typeface="Jua"/>
                </a:rPr>
                <a:t>Q</a:t>
              </a:r>
              <a:endParaRPr>
                <a:solidFill>
                  <a:schemeClr val="dk1"/>
                </a:solidFill>
                <a:latin typeface="Jua"/>
                <a:ea typeface="Jua"/>
                <a:cs typeface="Jua"/>
                <a:sym typeface="Jua"/>
              </a:endParaRPr>
            </a:p>
          </p:txBody>
        </p:sp>
        <p:sp>
          <p:nvSpPr>
            <p:cNvPr id="2348" name="Google Shape;2348;p59"/>
            <p:cNvSpPr/>
            <p:nvPr/>
          </p:nvSpPr>
          <p:spPr>
            <a:xfrm>
              <a:off x="2146400"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2"/>
                  </a:solidFill>
                  <a:latin typeface="Jua"/>
                  <a:ea typeface="Jua"/>
                  <a:cs typeface="Jua"/>
                  <a:sym typeface="Jua"/>
                </a:rPr>
                <a:t>U</a:t>
              </a:r>
              <a:endParaRPr>
                <a:solidFill>
                  <a:schemeClr val="accent2"/>
                </a:solidFill>
                <a:latin typeface="Jua"/>
                <a:ea typeface="Jua"/>
                <a:cs typeface="Jua"/>
                <a:sym typeface="Jua"/>
              </a:endParaRPr>
            </a:p>
          </p:txBody>
        </p:sp>
        <p:sp>
          <p:nvSpPr>
            <p:cNvPr id="2349" name="Google Shape;2349;p59"/>
            <p:cNvSpPr/>
            <p:nvPr/>
          </p:nvSpPr>
          <p:spPr>
            <a:xfrm>
              <a:off x="314447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825418"/>
                  </a:solidFill>
                  <a:latin typeface="Jua"/>
                  <a:ea typeface="Jua"/>
                  <a:cs typeface="Jua"/>
                  <a:sym typeface="Jua"/>
                </a:rPr>
                <a:t>E</a:t>
              </a:r>
              <a:endParaRPr>
                <a:solidFill>
                  <a:srgbClr val="825418"/>
                </a:solidFill>
                <a:latin typeface="Jua"/>
                <a:ea typeface="Jua"/>
                <a:cs typeface="Jua"/>
                <a:sym typeface="Jua"/>
              </a:endParaRPr>
            </a:p>
          </p:txBody>
        </p:sp>
        <p:sp>
          <p:nvSpPr>
            <p:cNvPr id="2350" name="Google Shape;2350;p59"/>
            <p:cNvSpPr/>
            <p:nvPr/>
          </p:nvSpPr>
          <p:spPr>
            <a:xfrm>
              <a:off x="4142550"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0C3B1"/>
                  </a:solidFill>
                  <a:latin typeface="Jua"/>
                  <a:ea typeface="Jua"/>
                  <a:cs typeface="Jua"/>
                  <a:sym typeface="Jua"/>
                </a:rPr>
                <a:t>U</a:t>
              </a:r>
              <a:endParaRPr>
                <a:solidFill>
                  <a:srgbClr val="00C3B1"/>
                </a:solidFill>
                <a:latin typeface="Jua"/>
                <a:ea typeface="Jua"/>
                <a:cs typeface="Jua"/>
                <a:sym typeface="Jua"/>
              </a:endParaRPr>
            </a:p>
          </p:txBody>
        </p:sp>
        <p:sp>
          <p:nvSpPr>
            <p:cNvPr id="2351" name="Google Shape;2351;p59"/>
            <p:cNvSpPr/>
            <p:nvPr/>
          </p:nvSpPr>
          <p:spPr>
            <a:xfrm>
              <a:off x="514062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B5394"/>
                  </a:solidFill>
                  <a:latin typeface="Jua"/>
                  <a:ea typeface="Jua"/>
                  <a:cs typeface="Jua"/>
                  <a:sym typeface="Jua"/>
                </a:rPr>
                <a:t>E</a:t>
              </a:r>
              <a:endParaRPr>
                <a:solidFill>
                  <a:srgbClr val="0B5394"/>
                </a:solidFill>
                <a:latin typeface="Jua"/>
                <a:ea typeface="Jua"/>
                <a:cs typeface="Jua"/>
                <a:sym typeface="Jua"/>
              </a:endParaRPr>
            </a:p>
          </p:txBody>
        </p:sp>
        <p:sp>
          <p:nvSpPr>
            <p:cNvPr id="2352" name="Google Shape;2352;p59"/>
            <p:cNvSpPr/>
            <p:nvPr/>
          </p:nvSpPr>
          <p:spPr>
            <a:xfrm>
              <a:off x="6138700"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6"/>
                  </a:solidFill>
                  <a:latin typeface="Jua"/>
                  <a:ea typeface="Jua"/>
                  <a:cs typeface="Jua"/>
                  <a:sym typeface="Jua"/>
                </a:rPr>
                <a:t>S</a:t>
              </a:r>
              <a:endParaRPr>
                <a:solidFill>
                  <a:schemeClr val="accent6"/>
                </a:solidFill>
                <a:latin typeface="Jua"/>
                <a:ea typeface="Jua"/>
                <a:cs typeface="Jua"/>
                <a:sym typeface="Jua"/>
              </a:endParaRPr>
            </a:p>
          </p:txBody>
        </p:sp>
      </p:grpSp>
      <p:grpSp>
        <p:nvGrpSpPr>
          <p:cNvPr id="2353" name="Google Shape;2353;p59"/>
          <p:cNvGrpSpPr/>
          <p:nvPr/>
        </p:nvGrpSpPr>
        <p:grpSpPr>
          <a:xfrm>
            <a:off x="1598380" y="599670"/>
            <a:ext cx="3633613" cy="363000"/>
            <a:chOff x="1598380" y="599670"/>
            <a:chExt cx="3633613" cy="363000"/>
          </a:xfrm>
        </p:grpSpPr>
        <p:sp>
          <p:nvSpPr>
            <p:cNvPr id="2354" name="Google Shape;2354;p59"/>
            <p:cNvSpPr/>
            <p:nvPr/>
          </p:nvSpPr>
          <p:spPr>
            <a:xfrm>
              <a:off x="4372943" y="599670"/>
              <a:ext cx="398100" cy="36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3"/>
                  </a:solidFill>
                  <a:latin typeface="Jua"/>
                  <a:ea typeface="Jua"/>
                  <a:cs typeface="Jua"/>
                  <a:sym typeface="Jua"/>
                </a:rPr>
                <a:t>A</a:t>
              </a:r>
              <a:endParaRPr>
                <a:solidFill>
                  <a:schemeClr val="accent3"/>
                </a:solidFill>
                <a:latin typeface="Jua"/>
                <a:ea typeface="Jua"/>
                <a:cs typeface="Jua"/>
                <a:sym typeface="Jua"/>
              </a:endParaRPr>
            </a:p>
          </p:txBody>
        </p:sp>
        <p:sp>
          <p:nvSpPr>
            <p:cNvPr id="2355" name="Google Shape;2355;p59"/>
            <p:cNvSpPr/>
            <p:nvPr/>
          </p:nvSpPr>
          <p:spPr>
            <a:xfrm>
              <a:off x="4833893" y="599670"/>
              <a:ext cx="398100" cy="36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9900FF"/>
                  </a:solidFill>
                  <a:latin typeface="Jua"/>
                  <a:ea typeface="Jua"/>
                  <a:cs typeface="Jua"/>
                  <a:sym typeface="Jua"/>
                </a:rPr>
                <a:t>R</a:t>
              </a:r>
              <a:endParaRPr>
                <a:solidFill>
                  <a:srgbClr val="9900FF"/>
                </a:solidFill>
                <a:latin typeface="Jua"/>
                <a:ea typeface="Jua"/>
                <a:cs typeface="Jua"/>
                <a:sym typeface="Jua"/>
              </a:endParaRPr>
            </a:p>
          </p:txBody>
        </p:sp>
        <p:grpSp>
          <p:nvGrpSpPr>
            <p:cNvPr id="2356" name="Google Shape;2356;p59"/>
            <p:cNvGrpSpPr/>
            <p:nvPr/>
          </p:nvGrpSpPr>
          <p:grpSpPr>
            <a:xfrm>
              <a:off x="1598380" y="599720"/>
              <a:ext cx="2711724" cy="362896"/>
              <a:chOff x="1148325" y="1752675"/>
              <a:chExt cx="5849275" cy="513000"/>
            </a:xfrm>
          </p:grpSpPr>
          <p:sp>
            <p:nvSpPr>
              <p:cNvPr id="2357" name="Google Shape;2357;p59"/>
              <p:cNvSpPr/>
              <p:nvPr/>
            </p:nvSpPr>
            <p:spPr>
              <a:xfrm>
                <a:off x="114832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ua"/>
                    <a:ea typeface="Jua"/>
                    <a:cs typeface="Jua"/>
                    <a:sym typeface="Jua"/>
                  </a:rPr>
                  <a:t>C</a:t>
                </a:r>
                <a:endParaRPr>
                  <a:solidFill>
                    <a:schemeClr val="dk1"/>
                  </a:solidFill>
                  <a:latin typeface="Jua"/>
                  <a:ea typeface="Jua"/>
                  <a:cs typeface="Jua"/>
                  <a:sym typeface="Jua"/>
                </a:endParaRPr>
              </a:p>
            </p:txBody>
          </p:sp>
          <p:sp>
            <p:nvSpPr>
              <p:cNvPr id="2358" name="Google Shape;2358;p59"/>
              <p:cNvSpPr/>
              <p:nvPr/>
            </p:nvSpPr>
            <p:spPr>
              <a:xfrm>
                <a:off x="314447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825418"/>
                    </a:solidFill>
                    <a:latin typeface="Jua"/>
                    <a:ea typeface="Jua"/>
                    <a:cs typeface="Jua"/>
                    <a:sym typeface="Jua"/>
                  </a:rPr>
                  <a:t>R</a:t>
                </a:r>
                <a:endParaRPr>
                  <a:solidFill>
                    <a:srgbClr val="825418"/>
                  </a:solidFill>
                  <a:latin typeface="Jua"/>
                  <a:ea typeface="Jua"/>
                  <a:cs typeface="Jua"/>
                  <a:sym typeface="Jua"/>
                </a:endParaRPr>
              </a:p>
            </p:txBody>
          </p:sp>
          <p:sp>
            <p:nvSpPr>
              <p:cNvPr id="2359" name="Google Shape;2359;p59"/>
              <p:cNvSpPr/>
              <p:nvPr/>
            </p:nvSpPr>
            <p:spPr>
              <a:xfrm>
                <a:off x="4142550"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0C3B1"/>
                    </a:solidFill>
                    <a:latin typeface="Jua"/>
                    <a:ea typeface="Jua"/>
                    <a:cs typeface="Jua"/>
                    <a:sym typeface="Jua"/>
                  </a:rPr>
                  <a:t>C</a:t>
                </a:r>
                <a:endParaRPr>
                  <a:solidFill>
                    <a:srgbClr val="00C3B1"/>
                  </a:solidFill>
                  <a:latin typeface="Jua"/>
                  <a:ea typeface="Jua"/>
                  <a:cs typeface="Jua"/>
                  <a:sym typeface="Jua"/>
                </a:endParaRPr>
              </a:p>
            </p:txBody>
          </p:sp>
          <p:sp>
            <p:nvSpPr>
              <p:cNvPr id="2360" name="Google Shape;2360;p59"/>
              <p:cNvSpPr/>
              <p:nvPr/>
            </p:nvSpPr>
            <p:spPr>
              <a:xfrm>
                <a:off x="514062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B5394"/>
                    </a:solidFill>
                    <a:latin typeface="Jua"/>
                    <a:ea typeface="Jua"/>
                    <a:cs typeface="Jua"/>
                    <a:sym typeface="Jua"/>
                  </a:rPr>
                  <a:t>U</a:t>
                </a:r>
                <a:endParaRPr>
                  <a:solidFill>
                    <a:srgbClr val="0B5394"/>
                  </a:solidFill>
                  <a:latin typeface="Jua"/>
                  <a:ea typeface="Jua"/>
                  <a:cs typeface="Jua"/>
                  <a:sym typeface="Jua"/>
                </a:endParaRPr>
              </a:p>
            </p:txBody>
          </p:sp>
          <p:sp>
            <p:nvSpPr>
              <p:cNvPr id="2361" name="Google Shape;2361;p59"/>
              <p:cNvSpPr/>
              <p:nvPr/>
            </p:nvSpPr>
            <p:spPr>
              <a:xfrm>
                <a:off x="6138700"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6"/>
                    </a:solidFill>
                    <a:latin typeface="Jua"/>
                    <a:ea typeface="Jua"/>
                    <a:cs typeface="Jua"/>
                    <a:sym typeface="Jua"/>
                  </a:rPr>
                  <a:t>L</a:t>
                </a:r>
                <a:endParaRPr>
                  <a:solidFill>
                    <a:schemeClr val="accent6"/>
                  </a:solidFill>
                  <a:latin typeface="Jua"/>
                  <a:ea typeface="Jua"/>
                  <a:cs typeface="Jua"/>
                  <a:sym typeface="Jua"/>
                </a:endParaRPr>
              </a:p>
            </p:txBody>
          </p:sp>
          <p:sp>
            <p:nvSpPr>
              <p:cNvPr id="2362" name="Google Shape;2362;p59"/>
              <p:cNvSpPr/>
              <p:nvPr/>
            </p:nvSpPr>
            <p:spPr>
              <a:xfrm>
                <a:off x="2146400"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accent2"/>
                    </a:solidFill>
                    <a:latin typeface="Jua"/>
                    <a:ea typeface="Jua"/>
                    <a:cs typeface="Jua"/>
                    <a:sym typeface="Jua"/>
                  </a:rPr>
                  <a:t>I</a:t>
                </a:r>
                <a:endParaRPr>
                  <a:solidFill>
                    <a:schemeClr val="accent2"/>
                  </a:solidFill>
                  <a:latin typeface="Jua"/>
                  <a:ea typeface="Jua"/>
                  <a:cs typeface="Jua"/>
                  <a:sym typeface="Jua"/>
                </a:endParaRPr>
              </a:p>
            </p:txBody>
          </p:sp>
        </p:grpSp>
      </p:grpSp>
      <p:sp>
        <p:nvSpPr>
          <p:cNvPr id="2363" name="Google Shape;2363;p59"/>
          <p:cNvSpPr txBox="1"/>
          <p:nvPr/>
        </p:nvSpPr>
        <p:spPr>
          <a:xfrm>
            <a:off x="757950" y="2427450"/>
            <a:ext cx="7417500" cy="2280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000"/>
              </a:spcBef>
              <a:spcAft>
                <a:spcPts val="0"/>
              </a:spcAft>
              <a:buNone/>
            </a:pPr>
            <a:r>
              <a:rPr lang="en">
                <a:solidFill>
                  <a:srgbClr val="212121"/>
                </a:solidFill>
                <a:latin typeface="Consolas"/>
                <a:ea typeface="Consolas"/>
                <a:cs typeface="Consolas"/>
                <a:sym typeface="Consolas"/>
              </a:rPr>
              <a:t>MAX = 7</a:t>
            </a:r>
            <a:endParaRPr>
              <a:solidFill>
                <a:srgbClr val="212121"/>
              </a:solidFill>
              <a:latin typeface="Consolas"/>
              <a:ea typeface="Consolas"/>
              <a:cs typeface="Consolas"/>
              <a:sym typeface="Consolas"/>
            </a:endParaRPr>
          </a:p>
          <a:p>
            <a:pPr indent="0" lvl="0" marL="0" rtl="0" algn="l">
              <a:lnSpc>
                <a:spcPct val="115000"/>
              </a:lnSpc>
              <a:spcBef>
                <a:spcPts val="1000"/>
              </a:spcBef>
              <a:spcAft>
                <a:spcPts val="0"/>
              </a:spcAft>
              <a:buNone/>
            </a:pPr>
            <a:r>
              <a:rPr lang="en">
                <a:solidFill>
                  <a:srgbClr val="212121"/>
                </a:solidFill>
                <a:latin typeface="Consolas"/>
                <a:ea typeface="Consolas"/>
                <a:cs typeface="Consolas"/>
                <a:sym typeface="Consolas"/>
              </a:rPr>
              <a:t>Queue is empty at the beginning</a:t>
            </a:r>
            <a:endParaRPr>
              <a:solidFill>
                <a:srgbClr val="212121"/>
              </a:solidFill>
              <a:latin typeface="Consolas"/>
              <a:ea typeface="Consolas"/>
              <a:cs typeface="Consolas"/>
              <a:sym typeface="Consolas"/>
            </a:endParaRPr>
          </a:p>
          <a:p>
            <a:pPr indent="0" lvl="0" marL="0" rtl="0" algn="l">
              <a:lnSpc>
                <a:spcPct val="115000"/>
              </a:lnSpc>
              <a:spcBef>
                <a:spcPts val="1000"/>
              </a:spcBef>
              <a:spcAft>
                <a:spcPts val="0"/>
              </a:spcAft>
              <a:buNone/>
            </a:pPr>
            <a:r>
              <a:rPr lang="en">
                <a:solidFill>
                  <a:schemeClr val="accent3"/>
                </a:solidFill>
                <a:latin typeface="Consolas"/>
                <a:ea typeface="Consolas"/>
                <a:cs typeface="Consolas"/>
                <a:sym typeface="Consolas"/>
              </a:rPr>
              <a:t>Put(-5) Put(2) Put(4) Put(-3) Put(1) Put(0) Put(9)</a:t>
            </a:r>
            <a:endParaRPr>
              <a:solidFill>
                <a:schemeClr val="accent3"/>
              </a:solidFill>
              <a:latin typeface="Consolas"/>
              <a:ea typeface="Consolas"/>
              <a:cs typeface="Consolas"/>
              <a:sym typeface="Consolas"/>
            </a:endParaRPr>
          </a:p>
          <a:p>
            <a:pPr indent="0" lvl="0" marL="0" rtl="0" algn="l">
              <a:lnSpc>
                <a:spcPct val="115000"/>
              </a:lnSpc>
              <a:spcBef>
                <a:spcPts val="1000"/>
              </a:spcBef>
              <a:spcAft>
                <a:spcPts val="0"/>
              </a:spcAft>
              <a:buNone/>
            </a:pPr>
            <a:r>
              <a:rPr lang="en">
                <a:solidFill>
                  <a:schemeClr val="dk1"/>
                </a:solidFill>
                <a:latin typeface="Consolas"/>
                <a:ea typeface="Consolas"/>
                <a:cs typeface="Consolas"/>
                <a:sym typeface="Consolas"/>
              </a:rPr>
              <a:t>Get </a:t>
            </a:r>
            <a:r>
              <a:rPr lang="en">
                <a:solidFill>
                  <a:schemeClr val="dk1"/>
                </a:solidFill>
                <a:latin typeface="Consolas"/>
                <a:ea typeface="Consolas"/>
                <a:cs typeface="Consolas"/>
                <a:sym typeface="Consolas"/>
              </a:rPr>
              <a:t>Get</a:t>
            </a:r>
            <a:r>
              <a:rPr lang="en">
                <a:solidFill>
                  <a:schemeClr val="dk1"/>
                </a:solidFill>
                <a:latin typeface="Consolas"/>
                <a:ea typeface="Consolas"/>
                <a:cs typeface="Consolas"/>
                <a:sym typeface="Consolas"/>
              </a:rPr>
              <a:t> </a:t>
            </a:r>
            <a:r>
              <a:rPr lang="en">
                <a:solidFill>
                  <a:schemeClr val="dk1"/>
                </a:solidFill>
                <a:latin typeface="Consolas"/>
                <a:ea typeface="Consolas"/>
                <a:cs typeface="Consolas"/>
                <a:sym typeface="Consolas"/>
              </a:rPr>
              <a:t>Get</a:t>
            </a:r>
            <a:r>
              <a:rPr lang="en">
                <a:solidFill>
                  <a:schemeClr val="dk1"/>
                </a:solidFill>
                <a:latin typeface="Consolas"/>
                <a:ea typeface="Consolas"/>
                <a:cs typeface="Consolas"/>
                <a:sym typeface="Consolas"/>
              </a:rPr>
              <a:t> </a:t>
            </a:r>
            <a:r>
              <a:rPr lang="en">
                <a:solidFill>
                  <a:schemeClr val="dk1"/>
                </a:solidFill>
                <a:latin typeface="Consolas"/>
                <a:ea typeface="Consolas"/>
                <a:cs typeface="Consolas"/>
                <a:sym typeface="Consolas"/>
              </a:rPr>
              <a:t>Get</a:t>
            </a:r>
            <a:r>
              <a:rPr lang="en">
                <a:solidFill>
                  <a:schemeClr val="dk1"/>
                </a:solidFill>
                <a:latin typeface="Consolas"/>
                <a:ea typeface="Consolas"/>
                <a:cs typeface="Consolas"/>
                <a:sym typeface="Consolas"/>
              </a:rPr>
              <a:t> </a:t>
            </a:r>
            <a:r>
              <a:rPr lang="en">
                <a:solidFill>
                  <a:schemeClr val="dk1"/>
                </a:solidFill>
                <a:latin typeface="Consolas"/>
                <a:ea typeface="Consolas"/>
                <a:cs typeface="Consolas"/>
                <a:sym typeface="Consolas"/>
              </a:rPr>
              <a:t>Get</a:t>
            </a:r>
            <a:endParaRPr>
              <a:solidFill>
                <a:schemeClr val="dk1"/>
              </a:solidFill>
              <a:latin typeface="Consolas"/>
              <a:ea typeface="Consolas"/>
              <a:cs typeface="Consolas"/>
              <a:sym typeface="Consolas"/>
            </a:endParaRPr>
          </a:p>
          <a:p>
            <a:pPr indent="0" lvl="0" marL="0" rtl="0" algn="l">
              <a:lnSpc>
                <a:spcPct val="115000"/>
              </a:lnSpc>
              <a:spcBef>
                <a:spcPts val="1000"/>
              </a:spcBef>
              <a:spcAft>
                <a:spcPts val="0"/>
              </a:spcAft>
              <a:buNone/>
            </a:pPr>
            <a:r>
              <a:rPr lang="en">
                <a:solidFill>
                  <a:schemeClr val="accent3"/>
                </a:solidFill>
                <a:latin typeface="Consolas"/>
                <a:ea typeface="Consolas"/>
                <a:cs typeface="Consolas"/>
                <a:sym typeface="Consolas"/>
              </a:rPr>
              <a:t>Put(8) Put(4) Put(-3)</a:t>
            </a:r>
            <a:endParaRPr>
              <a:solidFill>
                <a:schemeClr val="accent3"/>
              </a:solidFill>
              <a:latin typeface="Consolas"/>
              <a:ea typeface="Consolas"/>
              <a:cs typeface="Consolas"/>
              <a:sym typeface="Consolas"/>
            </a:endParaRPr>
          </a:p>
          <a:p>
            <a:pPr indent="0" lvl="0" marL="0" rtl="0" algn="l">
              <a:lnSpc>
                <a:spcPct val="115000"/>
              </a:lnSpc>
              <a:spcBef>
                <a:spcPts val="1000"/>
              </a:spcBef>
              <a:spcAft>
                <a:spcPts val="0"/>
              </a:spcAft>
              <a:buNone/>
            </a:pPr>
            <a:r>
              <a:rPr lang="en">
                <a:solidFill>
                  <a:schemeClr val="dk1"/>
                </a:solidFill>
                <a:latin typeface="Consolas"/>
                <a:ea typeface="Consolas"/>
                <a:cs typeface="Consolas"/>
                <a:sym typeface="Consolas"/>
              </a:rPr>
              <a:t>Get</a:t>
            </a:r>
            <a:r>
              <a:rPr lang="en">
                <a:solidFill>
                  <a:schemeClr val="dk1"/>
                </a:solidFill>
                <a:latin typeface="Consolas"/>
                <a:ea typeface="Consolas"/>
                <a:cs typeface="Consolas"/>
                <a:sym typeface="Consolas"/>
              </a:rPr>
              <a:t> </a:t>
            </a:r>
            <a:r>
              <a:rPr lang="en">
                <a:solidFill>
                  <a:schemeClr val="dk1"/>
                </a:solidFill>
                <a:latin typeface="Consolas"/>
                <a:ea typeface="Consolas"/>
                <a:cs typeface="Consolas"/>
                <a:sym typeface="Consolas"/>
              </a:rPr>
              <a:t>Get</a:t>
            </a:r>
            <a:r>
              <a:rPr lang="en">
                <a:solidFill>
                  <a:schemeClr val="dk1"/>
                </a:solidFill>
                <a:latin typeface="Consolas"/>
                <a:ea typeface="Consolas"/>
                <a:cs typeface="Consolas"/>
                <a:sym typeface="Consolas"/>
              </a:rPr>
              <a:t> </a:t>
            </a:r>
            <a:r>
              <a:rPr lang="en">
                <a:solidFill>
                  <a:schemeClr val="dk1"/>
                </a:solidFill>
                <a:latin typeface="Consolas"/>
                <a:ea typeface="Consolas"/>
                <a:cs typeface="Consolas"/>
                <a:sym typeface="Consolas"/>
              </a:rPr>
              <a:t>Get</a:t>
            </a:r>
            <a:endParaRPr>
              <a:solidFill>
                <a:schemeClr val="dk1"/>
              </a:solidFill>
              <a:latin typeface="Consolas"/>
              <a:ea typeface="Consolas"/>
              <a:cs typeface="Consolas"/>
              <a:sym typeface="Consolas"/>
            </a:endParaRPr>
          </a:p>
        </p:txBody>
      </p:sp>
      <p:sp>
        <p:nvSpPr>
          <p:cNvPr id="2364" name="Google Shape;2364;p5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8" name="Shape 2368"/>
        <p:cNvGrpSpPr/>
        <p:nvPr/>
      </p:nvGrpSpPr>
      <p:grpSpPr>
        <a:xfrm>
          <a:off x="0" y="0"/>
          <a:ext cx="0" cy="0"/>
          <a:chOff x="0" y="0"/>
          <a:chExt cx="0" cy="0"/>
        </a:xfrm>
      </p:grpSpPr>
      <p:grpSp>
        <p:nvGrpSpPr>
          <p:cNvPr id="2369" name="Google Shape;2369;p60"/>
          <p:cNvGrpSpPr/>
          <p:nvPr/>
        </p:nvGrpSpPr>
        <p:grpSpPr>
          <a:xfrm>
            <a:off x="2810870" y="1655104"/>
            <a:ext cx="2971527" cy="3488384"/>
            <a:chOff x="2924546" y="1572994"/>
            <a:chExt cx="3085378" cy="3455898"/>
          </a:xfrm>
        </p:grpSpPr>
        <p:grpSp>
          <p:nvGrpSpPr>
            <p:cNvPr id="2370" name="Google Shape;2370;p60"/>
            <p:cNvGrpSpPr/>
            <p:nvPr/>
          </p:nvGrpSpPr>
          <p:grpSpPr>
            <a:xfrm>
              <a:off x="2924546" y="1572994"/>
              <a:ext cx="1593978" cy="3455898"/>
              <a:chOff x="6061450" y="1457325"/>
              <a:chExt cx="1458618" cy="3162425"/>
            </a:xfrm>
          </p:grpSpPr>
          <p:sp>
            <p:nvSpPr>
              <p:cNvPr id="2371" name="Google Shape;2371;p60"/>
              <p:cNvSpPr/>
              <p:nvPr/>
            </p:nvSpPr>
            <p:spPr>
              <a:xfrm>
                <a:off x="6405980" y="4361450"/>
                <a:ext cx="799800" cy="2583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372" name="Google Shape;2372;p60"/>
              <p:cNvGrpSpPr/>
              <p:nvPr/>
            </p:nvGrpSpPr>
            <p:grpSpPr>
              <a:xfrm>
                <a:off x="6091712" y="1457325"/>
                <a:ext cx="1428357" cy="3084126"/>
                <a:chOff x="6091712" y="1457325"/>
                <a:chExt cx="1428357" cy="3084126"/>
              </a:xfrm>
            </p:grpSpPr>
            <p:sp>
              <p:nvSpPr>
                <p:cNvPr id="2373" name="Google Shape;2373;p60"/>
                <p:cNvSpPr/>
                <p:nvPr/>
              </p:nvSpPr>
              <p:spPr>
                <a:xfrm>
                  <a:off x="6631552" y="4019171"/>
                  <a:ext cx="354562" cy="522280"/>
                </a:xfrm>
                <a:custGeom>
                  <a:rect b="b" l="l" r="r" t="t"/>
                  <a:pathLst>
                    <a:path extrusionOk="0" h="18460" w="12532">
                      <a:moveTo>
                        <a:pt x="10126" y="1"/>
                      </a:moveTo>
                      <a:lnTo>
                        <a:pt x="2256" y="402"/>
                      </a:lnTo>
                      <a:cubicBezTo>
                        <a:pt x="2256" y="4838"/>
                        <a:pt x="0" y="16968"/>
                        <a:pt x="0" y="16968"/>
                      </a:cubicBezTo>
                      <a:cubicBezTo>
                        <a:pt x="868" y="17928"/>
                        <a:pt x="3823" y="18460"/>
                        <a:pt x="6674" y="18460"/>
                      </a:cubicBezTo>
                      <a:cubicBezTo>
                        <a:pt x="9259" y="18460"/>
                        <a:pt x="11757" y="18022"/>
                        <a:pt x="12532" y="17068"/>
                      </a:cubicBezTo>
                      <a:lnTo>
                        <a:pt x="10126" y="1"/>
                      </a:lnTo>
                      <a:close/>
                    </a:path>
                  </a:pathLst>
                </a:custGeom>
                <a:solidFill>
                  <a:srgbClr val="9D66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4" name="Google Shape;2374;p60"/>
                <p:cNvSpPr/>
                <p:nvPr/>
              </p:nvSpPr>
              <p:spPr>
                <a:xfrm>
                  <a:off x="6813071" y="4106393"/>
                  <a:ext cx="24134" cy="242523"/>
                </a:xfrm>
                <a:custGeom>
                  <a:rect b="b" l="l" r="r" t="t"/>
                  <a:pathLst>
                    <a:path extrusionOk="0" h="8572" w="853">
                      <a:moveTo>
                        <a:pt x="201" y="0"/>
                      </a:moveTo>
                      <a:cubicBezTo>
                        <a:pt x="201" y="0"/>
                        <a:pt x="126" y="552"/>
                        <a:pt x="76" y="1354"/>
                      </a:cubicBezTo>
                      <a:cubicBezTo>
                        <a:pt x="76" y="1554"/>
                        <a:pt x="50" y="1780"/>
                        <a:pt x="50" y="2005"/>
                      </a:cubicBezTo>
                      <a:cubicBezTo>
                        <a:pt x="25" y="2231"/>
                        <a:pt x="25" y="2482"/>
                        <a:pt x="25" y="2732"/>
                      </a:cubicBezTo>
                      <a:cubicBezTo>
                        <a:pt x="0" y="3233"/>
                        <a:pt x="0" y="3760"/>
                        <a:pt x="25" y="4286"/>
                      </a:cubicBezTo>
                      <a:cubicBezTo>
                        <a:pt x="25" y="4837"/>
                        <a:pt x="50" y="5364"/>
                        <a:pt x="76" y="5865"/>
                      </a:cubicBezTo>
                      <a:cubicBezTo>
                        <a:pt x="126" y="6366"/>
                        <a:pt x="176" y="6843"/>
                        <a:pt x="226" y="7244"/>
                      </a:cubicBezTo>
                      <a:cubicBezTo>
                        <a:pt x="326" y="8046"/>
                        <a:pt x="451" y="8572"/>
                        <a:pt x="451" y="8572"/>
                      </a:cubicBezTo>
                      <a:cubicBezTo>
                        <a:pt x="451" y="8572"/>
                        <a:pt x="602" y="8046"/>
                        <a:pt x="702" y="7244"/>
                      </a:cubicBezTo>
                      <a:cubicBezTo>
                        <a:pt x="752" y="6843"/>
                        <a:pt x="802" y="6366"/>
                        <a:pt x="827" y="5865"/>
                      </a:cubicBezTo>
                      <a:cubicBezTo>
                        <a:pt x="852" y="5364"/>
                        <a:pt x="852" y="4812"/>
                        <a:pt x="852" y="4286"/>
                      </a:cubicBezTo>
                      <a:cubicBezTo>
                        <a:pt x="827" y="3735"/>
                        <a:pt x="802" y="3183"/>
                        <a:pt x="752" y="2682"/>
                      </a:cubicBezTo>
                      <a:cubicBezTo>
                        <a:pt x="727" y="2431"/>
                        <a:pt x="702" y="2181"/>
                        <a:pt x="677" y="1955"/>
                      </a:cubicBezTo>
                      <a:cubicBezTo>
                        <a:pt x="652" y="1730"/>
                        <a:pt x="602" y="1504"/>
                        <a:pt x="552" y="1304"/>
                      </a:cubicBezTo>
                      <a:cubicBezTo>
                        <a:pt x="401" y="527"/>
                        <a:pt x="201" y="0"/>
                        <a:pt x="201" y="0"/>
                      </a:cubicBezTo>
                      <a:close/>
                    </a:path>
                  </a:pathLst>
                </a:custGeom>
                <a:solidFill>
                  <a:srgbClr val="85581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5" name="Google Shape;2375;p60"/>
                <p:cNvSpPr/>
                <p:nvPr/>
              </p:nvSpPr>
              <p:spPr>
                <a:xfrm>
                  <a:off x="6881140" y="4101414"/>
                  <a:ext cx="29085" cy="181553"/>
                </a:xfrm>
                <a:custGeom>
                  <a:rect b="b" l="l" r="r" t="t"/>
                  <a:pathLst>
                    <a:path extrusionOk="0" h="6417" w="1028">
                      <a:moveTo>
                        <a:pt x="151" y="1"/>
                      </a:moveTo>
                      <a:cubicBezTo>
                        <a:pt x="151" y="1"/>
                        <a:pt x="50" y="427"/>
                        <a:pt x="25" y="1029"/>
                      </a:cubicBezTo>
                      <a:cubicBezTo>
                        <a:pt x="0" y="1354"/>
                        <a:pt x="0" y="1705"/>
                        <a:pt x="25" y="2081"/>
                      </a:cubicBezTo>
                      <a:cubicBezTo>
                        <a:pt x="25" y="2457"/>
                        <a:pt x="50" y="2858"/>
                        <a:pt x="101" y="3259"/>
                      </a:cubicBezTo>
                      <a:cubicBezTo>
                        <a:pt x="151" y="3660"/>
                        <a:pt x="201" y="4061"/>
                        <a:pt x="276" y="4437"/>
                      </a:cubicBezTo>
                      <a:cubicBezTo>
                        <a:pt x="351" y="4813"/>
                        <a:pt x="451" y="5164"/>
                        <a:pt x="527" y="5465"/>
                      </a:cubicBezTo>
                      <a:cubicBezTo>
                        <a:pt x="702" y="6041"/>
                        <a:pt x="878" y="6417"/>
                        <a:pt x="878" y="6417"/>
                      </a:cubicBezTo>
                      <a:cubicBezTo>
                        <a:pt x="878" y="6417"/>
                        <a:pt x="978" y="6016"/>
                        <a:pt x="1003" y="5389"/>
                      </a:cubicBezTo>
                      <a:cubicBezTo>
                        <a:pt x="1028" y="5089"/>
                        <a:pt x="1028" y="4738"/>
                        <a:pt x="1028" y="4362"/>
                      </a:cubicBezTo>
                      <a:cubicBezTo>
                        <a:pt x="1003" y="3961"/>
                        <a:pt x="978" y="3560"/>
                        <a:pt x="928" y="3159"/>
                      </a:cubicBezTo>
                      <a:cubicBezTo>
                        <a:pt x="878" y="2758"/>
                        <a:pt x="827" y="2357"/>
                        <a:pt x="752" y="2006"/>
                      </a:cubicBezTo>
                      <a:cubicBezTo>
                        <a:pt x="677" y="1630"/>
                        <a:pt x="577" y="1279"/>
                        <a:pt x="502" y="978"/>
                      </a:cubicBezTo>
                      <a:cubicBezTo>
                        <a:pt x="326" y="402"/>
                        <a:pt x="151" y="1"/>
                        <a:pt x="151" y="1"/>
                      </a:cubicBezTo>
                      <a:close/>
                    </a:path>
                  </a:pathLst>
                </a:custGeom>
                <a:solidFill>
                  <a:srgbClr val="85581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6" name="Google Shape;2376;p60"/>
                <p:cNvSpPr/>
                <p:nvPr/>
              </p:nvSpPr>
              <p:spPr>
                <a:xfrm>
                  <a:off x="6895314" y="4316259"/>
                  <a:ext cx="29113" cy="176602"/>
                </a:xfrm>
                <a:custGeom>
                  <a:rect b="b" l="l" r="r" t="t"/>
                  <a:pathLst>
                    <a:path extrusionOk="0" h="6242" w="1029">
                      <a:moveTo>
                        <a:pt x="151" y="1"/>
                      </a:moveTo>
                      <a:cubicBezTo>
                        <a:pt x="151" y="1"/>
                        <a:pt x="51" y="402"/>
                        <a:pt x="26" y="1003"/>
                      </a:cubicBezTo>
                      <a:cubicBezTo>
                        <a:pt x="1" y="1304"/>
                        <a:pt x="1" y="1655"/>
                        <a:pt x="26" y="2031"/>
                      </a:cubicBezTo>
                      <a:cubicBezTo>
                        <a:pt x="26" y="2407"/>
                        <a:pt x="51" y="2783"/>
                        <a:pt x="101" y="3184"/>
                      </a:cubicBezTo>
                      <a:cubicBezTo>
                        <a:pt x="151" y="3585"/>
                        <a:pt x="201" y="3961"/>
                        <a:pt x="276" y="4337"/>
                      </a:cubicBezTo>
                      <a:cubicBezTo>
                        <a:pt x="351" y="4688"/>
                        <a:pt x="452" y="5014"/>
                        <a:pt x="527" y="5314"/>
                      </a:cubicBezTo>
                      <a:cubicBezTo>
                        <a:pt x="702" y="5891"/>
                        <a:pt x="878" y="6242"/>
                        <a:pt x="878" y="6242"/>
                      </a:cubicBezTo>
                      <a:cubicBezTo>
                        <a:pt x="878" y="6242"/>
                        <a:pt x="978" y="5841"/>
                        <a:pt x="1003" y="5239"/>
                      </a:cubicBezTo>
                      <a:cubicBezTo>
                        <a:pt x="1028" y="4938"/>
                        <a:pt x="1028" y="4587"/>
                        <a:pt x="1028" y="4212"/>
                      </a:cubicBezTo>
                      <a:cubicBezTo>
                        <a:pt x="1003" y="3861"/>
                        <a:pt x="978" y="3460"/>
                        <a:pt x="928" y="3059"/>
                      </a:cubicBezTo>
                      <a:cubicBezTo>
                        <a:pt x="878" y="2683"/>
                        <a:pt x="803" y="2282"/>
                        <a:pt x="727" y="1931"/>
                      </a:cubicBezTo>
                      <a:cubicBezTo>
                        <a:pt x="677" y="1555"/>
                        <a:pt x="577" y="1229"/>
                        <a:pt x="502" y="953"/>
                      </a:cubicBezTo>
                      <a:cubicBezTo>
                        <a:pt x="326" y="377"/>
                        <a:pt x="151" y="1"/>
                        <a:pt x="151" y="1"/>
                      </a:cubicBezTo>
                      <a:close/>
                    </a:path>
                  </a:pathLst>
                </a:custGeom>
                <a:solidFill>
                  <a:srgbClr val="85581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7" name="Google Shape;2377;p60"/>
                <p:cNvSpPr/>
                <p:nvPr/>
              </p:nvSpPr>
              <p:spPr>
                <a:xfrm>
                  <a:off x="6813071" y="4380084"/>
                  <a:ext cx="23426" cy="96477"/>
                </a:xfrm>
                <a:custGeom>
                  <a:rect b="b" l="l" r="r" t="t"/>
                  <a:pathLst>
                    <a:path extrusionOk="0" h="3410" w="828">
                      <a:moveTo>
                        <a:pt x="426" y="1"/>
                      </a:moveTo>
                      <a:cubicBezTo>
                        <a:pt x="426" y="1"/>
                        <a:pt x="276" y="201"/>
                        <a:pt x="176" y="527"/>
                      </a:cubicBezTo>
                      <a:cubicBezTo>
                        <a:pt x="76" y="853"/>
                        <a:pt x="0" y="1279"/>
                        <a:pt x="0" y="1705"/>
                      </a:cubicBezTo>
                      <a:cubicBezTo>
                        <a:pt x="0" y="2131"/>
                        <a:pt x="76" y="2557"/>
                        <a:pt x="176" y="2883"/>
                      </a:cubicBezTo>
                      <a:cubicBezTo>
                        <a:pt x="276" y="3209"/>
                        <a:pt x="426" y="3409"/>
                        <a:pt x="426" y="3409"/>
                      </a:cubicBezTo>
                      <a:cubicBezTo>
                        <a:pt x="426" y="3409"/>
                        <a:pt x="552" y="3209"/>
                        <a:pt x="652" y="2883"/>
                      </a:cubicBezTo>
                      <a:cubicBezTo>
                        <a:pt x="777" y="2557"/>
                        <a:pt x="827" y="2131"/>
                        <a:pt x="827" y="1705"/>
                      </a:cubicBezTo>
                      <a:cubicBezTo>
                        <a:pt x="827" y="1279"/>
                        <a:pt x="777" y="853"/>
                        <a:pt x="652" y="527"/>
                      </a:cubicBezTo>
                      <a:cubicBezTo>
                        <a:pt x="552" y="201"/>
                        <a:pt x="426" y="1"/>
                        <a:pt x="426" y="1"/>
                      </a:cubicBezTo>
                      <a:close/>
                    </a:path>
                  </a:pathLst>
                </a:custGeom>
                <a:solidFill>
                  <a:srgbClr val="85581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8" name="Google Shape;2378;p60"/>
                <p:cNvSpPr/>
                <p:nvPr/>
              </p:nvSpPr>
              <p:spPr>
                <a:xfrm>
                  <a:off x="6727970" y="4099292"/>
                  <a:ext cx="24134" cy="226227"/>
                </a:xfrm>
                <a:custGeom>
                  <a:rect b="b" l="l" r="r" t="t"/>
                  <a:pathLst>
                    <a:path extrusionOk="0" h="7996" w="853">
                      <a:moveTo>
                        <a:pt x="552" y="1"/>
                      </a:moveTo>
                      <a:cubicBezTo>
                        <a:pt x="552" y="1"/>
                        <a:pt x="402" y="502"/>
                        <a:pt x="276" y="1254"/>
                      </a:cubicBezTo>
                      <a:cubicBezTo>
                        <a:pt x="201" y="1630"/>
                        <a:pt x="151" y="2056"/>
                        <a:pt x="101" y="2532"/>
                      </a:cubicBezTo>
                      <a:cubicBezTo>
                        <a:pt x="51" y="2983"/>
                        <a:pt x="26" y="3484"/>
                        <a:pt x="1" y="3986"/>
                      </a:cubicBezTo>
                      <a:cubicBezTo>
                        <a:pt x="1" y="4487"/>
                        <a:pt x="1" y="4988"/>
                        <a:pt x="1" y="5464"/>
                      </a:cubicBezTo>
                      <a:cubicBezTo>
                        <a:pt x="26" y="5941"/>
                        <a:pt x="51" y="6367"/>
                        <a:pt x="101" y="6743"/>
                      </a:cubicBezTo>
                      <a:cubicBezTo>
                        <a:pt x="176" y="7495"/>
                        <a:pt x="302" y="7996"/>
                        <a:pt x="302" y="7996"/>
                      </a:cubicBezTo>
                      <a:cubicBezTo>
                        <a:pt x="302" y="7996"/>
                        <a:pt x="452" y="7495"/>
                        <a:pt x="577" y="6743"/>
                      </a:cubicBezTo>
                      <a:cubicBezTo>
                        <a:pt x="652" y="6392"/>
                        <a:pt x="703" y="5941"/>
                        <a:pt x="753" y="5464"/>
                      </a:cubicBezTo>
                      <a:cubicBezTo>
                        <a:pt x="803" y="5013"/>
                        <a:pt x="828" y="4512"/>
                        <a:pt x="853" y="4011"/>
                      </a:cubicBezTo>
                      <a:cubicBezTo>
                        <a:pt x="853" y="3510"/>
                        <a:pt x="853" y="3008"/>
                        <a:pt x="828" y="2532"/>
                      </a:cubicBezTo>
                      <a:cubicBezTo>
                        <a:pt x="828" y="2081"/>
                        <a:pt x="803" y="1630"/>
                        <a:pt x="753" y="1254"/>
                      </a:cubicBezTo>
                      <a:cubicBezTo>
                        <a:pt x="677" y="502"/>
                        <a:pt x="552" y="1"/>
                        <a:pt x="552" y="1"/>
                      </a:cubicBezTo>
                      <a:close/>
                    </a:path>
                  </a:pathLst>
                </a:custGeom>
                <a:solidFill>
                  <a:srgbClr val="85581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9" name="Google Shape;2379;p60"/>
                <p:cNvSpPr/>
                <p:nvPr/>
              </p:nvSpPr>
              <p:spPr>
                <a:xfrm>
                  <a:off x="6715918" y="4363081"/>
                  <a:ext cx="24841" cy="132607"/>
                </a:xfrm>
                <a:custGeom>
                  <a:rect b="b" l="l" r="r" t="t"/>
                  <a:pathLst>
                    <a:path extrusionOk="0" h="4687" w="878">
                      <a:moveTo>
                        <a:pt x="477" y="0"/>
                      </a:moveTo>
                      <a:cubicBezTo>
                        <a:pt x="477" y="0"/>
                        <a:pt x="327" y="301"/>
                        <a:pt x="226" y="752"/>
                      </a:cubicBezTo>
                      <a:cubicBezTo>
                        <a:pt x="126" y="1178"/>
                        <a:pt x="51" y="1755"/>
                        <a:pt x="26" y="2331"/>
                      </a:cubicBezTo>
                      <a:cubicBezTo>
                        <a:pt x="1" y="2632"/>
                        <a:pt x="1" y="2907"/>
                        <a:pt x="26" y="3183"/>
                      </a:cubicBezTo>
                      <a:cubicBezTo>
                        <a:pt x="51" y="3459"/>
                        <a:pt x="51" y="3709"/>
                        <a:pt x="76" y="3935"/>
                      </a:cubicBezTo>
                      <a:cubicBezTo>
                        <a:pt x="126" y="4361"/>
                        <a:pt x="226" y="4687"/>
                        <a:pt x="226" y="4687"/>
                      </a:cubicBezTo>
                      <a:cubicBezTo>
                        <a:pt x="226" y="4687"/>
                        <a:pt x="402" y="4411"/>
                        <a:pt x="552" y="3985"/>
                      </a:cubicBezTo>
                      <a:cubicBezTo>
                        <a:pt x="652" y="3760"/>
                        <a:pt x="728" y="3509"/>
                        <a:pt x="753" y="3233"/>
                      </a:cubicBezTo>
                      <a:cubicBezTo>
                        <a:pt x="803" y="2958"/>
                        <a:pt x="853" y="2657"/>
                        <a:pt x="853" y="2356"/>
                      </a:cubicBezTo>
                      <a:cubicBezTo>
                        <a:pt x="878" y="1780"/>
                        <a:pt x="828" y="1178"/>
                        <a:pt x="702" y="752"/>
                      </a:cubicBezTo>
                      <a:cubicBezTo>
                        <a:pt x="627" y="301"/>
                        <a:pt x="477" y="0"/>
                        <a:pt x="477" y="0"/>
                      </a:cubicBezTo>
                      <a:close/>
                    </a:path>
                  </a:pathLst>
                </a:custGeom>
                <a:solidFill>
                  <a:srgbClr val="85581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0" name="Google Shape;2380;p60"/>
                <p:cNvSpPr/>
                <p:nvPr/>
              </p:nvSpPr>
              <p:spPr>
                <a:xfrm>
                  <a:off x="6112516" y="1639550"/>
                  <a:ext cx="1407552" cy="2441926"/>
                </a:xfrm>
                <a:custGeom>
                  <a:rect b="b" l="l" r="r" t="t"/>
                  <a:pathLst>
                    <a:path extrusionOk="0" h="86310" w="49750">
                      <a:moveTo>
                        <a:pt x="23559" y="1"/>
                      </a:moveTo>
                      <a:cubicBezTo>
                        <a:pt x="19324" y="14487"/>
                        <a:pt x="14612" y="29124"/>
                        <a:pt x="9599" y="46091"/>
                      </a:cubicBezTo>
                      <a:cubicBezTo>
                        <a:pt x="6166" y="57746"/>
                        <a:pt x="1880" y="70528"/>
                        <a:pt x="0" y="83059"/>
                      </a:cubicBezTo>
                      <a:cubicBezTo>
                        <a:pt x="0" y="85065"/>
                        <a:pt x="11904" y="86309"/>
                        <a:pt x="23951" y="86309"/>
                      </a:cubicBezTo>
                      <a:cubicBezTo>
                        <a:pt x="35532" y="86309"/>
                        <a:pt x="47247" y="85160"/>
                        <a:pt x="48647" y="82432"/>
                      </a:cubicBezTo>
                      <a:cubicBezTo>
                        <a:pt x="49750" y="80302"/>
                        <a:pt x="38848" y="42382"/>
                        <a:pt x="36341" y="34387"/>
                      </a:cubicBezTo>
                      <a:cubicBezTo>
                        <a:pt x="33584" y="25690"/>
                        <a:pt x="28146" y="9575"/>
                        <a:pt x="2355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1" name="Google Shape;2381;p60"/>
                <p:cNvSpPr/>
                <p:nvPr/>
              </p:nvSpPr>
              <p:spPr>
                <a:xfrm>
                  <a:off x="6535814" y="2056481"/>
                  <a:ext cx="118461" cy="117753"/>
                </a:xfrm>
                <a:custGeom>
                  <a:rect b="b" l="l" r="r" t="t"/>
                  <a:pathLst>
                    <a:path extrusionOk="0" h="4162" w="4187">
                      <a:moveTo>
                        <a:pt x="2081" y="1"/>
                      </a:moveTo>
                      <a:cubicBezTo>
                        <a:pt x="1530" y="1"/>
                        <a:pt x="1003" y="226"/>
                        <a:pt x="602" y="602"/>
                      </a:cubicBezTo>
                      <a:cubicBezTo>
                        <a:pt x="226" y="1003"/>
                        <a:pt x="1" y="1530"/>
                        <a:pt x="1" y="2081"/>
                      </a:cubicBezTo>
                      <a:cubicBezTo>
                        <a:pt x="1" y="2632"/>
                        <a:pt x="226" y="3159"/>
                        <a:pt x="602" y="3560"/>
                      </a:cubicBezTo>
                      <a:cubicBezTo>
                        <a:pt x="1003" y="3961"/>
                        <a:pt x="1530" y="4161"/>
                        <a:pt x="2081" y="4161"/>
                      </a:cubicBezTo>
                      <a:cubicBezTo>
                        <a:pt x="2632" y="4161"/>
                        <a:pt x="3184" y="3961"/>
                        <a:pt x="3560" y="3560"/>
                      </a:cubicBezTo>
                      <a:cubicBezTo>
                        <a:pt x="3961" y="3159"/>
                        <a:pt x="4186" y="2632"/>
                        <a:pt x="4186" y="2081"/>
                      </a:cubicBezTo>
                      <a:cubicBezTo>
                        <a:pt x="4186" y="1530"/>
                        <a:pt x="3961" y="1003"/>
                        <a:pt x="3560" y="602"/>
                      </a:cubicBezTo>
                      <a:cubicBezTo>
                        <a:pt x="3184" y="226"/>
                        <a:pt x="2632" y="1"/>
                        <a:pt x="208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2" name="Google Shape;2382;p60"/>
                <p:cNvSpPr/>
                <p:nvPr/>
              </p:nvSpPr>
              <p:spPr>
                <a:xfrm>
                  <a:off x="6667002" y="2011978"/>
                  <a:ext cx="260970" cy="151421"/>
                </a:xfrm>
                <a:custGeom>
                  <a:rect b="b" l="l" r="r" t="t"/>
                  <a:pathLst>
                    <a:path extrusionOk="0" h="5352" w="9224">
                      <a:moveTo>
                        <a:pt x="6869" y="1"/>
                      </a:moveTo>
                      <a:cubicBezTo>
                        <a:pt x="6618" y="1"/>
                        <a:pt x="6364" y="47"/>
                        <a:pt x="6116" y="145"/>
                      </a:cubicBezTo>
                      <a:cubicBezTo>
                        <a:pt x="5038" y="546"/>
                        <a:pt x="4512" y="1774"/>
                        <a:pt x="4913" y="2852"/>
                      </a:cubicBezTo>
                      <a:cubicBezTo>
                        <a:pt x="5242" y="3686"/>
                        <a:pt x="6036" y="4189"/>
                        <a:pt x="6878" y="4189"/>
                      </a:cubicBezTo>
                      <a:cubicBezTo>
                        <a:pt x="7125" y="4189"/>
                        <a:pt x="7375" y="4146"/>
                        <a:pt x="7619" y="4055"/>
                      </a:cubicBezTo>
                      <a:cubicBezTo>
                        <a:pt x="8697" y="3629"/>
                        <a:pt x="9224" y="2426"/>
                        <a:pt x="8823" y="1348"/>
                      </a:cubicBezTo>
                      <a:cubicBezTo>
                        <a:pt x="8495" y="519"/>
                        <a:pt x="7706" y="1"/>
                        <a:pt x="6869" y="1"/>
                      </a:cubicBezTo>
                      <a:close/>
                      <a:moveTo>
                        <a:pt x="2247" y="1174"/>
                      </a:moveTo>
                      <a:cubicBezTo>
                        <a:pt x="2143" y="1174"/>
                        <a:pt x="2037" y="1182"/>
                        <a:pt x="1930" y="1198"/>
                      </a:cubicBezTo>
                      <a:cubicBezTo>
                        <a:pt x="802" y="1348"/>
                        <a:pt x="0" y="2426"/>
                        <a:pt x="151" y="3554"/>
                      </a:cubicBezTo>
                      <a:cubicBezTo>
                        <a:pt x="312" y="4611"/>
                        <a:pt x="1210" y="5352"/>
                        <a:pt x="2247" y="5352"/>
                      </a:cubicBezTo>
                      <a:cubicBezTo>
                        <a:pt x="2341" y="5352"/>
                        <a:pt x="2436" y="5346"/>
                        <a:pt x="2532" y="5333"/>
                      </a:cubicBezTo>
                      <a:cubicBezTo>
                        <a:pt x="3660" y="5158"/>
                        <a:pt x="4462" y="4105"/>
                        <a:pt x="4286" y="2977"/>
                      </a:cubicBezTo>
                      <a:cubicBezTo>
                        <a:pt x="4150" y="1931"/>
                        <a:pt x="3270" y="1174"/>
                        <a:pt x="2247" y="1174"/>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3" name="Google Shape;2383;p60"/>
                <p:cNvSpPr/>
                <p:nvPr/>
              </p:nvSpPr>
              <p:spPr>
                <a:xfrm>
                  <a:off x="6922983" y="1950133"/>
                  <a:ext cx="117725" cy="118432"/>
                </a:xfrm>
                <a:custGeom>
                  <a:rect b="b" l="l" r="r" t="t"/>
                  <a:pathLst>
                    <a:path extrusionOk="0" h="4186" w="4161">
                      <a:moveTo>
                        <a:pt x="2080" y="0"/>
                      </a:moveTo>
                      <a:cubicBezTo>
                        <a:pt x="1529" y="0"/>
                        <a:pt x="978" y="226"/>
                        <a:pt x="602" y="627"/>
                      </a:cubicBezTo>
                      <a:cubicBezTo>
                        <a:pt x="201" y="1003"/>
                        <a:pt x="0" y="1554"/>
                        <a:pt x="0" y="2106"/>
                      </a:cubicBezTo>
                      <a:cubicBezTo>
                        <a:pt x="0" y="2657"/>
                        <a:pt x="201" y="3183"/>
                        <a:pt x="602" y="3559"/>
                      </a:cubicBezTo>
                      <a:cubicBezTo>
                        <a:pt x="978" y="3960"/>
                        <a:pt x="1529" y="4186"/>
                        <a:pt x="2080" y="4186"/>
                      </a:cubicBezTo>
                      <a:cubicBezTo>
                        <a:pt x="2632" y="4186"/>
                        <a:pt x="3158" y="3960"/>
                        <a:pt x="3559" y="3559"/>
                      </a:cubicBezTo>
                      <a:cubicBezTo>
                        <a:pt x="3935" y="3183"/>
                        <a:pt x="4160" y="2657"/>
                        <a:pt x="4160" y="2106"/>
                      </a:cubicBezTo>
                      <a:cubicBezTo>
                        <a:pt x="4160" y="1554"/>
                        <a:pt x="3935" y="1003"/>
                        <a:pt x="3559" y="627"/>
                      </a:cubicBezTo>
                      <a:cubicBezTo>
                        <a:pt x="3158" y="226"/>
                        <a:pt x="2632" y="0"/>
                        <a:pt x="208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4" name="Google Shape;2384;p60"/>
                <p:cNvSpPr/>
                <p:nvPr/>
              </p:nvSpPr>
              <p:spPr>
                <a:xfrm>
                  <a:off x="6440811" y="2819699"/>
                  <a:ext cx="769386" cy="235252"/>
                </a:xfrm>
                <a:custGeom>
                  <a:rect b="b" l="l" r="r" t="t"/>
                  <a:pathLst>
                    <a:path extrusionOk="0" h="8315" w="27194">
                      <a:moveTo>
                        <a:pt x="2361" y="1"/>
                      </a:moveTo>
                      <a:cubicBezTo>
                        <a:pt x="1540" y="1"/>
                        <a:pt x="765" y="480"/>
                        <a:pt x="426" y="1270"/>
                      </a:cubicBezTo>
                      <a:cubicBezTo>
                        <a:pt x="0" y="2322"/>
                        <a:pt x="477" y="3550"/>
                        <a:pt x="1554" y="4001"/>
                      </a:cubicBezTo>
                      <a:cubicBezTo>
                        <a:pt x="1817" y="4114"/>
                        <a:pt x="2092" y="4167"/>
                        <a:pt x="2362" y="4167"/>
                      </a:cubicBezTo>
                      <a:cubicBezTo>
                        <a:pt x="3172" y="4167"/>
                        <a:pt x="3948" y="3688"/>
                        <a:pt x="4286" y="2899"/>
                      </a:cubicBezTo>
                      <a:cubicBezTo>
                        <a:pt x="4737" y="1846"/>
                        <a:pt x="4236" y="618"/>
                        <a:pt x="3183" y="167"/>
                      </a:cubicBezTo>
                      <a:cubicBezTo>
                        <a:pt x="2914" y="54"/>
                        <a:pt x="2635" y="1"/>
                        <a:pt x="2361" y="1"/>
                      </a:cubicBezTo>
                      <a:close/>
                      <a:moveTo>
                        <a:pt x="6735" y="1582"/>
                      </a:moveTo>
                      <a:cubicBezTo>
                        <a:pt x="5838" y="1582"/>
                        <a:pt x="5003" y="2149"/>
                        <a:pt x="4737" y="3049"/>
                      </a:cubicBezTo>
                      <a:cubicBezTo>
                        <a:pt x="4386" y="4152"/>
                        <a:pt x="5013" y="5330"/>
                        <a:pt x="6116" y="5656"/>
                      </a:cubicBezTo>
                      <a:cubicBezTo>
                        <a:pt x="6324" y="5722"/>
                        <a:pt x="6534" y="5753"/>
                        <a:pt x="6741" y="5753"/>
                      </a:cubicBezTo>
                      <a:cubicBezTo>
                        <a:pt x="7632" y="5753"/>
                        <a:pt x="8458" y="5172"/>
                        <a:pt x="8722" y="4277"/>
                      </a:cubicBezTo>
                      <a:cubicBezTo>
                        <a:pt x="9048" y="3174"/>
                        <a:pt x="8447" y="1996"/>
                        <a:pt x="7344" y="1671"/>
                      </a:cubicBezTo>
                      <a:cubicBezTo>
                        <a:pt x="7142" y="1611"/>
                        <a:pt x="6937" y="1582"/>
                        <a:pt x="6735" y="1582"/>
                      </a:cubicBezTo>
                      <a:close/>
                      <a:moveTo>
                        <a:pt x="11206" y="2724"/>
                      </a:moveTo>
                      <a:cubicBezTo>
                        <a:pt x="10248" y="2724"/>
                        <a:pt x="9391" y="3400"/>
                        <a:pt x="9173" y="4377"/>
                      </a:cubicBezTo>
                      <a:cubicBezTo>
                        <a:pt x="8948" y="5505"/>
                        <a:pt x="9675" y="6608"/>
                        <a:pt x="10802" y="6859"/>
                      </a:cubicBezTo>
                      <a:cubicBezTo>
                        <a:pt x="10941" y="6886"/>
                        <a:pt x="11079" y="6900"/>
                        <a:pt x="11215" y="6900"/>
                      </a:cubicBezTo>
                      <a:cubicBezTo>
                        <a:pt x="12188" y="6900"/>
                        <a:pt x="13061" y="6219"/>
                        <a:pt x="13259" y="5230"/>
                      </a:cubicBezTo>
                      <a:cubicBezTo>
                        <a:pt x="13509" y="4102"/>
                        <a:pt x="12782" y="2999"/>
                        <a:pt x="11655" y="2773"/>
                      </a:cubicBezTo>
                      <a:cubicBezTo>
                        <a:pt x="11504" y="2740"/>
                        <a:pt x="11354" y="2724"/>
                        <a:pt x="11206" y="2724"/>
                      </a:cubicBezTo>
                      <a:close/>
                      <a:moveTo>
                        <a:pt x="15793" y="3482"/>
                      </a:moveTo>
                      <a:cubicBezTo>
                        <a:pt x="14773" y="3482"/>
                        <a:pt x="13873" y="4245"/>
                        <a:pt x="13735" y="5305"/>
                      </a:cubicBezTo>
                      <a:cubicBezTo>
                        <a:pt x="13584" y="6458"/>
                        <a:pt x="14386" y="7485"/>
                        <a:pt x="15539" y="7636"/>
                      </a:cubicBezTo>
                      <a:cubicBezTo>
                        <a:pt x="15633" y="7648"/>
                        <a:pt x="15725" y="7654"/>
                        <a:pt x="15817" y="7654"/>
                      </a:cubicBezTo>
                      <a:cubicBezTo>
                        <a:pt x="16853" y="7654"/>
                        <a:pt x="17732" y="6891"/>
                        <a:pt x="17870" y="5831"/>
                      </a:cubicBezTo>
                      <a:cubicBezTo>
                        <a:pt x="18021" y="4678"/>
                        <a:pt x="17219" y="3651"/>
                        <a:pt x="16066" y="3500"/>
                      </a:cubicBezTo>
                      <a:cubicBezTo>
                        <a:pt x="15974" y="3488"/>
                        <a:pt x="15883" y="3482"/>
                        <a:pt x="15793" y="3482"/>
                      </a:cubicBezTo>
                      <a:close/>
                      <a:moveTo>
                        <a:pt x="20439" y="3922"/>
                      </a:moveTo>
                      <a:cubicBezTo>
                        <a:pt x="19345" y="3922"/>
                        <a:pt x="18419" y="4774"/>
                        <a:pt x="18346" y="5881"/>
                      </a:cubicBezTo>
                      <a:cubicBezTo>
                        <a:pt x="18271" y="7034"/>
                        <a:pt x="19123" y="8012"/>
                        <a:pt x="20276" y="8112"/>
                      </a:cubicBezTo>
                      <a:cubicBezTo>
                        <a:pt x="20322" y="8115"/>
                        <a:pt x="20368" y="8116"/>
                        <a:pt x="20414" y="8116"/>
                      </a:cubicBezTo>
                      <a:cubicBezTo>
                        <a:pt x="21508" y="8116"/>
                        <a:pt x="22435" y="7264"/>
                        <a:pt x="22507" y="6157"/>
                      </a:cubicBezTo>
                      <a:cubicBezTo>
                        <a:pt x="22582" y="5004"/>
                        <a:pt x="21730" y="4001"/>
                        <a:pt x="20577" y="3926"/>
                      </a:cubicBezTo>
                      <a:cubicBezTo>
                        <a:pt x="20531" y="3923"/>
                        <a:pt x="20485" y="3922"/>
                        <a:pt x="20439" y="3922"/>
                      </a:cubicBezTo>
                      <a:close/>
                      <a:moveTo>
                        <a:pt x="25066" y="4151"/>
                      </a:moveTo>
                      <a:cubicBezTo>
                        <a:pt x="23935" y="4151"/>
                        <a:pt x="23008" y="5045"/>
                        <a:pt x="22983" y="6182"/>
                      </a:cubicBezTo>
                      <a:cubicBezTo>
                        <a:pt x="22958" y="7335"/>
                        <a:pt x="23860" y="8287"/>
                        <a:pt x="25013" y="8312"/>
                      </a:cubicBezTo>
                      <a:cubicBezTo>
                        <a:pt x="25043" y="8314"/>
                        <a:pt x="25073" y="8314"/>
                        <a:pt x="25102" y="8314"/>
                      </a:cubicBezTo>
                      <a:cubicBezTo>
                        <a:pt x="26215" y="8314"/>
                        <a:pt x="27119" y="7405"/>
                        <a:pt x="27143" y="6282"/>
                      </a:cubicBezTo>
                      <a:cubicBezTo>
                        <a:pt x="27194" y="5129"/>
                        <a:pt x="26266" y="4177"/>
                        <a:pt x="25113" y="4152"/>
                      </a:cubicBezTo>
                      <a:cubicBezTo>
                        <a:pt x="25098" y="4151"/>
                        <a:pt x="25082" y="4151"/>
                        <a:pt x="25066" y="415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5" name="Google Shape;2385;p60"/>
                <p:cNvSpPr/>
                <p:nvPr/>
              </p:nvSpPr>
              <p:spPr>
                <a:xfrm>
                  <a:off x="7222195" y="2938551"/>
                  <a:ext cx="118461" cy="118461"/>
                </a:xfrm>
                <a:custGeom>
                  <a:rect b="b" l="l" r="r" t="t"/>
                  <a:pathLst>
                    <a:path extrusionOk="0" h="4187" w="4187">
                      <a:moveTo>
                        <a:pt x="2081" y="1"/>
                      </a:moveTo>
                      <a:cubicBezTo>
                        <a:pt x="1554" y="1"/>
                        <a:pt x="1003" y="227"/>
                        <a:pt x="627" y="602"/>
                      </a:cubicBezTo>
                      <a:cubicBezTo>
                        <a:pt x="226" y="1003"/>
                        <a:pt x="1" y="1530"/>
                        <a:pt x="1" y="2081"/>
                      </a:cubicBezTo>
                      <a:cubicBezTo>
                        <a:pt x="1" y="2633"/>
                        <a:pt x="226" y="3184"/>
                        <a:pt x="627" y="3560"/>
                      </a:cubicBezTo>
                      <a:cubicBezTo>
                        <a:pt x="1003" y="3961"/>
                        <a:pt x="1554" y="4186"/>
                        <a:pt x="2081" y="4186"/>
                      </a:cubicBezTo>
                      <a:cubicBezTo>
                        <a:pt x="2632" y="4186"/>
                        <a:pt x="3184" y="3961"/>
                        <a:pt x="3559" y="3560"/>
                      </a:cubicBezTo>
                      <a:cubicBezTo>
                        <a:pt x="3960" y="3184"/>
                        <a:pt x="4186" y="2633"/>
                        <a:pt x="4186" y="2081"/>
                      </a:cubicBezTo>
                      <a:cubicBezTo>
                        <a:pt x="4186" y="1530"/>
                        <a:pt x="3960" y="1003"/>
                        <a:pt x="3559" y="602"/>
                      </a:cubicBezTo>
                      <a:cubicBezTo>
                        <a:pt x="3184" y="227"/>
                        <a:pt x="2632" y="1"/>
                        <a:pt x="208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6" name="Google Shape;2386;p60"/>
                <p:cNvSpPr/>
                <p:nvPr/>
              </p:nvSpPr>
              <p:spPr>
                <a:xfrm>
                  <a:off x="6196174" y="3661963"/>
                  <a:ext cx="1199093" cy="281369"/>
                </a:xfrm>
                <a:custGeom>
                  <a:rect b="b" l="l" r="r" t="t"/>
                  <a:pathLst>
                    <a:path extrusionOk="0" h="9945" w="42382">
                      <a:moveTo>
                        <a:pt x="40000" y="0"/>
                      </a:moveTo>
                      <a:cubicBezTo>
                        <a:pt x="39723" y="0"/>
                        <a:pt x="39443" y="55"/>
                        <a:pt x="39174" y="170"/>
                      </a:cubicBezTo>
                      <a:cubicBezTo>
                        <a:pt x="38096" y="647"/>
                        <a:pt x="37620" y="1875"/>
                        <a:pt x="38096" y="2927"/>
                      </a:cubicBezTo>
                      <a:cubicBezTo>
                        <a:pt x="38432" y="3711"/>
                        <a:pt x="39212" y="4175"/>
                        <a:pt x="40023" y="4175"/>
                      </a:cubicBezTo>
                      <a:cubicBezTo>
                        <a:pt x="40302" y="4175"/>
                        <a:pt x="40584" y="4120"/>
                        <a:pt x="40853" y="4005"/>
                      </a:cubicBezTo>
                      <a:cubicBezTo>
                        <a:pt x="41906" y="3529"/>
                        <a:pt x="42382" y="2301"/>
                        <a:pt x="41906" y="1248"/>
                      </a:cubicBezTo>
                      <a:cubicBezTo>
                        <a:pt x="41570" y="465"/>
                        <a:pt x="40804" y="0"/>
                        <a:pt x="40000" y="0"/>
                      </a:cubicBezTo>
                      <a:close/>
                      <a:moveTo>
                        <a:pt x="35509" y="1712"/>
                      </a:moveTo>
                      <a:cubicBezTo>
                        <a:pt x="35287" y="1712"/>
                        <a:pt x="35061" y="1749"/>
                        <a:pt x="34838" y="1825"/>
                      </a:cubicBezTo>
                      <a:cubicBezTo>
                        <a:pt x="33760" y="2175"/>
                        <a:pt x="33159" y="3353"/>
                        <a:pt x="33510" y="4456"/>
                      </a:cubicBezTo>
                      <a:cubicBezTo>
                        <a:pt x="33793" y="5325"/>
                        <a:pt x="34630" y="5885"/>
                        <a:pt x="35508" y="5885"/>
                      </a:cubicBezTo>
                      <a:cubicBezTo>
                        <a:pt x="35719" y="5885"/>
                        <a:pt x="35933" y="5852"/>
                        <a:pt x="36141" y="5785"/>
                      </a:cubicBezTo>
                      <a:cubicBezTo>
                        <a:pt x="37244" y="5434"/>
                        <a:pt x="37846" y="4231"/>
                        <a:pt x="37470" y="3153"/>
                      </a:cubicBezTo>
                      <a:cubicBezTo>
                        <a:pt x="37190" y="2273"/>
                        <a:pt x="36383" y="1712"/>
                        <a:pt x="35509" y="1712"/>
                      </a:cubicBezTo>
                      <a:close/>
                      <a:moveTo>
                        <a:pt x="30859" y="3041"/>
                      </a:moveTo>
                      <a:cubicBezTo>
                        <a:pt x="30692" y="3041"/>
                        <a:pt x="30522" y="3061"/>
                        <a:pt x="30352" y="3103"/>
                      </a:cubicBezTo>
                      <a:cubicBezTo>
                        <a:pt x="29249" y="3378"/>
                        <a:pt x="28547" y="4506"/>
                        <a:pt x="28848" y="5634"/>
                      </a:cubicBezTo>
                      <a:cubicBezTo>
                        <a:pt x="29083" y="6574"/>
                        <a:pt x="29937" y="7223"/>
                        <a:pt x="30868" y="7223"/>
                      </a:cubicBezTo>
                      <a:cubicBezTo>
                        <a:pt x="31029" y="7223"/>
                        <a:pt x="31192" y="7204"/>
                        <a:pt x="31354" y="7163"/>
                      </a:cubicBezTo>
                      <a:cubicBezTo>
                        <a:pt x="32482" y="6862"/>
                        <a:pt x="33159" y="5734"/>
                        <a:pt x="32883" y="4632"/>
                      </a:cubicBezTo>
                      <a:cubicBezTo>
                        <a:pt x="32649" y="3674"/>
                        <a:pt x="31800" y="3041"/>
                        <a:pt x="30859" y="3041"/>
                      </a:cubicBezTo>
                      <a:close/>
                      <a:moveTo>
                        <a:pt x="26132" y="4048"/>
                      </a:moveTo>
                      <a:cubicBezTo>
                        <a:pt x="26010" y="4048"/>
                        <a:pt x="25888" y="4058"/>
                        <a:pt x="25765" y="4080"/>
                      </a:cubicBezTo>
                      <a:cubicBezTo>
                        <a:pt x="24637" y="4306"/>
                        <a:pt x="23886" y="5384"/>
                        <a:pt x="24086" y="6536"/>
                      </a:cubicBezTo>
                      <a:cubicBezTo>
                        <a:pt x="24285" y="7529"/>
                        <a:pt x="25143" y="8231"/>
                        <a:pt x="26132" y="8231"/>
                      </a:cubicBezTo>
                      <a:cubicBezTo>
                        <a:pt x="26267" y="8231"/>
                        <a:pt x="26404" y="8218"/>
                        <a:pt x="26542" y="8191"/>
                      </a:cubicBezTo>
                      <a:cubicBezTo>
                        <a:pt x="27670" y="7990"/>
                        <a:pt x="28422" y="6887"/>
                        <a:pt x="28196" y="5759"/>
                      </a:cubicBezTo>
                      <a:cubicBezTo>
                        <a:pt x="28018" y="4754"/>
                        <a:pt x="27122" y="4048"/>
                        <a:pt x="26132" y="4048"/>
                      </a:cubicBezTo>
                      <a:close/>
                      <a:moveTo>
                        <a:pt x="21381" y="4814"/>
                      </a:moveTo>
                      <a:cubicBezTo>
                        <a:pt x="21290" y="4814"/>
                        <a:pt x="21197" y="4820"/>
                        <a:pt x="21104" y="4832"/>
                      </a:cubicBezTo>
                      <a:cubicBezTo>
                        <a:pt x="19976" y="4983"/>
                        <a:pt x="19174" y="6035"/>
                        <a:pt x="19324" y="7188"/>
                      </a:cubicBezTo>
                      <a:cubicBezTo>
                        <a:pt x="19462" y="8224"/>
                        <a:pt x="20362" y="8986"/>
                        <a:pt x="21382" y="8986"/>
                      </a:cubicBezTo>
                      <a:cubicBezTo>
                        <a:pt x="21472" y="8986"/>
                        <a:pt x="21563" y="8980"/>
                        <a:pt x="21655" y="8967"/>
                      </a:cubicBezTo>
                      <a:cubicBezTo>
                        <a:pt x="22808" y="8817"/>
                        <a:pt x="23610" y="7764"/>
                        <a:pt x="23459" y="6637"/>
                      </a:cubicBezTo>
                      <a:cubicBezTo>
                        <a:pt x="23321" y="5577"/>
                        <a:pt x="22421" y="4814"/>
                        <a:pt x="21381" y="4814"/>
                      </a:cubicBezTo>
                      <a:close/>
                      <a:moveTo>
                        <a:pt x="16601" y="5350"/>
                      </a:moveTo>
                      <a:cubicBezTo>
                        <a:pt x="16540" y="5350"/>
                        <a:pt x="16479" y="5353"/>
                        <a:pt x="16417" y="5358"/>
                      </a:cubicBezTo>
                      <a:cubicBezTo>
                        <a:pt x="15264" y="5459"/>
                        <a:pt x="14412" y="6461"/>
                        <a:pt x="14512" y="7614"/>
                      </a:cubicBezTo>
                      <a:cubicBezTo>
                        <a:pt x="14607" y="8705"/>
                        <a:pt x="15532" y="9527"/>
                        <a:pt x="16587" y="9527"/>
                      </a:cubicBezTo>
                      <a:cubicBezTo>
                        <a:pt x="16647" y="9527"/>
                        <a:pt x="16707" y="9524"/>
                        <a:pt x="16768" y="9519"/>
                      </a:cubicBezTo>
                      <a:cubicBezTo>
                        <a:pt x="17921" y="9419"/>
                        <a:pt x="18773" y="8391"/>
                        <a:pt x="18672" y="7263"/>
                      </a:cubicBezTo>
                      <a:cubicBezTo>
                        <a:pt x="18578" y="6172"/>
                        <a:pt x="17675" y="5350"/>
                        <a:pt x="16601" y="5350"/>
                      </a:cubicBezTo>
                      <a:close/>
                      <a:moveTo>
                        <a:pt x="2162" y="5657"/>
                      </a:moveTo>
                      <a:cubicBezTo>
                        <a:pt x="1051" y="5657"/>
                        <a:pt x="124" y="6518"/>
                        <a:pt x="51" y="7639"/>
                      </a:cubicBezTo>
                      <a:cubicBezTo>
                        <a:pt x="1" y="8792"/>
                        <a:pt x="878" y="9769"/>
                        <a:pt x="2031" y="9845"/>
                      </a:cubicBezTo>
                      <a:cubicBezTo>
                        <a:pt x="2061" y="9846"/>
                        <a:pt x="2092" y="9847"/>
                        <a:pt x="2122" y="9847"/>
                      </a:cubicBezTo>
                      <a:cubicBezTo>
                        <a:pt x="3235" y="9847"/>
                        <a:pt x="4163" y="8962"/>
                        <a:pt x="4236" y="7840"/>
                      </a:cubicBezTo>
                      <a:cubicBezTo>
                        <a:pt x="4286" y="6687"/>
                        <a:pt x="3409" y="5709"/>
                        <a:pt x="2256" y="5659"/>
                      </a:cubicBezTo>
                      <a:cubicBezTo>
                        <a:pt x="2225" y="5658"/>
                        <a:pt x="2194" y="5657"/>
                        <a:pt x="2162" y="5657"/>
                      </a:cubicBezTo>
                      <a:close/>
                      <a:moveTo>
                        <a:pt x="11772" y="5657"/>
                      </a:moveTo>
                      <a:cubicBezTo>
                        <a:pt x="11741" y="5657"/>
                        <a:pt x="11711" y="5658"/>
                        <a:pt x="11680" y="5659"/>
                      </a:cubicBezTo>
                      <a:cubicBezTo>
                        <a:pt x="10527" y="5709"/>
                        <a:pt x="9650" y="6687"/>
                        <a:pt x="9700" y="7840"/>
                      </a:cubicBezTo>
                      <a:cubicBezTo>
                        <a:pt x="9749" y="8962"/>
                        <a:pt x="10676" y="9847"/>
                        <a:pt x="11789" y="9847"/>
                      </a:cubicBezTo>
                      <a:cubicBezTo>
                        <a:pt x="11819" y="9847"/>
                        <a:pt x="11850" y="9846"/>
                        <a:pt x="11880" y="9845"/>
                      </a:cubicBezTo>
                      <a:cubicBezTo>
                        <a:pt x="13033" y="9795"/>
                        <a:pt x="13911" y="8817"/>
                        <a:pt x="13860" y="7664"/>
                      </a:cubicBezTo>
                      <a:cubicBezTo>
                        <a:pt x="13812" y="6542"/>
                        <a:pt x="12884" y="5657"/>
                        <a:pt x="11772" y="5657"/>
                      </a:cubicBezTo>
                      <a:close/>
                      <a:moveTo>
                        <a:pt x="6968" y="5785"/>
                      </a:moveTo>
                      <a:cubicBezTo>
                        <a:pt x="5815" y="5785"/>
                        <a:pt x="4863" y="6712"/>
                        <a:pt x="4863" y="7865"/>
                      </a:cubicBezTo>
                      <a:cubicBezTo>
                        <a:pt x="4863" y="9018"/>
                        <a:pt x="5815" y="9945"/>
                        <a:pt x="6968" y="9945"/>
                      </a:cubicBezTo>
                      <a:cubicBezTo>
                        <a:pt x="8121" y="9945"/>
                        <a:pt x="9048" y="9018"/>
                        <a:pt x="9048" y="7865"/>
                      </a:cubicBezTo>
                      <a:cubicBezTo>
                        <a:pt x="9048" y="6712"/>
                        <a:pt x="8121" y="5785"/>
                        <a:pt x="6968" y="5785"/>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7" name="Google Shape;2387;p60"/>
                <p:cNvSpPr/>
                <p:nvPr/>
              </p:nvSpPr>
              <p:spPr>
                <a:xfrm>
                  <a:off x="7389539" y="3599411"/>
                  <a:ext cx="118432" cy="117725"/>
                </a:xfrm>
                <a:custGeom>
                  <a:rect b="b" l="l" r="r" t="t"/>
                  <a:pathLst>
                    <a:path extrusionOk="0" h="4161" w="4186">
                      <a:moveTo>
                        <a:pt x="2106" y="0"/>
                      </a:moveTo>
                      <a:cubicBezTo>
                        <a:pt x="1554" y="0"/>
                        <a:pt x="1003" y="201"/>
                        <a:pt x="627" y="602"/>
                      </a:cubicBezTo>
                      <a:cubicBezTo>
                        <a:pt x="226" y="1003"/>
                        <a:pt x="0" y="1529"/>
                        <a:pt x="0" y="2081"/>
                      </a:cubicBezTo>
                      <a:cubicBezTo>
                        <a:pt x="0" y="2632"/>
                        <a:pt x="226" y="3158"/>
                        <a:pt x="627" y="3559"/>
                      </a:cubicBezTo>
                      <a:cubicBezTo>
                        <a:pt x="1003" y="3935"/>
                        <a:pt x="1554" y="4161"/>
                        <a:pt x="2106" y="4161"/>
                      </a:cubicBezTo>
                      <a:cubicBezTo>
                        <a:pt x="2657" y="4161"/>
                        <a:pt x="3183" y="3935"/>
                        <a:pt x="3559" y="3559"/>
                      </a:cubicBezTo>
                      <a:cubicBezTo>
                        <a:pt x="3960" y="3158"/>
                        <a:pt x="4186" y="2632"/>
                        <a:pt x="4186" y="2081"/>
                      </a:cubicBezTo>
                      <a:cubicBezTo>
                        <a:pt x="4186" y="1529"/>
                        <a:pt x="3960" y="1003"/>
                        <a:pt x="3559" y="602"/>
                      </a:cubicBezTo>
                      <a:cubicBezTo>
                        <a:pt x="3183" y="201"/>
                        <a:pt x="2657" y="0"/>
                        <a:pt x="210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8" name="Google Shape;2388;p60"/>
                <p:cNvSpPr/>
                <p:nvPr/>
              </p:nvSpPr>
              <p:spPr>
                <a:xfrm>
                  <a:off x="6470602" y="2346609"/>
                  <a:ext cx="691384" cy="276248"/>
                </a:xfrm>
                <a:custGeom>
                  <a:rect b="b" l="l" r="r" t="t"/>
                  <a:pathLst>
                    <a:path extrusionOk="0" h="9764" w="24437">
                      <a:moveTo>
                        <a:pt x="8296" y="1601"/>
                      </a:moveTo>
                      <a:cubicBezTo>
                        <a:pt x="8697" y="1701"/>
                        <a:pt x="9098" y="1801"/>
                        <a:pt x="9499" y="1926"/>
                      </a:cubicBezTo>
                      <a:cubicBezTo>
                        <a:pt x="9474" y="2302"/>
                        <a:pt x="9348" y="2653"/>
                        <a:pt x="9123" y="2979"/>
                      </a:cubicBezTo>
                      <a:cubicBezTo>
                        <a:pt x="8819" y="3560"/>
                        <a:pt x="8374" y="4103"/>
                        <a:pt x="7844" y="4561"/>
                      </a:cubicBezTo>
                      <a:lnTo>
                        <a:pt x="7844" y="4561"/>
                      </a:lnTo>
                      <a:cubicBezTo>
                        <a:pt x="7808" y="4225"/>
                        <a:pt x="7795" y="3892"/>
                        <a:pt x="7795" y="3581"/>
                      </a:cubicBezTo>
                      <a:cubicBezTo>
                        <a:pt x="7795" y="2904"/>
                        <a:pt x="7995" y="2202"/>
                        <a:pt x="8296" y="1601"/>
                      </a:cubicBezTo>
                      <a:close/>
                      <a:moveTo>
                        <a:pt x="16902" y="2148"/>
                      </a:moveTo>
                      <a:cubicBezTo>
                        <a:pt x="17058" y="2148"/>
                        <a:pt x="17179" y="2387"/>
                        <a:pt x="17218" y="3004"/>
                      </a:cubicBezTo>
                      <a:cubicBezTo>
                        <a:pt x="17308" y="4294"/>
                        <a:pt x="16821" y="5404"/>
                        <a:pt x="16005" y="6281"/>
                      </a:cubicBezTo>
                      <a:lnTo>
                        <a:pt x="16005" y="6281"/>
                      </a:lnTo>
                      <a:cubicBezTo>
                        <a:pt x="15826" y="5791"/>
                        <a:pt x="15739" y="5256"/>
                        <a:pt x="15739" y="4708"/>
                      </a:cubicBezTo>
                      <a:cubicBezTo>
                        <a:pt x="15739" y="4042"/>
                        <a:pt x="16463" y="2148"/>
                        <a:pt x="16902" y="2148"/>
                      </a:cubicBezTo>
                      <a:close/>
                      <a:moveTo>
                        <a:pt x="1730" y="0"/>
                      </a:moveTo>
                      <a:cubicBezTo>
                        <a:pt x="1519" y="0"/>
                        <a:pt x="1308" y="113"/>
                        <a:pt x="1228" y="372"/>
                      </a:cubicBezTo>
                      <a:cubicBezTo>
                        <a:pt x="301" y="3104"/>
                        <a:pt x="0" y="6588"/>
                        <a:pt x="3734" y="6964"/>
                      </a:cubicBezTo>
                      <a:cubicBezTo>
                        <a:pt x="3880" y="6978"/>
                        <a:pt x="4030" y="6985"/>
                        <a:pt x="4182" y="6985"/>
                      </a:cubicBezTo>
                      <a:cubicBezTo>
                        <a:pt x="5121" y="6985"/>
                        <a:pt x="6177" y="6725"/>
                        <a:pt x="7155" y="6261"/>
                      </a:cubicBezTo>
                      <a:lnTo>
                        <a:pt x="7155" y="6261"/>
                      </a:lnTo>
                      <a:cubicBezTo>
                        <a:pt x="7806" y="7786"/>
                        <a:pt x="9138" y="8933"/>
                        <a:pt x="11003" y="9119"/>
                      </a:cubicBezTo>
                      <a:cubicBezTo>
                        <a:pt x="11245" y="9144"/>
                        <a:pt x="11486" y="9156"/>
                        <a:pt x="11724" y="9156"/>
                      </a:cubicBezTo>
                      <a:cubicBezTo>
                        <a:pt x="13246" y="9156"/>
                        <a:pt x="14659" y="8671"/>
                        <a:pt x="15778" y="7836"/>
                      </a:cubicBezTo>
                      <a:lnTo>
                        <a:pt x="15778" y="7836"/>
                      </a:lnTo>
                      <a:cubicBezTo>
                        <a:pt x="16799" y="9043"/>
                        <a:pt x="18394" y="9763"/>
                        <a:pt x="19951" y="9763"/>
                      </a:cubicBezTo>
                      <a:cubicBezTo>
                        <a:pt x="21517" y="9763"/>
                        <a:pt x="23044" y="9035"/>
                        <a:pt x="23910" y="7340"/>
                      </a:cubicBezTo>
                      <a:cubicBezTo>
                        <a:pt x="24436" y="6287"/>
                        <a:pt x="24386" y="5084"/>
                        <a:pt x="24236" y="3956"/>
                      </a:cubicBezTo>
                      <a:cubicBezTo>
                        <a:pt x="24205" y="3684"/>
                        <a:pt x="24025" y="3566"/>
                        <a:pt x="23826" y="3566"/>
                      </a:cubicBezTo>
                      <a:cubicBezTo>
                        <a:pt x="23529" y="3566"/>
                        <a:pt x="23188" y="3828"/>
                        <a:pt x="23233" y="4232"/>
                      </a:cubicBezTo>
                      <a:cubicBezTo>
                        <a:pt x="23585" y="6848"/>
                        <a:pt x="21959" y="8719"/>
                        <a:pt x="19754" y="8719"/>
                      </a:cubicBezTo>
                      <a:cubicBezTo>
                        <a:pt x="19128" y="8719"/>
                        <a:pt x="18456" y="8569"/>
                        <a:pt x="17770" y="8242"/>
                      </a:cubicBezTo>
                      <a:cubicBezTo>
                        <a:pt x="17238" y="7986"/>
                        <a:pt x="16818" y="7629"/>
                        <a:pt x="16501" y="7205"/>
                      </a:cubicBezTo>
                      <a:lnTo>
                        <a:pt x="16501" y="7205"/>
                      </a:lnTo>
                      <a:cubicBezTo>
                        <a:pt x="17668" y="6019"/>
                        <a:pt x="18348" y="4374"/>
                        <a:pt x="18221" y="2503"/>
                      </a:cubicBezTo>
                      <a:cubicBezTo>
                        <a:pt x="18173" y="1690"/>
                        <a:pt x="17783" y="717"/>
                        <a:pt x="16897" y="717"/>
                      </a:cubicBezTo>
                      <a:cubicBezTo>
                        <a:pt x="16855" y="717"/>
                        <a:pt x="16812" y="719"/>
                        <a:pt x="16767" y="723"/>
                      </a:cubicBezTo>
                      <a:cubicBezTo>
                        <a:pt x="15414" y="849"/>
                        <a:pt x="14887" y="3180"/>
                        <a:pt x="14737" y="4182"/>
                      </a:cubicBezTo>
                      <a:cubicBezTo>
                        <a:pt x="14582" y="5233"/>
                        <a:pt x="14777" y="6185"/>
                        <a:pt x="15206" y="6992"/>
                      </a:cubicBezTo>
                      <a:lnTo>
                        <a:pt x="15206" y="6992"/>
                      </a:lnTo>
                      <a:cubicBezTo>
                        <a:pt x="15102" y="7069"/>
                        <a:pt x="14996" y="7143"/>
                        <a:pt x="14887" y="7215"/>
                      </a:cubicBezTo>
                      <a:cubicBezTo>
                        <a:pt x="14019" y="7782"/>
                        <a:pt x="12840" y="8130"/>
                        <a:pt x="11699" y="8130"/>
                      </a:cubicBezTo>
                      <a:cubicBezTo>
                        <a:pt x="10371" y="8130"/>
                        <a:pt x="9095" y="7659"/>
                        <a:pt x="8421" y="6513"/>
                      </a:cubicBezTo>
                      <a:cubicBezTo>
                        <a:pt x="8279" y="6278"/>
                        <a:pt x="8167" y="6017"/>
                        <a:pt x="8079" y="5742"/>
                      </a:cubicBezTo>
                      <a:lnTo>
                        <a:pt x="8079" y="5742"/>
                      </a:lnTo>
                      <a:cubicBezTo>
                        <a:pt x="9369" y="4898"/>
                        <a:pt x="10367" y="3673"/>
                        <a:pt x="10501" y="2227"/>
                      </a:cubicBezTo>
                      <a:cubicBezTo>
                        <a:pt x="10602" y="1174"/>
                        <a:pt x="10050" y="297"/>
                        <a:pt x="8998" y="72"/>
                      </a:cubicBezTo>
                      <a:cubicBezTo>
                        <a:pt x="8907" y="52"/>
                        <a:pt x="8820" y="43"/>
                        <a:pt x="8737" y="43"/>
                      </a:cubicBezTo>
                      <a:cubicBezTo>
                        <a:pt x="7636" y="43"/>
                        <a:pt x="7102" y="1637"/>
                        <a:pt x="6892" y="2453"/>
                      </a:cubicBezTo>
                      <a:cubicBezTo>
                        <a:pt x="6652" y="3405"/>
                        <a:pt x="6642" y="4374"/>
                        <a:pt x="6838" y="5269"/>
                      </a:cubicBezTo>
                      <a:lnTo>
                        <a:pt x="6838" y="5269"/>
                      </a:lnTo>
                      <a:cubicBezTo>
                        <a:pt x="6070" y="5702"/>
                        <a:pt x="5218" y="5963"/>
                        <a:pt x="4389" y="5963"/>
                      </a:cubicBezTo>
                      <a:cubicBezTo>
                        <a:pt x="4354" y="5963"/>
                        <a:pt x="4320" y="5962"/>
                        <a:pt x="4286" y="5961"/>
                      </a:cubicBezTo>
                      <a:cubicBezTo>
                        <a:pt x="952" y="5861"/>
                        <a:pt x="1454" y="2929"/>
                        <a:pt x="2231" y="648"/>
                      </a:cubicBezTo>
                      <a:cubicBezTo>
                        <a:pt x="2366" y="256"/>
                        <a:pt x="2049" y="0"/>
                        <a:pt x="173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9" name="Google Shape;2389;p60"/>
                <p:cNvSpPr/>
                <p:nvPr/>
              </p:nvSpPr>
              <p:spPr>
                <a:xfrm>
                  <a:off x="6679563" y="2647036"/>
                  <a:ext cx="205856" cy="170321"/>
                </a:xfrm>
                <a:custGeom>
                  <a:rect b="b" l="l" r="r" t="t"/>
                  <a:pathLst>
                    <a:path extrusionOk="0" h="6020" w="7276">
                      <a:moveTo>
                        <a:pt x="3006" y="0"/>
                      </a:moveTo>
                      <a:cubicBezTo>
                        <a:pt x="0" y="0"/>
                        <a:pt x="1471" y="5308"/>
                        <a:pt x="2965" y="6019"/>
                      </a:cubicBezTo>
                      <a:cubicBezTo>
                        <a:pt x="4544" y="5192"/>
                        <a:pt x="7276" y="280"/>
                        <a:pt x="3566" y="54"/>
                      </a:cubicBezTo>
                      <a:cubicBezTo>
                        <a:pt x="3364" y="18"/>
                        <a:pt x="3178" y="0"/>
                        <a:pt x="30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0" name="Google Shape;2390;p60"/>
                <p:cNvSpPr/>
                <p:nvPr/>
              </p:nvSpPr>
              <p:spPr>
                <a:xfrm>
                  <a:off x="6740729" y="2612407"/>
                  <a:ext cx="90083" cy="48239"/>
                </a:xfrm>
                <a:custGeom>
                  <a:rect b="b" l="l" r="r" t="t"/>
                  <a:pathLst>
                    <a:path extrusionOk="0" h="1705" w="3184">
                      <a:moveTo>
                        <a:pt x="252" y="0"/>
                      </a:moveTo>
                      <a:lnTo>
                        <a:pt x="1" y="1228"/>
                      </a:lnTo>
                      <a:cubicBezTo>
                        <a:pt x="402" y="1303"/>
                        <a:pt x="953" y="1379"/>
                        <a:pt x="1530" y="1454"/>
                      </a:cubicBezTo>
                      <a:cubicBezTo>
                        <a:pt x="2081" y="1554"/>
                        <a:pt x="2633" y="1629"/>
                        <a:pt x="2908" y="1704"/>
                      </a:cubicBezTo>
                      <a:lnTo>
                        <a:pt x="3184" y="476"/>
                      </a:lnTo>
                      <a:cubicBezTo>
                        <a:pt x="2808" y="401"/>
                        <a:pt x="2282" y="301"/>
                        <a:pt x="1705" y="226"/>
                      </a:cubicBezTo>
                      <a:cubicBezTo>
                        <a:pt x="1154" y="150"/>
                        <a:pt x="577" y="50"/>
                        <a:pt x="25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1" name="Google Shape;2391;p60"/>
                <p:cNvSpPr/>
                <p:nvPr/>
              </p:nvSpPr>
              <p:spPr>
                <a:xfrm>
                  <a:off x="6961262" y="2665765"/>
                  <a:ext cx="201527" cy="167180"/>
                </a:xfrm>
                <a:custGeom>
                  <a:rect b="b" l="l" r="r" t="t"/>
                  <a:pathLst>
                    <a:path extrusionOk="0" h="5909" w="7123">
                      <a:moveTo>
                        <a:pt x="4580" y="0"/>
                      </a:moveTo>
                      <a:cubicBezTo>
                        <a:pt x="4331" y="0"/>
                        <a:pt x="4050" y="46"/>
                        <a:pt x="3735" y="144"/>
                      </a:cubicBezTo>
                      <a:cubicBezTo>
                        <a:pt x="0" y="821"/>
                        <a:pt x="3509" y="5783"/>
                        <a:pt x="5264" y="5909"/>
                      </a:cubicBezTo>
                      <a:cubicBezTo>
                        <a:pt x="6359" y="4722"/>
                        <a:pt x="7122" y="0"/>
                        <a:pt x="458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2" name="Google Shape;2392;p60"/>
                <p:cNvSpPr/>
                <p:nvPr/>
              </p:nvSpPr>
              <p:spPr>
                <a:xfrm>
                  <a:off x="7022937" y="2630118"/>
                  <a:ext cx="87254" cy="51804"/>
                </a:xfrm>
                <a:custGeom>
                  <a:rect b="b" l="l" r="r" t="t"/>
                  <a:pathLst>
                    <a:path extrusionOk="0" h="1831" w="3084">
                      <a:moveTo>
                        <a:pt x="2908" y="1"/>
                      </a:moveTo>
                      <a:cubicBezTo>
                        <a:pt x="2557" y="51"/>
                        <a:pt x="2006" y="176"/>
                        <a:pt x="1455" y="301"/>
                      </a:cubicBezTo>
                      <a:cubicBezTo>
                        <a:pt x="903" y="402"/>
                        <a:pt x="327" y="527"/>
                        <a:pt x="1" y="602"/>
                      </a:cubicBezTo>
                      <a:lnTo>
                        <a:pt x="201" y="1830"/>
                      </a:lnTo>
                      <a:cubicBezTo>
                        <a:pt x="602" y="1755"/>
                        <a:pt x="1154" y="1630"/>
                        <a:pt x="1705" y="1529"/>
                      </a:cubicBezTo>
                      <a:cubicBezTo>
                        <a:pt x="2257" y="1404"/>
                        <a:pt x="2808" y="1279"/>
                        <a:pt x="3084" y="1254"/>
                      </a:cubicBezTo>
                      <a:lnTo>
                        <a:pt x="2908"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3" name="Google Shape;2393;p60"/>
                <p:cNvSpPr/>
                <p:nvPr/>
              </p:nvSpPr>
              <p:spPr>
                <a:xfrm>
                  <a:off x="6404428" y="2558003"/>
                  <a:ext cx="196661" cy="165737"/>
                </a:xfrm>
                <a:custGeom>
                  <a:rect b="b" l="l" r="r" t="t"/>
                  <a:pathLst>
                    <a:path extrusionOk="0" h="5858" w="6951">
                      <a:moveTo>
                        <a:pt x="2361" y="1"/>
                      </a:moveTo>
                      <a:cubicBezTo>
                        <a:pt x="1" y="1"/>
                        <a:pt x="137" y="4860"/>
                        <a:pt x="1311" y="5858"/>
                      </a:cubicBezTo>
                      <a:cubicBezTo>
                        <a:pt x="3066" y="5482"/>
                        <a:pt x="6951" y="1422"/>
                        <a:pt x="3417" y="269"/>
                      </a:cubicBezTo>
                      <a:cubicBezTo>
                        <a:pt x="3020" y="84"/>
                        <a:pt x="2669" y="1"/>
                        <a:pt x="2361"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4" name="Google Shape;2394;p60"/>
                <p:cNvSpPr/>
                <p:nvPr/>
              </p:nvSpPr>
              <p:spPr>
                <a:xfrm>
                  <a:off x="6463501" y="2521648"/>
                  <a:ext cx="92205" cy="65950"/>
                </a:xfrm>
                <a:custGeom>
                  <a:rect b="b" l="l" r="r" t="t"/>
                  <a:pathLst>
                    <a:path extrusionOk="0" h="2331" w="3259">
                      <a:moveTo>
                        <a:pt x="527" y="0"/>
                      </a:moveTo>
                      <a:lnTo>
                        <a:pt x="0" y="1128"/>
                      </a:lnTo>
                      <a:cubicBezTo>
                        <a:pt x="351" y="1303"/>
                        <a:pt x="878" y="1529"/>
                        <a:pt x="1404" y="1729"/>
                      </a:cubicBezTo>
                      <a:cubicBezTo>
                        <a:pt x="1905" y="1955"/>
                        <a:pt x="2431" y="2181"/>
                        <a:pt x="2682" y="2331"/>
                      </a:cubicBezTo>
                      <a:lnTo>
                        <a:pt x="3259" y="1203"/>
                      </a:lnTo>
                      <a:cubicBezTo>
                        <a:pt x="2933" y="1028"/>
                        <a:pt x="2406" y="827"/>
                        <a:pt x="1880" y="602"/>
                      </a:cubicBezTo>
                      <a:cubicBezTo>
                        <a:pt x="1379" y="376"/>
                        <a:pt x="827" y="150"/>
                        <a:pt x="52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5" name="Google Shape;2395;p60"/>
                <p:cNvSpPr/>
                <p:nvPr/>
              </p:nvSpPr>
              <p:spPr>
                <a:xfrm>
                  <a:off x="6169948" y="3156537"/>
                  <a:ext cx="1256442" cy="423680"/>
                </a:xfrm>
                <a:custGeom>
                  <a:rect b="b" l="l" r="r" t="t"/>
                  <a:pathLst>
                    <a:path extrusionOk="0" h="14975" w="44409">
                      <a:moveTo>
                        <a:pt x="35965" y="1160"/>
                      </a:moveTo>
                      <a:cubicBezTo>
                        <a:pt x="36344" y="1160"/>
                        <a:pt x="36742" y="2895"/>
                        <a:pt x="36742" y="3349"/>
                      </a:cubicBezTo>
                      <a:cubicBezTo>
                        <a:pt x="36742" y="3862"/>
                        <a:pt x="36674" y="4379"/>
                        <a:pt x="36542" y="4881"/>
                      </a:cubicBezTo>
                      <a:lnTo>
                        <a:pt x="36542" y="4881"/>
                      </a:lnTo>
                      <a:cubicBezTo>
                        <a:pt x="35815" y="4046"/>
                        <a:pt x="35388" y="2876"/>
                        <a:pt x="35615" y="1820"/>
                      </a:cubicBezTo>
                      <a:cubicBezTo>
                        <a:pt x="35719" y="1345"/>
                        <a:pt x="35841" y="1160"/>
                        <a:pt x="35965" y="1160"/>
                      </a:cubicBezTo>
                      <a:close/>
                      <a:moveTo>
                        <a:pt x="27718" y="3251"/>
                      </a:moveTo>
                      <a:cubicBezTo>
                        <a:pt x="27868" y="3251"/>
                        <a:pt x="28028" y="3345"/>
                        <a:pt x="28171" y="3574"/>
                      </a:cubicBezTo>
                      <a:cubicBezTo>
                        <a:pt x="28697" y="4413"/>
                        <a:pt x="28710" y="5565"/>
                        <a:pt x="28475" y="6692"/>
                      </a:cubicBezTo>
                      <a:lnTo>
                        <a:pt x="28475" y="6692"/>
                      </a:lnTo>
                      <a:cubicBezTo>
                        <a:pt x="27861" y="6038"/>
                        <a:pt x="27405" y="5235"/>
                        <a:pt x="27168" y="4376"/>
                      </a:cubicBezTo>
                      <a:cubicBezTo>
                        <a:pt x="27025" y="3839"/>
                        <a:pt x="27342" y="3251"/>
                        <a:pt x="27718" y="3251"/>
                      </a:cubicBezTo>
                      <a:close/>
                      <a:moveTo>
                        <a:pt x="19716" y="5043"/>
                      </a:moveTo>
                      <a:cubicBezTo>
                        <a:pt x="19910" y="5043"/>
                        <a:pt x="20140" y="5214"/>
                        <a:pt x="20401" y="5654"/>
                      </a:cubicBezTo>
                      <a:cubicBezTo>
                        <a:pt x="21194" y="6988"/>
                        <a:pt x="20749" y="8428"/>
                        <a:pt x="19856" y="9675"/>
                      </a:cubicBezTo>
                      <a:lnTo>
                        <a:pt x="19856" y="9675"/>
                      </a:lnTo>
                      <a:cubicBezTo>
                        <a:pt x="19674" y="9463"/>
                        <a:pt x="19512" y="9233"/>
                        <a:pt x="19374" y="8988"/>
                      </a:cubicBezTo>
                      <a:cubicBezTo>
                        <a:pt x="18973" y="8286"/>
                        <a:pt x="18948" y="7409"/>
                        <a:pt x="18973" y="6632"/>
                      </a:cubicBezTo>
                      <a:cubicBezTo>
                        <a:pt x="18991" y="5998"/>
                        <a:pt x="19255" y="5043"/>
                        <a:pt x="19716" y="5043"/>
                      </a:cubicBezTo>
                      <a:close/>
                      <a:moveTo>
                        <a:pt x="9835" y="6980"/>
                      </a:moveTo>
                      <a:cubicBezTo>
                        <a:pt x="10379" y="6980"/>
                        <a:pt x="10578" y="9158"/>
                        <a:pt x="10579" y="9158"/>
                      </a:cubicBezTo>
                      <a:cubicBezTo>
                        <a:pt x="10579" y="9158"/>
                        <a:pt x="10578" y="9152"/>
                        <a:pt x="10577" y="9138"/>
                      </a:cubicBezTo>
                      <a:lnTo>
                        <a:pt x="10577" y="9138"/>
                      </a:lnTo>
                      <a:cubicBezTo>
                        <a:pt x="10644" y="9857"/>
                        <a:pt x="10409" y="10597"/>
                        <a:pt x="10125" y="11248"/>
                      </a:cubicBezTo>
                      <a:lnTo>
                        <a:pt x="10125" y="11248"/>
                      </a:lnTo>
                      <a:cubicBezTo>
                        <a:pt x="9905" y="10992"/>
                        <a:pt x="9703" y="10714"/>
                        <a:pt x="9524" y="10416"/>
                      </a:cubicBezTo>
                      <a:cubicBezTo>
                        <a:pt x="8973" y="9489"/>
                        <a:pt x="8797" y="8010"/>
                        <a:pt x="9574" y="7133"/>
                      </a:cubicBezTo>
                      <a:cubicBezTo>
                        <a:pt x="9669" y="7026"/>
                        <a:pt x="9756" y="6980"/>
                        <a:pt x="9835" y="6980"/>
                      </a:cubicBezTo>
                      <a:close/>
                      <a:moveTo>
                        <a:pt x="36140" y="1"/>
                      </a:moveTo>
                      <a:cubicBezTo>
                        <a:pt x="35890" y="1"/>
                        <a:pt x="35614" y="116"/>
                        <a:pt x="35314" y="391"/>
                      </a:cubicBezTo>
                      <a:cubicBezTo>
                        <a:pt x="33785" y="1770"/>
                        <a:pt x="34662" y="4126"/>
                        <a:pt x="35715" y="5504"/>
                      </a:cubicBezTo>
                      <a:cubicBezTo>
                        <a:pt x="35849" y="5675"/>
                        <a:pt x="35990" y="5832"/>
                        <a:pt x="36137" y="5977"/>
                      </a:cubicBezTo>
                      <a:lnTo>
                        <a:pt x="36137" y="5977"/>
                      </a:lnTo>
                      <a:cubicBezTo>
                        <a:pt x="35782" y="6708"/>
                        <a:pt x="35277" y="7363"/>
                        <a:pt x="34637" y="7860"/>
                      </a:cubicBezTo>
                      <a:cubicBezTo>
                        <a:pt x="33929" y="8393"/>
                        <a:pt x="33171" y="8619"/>
                        <a:pt x="32416" y="8619"/>
                      </a:cubicBezTo>
                      <a:cubicBezTo>
                        <a:pt x="31335" y="8619"/>
                        <a:pt x="30260" y="8156"/>
                        <a:pt x="29345" y="7466"/>
                      </a:cubicBezTo>
                      <a:lnTo>
                        <a:pt x="29345" y="7466"/>
                      </a:lnTo>
                      <a:cubicBezTo>
                        <a:pt x="30006" y="5283"/>
                        <a:pt x="29955" y="2965"/>
                        <a:pt x="28096" y="2221"/>
                      </a:cubicBezTo>
                      <a:cubicBezTo>
                        <a:pt x="27954" y="2162"/>
                        <a:pt x="27813" y="2136"/>
                        <a:pt x="27676" y="2136"/>
                      </a:cubicBezTo>
                      <a:cubicBezTo>
                        <a:pt x="27108" y="2136"/>
                        <a:pt x="26594" y="2584"/>
                        <a:pt x="26291" y="3048"/>
                      </a:cubicBezTo>
                      <a:cubicBezTo>
                        <a:pt x="25690" y="4000"/>
                        <a:pt x="26366" y="5379"/>
                        <a:pt x="26818" y="6206"/>
                      </a:cubicBezTo>
                      <a:cubicBezTo>
                        <a:pt x="27177" y="6844"/>
                        <a:pt x="27625" y="7412"/>
                        <a:pt x="28136" y="7891"/>
                      </a:cubicBezTo>
                      <a:lnTo>
                        <a:pt x="28136" y="7891"/>
                      </a:lnTo>
                      <a:cubicBezTo>
                        <a:pt x="27894" y="8571"/>
                        <a:pt x="27590" y="9192"/>
                        <a:pt x="27294" y="9664"/>
                      </a:cubicBezTo>
                      <a:cubicBezTo>
                        <a:pt x="26506" y="10912"/>
                        <a:pt x="25193" y="11466"/>
                        <a:pt x="23835" y="11466"/>
                      </a:cubicBezTo>
                      <a:cubicBezTo>
                        <a:pt x="22676" y="11466"/>
                        <a:pt x="21485" y="11063"/>
                        <a:pt x="20557" y="10342"/>
                      </a:cubicBezTo>
                      <a:lnTo>
                        <a:pt x="20557" y="10342"/>
                      </a:lnTo>
                      <a:cubicBezTo>
                        <a:pt x="20941" y="9743"/>
                        <a:pt x="21254" y="9108"/>
                        <a:pt x="21479" y="8461"/>
                      </a:cubicBezTo>
                      <a:cubicBezTo>
                        <a:pt x="21955" y="7158"/>
                        <a:pt x="21805" y="5379"/>
                        <a:pt x="20777" y="4351"/>
                      </a:cubicBezTo>
                      <a:cubicBezTo>
                        <a:pt x="20432" y="3992"/>
                        <a:pt x="20056" y="3785"/>
                        <a:pt x="19671" y="3785"/>
                      </a:cubicBezTo>
                      <a:cubicBezTo>
                        <a:pt x="19357" y="3785"/>
                        <a:pt x="19037" y="3922"/>
                        <a:pt x="18722" y="4226"/>
                      </a:cubicBezTo>
                      <a:cubicBezTo>
                        <a:pt x="17230" y="5673"/>
                        <a:pt x="17757" y="9034"/>
                        <a:pt x="19186" y="10493"/>
                      </a:cubicBezTo>
                      <a:lnTo>
                        <a:pt x="19186" y="10493"/>
                      </a:lnTo>
                      <a:cubicBezTo>
                        <a:pt x="18378" y="11367"/>
                        <a:pt x="17412" y="12089"/>
                        <a:pt x="16642" y="12522"/>
                      </a:cubicBezTo>
                      <a:cubicBezTo>
                        <a:pt x="15835" y="12975"/>
                        <a:pt x="14992" y="13184"/>
                        <a:pt x="14169" y="13184"/>
                      </a:cubicBezTo>
                      <a:cubicBezTo>
                        <a:pt x="12965" y="13184"/>
                        <a:pt x="11802" y="12737"/>
                        <a:pt x="10854" y="11960"/>
                      </a:cubicBezTo>
                      <a:lnTo>
                        <a:pt x="10854" y="11960"/>
                      </a:lnTo>
                      <a:cubicBezTo>
                        <a:pt x="11301" y="11161"/>
                        <a:pt x="11576" y="10216"/>
                        <a:pt x="11630" y="9138"/>
                      </a:cubicBezTo>
                      <a:cubicBezTo>
                        <a:pt x="11699" y="7718"/>
                        <a:pt x="10715" y="5987"/>
                        <a:pt x="9662" y="5987"/>
                      </a:cubicBezTo>
                      <a:cubicBezTo>
                        <a:pt x="9191" y="5987"/>
                        <a:pt x="8707" y="6333"/>
                        <a:pt x="8296" y="7208"/>
                      </a:cubicBezTo>
                      <a:cubicBezTo>
                        <a:pt x="7441" y="9033"/>
                        <a:pt x="8215" y="10874"/>
                        <a:pt x="9568" y="12210"/>
                      </a:cubicBezTo>
                      <a:lnTo>
                        <a:pt x="9568" y="12210"/>
                      </a:lnTo>
                      <a:cubicBezTo>
                        <a:pt x="8622" y="13411"/>
                        <a:pt x="7062" y="13909"/>
                        <a:pt x="5516" y="13909"/>
                      </a:cubicBezTo>
                      <a:cubicBezTo>
                        <a:pt x="4788" y="13909"/>
                        <a:pt x="4064" y="13799"/>
                        <a:pt x="3409" y="13599"/>
                      </a:cubicBezTo>
                      <a:cubicBezTo>
                        <a:pt x="827" y="12822"/>
                        <a:pt x="1178" y="10091"/>
                        <a:pt x="1454" y="7985"/>
                      </a:cubicBezTo>
                      <a:cubicBezTo>
                        <a:pt x="1492" y="7647"/>
                        <a:pt x="1254" y="7478"/>
                        <a:pt x="993" y="7478"/>
                      </a:cubicBezTo>
                      <a:cubicBezTo>
                        <a:pt x="733" y="7478"/>
                        <a:pt x="452" y="7647"/>
                        <a:pt x="401" y="7985"/>
                      </a:cubicBezTo>
                      <a:cubicBezTo>
                        <a:pt x="0" y="11218"/>
                        <a:pt x="426" y="14502"/>
                        <a:pt x="4336" y="14928"/>
                      </a:cubicBezTo>
                      <a:cubicBezTo>
                        <a:pt x="4638" y="14959"/>
                        <a:pt x="4935" y="14975"/>
                        <a:pt x="5228" y="14975"/>
                      </a:cubicBezTo>
                      <a:cubicBezTo>
                        <a:pt x="7277" y="14975"/>
                        <a:pt x="9093" y="14213"/>
                        <a:pt x="10264" y="12815"/>
                      </a:cubicBezTo>
                      <a:lnTo>
                        <a:pt x="10264" y="12815"/>
                      </a:lnTo>
                      <a:cubicBezTo>
                        <a:pt x="11166" y="13507"/>
                        <a:pt x="12214" y="13989"/>
                        <a:pt x="13183" y="14151"/>
                      </a:cubicBezTo>
                      <a:cubicBezTo>
                        <a:pt x="13517" y="14207"/>
                        <a:pt x="13848" y="14234"/>
                        <a:pt x="14176" y="14234"/>
                      </a:cubicBezTo>
                      <a:cubicBezTo>
                        <a:pt x="16466" y="14234"/>
                        <a:pt x="18576" y="12917"/>
                        <a:pt x="20008" y="11110"/>
                      </a:cubicBezTo>
                      <a:lnTo>
                        <a:pt x="20008" y="11110"/>
                      </a:lnTo>
                      <a:cubicBezTo>
                        <a:pt x="21284" y="11914"/>
                        <a:pt x="22726" y="12535"/>
                        <a:pt x="24156" y="12535"/>
                      </a:cubicBezTo>
                      <a:cubicBezTo>
                        <a:pt x="25090" y="12535"/>
                        <a:pt x="26019" y="12270"/>
                        <a:pt x="26893" y="11619"/>
                      </a:cubicBezTo>
                      <a:cubicBezTo>
                        <a:pt x="27602" y="11090"/>
                        <a:pt x="28391" y="9908"/>
                        <a:pt x="28957" y="8547"/>
                      </a:cubicBezTo>
                      <a:lnTo>
                        <a:pt x="28957" y="8547"/>
                      </a:lnTo>
                      <a:cubicBezTo>
                        <a:pt x="29946" y="9217"/>
                        <a:pt x="31093" y="9596"/>
                        <a:pt x="32276" y="9596"/>
                      </a:cubicBezTo>
                      <a:cubicBezTo>
                        <a:pt x="33009" y="9596"/>
                        <a:pt x="33756" y="9451"/>
                        <a:pt x="34487" y="9138"/>
                      </a:cubicBezTo>
                      <a:cubicBezTo>
                        <a:pt x="35626" y="8652"/>
                        <a:pt x="36445" y="7727"/>
                        <a:pt x="36981" y="6632"/>
                      </a:cubicBezTo>
                      <a:lnTo>
                        <a:pt x="36981" y="6632"/>
                      </a:lnTo>
                      <a:cubicBezTo>
                        <a:pt x="37842" y="7152"/>
                        <a:pt x="38832" y="7364"/>
                        <a:pt x="39848" y="7364"/>
                      </a:cubicBezTo>
                      <a:cubicBezTo>
                        <a:pt x="41231" y="7364"/>
                        <a:pt x="42663" y="6972"/>
                        <a:pt x="43885" y="6431"/>
                      </a:cubicBezTo>
                      <a:cubicBezTo>
                        <a:pt x="44409" y="6192"/>
                        <a:pt x="44078" y="5477"/>
                        <a:pt x="43587" y="5477"/>
                      </a:cubicBezTo>
                      <a:cubicBezTo>
                        <a:pt x="43514" y="5477"/>
                        <a:pt x="43437" y="5493"/>
                        <a:pt x="43359" y="5529"/>
                      </a:cubicBezTo>
                      <a:cubicBezTo>
                        <a:pt x="42264" y="6001"/>
                        <a:pt x="41130" y="6334"/>
                        <a:pt x="40008" y="6334"/>
                      </a:cubicBezTo>
                      <a:cubicBezTo>
                        <a:pt x="39119" y="6334"/>
                        <a:pt x="38237" y="6124"/>
                        <a:pt x="37389" y="5607"/>
                      </a:cubicBezTo>
                      <a:lnTo>
                        <a:pt x="37389" y="5607"/>
                      </a:lnTo>
                      <a:cubicBezTo>
                        <a:pt x="37688" y="4656"/>
                        <a:pt x="37809" y="3646"/>
                        <a:pt x="37770" y="2722"/>
                      </a:cubicBezTo>
                      <a:cubicBezTo>
                        <a:pt x="37730" y="1859"/>
                        <a:pt x="37144" y="1"/>
                        <a:pt x="3614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6" name="Google Shape;2396;p60"/>
                <p:cNvSpPr/>
                <p:nvPr/>
              </p:nvSpPr>
              <p:spPr>
                <a:xfrm>
                  <a:off x="7032160" y="3459198"/>
                  <a:ext cx="201527" cy="167888"/>
                </a:xfrm>
                <a:custGeom>
                  <a:rect b="b" l="l" r="r" t="t"/>
                  <a:pathLst>
                    <a:path extrusionOk="0" h="5934" w="7123">
                      <a:moveTo>
                        <a:pt x="4561" y="1"/>
                      </a:moveTo>
                      <a:cubicBezTo>
                        <a:pt x="4310" y="1"/>
                        <a:pt x="4028" y="46"/>
                        <a:pt x="3710" y="144"/>
                      </a:cubicBezTo>
                      <a:cubicBezTo>
                        <a:pt x="1" y="846"/>
                        <a:pt x="3510" y="5784"/>
                        <a:pt x="5264" y="5934"/>
                      </a:cubicBezTo>
                      <a:cubicBezTo>
                        <a:pt x="6360" y="4724"/>
                        <a:pt x="7123" y="1"/>
                        <a:pt x="456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7" name="Google Shape;2397;p60"/>
                <p:cNvSpPr/>
                <p:nvPr/>
              </p:nvSpPr>
              <p:spPr>
                <a:xfrm>
                  <a:off x="7093157" y="3424258"/>
                  <a:ext cx="87933" cy="51804"/>
                </a:xfrm>
                <a:custGeom>
                  <a:rect b="b" l="l" r="r" t="t"/>
                  <a:pathLst>
                    <a:path extrusionOk="0" h="1831" w="3108">
                      <a:moveTo>
                        <a:pt x="2932" y="1"/>
                      </a:moveTo>
                      <a:cubicBezTo>
                        <a:pt x="2557" y="51"/>
                        <a:pt x="2005" y="176"/>
                        <a:pt x="1454" y="277"/>
                      </a:cubicBezTo>
                      <a:cubicBezTo>
                        <a:pt x="902" y="402"/>
                        <a:pt x="351" y="527"/>
                        <a:pt x="0" y="602"/>
                      </a:cubicBezTo>
                      <a:lnTo>
                        <a:pt x="226" y="1831"/>
                      </a:lnTo>
                      <a:cubicBezTo>
                        <a:pt x="602" y="1755"/>
                        <a:pt x="1178" y="1630"/>
                        <a:pt x="1729" y="1505"/>
                      </a:cubicBezTo>
                      <a:cubicBezTo>
                        <a:pt x="2281" y="1379"/>
                        <a:pt x="2807" y="1279"/>
                        <a:pt x="3108" y="1229"/>
                      </a:cubicBezTo>
                      <a:lnTo>
                        <a:pt x="293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8" name="Google Shape;2398;p60"/>
                <p:cNvSpPr/>
                <p:nvPr/>
              </p:nvSpPr>
              <p:spPr>
                <a:xfrm>
                  <a:off x="6768399" y="3553918"/>
                  <a:ext cx="205913" cy="168906"/>
                </a:xfrm>
                <a:custGeom>
                  <a:rect b="b" l="l" r="r" t="t"/>
                  <a:pathLst>
                    <a:path extrusionOk="0" h="5970" w="7278">
                      <a:moveTo>
                        <a:pt x="4356" y="0"/>
                      </a:moveTo>
                      <a:cubicBezTo>
                        <a:pt x="4181" y="0"/>
                        <a:pt x="3991" y="18"/>
                        <a:pt x="3785" y="55"/>
                      </a:cubicBezTo>
                      <a:cubicBezTo>
                        <a:pt x="0" y="280"/>
                        <a:pt x="2883" y="5644"/>
                        <a:pt x="4587" y="5969"/>
                      </a:cubicBezTo>
                      <a:cubicBezTo>
                        <a:pt x="5888" y="4882"/>
                        <a:pt x="7277" y="0"/>
                        <a:pt x="435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9" name="Google Shape;2399;p60"/>
                <p:cNvSpPr/>
                <p:nvPr/>
              </p:nvSpPr>
              <p:spPr>
                <a:xfrm>
                  <a:off x="6835053" y="3521411"/>
                  <a:ext cx="84397" cy="41873"/>
                </a:xfrm>
                <a:custGeom>
                  <a:rect b="b" l="l" r="r" t="t"/>
                  <a:pathLst>
                    <a:path extrusionOk="0" h="1480" w="2983">
                      <a:moveTo>
                        <a:pt x="2958" y="1"/>
                      </a:moveTo>
                      <a:cubicBezTo>
                        <a:pt x="2582" y="1"/>
                        <a:pt x="2030" y="51"/>
                        <a:pt x="1454" y="101"/>
                      </a:cubicBezTo>
                      <a:cubicBezTo>
                        <a:pt x="903" y="151"/>
                        <a:pt x="326" y="201"/>
                        <a:pt x="0" y="226"/>
                      </a:cubicBezTo>
                      <a:lnTo>
                        <a:pt x="50" y="1479"/>
                      </a:lnTo>
                      <a:cubicBezTo>
                        <a:pt x="451" y="1454"/>
                        <a:pt x="1003" y="1404"/>
                        <a:pt x="1579" y="1354"/>
                      </a:cubicBezTo>
                      <a:cubicBezTo>
                        <a:pt x="2131" y="1304"/>
                        <a:pt x="2682" y="1254"/>
                        <a:pt x="2983" y="1254"/>
                      </a:cubicBezTo>
                      <a:lnTo>
                        <a:pt x="2958"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0" name="Google Shape;2400;p60"/>
                <p:cNvSpPr/>
                <p:nvPr/>
              </p:nvSpPr>
              <p:spPr>
                <a:xfrm>
                  <a:off x="6479797" y="3608011"/>
                  <a:ext cx="206054" cy="169415"/>
                </a:xfrm>
                <a:custGeom>
                  <a:rect b="b" l="l" r="r" t="t"/>
                  <a:pathLst>
                    <a:path extrusionOk="0" h="5988" w="7283">
                      <a:moveTo>
                        <a:pt x="4318" y="1"/>
                      </a:moveTo>
                      <a:cubicBezTo>
                        <a:pt x="4154" y="1"/>
                        <a:pt x="3977" y="16"/>
                        <a:pt x="3785" y="47"/>
                      </a:cubicBezTo>
                      <a:cubicBezTo>
                        <a:pt x="1" y="223"/>
                        <a:pt x="2808" y="5611"/>
                        <a:pt x="4537" y="5987"/>
                      </a:cubicBezTo>
                      <a:cubicBezTo>
                        <a:pt x="5820" y="4918"/>
                        <a:pt x="7282" y="1"/>
                        <a:pt x="431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1" name="Google Shape;2401;p60"/>
                <p:cNvSpPr/>
                <p:nvPr/>
              </p:nvSpPr>
              <p:spPr>
                <a:xfrm>
                  <a:off x="6547159" y="3576014"/>
                  <a:ext cx="83718" cy="40430"/>
                </a:xfrm>
                <a:custGeom>
                  <a:rect b="b" l="l" r="r" t="t"/>
                  <a:pathLst>
                    <a:path extrusionOk="0" h="1429" w="2959">
                      <a:moveTo>
                        <a:pt x="2958" y="0"/>
                      </a:moveTo>
                      <a:cubicBezTo>
                        <a:pt x="2582" y="0"/>
                        <a:pt x="2031" y="51"/>
                        <a:pt x="1454" y="76"/>
                      </a:cubicBezTo>
                      <a:cubicBezTo>
                        <a:pt x="903" y="126"/>
                        <a:pt x="327" y="176"/>
                        <a:pt x="1" y="176"/>
                      </a:cubicBezTo>
                      <a:lnTo>
                        <a:pt x="26" y="1429"/>
                      </a:lnTo>
                      <a:cubicBezTo>
                        <a:pt x="427" y="1429"/>
                        <a:pt x="1003" y="1379"/>
                        <a:pt x="1555" y="1329"/>
                      </a:cubicBezTo>
                      <a:cubicBezTo>
                        <a:pt x="2131" y="1279"/>
                        <a:pt x="2683" y="1254"/>
                        <a:pt x="2958" y="1254"/>
                      </a:cubicBezTo>
                      <a:lnTo>
                        <a:pt x="295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2" name="Google Shape;2402;p60"/>
                <p:cNvSpPr/>
                <p:nvPr/>
              </p:nvSpPr>
              <p:spPr>
                <a:xfrm>
                  <a:off x="7277929" y="3397353"/>
                  <a:ext cx="196095" cy="159938"/>
                </a:xfrm>
                <a:custGeom>
                  <a:rect b="b" l="l" r="r" t="t"/>
                  <a:pathLst>
                    <a:path extrusionOk="0" h="5653" w="6931">
                      <a:moveTo>
                        <a:pt x="4552" y="0"/>
                      </a:moveTo>
                      <a:cubicBezTo>
                        <a:pt x="4201" y="0"/>
                        <a:pt x="3800" y="122"/>
                        <a:pt x="3344" y="401"/>
                      </a:cubicBezTo>
                      <a:cubicBezTo>
                        <a:pt x="1" y="1903"/>
                        <a:pt x="4174" y="5652"/>
                        <a:pt x="6018" y="5652"/>
                      </a:cubicBezTo>
                      <a:cubicBezTo>
                        <a:pt x="6082" y="5652"/>
                        <a:pt x="6143" y="5648"/>
                        <a:pt x="6201" y="5639"/>
                      </a:cubicBezTo>
                      <a:cubicBezTo>
                        <a:pt x="6930" y="4288"/>
                        <a:pt x="6632" y="0"/>
                        <a:pt x="4552"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3" name="Google Shape;2403;p60"/>
                <p:cNvSpPr/>
                <p:nvPr/>
              </p:nvSpPr>
              <p:spPr>
                <a:xfrm>
                  <a:off x="7324299" y="3361168"/>
                  <a:ext cx="89376" cy="68100"/>
                </a:xfrm>
                <a:custGeom>
                  <a:rect b="b" l="l" r="r" t="t"/>
                  <a:pathLst>
                    <a:path extrusionOk="0" h="2407" w="3159">
                      <a:moveTo>
                        <a:pt x="2707" y="0"/>
                      </a:moveTo>
                      <a:cubicBezTo>
                        <a:pt x="2357" y="126"/>
                        <a:pt x="1855" y="376"/>
                        <a:pt x="1329" y="627"/>
                      </a:cubicBezTo>
                      <a:cubicBezTo>
                        <a:pt x="828" y="878"/>
                        <a:pt x="326" y="1128"/>
                        <a:pt x="1" y="1254"/>
                      </a:cubicBezTo>
                      <a:lnTo>
                        <a:pt x="502" y="2406"/>
                      </a:lnTo>
                      <a:cubicBezTo>
                        <a:pt x="878" y="2256"/>
                        <a:pt x="1379" y="2005"/>
                        <a:pt x="1880" y="1755"/>
                      </a:cubicBezTo>
                      <a:cubicBezTo>
                        <a:pt x="2382" y="1504"/>
                        <a:pt x="2908" y="1254"/>
                        <a:pt x="3159" y="1153"/>
                      </a:cubicBezTo>
                      <a:lnTo>
                        <a:pt x="270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4" name="Google Shape;2404;p60"/>
                <p:cNvSpPr/>
                <p:nvPr/>
              </p:nvSpPr>
              <p:spPr>
                <a:xfrm>
                  <a:off x="6406069" y="3037826"/>
                  <a:ext cx="205658" cy="204244"/>
                </a:xfrm>
                <a:custGeom>
                  <a:rect b="b" l="l" r="r" t="t"/>
                  <a:pathLst>
                    <a:path extrusionOk="0" h="7219" w="7269">
                      <a:moveTo>
                        <a:pt x="7269" y="2382"/>
                      </a:moveTo>
                      <a:lnTo>
                        <a:pt x="4411" y="2432"/>
                      </a:lnTo>
                      <a:lnTo>
                        <a:pt x="3534" y="1"/>
                      </a:lnTo>
                      <a:lnTo>
                        <a:pt x="2632" y="2532"/>
                      </a:lnTo>
                      <a:lnTo>
                        <a:pt x="0" y="2808"/>
                      </a:lnTo>
                      <a:lnTo>
                        <a:pt x="2055" y="4312"/>
                      </a:lnTo>
                      <a:lnTo>
                        <a:pt x="978" y="7219"/>
                      </a:lnTo>
                      <a:lnTo>
                        <a:pt x="3685" y="5289"/>
                      </a:lnTo>
                      <a:lnTo>
                        <a:pt x="6341" y="7194"/>
                      </a:lnTo>
                      <a:lnTo>
                        <a:pt x="5389" y="4211"/>
                      </a:lnTo>
                      <a:lnTo>
                        <a:pt x="7269" y="2382"/>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5" name="Google Shape;2405;p60"/>
                <p:cNvSpPr/>
                <p:nvPr/>
              </p:nvSpPr>
              <p:spPr>
                <a:xfrm>
                  <a:off x="7203749" y="3836238"/>
                  <a:ext cx="163842" cy="171622"/>
                </a:xfrm>
                <a:custGeom>
                  <a:rect b="b" l="l" r="r" t="t"/>
                  <a:pathLst>
                    <a:path extrusionOk="0" h="6066" w="5791">
                      <a:moveTo>
                        <a:pt x="5790" y="2406"/>
                      </a:moveTo>
                      <a:lnTo>
                        <a:pt x="3510" y="2031"/>
                      </a:lnTo>
                      <a:lnTo>
                        <a:pt x="3184" y="0"/>
                      </a:lnTo>
                      <a:lnTo>
                        <a:pt x="2106" y="1855"/>
                      </a:lnTo>
                      <a:lnTo>
                        <a:pt x="1" y="1705"/>
                      </a:lnTo>
                      <a:lnTo>
                        <a:pt x="1404" y="3183"/>
                      </a:lnTo>
                      <a:lnTo>
                        <a:pt x="151" y="5314"/>
                      </a:lnTo>
                      <a:lnTo>
                        <a:pt x="2557" y="4186"/>
                      </a:lnTo>
                      <a:lnTo>
                        <a:pt x="4362" y="6066"/>
                      </a:lnTo>
                      <a:lnTo>
                        <a:pt x="4036" y="3584"/>
                      </a:lnTo>
                      <a:lnTo>
                        <a:pt x="5790" y="2406"/>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6" name="Google Shape;2406;p60"/>
                <p:cNvSpPr/>
                <p:nvPr/>
              </p:nvSpPr>
              <p:spPr>
                <a:xfrm>
                  <a:off x="6793210" y="2164978"/>
                  <a:ext cx="163842" cy="173037"/>
                </a:xfrm>
                <a:custGeom>
                  <a:rect b="b" l="l" r="r" t="t"/>
                  <a:pathLst>
                    <a:path extrusionOk="0" h="6116" w="5791">
                      <a:moveTo>
                        <a:pt x="5514" y="1078"/>
                      </a:moveTo>
                      <a:lnTo>
                        <a:pt x="3309" y="1705"/>
                      </a:lnTo>
                      <a:lnTo>
                        <a:pt x="2131" y="0"/>
                      </a:lnTo>
                      <a:lnTo>
                        <a:pt x="1955" y="2131"/>
                      </a:lnTo>
                      <a:lnTo>
                        <a:pt x="1" y="2908"/>
                      </a:lnTo>
                      <a:lnTo>
                        <a:pt x="1880" y="3635"/>
                      </a:lnTo>
                      <a:lnTo>
                        <a:pt x="1655" y="6116"/>
                      </a:lnTo>
                      <a:lnTo>
                        <a:pt x="3359" y="4061"/>
                      </a:lnTo>
                      <a:lnTo>
                        <a:pt x="5790" y="4988"/>
                      </a:lnTo>
                      <a:lnTo>
                        <a:pt x="4437" y="2883"/>
                      </a:lnTo>
                      <a:lnTo>
                        <a:pt x="5514" y="1078"/>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7" name="Google Shape;2407;p60"/>
                <p:cNvSpPr/>
                <p:nvPr/>
              </p:nvSpPr>
              <p:spPr>
                <a:xfrm>
                  <a:off x="6579779" y="1457325"/>
                  <a:ext cx="411316" cy="408459"/>
                </a:xfrm>
                <a:custGeom>
                  <a:rect b="b" l="l" r="r" t="t"/>
                  <a:pathLst>
                    <a:path extrusionOk="0" h="14437" w="14538">
                      <a:moveTo>
                        <a:pt x="14537" y="4763"/>
                      </a:moveTo>
                      <a:lnTo>
                        <a:pt x="8773" y="4838"/>
                      </a:lnTo>
                      <a:lnTo>
                        <a:pt x="7018" y="1"/>
                      </a:lnTo>
                      <a:lnTo>
                        <a:pt x="5239" y="5038"/>
                      </a:lnTo>
                      <a:lnTo>
                        <a:pt x="1" y="5640"/>
                      </a:lnTo>
                      <a:lnTo>
                        <a:pt x="4086" y="8622"/>
                      </a:lnTo>
                      <a:lnTo>
                        <a:pt x="1956" y="14437"/>
                      </a:lnTo>
                      <a:lnTo>
                        <a:pt x="7369" y="10602"/>
                      </a:lnTo>
                      <a:lnTo>
                        <a:pt x="12657" y="14387"/>
                      </a:lnTo>
                      <a:lnTo>
                        <a:pt x="10753" y="8422"/>
                      </a:lnTo>
                      <a:lnTo>
                        <a:pt x="14537" y="4763"/>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8" name="Google Shape;2408;p60"/>
                <p:cNvSpPr/>
                <p:nvPr/>
              </p:nvSpPr>
              <p:spPr>
                <a:xfrm>
                  <a:off x="6322362" y="2755252"/>
                  <a:ext cx="118461" cy="118432"/>
                </a:xfrm>
                <a:custGeom>
                  <a:rect b="b" l="l" r="r" t="t"/>
                  <a:pathLst>
                    <a:path extrusionOk="0" h="4186" w="4187">
                      <a:moveTo>
                        <a:pt x="2106" y="0"/>
                      </a:moveTo>
                      <a:cubicBezTo>
                        <a:pt x="1555" y="0"/>
                        <a:pt x="1003" y="226"/>
                        <a:pt x="627" y="602"/>
                      </a:cubicBezTo>
                      <a:cubicBezTo>
                        <a:pt x="226" y="1003"/>
                        <a:pt x="1" y="1529"/>
                        <a:pt x="1" y="2080"/>
                      </a:cubicBezTo>
                      <a:cubicBezTo>
                        <a:pt x="1" y="2632"/>
                        <a:pt x="226" y="3183"/>
                        <a:pt x="627" y="3559"/>
                      </a:cubicBezTo>
                      <a:cubicBezTo>
                        <a:pt x="1003" y="3960"/>
                        <a:pt x="1555" y="4186"/>
                        <a:pt x="2106" y="4186"/>
                      </a:cubicBezTo>
                      <a:cubicBezTo>
                        <a:pt x="2657" y="4186"/>
                        <a:pt x="3184" y="3960"/>
                        <a:pt x="3585" y="3559"/>
                      </a:cubicBezTo>
                      <a:cubicBezTo>
                        <a:pt x="3961" y="3183"/>
                        <a:pt x="4186" y="2632"/>
                        <a:pt x="4186" y="2080"/>
                      </a:cubicBezTo>
                      <a:cubicBezTo>
                        <a:pt x="4186" y="1529"/>
                        <a:pt x="3961" y="1003"/>
                        <a:pt x="3585" y="602"/>
                      </a:cubicBezTo>
                      <a:cubicBezTo>
                        <a:pt x="3184" y="226"/>
                        <a:pt x="2657" y="0"/>
                        <a:pt x="210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9" name="Google Shape;2409;p60"/>
                <p:cNvSpPr/>
                <p:nvPr/>
              </p:nvSpPr>
              <p:spPr>
                <a:xfrm rot="816314">
                  <a:off x="6108688" y="3618363"/>
                  <a:ext cx="205905" cy="168899"/>
                </a:xfrm>
                <a:custGeom>
                  <a:rect b="b" l="l" r="r" t="t"/>
                  <a:pathLst>
                    <a:path extrusionOk="0" h="5970" w="7278">
                      <a:moveTo>
                        <a:pt x="4356" y="0"/>
                      </a:moveTo>
                      <a:cubicBezTo>
                        <a:pt x="4181" y="0"/>
                        <a:pt x="3991" y="18"/>
                        <a:pt x="3785" y="55"/>
                      </a:cubicBezTo>
                      <a:cubicBezTo>
                        <a:pt x="0" y="280"/>
                        <a:pt x="2883" y="5644"/>
                        <a:pt x="4587" y="5969"/>
                      </a:cubicBezTo>
                      <a:cubicBezTo>
                        <a:pt x="5888" y="4882"/>
                        <a:pt x="7277" y="0"/>
                        <a:pt x="435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410" name="Google Shape;2410;p60"/>
              <p:cNvSpPr/>
              <p:nvPr/>
            </p:nvSpPr>
            <p:spPr>
              <a:xfrm rot="816314">
                <a:off x="6197764" y="3589935"/>
                <a:ext cx="84393" cy="41871"/>
              </a:xfrm>
              <a:custGeom>
                <a:rect b="b" l="l" r="r" t="t"/>
                <a:pathLst>
                  <a:path extrusionOk="0" h="1480" w="2983">
                    <a:moveTo>
                      <a:pt x="2958" y="1"/>
                    </a:moveTo>
                    <a:cubicBezTo>
                      <a:pt x="2582" y="1"/>
                      <a:pt x="2030" y="51"/>
                      <a:pt x="1454" y="101"/>
                    </a:cubicBezTo>
                    <a:cubicBezTo>
                      <a:pt x="903" y="151"/>
                      <a:pt x="326" y="201"/>
                      <a:pt x="0" y="226"/>
                    </a:cubicBezTo>
                    <a:lnTo>
                      <a:pt x="50" y="1479"/>
                    </a:lnTo>
                    <a:cubicBezTo>
                      <a:pt x="451" y="1454"/>
                      <a:pt x="1003" y="1404"/>
                      <a:pt x="1579" y="1354"/>
                    </a:cubicBezTo>
                    <a:cubicBezTo>
                      <a:pt x="2131" y="1304"/>
                      <a:pt x="2682" y="1254"/>
                      <a:pt x="2983" y="1254"/>
                    </a:cubicBezTo>
                    <a:lnTo>
                      <a:pt x="2958"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1" name="Google Shape;2411;p60"/>
              <p:cNvSpPr/>
              <p:nvPr/>
            </p:nvSpPr>
            <p:spPr>
              <a:xfrm>
                <a:off x="6061450" y="3811427"/>
                <a:ext cx="118461" cy="118432"/>
              </a:xfrm>
              <a:custGeom>
                <a:rect b="b" l="l" r="r" t="t"/>
                <a:pathLst>
                  <a:path extrusionOk="0" h="4186" w="4187">
                    <a:moveTo>
                      <a:pt x="2106" y="0"/>
                    </a:moveTo>
                    <a:cubicBezTo>
                      <a:pt x="1555" y="0"/>
                      <a:pt x="1003" y="226"/>
                      <a:pt x="627" y="602"/>
                    </a:cubicBezTo>
                    <a:cubicBezTo>
                      <a:pt x="226" y="1003"/>
                      <a:pt x="1" y="1529"/>
                      <a:pt x="1" y="2080"/>
                    </a:cubicBezTo>
                    <a:cubicBezTo>
                      <a:pt x="1" y="2632"/>
                      <a:pt x="226" y="3183"/>
                      <a:pt x="627" y="3559"/>
                    </a:cubicBezTo>
                    <a:cubicBezTo>
                      <a:pt x="1003" y="3960"/>
                      <a:pt x="1555" y="4186"/>
                      <a:pt x="2106" y="4186"/>
                    </a:cubicBezTo>
                    <a:cubicBezTo>
                      <a:pt x="2657" y="4186"/>
                      <a:pt x="3184" y="3960"/>
                      <a:pt x="3585" y="3559"/>
                    </a:cubicBezTo>
                    <a:cubicBezTo>
                      <a:pt x="3961" y="3183"/>
                      <a:pt x="4186" y="2632"/>
                      <a:pt x="4186" y="2080"/>
                    </a:cubicBezTo>
                    <a:cubicBezTo>
                      <a:pt x="4186" y="1529"/>
                      <a:pt x="3961" y="1003"/>
                      <a:pt x="3585" y="602"/>
                    </a:cubicBezTo>
                    <a:cubicBezTo>
                      <a:pt x="3184" y="226"/>
                      <a:pt x="2657" y="0"/>
                      <a:pt x="210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12" name="Google Shape;2412;p60"/>
            <p:cNvGrpSpPr/>
            <p:nvPr/>
          </p:nvGrpSpPr>
          <p:grpSpPr>
            <a:xfrm>
              <a:off x="4415946" y="1572994"/>
              <a:ext cx="1593978" cy="3455898"/>
              <a:chOff x="6061450" y="1457325"/>
              <a:chExt cx="1458618" cy="3162425"/>
            </a:xfrm>
          </p:grpSpPr>
          <p:sp>
            <p:nvSpPr>
              <p:cNvPr id="2413" name="Google Shape;2413;p60"/>
              <p:cNvSpPr/>
              <p:nvPr/>
            </p:nvSpPr>
            <p:spPr>
              <a:xfrm>
                <a:off x="6405980" y="4361450"/>
                <a:ext cx="799800" cy="2583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414" name="Google Shape;2414;p60"/>
              <p:cNvGrpSpPr/>
              <p:nvPr/>
            </p:nvGrpSpPr>
            <p:grpSpPr>
              <a:xfrm>
                <a:off x="6091712" y="1457325"/>
                <a:ext cx="1428357" cy="3084126"/>
                <a:chOff x="6091712" y="1457325"/>
                <a:chExt cx="1428357" cy="3084126"/>
              </a:xfrm>
            </p:grpSpPr>
            <p:sp>
              <p:nvSpPr>
                <p:cNvPr id="2415" name="Google Shape;2415;p60"/>
                <p:cNvSpPr/>
                <p:nvPr/>
              </p:nvSpPr>
              <p:spPr>
                <a:xfrm>
                  <a:off x="6631552" y="4019171"/>
                  <a:ext cx="354562" cy="522280"/>
                </a:xfrm>
                <a:custGeom>
                  <a:rect b="b" l="l" r="r" t="t"/>
                  <a:pathLst>
                    <a:path extrusionOk="0" h="18460" w="12532">
                      <a:moveTo>
                        <a:pt x="10126" y="1"/>
                      </a:moveTo>
                      <a:lnTo>
                        <a:pt x="2256" y="402"/>
                      </a:lnTo>
                      <a:cubicBezTo>
                        <a:pt x="2256" y="4838"/>
                        <a:pt x="0" y="16968"/>
                        <a:pt x="0" y="16968"/>
                      </a:cubicBezTo>
                      <a:cubicBezTo>
                        <a:pt x="868" y="17928"/>
                        <a:pt x="3823" y="18460"/>
                        <a:pt x="6674" y="18460"/>
                      </a:cubicBezTo>
                      <a:cubicBezTo>
                        <a:pt x="9259" y="18460"/>
                        <a:pt x="11757" y="18022"/>
                        <a:pt x="12532" y="17068"/>
                      </a:cubicBezTo>
                      <a:lnTo>
                        <a:pt x="10126" y="1"/>
                      </a:lnTo>
                      <a:close/>
                    </a:path>
                  </a:pathLst>
                </a:custGeom>
                <a:solidFill>
                  <a:srgbClr val="9D66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6" name="Google Shape;2416;p60"/>
                <p:cNvSpPr/>
                <p:nvPr/>
              </p:nvSpPr>
              <p:spPr>
                <a:xfrm>
                  <a:off x="6813071" y="4106393"/>
                  <a:ext cx="24134" cy="242523"/>
                </a:xfrm>
                <a:custGeom>
                  <a:rect b="b" l="l" r="r" t="t"/>
                  <a:pathLst>
                    <a:path extrusionOk="0" h="8572" w="853">
                      <a:moveTo>
                        <a:pt x="201" y="0"/>
                      </a:moveTo>
                      <a:cubicBezTo>
                        <a:pt x="201" y="0"/>
                        <a:pt x="126" y="552"/>
                        <a:pt x="76" y="1354"/>
                      </a:cubicBezTo>
                      <a:cubicBezTo>
                        <a:pt x="76" y="1554"/>
                        <a:pt x="50" y="1780"/>
                        <a:pt x="50" y="2005"/>
                      </a:cubicBezTo>
                      <a:cubicBezTo>
                        <a:pt x="25" y="2231"/>
                        <a:pt x="25" y="2482"/>
                        <a:pt x="25" y="2732"/>
                      </a:cubicBezTo>
                      <a:cubicBezTo>
                        <a:pt x="0" y="3233"/>
                        <a:pt x="0" y="3760"/>
                        <a:pt x="25" y="4286"/>
                      </a:cubicBezTo>
                      <a:cubicBezTo>
                        <a:pt x="25" y="4837"/>
                        <a:pt x="50" y="5364"/>
                        <a:pt x="76" y="5865"/>
                      </a:cubicBezTo>
                      <a:cubicBezTo>
                        <a:pt x="126" y="6366"/>
                        <a:pt x="176" y="6843"/>
                        <a:pt x="226" y="7244"/>
                      </a:cubicBezTo>
                      <a:cubicBezTo>
                        <a:pt x="326" y="8046"/>
                        <a:pt x="451" y="8572"/>
                        <a:pt x="451" y="8572"/>
                      </a:cubicBezTo>
                      <a:cubicBezTo>
                        <a:pt x="451" y="8572"/>
                        <a:pt x="602" y="8046"/>
                        <a:pt x="702" y="7244"/>
                      </a:cubicBezTo>
                      <a:cubicBezTo>
                        <a:pt x="752" y="6843"/>
                        <a:pt x="802" y="6366"/>
                        <a:pt x="827" y="5865"/>
                      </a:cubicBezTo>
                      <a:cubicBezTo>
                        <a:pt x="852" y="5364"/>
                        <a:pt x="852" y="4812"/>
                        <a:pt x="852" y="4286"/>
                      </a:cubicBezTo>
                      <a:cubicBezTo>
                        <a:pt x="827" y="3735"/>
                        <a:pt x="802" y="3183"/>
                        <a:pt x="752" y="2682"/>
                      </a:cubicBezTo>
                      <a:cubicBezTo>
                        <a:pt x="727" y="2431"/>
                        <a:pt x="702" y="2181"/>
                        <a:pt x="677" y="1955"/>
                      </a:cubicBezTo>
                      <a:cubicBezTo>
                        <a:pt x="652" y="1730"/>
                        <a:pt x="602" y="1504"/>
                        <a:pt x="552" y="1304"/>
                      </a:cubicBezTo>
                      <a:cubicBezTo>
                        <a:pt x="401" y="527"/>
                        <a:pt x="201" y="0"/>
                        <a:pt x="201" y="0"/>
                      </a:cubicBezTo>
                      <a:close/>
                    </a:path>
                  </a:pathLst>
                </a:custGeom>
                <a:solidFill>
                  <a:srgbClr val="85581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7" name="Google Shape;2417;p60"/>
                <p:cNvSpPr/>
                <p:nvPr/>
              </p:nvSpPr>
              <p:spPr>
                <a:xfrm>
                  <a:off x="6881140" y="4101414"/>
                  <a:ext cx="29085" cy="181553"/>
                </a:xfrm>
                <a:custGeom>
                  <a:rect b="b" l="l" r="r" t="t"/>
                  <a:pathLst>
                    <a:path extrusionOk="0" h="6417" w="1028">
                      <a:moveTo>
                        <a:pt x="151" y="1"/>
                      </a:moveTo>
                      <a:cubicBezTo>
                        <a:pt x="151" y="1"/>
                        <a:pt x="50" y="427"/>
                        <a:pt x="25" y="1029"/>
                      </a:cubicBezTo>
                      <a:cubicBezTo>
                        <a:pt x="0" y="1354"/>
                        <a:pt x="0" y="1705"/>
                        <a:pt x="25" y="2081"/>
                      </a:cubicBezTo>
                      <a:cubicBezTo>
                        <a:pt x="25" y="2457"/>
                        <a:pt x="50" y="2858"/>
                        <a:pt x="101" y="3259"/>
                      </a:cubicBezTo>
                      <a:cubicBezTo>
                        <a:pt x="151" y="3660"/>
                        <a:pt x="201" y="4061"/>
                        <a:pt x="276" y="4437"/>
                      </a:cubicBezTo>
                      <a:cubicBezTo>
                        <a:pt x="351" y="4813"/>
                        <a:pt x="451" y="5164"/>
                        <a:pt x="527" y="5465"/>
                      </a:cubicBezTo>
                      <a:cubicBezTo>
                        <a:pt x="702" y="6041"/>
                        <a:pt x="878" y="6417"/>
                        <a:pt x="878" y="6417"/>
                      </a:cubicBezTo>
                      <a:cubicBezTo>
                        <a:pt x="878" y="6417"/>
                        <a:pt x="978" y="6016"/>
                        <a:pt x="1003" y="5389"/>
                      </a:cubicBezTo>
                      <a:cubicBezTo>
                        <a:pt x="1028" y="5089"/>
                        <a:pt x="1028" y="4738"/>
                        <a:pt x="1028" y="4362"/>
                      </a:cubicBezTo>
                      <a:cubicBezTo>
                        <a:pt x="1003" y="3961"/>
                        <a:pt x="978" y="3560"/>
                        <a:pt x="928" y="3159"/>
                      </a:cubicBezTo>
                      <a:cubicBezTo>
                        <a:pt x="878" y="2758"/>
                        <a:pt x="827" y="2357"/>
                        <a:pt x="752" y="2006"/>
                      </a:cubicBezTo>
                      <a:cubicBezTo>
                        <a:pt x="677" y="1630"/>
                        <a:pt x="577" y="1279"/>
                        <a:pt x="502" y="978"/>
                      </a:cubicBezTo>
                      <a:cubicBezTo>
                        <a:pt x="326" y="402"/>
                        <a:pt x="151" y="1"/>
                        <a:pt x="151" y="1"/>
                      </a:cubicBezTo>
                      <a:close/>
                    </a:path>
                  </a:pathLst>
                </a:custGeom>
                <a:solidFill>
                  <a:srgbClr val="85581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8" name="Google Shape;2418;p60"/>
                <p:cNvSpPr/>
                <p:nvPr/>
              </p:nvSpPr>
              <p:spPr>
                <a:xfrm>
                  <a:off x="6895314" y="4316259"/>
                  <a:ext cx="29113" cy="176602"/>
                </a:xfrm>
                <a:custGeom>
                  <a:rect b="b" l="l" r="r" t="t"/>
                  <a:pathLst>
                    <a:path extrusionOk="0" h="6242" w="1029">
                      <a:moveTo>
                        <a:pt x="151" y="1"/>
                      </a:moveTo>
                      <a:cubicBezTo>
                        <a:pt x="151" y="1"/>
                        <a:pt x="51" y="402"/>
                        <a:pt x="26" y="1003"/>
                      </a:cubicBezTo>
                      <a:cubicBezTo>
                        <a:pt x="1" y="1304"/>
                        <a:pt x="1" y="1655"/>
                        <a:pt x="26" y="2031"/>
                      </a:cubicBezTo>
                      <a:cubicBezTo>
                        <a:pt x="26" y="2407"/>
                        <a:pt x="51" y="2783"/>
                        <a:pt x="101" y="3184"/>
                      </a:cubicBezTo>
                      <a:cubicBezTo>
                        <a:pt x="151" y="3585"/>
                        <a:pt x="201" y="3961"/>
                        <a:pt x="276" y="4337"/>
                      </a:cubicBezTo>
                      <a:cubicBezTo>
                        <a:pt x="351" y="4688"/>
                        <a:pt x="452" y="5014"/>
                        <a:pt x="527" y="5314"/>
                      </a:cubicBezTo>
                      <a:cubicBezTo>
                        <a:pt x="702" y="5891"/>
                        <a:pt x="878" y="6242"/>
                        <a:pt x="878" y="6242"/>
                      </a:cubicBezTo>
                      <a:cubicBezTo>
                        <a:pt x="878" y="6242"/>
                        <a:pt x="978" y="5841"/>
                        <a:pt x="1003" y="5239"/>
                      </a:cubicBezTo>
                      <a:cubicBezTo>
                        <a:pt x="1028" y="4938"/>
                        <a:pt x="1028" y="4587"/>
                        <a:pt x="1028" y="4212"/>
                      </a:cubicBezTo>
                      <a:cubicBezTo>
                        <a:pt x="1003" y="3861"/>
                        <a:pt x="978" y="3460"/>
                        <a:pt x="928" y="3059"/>
                      </a:cubicBezTo>
                      <a:cubicBezTo>
                        <a:pt x="878" y="2683"/>
                        <a:pt x="803" y="2282"/>
                        <a:pt x="727" y="1931"/>
                      </a:cubicBezTo>
                      <a:cubicBezTo>
                        <a:pt x="677" y="1555"/>
                        <a:pt x="577" y="1229"/>
                        <a:pt x="502" y="953"/>
                      </a:cubicBezTo>
                      <a:cubicBezTo>
                        <a:pt x="326" y="377"/>
                        <a:pt x="151" y="1"/>
                        <a:pt x="151" y="1"/>
                      </a:cubicBezTo>
                      <a:close/>
                    </a:path>
                  </a:pathLst>
                </a:custGeom>
                <a:solidFill>
                  <a:srgbClr val="85581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9" name="Google Shape;2419;p60"/>
                <p:cNvSpPr/>
                <p:nvPr/>
              </p:nvSpPr>
              <p:spPr>
                <a:xfrm>
                  <a:off x="6813071" y="4380084"/>
                  <a:ext cx="23426" cy="96477"/>
                </a:xfrm>
                <a:custGeom>
                  <a:rect b="b" l="l" r="r" t="t"/>
                  <a:pathLst>
                    <a:path extrusionOk="0" h="3410" w="828">
                      <a:moveTo>
                        <a:pt x="426" y="1"/>
                      </a:moveTo>
                      <a:cubicBezTo>
                        <a:pt x="426" y="1"/>
                        <a:pt x="276" y="201"/>
                        <a:pt x="176" y="527"/>
                      </a:cubicBezTo>
                      <a:cubicBezTo>
                        <a:pt x="76" y="853"/>
                        <a:pt x="0" y="1279"/>
                        <a:pt x="0" y="1705"/>
                      </a:cubicBezTo>
                      <a:cubicBezTo>
                        <a:pt x="0" y="2131"/>
                        <a:pt x="76" y="2557"/>
                        <a:pt x="176" y="2883"/>
                      </a:cubicBezTo>
                      <a:cubicBezTo>
                        <a:pt x="276" y="3209"/>
                        <a:pt x="426" y="3409"/>
                        <a:pt x="426" y="3409"/>
                      </a:cubicBezTo>
                      <a:cubicBezTo>
                        <a:pt x="426" y="3409"/>
                        <a:pt x="552" y="3209"/>
                        <a:pt x="652" y="2883"/>
                      </a:cubicBezTo>
                      <a:cubicBezTo>
                        <a:pt x="777" y="2557"/>
                        <a:pt x="827" y="2131"/>
                        <a:pt x="827" y="1705"/>
                      </a:cubicBezTo>
                      <a:cubicBezTo>
                        <a:pt x="827" y="1279"/>
                        <a:pt x="777" y="853"/>
                        <a:pt x="652" y="527"/>
                      </a:cubicBezTo>
                      <a:cubicBezTo>
                        <a:pt x="552" y="201"/>
                        <a:pt x="426" y="1"/>
                        <a:pt x="426" y="1"/>
                      </a:cubicBezTo>
                      <a:close/>
                    </a:path>
                  </a:pathLst>
                </a:custGeom>
                <a:solidFill>
                  <a:srgbClr val="85581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0" name="Google Shape;2420;p60"/>
                <p:cNvSpPr/>
                <p:nvPr/>
              </p:nvSpPr>
              <p:spPr>
                <a:xfrm>
                  <a:off x="6727970" y="4099292"/>
                  <a:ext cx="24134" cy="226227"/>
                </a:xfrm>
                <a:custGeom>
                  <a:rect b="b" l="l" r="r" t="t"/>
                  <a:pathLst>
                    <a:path extrusionOk="0" h="7996" w="853">
                      <a:moveTo>
                        <a:pt x="552" y="1"/>
                      </a:moveTo>
                      <a:cubicBezTo>
                        <a:pt x="552" y="1"/>
                        <a:pt x="402" y="502"/>
                        <a:pt x="276" y="1254"/>
                      </a:cubicBezTo>
                      <a:cubicBezTo>
                        <a:pt x="201" y="1630"/>
                        <a:pt x="151" y="2056"/>
                        <a:pt x="101" y="2532"/>
                      </a:cubicBezTo>
                      <a:cubicBezTo>
                        <a:pt x="51" y="2983"/>
                        <a:pt x="26" y="3484"/>
                        <a:pt x="1" y="3986"/>
                      </a:cubicBezTo>
                      <a:cubicBezTo>
                        <a:pt x="1" y="4487"/>
                        <a:pt x="1" y="4988"/>
                        <a:pt x="1" y="5464"/>
                      </a:cubicBezTo>
                      <a:cubicBezTo>
                        <a:pt x="26" y="5941"/>
                        <a:pt x="51" y="6367"/>
                        <a:pt x="101" y="6743"/>
                      </a:cubicBezTo>
                      <a:cubicBezTo>
                        <a:pt x="176" y="7495"/>
                        <a:pt x="302" y="7996"/>
                        <a:pt x="302" y="7996"/>
                      </a:cubicBezTo>
                      <a:cubicBezTo>
                        <a:pt x="302" y="7996"/>
                        <a:pt x="452" y="7495"/>
                        <a:pt x="577" y="6743"/>
                      </a:cubicBezTo>
                      <a:cubicBezTo>
                        <a:pt x="652" y="6392"/>
                        <a:pt x="703" y="5941"/>
                        <a:pt x="753" y="5464"/>
                      </a:cubicBezTo>
                      <a:cubicBezTo>
                        <a:pt x="803" y="5013"/>
                        <a:pt x="828" y="4512"/>
                        <a:pt x="853" y="4011"/>
                      </a:cubicBezTo>
                      <a:cubicBezTo>
                        <a:pt x="853" y="3510"/>
                        <a:pt x="853" y="3008"/>
                        <a:pt x="828" y="2532"/>
                      </a:cubicBezTo>
                      <a:cubicBezTo>
                        <a:pt x="828" y="2081"/>
                        <a:pt x="803" y="1630"/>
                        <a:pt x="753" y="1254"/>
                      </a:cubicBezTo>
                      <a:cubicBezTo>
                        <a:pt x="677" y="502"/>
                        <a:pt x="552" y="1"/>
                        <a:pt x="552" y="1"/>
                      </a:cubicBezTo>
                      <a:close/>
                    </a:path>
                  </a:pathLst>
                </a:custGeom>
                <a:solidFill>
                  <a:srgbClr val="85581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1" name="Google Shape;2421;p60"/>
                <p:cNvSpPr/>
                <p:nvPr/>
              </p:nvSpPr>
              <p:spPr>
                <a:xfrm>
                  <a:off x="6715918" y="4363081"/>
                  <a:ext cx="24841" cy="132607"/>
                </a:xfrm>
                <a:custGeom>
                  <a:rect b="b" l="l" r="r" t="t"/>
                  <a:pathLst>
                    <a:path extrusionOk="0" h="4687" w="878">
                      <a:moveTo>
                        <a:pt x="477" y="0"/>
                      </a:moveTo>
                      <a:cubicBezTo>
                        <a:pt x="477" y="0"/>
                        <a:pt x="327" y="301"/>
                        <a:pt x="226" y="752"/>
                      </a:cubicBezTo>
                      <a:cubicBezTo>
                        <a:pt x="126" y="1178"/>
                        <a:pt x="51" y="1755"/>
                        <a:pt x="26" y="2331"/>
                      </a:cubicBezTo>
                      <a:cubicBezTo>
                        <a:pt x="1" y="2632"/>
                        <a:pt x="1" y="2907"/>
                        <a:pt x="26" y="3183"/>
                      </a:cubicBezTo>
                      <a:cubicBezTo>
                        <a:pt x="51" y="3459"/>
                        <a:pt x="51" y="3709"/>
                        <a:pt x="76" y="3935"/>
                      </a:cubicBezTo>
                      <a:cubicBezTo>
                        <a:pt x="126" y="4361"/>
                        <a:pt x="226" y="4687"/>
                        <a:pt x="226" y="4687"/>
                      </a:cubicBezTo>
                      <a:cubicBezTo>
                        <a:pt x="226" y="4687"/>
                        <a:pt x="402" y="4411"/>
                        <a:pt x="552" y="3985"/>
                      </a:cubicBezTo>
                      <a:cubicBezTo>
                        <a:pt x="652" y="3760"/>
                        <a:pt x="728" y="3509"/>
                        <a:pt x="753" y="3233"/>
                      </a:cubicBezTo>
                      <a:cubicBezTo>
                        <a:pt x="803" y="2958"/>
                        <a:pt x="853" y="2657"/>
                        <a:pt x="853" y="2356"/>
                      </a:cubicBezTo>
                      <a:cubicBezTo>
                        <a:pt x="878" y="1780"/>
                        <a:pt x="828" y="1178"/>
                        <a:pt x="702" y="752"/>
                      </a:cubicBezTo>
                      <a:cubicBezTo>
                        <a:pt x="627" y="301"/>
                        <a:pt x="477" y="0"/>
                        <a:pt x="477" y="0"/>
                      </a:cubicBezTo>
                      <a:close/>
                    </a:path>
                  </a:pathLst>
                </a:custGeom>
                <a:solidFill>
                  <a:srgbClr val="85581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2" name="Google Shape;2422;p60"/>
                <p:cNvSpPr/>
                <p:nvPr/>
              </p:nvSpPr>
              <p:spPr>
                <a:xfrm>
                  <a:off x="6112516" y="1639550"/>
                  <a:ext cx="1407552" cy="2441926"/>
                </a:xfrm>
                <a:custGeom>
                  <a:rect b="b" l="l" r="r" t="t"/>
                  <a:pathLst>
                    <a:path extrusionOk="0" h="86310" w="49750">
                      <a:moveTo>
                        <a:pt x="23559" y="1"/>
                      </a:moveTo>
                      <a:cubicBezTo>
                        <a:pt x="19324" y="14487"/>
                        <a:pt x="14612" y="29124"/>
                        <a:pt x="9599" y="46091"/>
                      </a:cubicBezTo>
                      <a:cubicBezTo>
                        <a:pt x="6166" y="57746"/>
                        <a:pt x="1880" y="70528"/>
                        <a:pt x="0" y="83059"/>
                      </a:cubicBezTo>
                      <a:cubicBezTo>
                        <a:pt x="0" y="85065"/>
                        <a:pt x="11904" y="86309"/>
                        <a:pt x="23951" y="86309"/>
                      </a:cubicBezTo>
                      <a:cubicBezTo>
                        <a:pt x="35532" y="86309"/>
                        <a:pt x="47247" y="85160"/>
                        <a:pt x="48647" y="82432"/>
                      </a:cubicBezTo>
                      <a:cubicBezTo>
                        <a:pt x="49750" y="80302"/>
                        <a:pt x="38848" y="42382"/>
                        <a:pt x="36341" y="34387"/>
                      </a:cubicBezTo>
                      <a:cubicBezTo>
                        <a:pt x="33584" y="25690"/>
                        <a:pt x="28146" y="9575"/>
                        <a:pt x="2355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3" name="Google Shape;2423;p60"/>
                <p:cNvSpPr/>
                <p:nvPr/>
              </p:nvSpPr>
              <p:spPr>
                <a:xfrm>
                  <a:off x="6535814" y="2056481"/>
                  <a:ext cx="118461" cy="117753"/>
                </a:xfrm>
                <a:custGeom>
                  <a:rect b="b" l="l" r="r" t="t"/>
                  <a:pathLst>
                    <a:path extrusionOk="0" h="4162" w="4187">
                      <a:moveTo>
                        <a:pt x="2081" y="1"/>
                      </a:moveTo>
                      <a:cubicBezTo>
                        <a:pt x="1530" y="1"/>
                        <a:pt x="1003" y="226"/>
                        <a:pt x="602" y="602"/>
                      </a:cubicBezTo>
                      <a:cubicBezTo>
                        <a:pt x="226" y="1003"/>
                        <a:pt x="1" y="1530"/>
                        <a:pt x="1" y="2081"/>
                      </a:cubicBezTo>
                      <a:cubicBezTo>
                        <a:pt x="1" y="2632"/>
                        <a:pt x="226" y="3159"/>
                        <a:pt x="602" y="3560"/>
                      </a:cubicBezTo>
                      <a:cubicBezTo>
                        <a:pt x="1003" y="3961"/>
                        <a:pt x="1530" y="4161"/>
                        <a:pt x="2081" y="4161"/>
                      </a:cubicBezTo>
                      <a:cubicBezTo>
                        <a:pt x="2632" y="4161"/>
                        <a:pt x="3184" y="3961"/>
                        <a:pt x="3560" y="3560"/>
                      </a:cubicBezTo>
                      <a:cubicBezTo>
                        <a:pt x="3961" y="3159"/>
                        <a:pt x="4186" y="2632"/>
                        <a:pt x="4186" y="2081"/>
                      </a:cubicBezTo>
                      <a:cubicBezTo>
                        <a:pt x="4186" y="1530"/>
                        <a:pt x="3961" y="1003"/>
                        <a:pt x="3560" y="602"/>
                      </a:cubicBezTo>
                      <a:cubicBezTo>
                        <a:pt x="3184" y="226"/>
                        <a:pt x="2632" y="1"/>
                        <a:pt x="208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4" name="Google Shape;2424;p60"/>
                <p:cNvSpPr/>
                <p:nvPr/>
              </p:nvSpPr>
              <p:spPr>
                <a:xfrm>
                  <a:off x="6667002" y="2011978"/>
                  <a:ext cx="260970" cy="151421"/>
                </a:xfrm>
                <a:custGeom>
                  <a:rect b="b" l="l" r="r" t="t"/>
                  <a:pathLst>
                    <a:path extrusionOk="0" h="5352" w="9224">
                      <a:moveTo>
                        <a:pt x="6869" y="1"/>
                      </a:moveTo>
                      <a:cubicBezTo>
                        <a:pt x="6618" y="1"/>
                        <a:pt x="6364" y="47"/>
                        <a:pt x="6116" y="145"/>
                      </a:cubicBezTo>
                      <a:cubicBezTo>
                        <a:pt x="5038" y="546"/>
                        <a:pt x="4512" y="1774"/>
                        <a:pt x="4913" y="2852"/>
                      </a:cubicBezTo>
                      <a:cubicBezTo>
                        <a:pt x="5242" y="3686"/>
                        <a:pt x="6036" y="4189"/>
                        <a:pt x="6878" y="4189"/>
                      </a:cubicBezTo>
                      <a:cubicBezTo>
                        <a:pt x="7125" y="4189"/>
                        <a:pt x="7375" y="4146"/>
                        <a:pt x="7619" y="4055"/>
                      </a:cubicBezTo>
                      <a:cubicBezTo>
                        <a:pt x="8697" y="3629"/>
                        <a:pt x="9224" y="2426"/>
                        <a:pt x="8823" y="1348"/>
                      </a:cubicBezTo>
                      <a:cubicBezTo>
                        <a:pt x="8495" y="519"/>
                        <a:pt x="7706" y="1"/>
                        <a:pt x="6869" y="1"/>
                      </a:cubicBezTo>
                      <a:close/>
                      <a:moveTo>
                        <a:pt x="2247" y="1174"/>
                      </a:moveTo>
                      <a:cubicBezTo>
                        <a:pt x="2143" y="1174"/>
                        <a:pt x="2037" y="1182"/>
                        <a:pt x="1930" y="1198"/>
                      </a:cubicBezTo>
                      <a:cubicBezTo>
                        <a:pt x="802" y="1348"/>
                        <a:pt x="0" y="2426"/>
                        <a:pt x="151" y="3554"/>
                      </a:cubicBezTo>
                      <a:cubicBezTo>
                        <a:pt x="312" y="4611"/>
                        <a:pt x="1210" y="5352"/>
                        <a:pt x="2247" y="5352"/>
                      </a:cubicBezTo>
                      <a:cubicBezTo>
                        <a:pt x="2341" y="5352"/>
                        <a:pt x="2436" y="5346"/>
                        <a:pt x="2532" y="5333"/>
                      </a:cubicBezTo>
                      <a:cubicBezTo>
                        <a:pt x="3660" y="5158"/>
                        <a:pt x="4462" y="4105"/>
                        <a:pt x="4286" y="2977"/>
                      </a:cubicBezTo>
                      <a:cubicBezTo>
                        <a:pt x="4150" y="1931"/>
                        <a:pt x="3270" y="1174"/>
                        <a:pt x="2247" y="1174"/>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5" name="Google Shape;2425;p60"/>
                <p:cNvSpPr/>
                <p:nvPr/>
              </p:nvSpPr>
              <p:spPr>
                <a:xfrm>
                  <a:off x="6922983" y="1950133"/>
                  <a:ext cx="117725" cy="118432"/>
                </a:xfrm>
                <a:custGeom>
                  <a:rect b="b" l="l" r="r" t="t"/>
                  <a:pathLst>
                    <a:path extrusionOk="0" h="4186" w="4161">
                      <a:moveTo>
                        <a:pt x="2080" y="0"/>
                      </a:moveTo>
                      <a:cubicBezTo>
                        <a:pt x="1529" y="0"/>
                        <a:pt x="978" y="226"/>
                        <a:pt x="602" y="627"/>
                      </a:cubicBezTo>
                      <a:cubicBezTo>
                        <a:pt x="201" y="1003"/>
                        <a:pt x="0" y="1554"/>
                        <a:pt x="0" y="2106"/>
                      </a:cubicBezTo>
                      <a:cubicBezTo>
                        <a:pt x="0" y="2657"/>
                        <a:pt x="201" y="3183"/>
                        <a:pt x="602" y="3559"/>
                      </a:cubicBezTo>
                      <a:cubicBezTo>
                        <a:pt x="978" y="3960"/>
                        <a:pt x="1529" y="4186"/>
                        <a:pt x="2080" y="4186"/>
                      </a:cubicBezTo>
                      <a:cubicBezTo>
                        <a:pt x="2632" y="4186"/>
                        <a:pt x="3158" y="3960"/>
                        <a:pt x="3559" y="3559"/>
                      </a:cubicBezTo>
                      <a:cubicBezTo>
                        <a:pt x="3935" y="3183"/>
                        <a:pt x="4160" y="2657"/>
                        <a:pt x="4160" y="2106"/>
                      </a:cubicBezTo>
                      <a:cubicBezTo>
                        <a:pt x="4160" y="1554"/>
                        <a:pt x="3935" y="1003"/>
                        <a:pt x="3559" y="627"/>
                      </a:cubicBezTo>
                      <a:cubicBezTo>
                        <a:pt x="3158" y="226"/>
                        <a:pt x="2632" y="0"/>
                        <a:pt x="208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6" name="Google Shape;2426;p60"/>
                <p:cNvSpPr/>
                <p:nvPr/>
              </p:nvSpPr>
              <p:spPr>
                <a:xfrm>
                  <a:off x="6440811" y="2819699"/>
                  <a:ext cx="769386" cy="235252"/>
                </a:xfrm>
                <a:custGeom>
                  <a:rect b="b" l="l" r="r" t="t"/>
                  <a:pathLst>
                    <a:path extrusionOk="0" h="8315" w="27194">
                      <a:moveTo>
                        <a:pt x="2361" y="1"/>
                      </a:moveTo>
                      <a:cubicBezTo>
                        <a:pt x="1540" y="1"/>
                        <a:pt x="765" y="480"/>
                        <a:pt x="426" y="1270"/>
                      </a:cubicBezTo>
                      <a:cubicBezTo>
                        <a:pt x="0" y="2322"/>
                        <a:pt x="477" y="3550"/>
                        <a:pt x="1554" y="4001"/>
                      </a:cubicBezTo>
                      <a:cubicBezTo>
                        <a:pt x="1817" y="4114"/>
                        <a:pt x="2092" y="4167"/>
                        <a:pt x="2362" y="4167"/>
                      </a:cubicBezTo>
                      <a:cubicBezTo>
                        <a:pt x="3172" y="4167"/>
                        <a:pt x="3948" y="3688"/>
                        <a:pt x="4286" y="2899"/>
                      </a:cubicBezTo>
                      <a:cubicBezTo>
                        <a:pt x="4737" y="1846"/>
                        <a:pt x="4236" y="618"/>
                        <a:pt x="3183" y="167"/>
                      </a:cubicBezTo>
                      <a:cubicBezTo>
                        <a:pt x="2914" y="54"/>
                        <a:pt x="2635" y="1"/>
                        <a:pt x="2361" y="1"/>
                      </a:cubicBezTo>
                      <a:close/>
                      <a:moveTo>
                        <a:pt x="6735" y="1582"/>
                      </a:moveTo>
                      <a:cubicBezTo>
                        <a:pt x="5838" y="1582"/>
                        <a:pt x="5003" y="2149"/>
                        <a:pt x="4737" y="3049"/>
                      </a:cubicBezTo>
                      <a:cubicBezTo>
                        <a:pt x="4386" y="4152"/>
                        <a:pt x="5013" y="5330"/>
                        <a:pt x="6116" y="5656"/>
                      </a:cubicBezTo>
                      <a:cubicBezTo>
                        <a:pt x="6324" y="5722"/>
                        <a:pt x="6534" y="5753"/>
                        <a:pt x="6741" y="5753"/>
                      </a:cubicBezTo>
                      <a:cubicBezTo>
                        <a:pt x="7632" y="5753"/>
                        <a:pt x="8458" y="5172"/>
                        <a:pt x="8722" y="4277"/>
                      </a:cubicBezTo>
                      <a:cubicBezTo>
                        <a:pt x="9048" y="3174"/>
                        <a:pt x="8447" y="1996"/>
                        <a:pt x="7344" y="1671"/>
                      </a:cubicBezTo>
                      <a:cubicBezTo>
                        <a:pt x="7142" y="1611"/>
                        <a:pt x="6937" y="1582"/>
                        <a:pt x="6735" y="1582"/>
                      </a:cubicBezTo>
                      <a:close/>
                      <a:moveTo>
                        <a:pt x="11206" y="2724"/>
                      </a:moveTo>
                      <a:cubicBezTo>
                        <a:pt x="10248" y="2724"/>
                        <a:pt x="9391" y="3400"/>
                        <a:pt x="9173" y="4377"/>
                      </a:cubicBezTo>
                      <a:cubicBezTo>
                        <a:pt x="8948" y="5505"/>
                        <a:pt x="9675" y="6608"/>
                        <a:pt x="10802" y="6859"/>
                      </a:cubicBezTo>
                      <a:cubicBezTo>
                        <a:pt x="10941" y="6886"/>
                        <a:pt x="11079" y="6900"/>
                        <a:pt x="11215" y="6900"/>
                      </a:cubicBezTo>
                      <a:cubicBezTo>
                        <a:pt x="12188" y="6900"/>
                        <a:pt x="13061" y="6219"/>
                        <a:pt x="13259" y="5230"/>
                      </a:cubicBezTo>
                      <a:cubicBezTo>
                        <a:pt x="13509" y="4102"/>
                        <a:pt x="12782" y="2999"/>
                        <a:pt x="11655" y="2773"/>
                      </a:cubicBezTo>
                      <a:cubicBezTo>
                        <a:pt x="11504" y="2740"/>
                        <a:pt x="11354" y="2724"/>
                        <a:pt x="11206" y="2724"/>
                      </a:cubicBezTo>
                      <a:close/>
                      <a:moveTo>
                        <a:pt x="15793" y="3482"/>
                      </a:moveTo>
                      <a:cubicBezTo>
                        <a:pt x="14773" y="3482"/>
                        <a:pt x="13873" y="4245"/>
                        <a:pt x="13735" y="5305"/>
                      </a:cubicBezTo>
                      <a:cubicBezTo>
                        <a:pt x="13584" y="6458"/>
                        <a:pt x="14386" y="7485"/>
                        <a:pt x="15539" y="7636"/>
                      </a:cubicBezTo>
                      <a:cubicBezTo>
                        <a:pt x="15633" y="7648"/>
                        <a:pt x="15725" y="7654"/>
                        <a:pt x="15817" y="7654"/>
                      </a:cubicBezTo>
                      <a:cubicBezTo>
                        <a:pt x="16853" y="7654"/>
                        <a:pt x="17732" y="6891"/>
                        <a:pt x="17870" y="5831"/>
                      </a:cubicBezTo>
                      <a:cubicBezTo>
                        <a:pt x="18021" y="4678"/>
                        <a:pt x="17219" y="3651"/>
                        <a:pt x="16066" y="3500"/>
                      </a:cubicBezTo>
                      <a:cubicBezTo>
                        <a:pt x="15974" y="3488"/>
                        <a:pt x="15883" y="3482"/>
                        <a:pt x="15793" y="3482"/>
                      </a:cubicBezTo>
                      <a:close/>
                      <a:moveTo>
                        <a:pt x="20439" y="3922"/>
                      </a:moveTo>
                      <a:cubicBezTo>
                        <a:pt x="19345" y="3922"/>
                        <a:pt x="18419" y="4774"/>
                        <a:pt x="18346" y="5881"/>
                      </a:cubicBezTo>
                      <a:cubicBezTo>
                        <a:pt x="18271" y="7034"/>
                        <a:pt x="19123" y="8012"/>
                        <a:pt x="20276" y="8112"/>
                      </a:cubicBezTo>
                      <a:cubicBezTo>
                        <a:pt x="20322" y="8115"/>
                        <a:pt x="20368" y="8116"/>
                        <a:pt x="20414" y="8116"/>
                      </a:cubicBezTo>
                      <a:cubicBezTo>
                        <a:pt x="21508" y="8116"/>
                        <a:pt x="22435" y="7264"/>
                        <a:pt x="22507" y="6157"/>
                      </a:cubicBezTo>
                      <a:cubicBezTo>
                        <a:pt x="22582" y="5004"/>
                        <a:pt x="21730" y="4001"/>
                        <a:pt x="20577" y="3926"/>
                      </a:cubicBezTo>
                      <a:cubicBezTo>
                        <a:pt x="20531" y="3923"/>
                        <a:pt x="20485" y="3922"/>
                        <a:pt x="20439" y="3922"/>
                      </a:cubicBezTo>
                      <a:close/>
                      <a:moveTo>
                        <a:pt x="25066" y="4151"/>
                      </a:moveTo>
                      <a:cubicBezTo>
                        <a:pt x="23935" y="4151"/>
                        <a:pt x="23008" y="5045"/>
                        <a:pt x="22983" y="6182"/>
                      </a:cubicBezTo>
                      <a:cubicBezTo>
                        <a:pt x="22958" y="7335"/>
                        <a:pt x="23860" y="8287"/>
                        <a:pt x="25013" y="8312"/>
                      </a:cubicBezTo>
                      <a:cubicBezTo>
                        <a:pt x="25043" y="8314"/>
                        <a:pt x="25073" y="8314"/>
                        <a:pt x="25102" y="8314"/>
                      </a:cubicBezTo>
                      <a:cubicBezTo>
                        <a:pt x="26215" y="8314"/>
                        <a:pt x="27119" y="7405"/>
                        <a:pt x="27143" y="6282"/>
                      </a:cubicBezTo>
                      <a:cubicBezTo>
                        <a:pt x="27194" y="5129"/>
                        <a:pt x="26266" y="4177"/>
                        <a:pt x="25113" y="4152"/>
                      </a:cubicBezTo>
                      <a:cubicBezTo>
                        <a:pt x="25098" y="4151"/>
                        <a:pt x="25082" y="4151"/>
                        <a:pt x="25066" y="415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7" name="Google Shape;2427;p60"/>
                <p:cNvSpPr/>
                <p:nvPr/>
              </p:nvSpPr>
              <p:spPr>
                <a:xfrm>
                  <a:off x="7222195" y="2938551"/>
                  <a:ext cx="118461" cy="118461"/>
                </a:xfrm>
                <a:custGeom>
                  <a:rect b="b" l="l" r="r" t="t"/>
                  <a:pathLst>
                    <a:path extrusionOk="0" h="4187" w="4187">
                      <a:moveTo>
                        <a:pt x="2081" y="1"/>
                      </a:moveTo>
                      <a:cubicBezTo>
                        <a:pt x="1554" y="1"/>
                        <a:pt x="1003" y="227"/>
                        <a:pt x="627" y="602"/>
                      </a:cubicBezTo>
                      <a:cubicBezTo>
                        <a:pt x="226" y="1003"/>
                        <a:pt x="1" y="1530"/>
                        <a:pt x="1" y="2081"/>
                      </a:cubicBezTo>
                      <a:cubicBezTo>
                        <a:pt x="1" y="2633"/>
                        <a:pt x="226" y="3184"/>
                        <a:pt x="627" y="3560"/>
                      </a:cubicBezTo>
                      <a:cubicBezTo>
                        <a:pt x="1003" y="3961"/>
                        <a:pt x="1554" y="4186"/>
                        <a:pt x="2081" y="4186"/>
                      </a:cubicBezTo>
                      <a:cubicBezTo>
                        <a:pt x="2632" y="4186"/>
                        <a:pt x="3184" y="3961"/>
                        <a:pt x="3559" y="3560"/>
                      </a:cubicBezTo>
                      <a:cubicBezTo>
                        <a:pt x="3960" y="3184"/>
                        <a:pt x="4186" y="2633"/>
                        <a:pt x="4186" y="2081"/>
                      </a:cubicBezTo>
                      <a:cubicBezTo>
                        <a:pt x="4186" y="1530"/>
                        <a:pt x="3960" y="1003"/>
                        <a:pt x="3559" y="602"/>
                      </a:cubicBezTo>
                      <a:cubicBezTo>
                        <a:pt x="3184" y="227"/>
                        <a:pt x="2632" y="1"/>
                        <a:pt x="208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8" name="Google Shape;2428;p60"/>
                <p:cNvSpPr/>
                <p:nvPr/>
              </p:nvSpPr>
              <p:spPr>
                <a:xfrm>
                  <a:off x="6196174" y="3661963"/>
                  <a:ext cx="1199093" cy="281369"/>
                </a:xfrm>
                <a:custGeom>
                  <a:rect b="b" l="l" r="r" t="t"/>
                  <a:pathLst>
                    <a:path extrusionOk="0" h="9945" w="42382">
                      <a:moveTo>
                        <a:pt x="40000" y="0"/>
                      </a:moveTo>
                      <a:cubicBezTo>
                        <a:pt x="39723" y="0"/>
                        <a:pt x="39443" y="55"/>
                        <a:pt x="39174" y="170"/>
                      </a:cubicBezTo>
                      <a:cubicBezTo>
                        <a:pt x="38096" y="647"/>
                        <a:pt x="37620" y="1875"/>
                        <a:pt x="38096" y="2927"/>
                      </a:cubicBezTo>
                      <a:cubicBezTo>
                        <a:pt x="38432" y="3711"/>
                        <a:pt x="39212" y="4175"/>
                        <a:pt x="40023" y="4175"/>
                      </a:cubicBezTo>
                      <a:cubicBezTo>
                        <a:pt x="40302" y="4175"/>
                        <a:pt x="40584" y="4120"/>
                        <a:pt x="40853" y="4005"/>
                      </a:cubicBezTo>
                      <a:cubicBezTo>
                        <a:pt x="41906" y="3529"/>
                        <a:pt x="42382" y="2301"/>
                        <a:pt x="41906" y="1248"/>
                      </a:cubicBezTo>
                      <a:cubicBezTo>
                        <a:pt x="41570" y="465"/>
                        <a:pt x="40804" y="0"/>
                        <a:pt x="40000" y="0"/>
                      </a:cubicBezTo>
                      <a:close/>
                      <a:moveTo>
                        <a:pt x="35509" y="1712"/>
                      </a:moveTo>
                      <a:cubicBezTo>
                        <a:pt x="35287" y="1712"/>
                        <a:pt x="35061" y="1749"/>
                        <a:pt x="34838" y="1825"/>
                      </a:cubicBezTo>
                      <a:cubicBezTo>
                        <a:pt x="33760" y="2175"/>
                        <a:pt x="33159" y="3353"/>
                        <a:pt x="33510" y="4456"/>
                      </a:cubicBezTo>
                      <a:cubicBezTo>
                        <a:pt x="33793" y="5325"/>
                        <a:pt x="34630" y="5885"/>
                        <a:pt x="35508" y="5885"/>
                      </a:cubicBezTo>
                      <a:cubicBezTo>
                        <a:pt x="35719" y="5885"/>
                        <a:pt x="35933" y="5852"/>
                        <a:pt x="36141" y="5785"/>
                      </a:cubicBezTo>
                      <a:cubicBezTo>
                        <a:pt x="37244" y="5434"/>
                        <a:pt x="37846" y="4231"/>
                        <a:pt x="37470" y="3153"/>
                      </a:cubicBezTo>
                      <a:cubicBezTo>
                        <a:pt x="37190" y="2273"/>
                        <a:pt x="36383" y="1712"/>
                        <a:pt x="35509" y="1712"/>
                      </a:cubicBezTo>
                      <a:close/>
                      <a:moveTo>
                        <a:pt x="30859" y="3041"/>
                      </a:moveTo>
                      <a:cubicBezTo>
                        <a:pt x="30692" y="3041"/>
                        <a:pt x="30522" y="3061"/>
                        <a:pt x="30352" y="3103"/>
                      </a:cubicBezTo>
                      <a:cubicBezTo>
                        <a:pt x="29249" y="3378"/>
                        <a:pt x="28547" y="4506"/>
                        <a:pt x="28848" y="5634"/>
                      </a:cubicBezTo>
                      <a:cubicBezTo>
                        <a:pt x="29083" y="6574"/>
                        <a:pt x="29937" y="7223"/>
                        <a:pt x="30868" y="7223"/>
                      </a:cubicBezTo>
                      <a:cubicBezTo>
                        <a:pt x="31029" y="7223"/>
                        <a:pt x="31192" y="7204"/>
                        <a:pt x="31354" y="7163"/>
                      </a:cubicBezTo>
                      <a:cubicBezTo>
                        <a:pt x="32482" y="6862"/>
                        <a:pt x="33159" y="5734"/>
                        <a:pt x="32883" y="4632"/>
                      </a:cubicBezTo>
                      <a:cubicBezTo>
                        <a:pt x="32649" y="3674"/>
                        <a:pt x="31800" y="3041"/>
                        <a:pt x="30859" y="3041"/>
                      </a:cubicBezTo>
                      <a:close/>
                      <a:moveTo>
                        <a:pt x="26132" y="4048"/>
                      </a:moveTo>
                      <a:cubicBezTo>
                        <a:pt x="26010" y="4048"/>
                        <a:pt x="25888" y="4058"/>
                        <a:pt x="25765" y="4080"/>
                      </a:cubicBezTo>
                      <a:cubicBezTo>
                        <a:pt x="24637" y="4306"/>
                        <a:pt x="23886" y="5384"/>
                        <a:pt x="24086" y="6536"/>
                      </a:cubicBezTo>
                      <a:cubicBezTo>
                        <a:pt x="24285" y="7529"/>
                        <a:pt x="25143" y="8231"/>
                        <a:pt x="26132" y="8231"/>
                      </a:cubicBezTo>
                      <a:cubicBezTo>
                        <a:pt x="26267" y="8231"/>
                        <a:pt x="26404" y="8218"/>
                        <a:pt x="26542" y="8191"/>
                      </a:cubicBezTo>
                      <a:cubicBezTo>
                        <a:pt x="27670" y="7990"/>
                        <a:pt x="28422" y="6887"/>
                        <a:pt x="28196" y="5759"/>
                      </a:cubicBezTo>
                      <a:cubicBezTo>
                        <a:pt x="28018" y="4754"/>
                        <a:pt x="27122" y="4048"/>
                        <a:pt x="26132" y="4048"/>
                      </a:cubicBezTo>
                      <a:close/>
                      <a:moveTo>
                        <a:pt x="21381" y="4814"/>
                      </a:moveTo>
                      <a:cubicBezTo>
                        <a:pt x="21290" y="4814"/>
                        <a:pt x="21197" y="4820"/>
                        <a:pt x="21104" y="4832"/>
                      </a:cubicBezTo>
                      <a:cubicBezTo>
                        <a:pt x="19976" y="4983"/>
                        <a:pt x="19174" y="6035"/>
                        <a:pt x="19324" y="7188"/>
                      </a:cubicBezTo>
                      <a:cubicBezTo>
                        <a:pt x="19462" y="8224"/>
                        <a:pt x="20362" y="8986"/>
                        <a:pt x="21382" y="8986"/>
                      </a:cubicBezTo>
                      <a:cubicBezTo>
                        <a:pt x="21472" y="8986"/>
                        <a:pt x="21563" y="8980"/>
                        <a:pt x="21655" y="8967"/>
                      </a:cubicBezTo>
                      <a:cubicBezTo>
                        <a:pt x="22808" y="8817"/>
                        <a:pt x="23610" y="7764"/>
                        <a:pt x="23459" y="6637"/>
                      </a:cubicBezTo>
                      <a:cubicBezTo>
                        <a:pt x="23321" y="5577"/>
                        <a:pt x="22421" y="4814"/>
                        <a:pt x="21381" y="4814"/>
                      </a:cubicBezTo>
                      <a:close/>
                      <a:moveTo>
                        <a:pt x="16601" y="5350"/>
                      </a:moveTo>
                      <a:cubicBezTo>
                        <a:pt x="16540" y="5350"/>
                        <a:pt x="16479" y="5353"/>
                        <a:pt x="16417" y="5358"/>
                      </a:cubicBezTo>
                      <a:cubicBezTo>
                        <a:pt x="15264" y="5459"/>
                        <a:pt x="14412" y="6461"/>
                        <a:pt x="14512" y="7614"/>
                      </a:cubicBezTo>
                      <a:cubicBezTo>
                        <a:pt x="14607" y="8705"/>
                        <a:pt x="15532" y="9527"/>
                        <a:pt x="16587" y="9527"/>
                      </a:cubicBezTo>
                      <a:cubicBezTo>
                        <a:pt x="16647" y="9527"/>
                        <a:pt x="16707" y="9524"/>
                        <a:pt x="16768" y="9519"/>
                      </a:cubicBezTo>
                      <a:cubicBezTo>
                        <a:pt x="17921" y="9419"/>
                        <a:pt x="18773" y="8391"/>
                        <a:pt x="18672" y="7263"/>
                      </a:cubicBezTo>
                      <a:cubicBezTo>
                        <a:pt x="18578" y="6172"/>
                        <a:pt x="17675" y="5350"/>
                        <a:pt x="16601" y="5350"/>
                      </a:cubicBezTo>
                      <a:close/>
                      <a:moveTo>
                        <a:pt x="2162" y="5657"/>
                      </a:moveTo>
                      <a:cubicBezTo>
                        <a:pt x="1051" y="5657"/>
                        <a:pt x="124" y="6518"/>
                        <a:pt x="51" y="7639"/>
                      </a:cubicBezTo>
                      <a:cubicBezTo>
                        <a:pt x="1" y="8792"/>
                        <a:pt x="878" y="9769"/>
                        <a:pt x="2031" y="9845"/>
                      </a:cubicBezTo>
                      <a:cubicBezTo>
                        <a:pt x="2061" y="9846"/>
                        <a:pt x="2092" y="9847"/>
                        <a:pt x="2122" y="9847"/>
                      </a:cubicBezTo>
                      <a:cubicBezTo>
                        <a:pt x="3235" y="9847"/>
                        <a:pt x="4163" y="8962"/>
                        <a:pt x="4236" y="7840"/>
                      </a:cubicBezTo>
                      <a:cubicBezTo>
                        <a:pt x="4286" y="6687"/>
                        <a:pt x="3409" y="5709"/>
                        <a:pt x="2256" y="5659"/>
                      </a:cubicBezTo>
                      <a:cubicBezTo>
                        <a:pt x="2225" y="5658"/>
                        <a:pt x="2194" y="5657"/>
                        <a:pt x="2162" y="5657"/>
                      </a:cubicBezTo>
                      <a:close/>
                      <a:moveTo>
                        <a:pt x="11772" y="5657"/>
                      </a:moveTo>
                      <a:cubicBezTo>
                        <a:pt x="11741" y="5657"/>
                        <a:pt x="11711" y="5658"/>
                        <a:pt x="11680" y="5659"/>
                      </a:cubicBezTo>
                      <a:cubicBezTo>
                        <a:pt x="10527" y="5709"/>
                        <a:pt x="9650" y="6687"/>
                        <a:pt x="9700" y="7840"/>
                      </a:cubicBezTo>
                      <a:cubicBezTo>
                        <a:pt x="9749" y="8962"/>
                        <a:pt x="10676" y="9847"/>
                        <a:pt x="11789" y="9847"/>
                      </a:cubicBezTo>
                      <a:cubicBezTo>
                        <a:pt x="11819" y="9847"/>
                        <a:pt x="11850" y="9846"/>
                        <a:pt x="11880" y="9845"/>
                      </a:cubicBezTo>
                      <a:cubicBezTo>
                        <a:pt x="13033" y="9795"/>
                        <a:pt x="13911" y="8817"/>
                        <a:pt x="13860" y="7664"/>
                      </a:cubicBezTo>
                      <a:cubicBezTo>
                        <a:pt x="13812" y="6542"/>
                        <a:pt x="12884" y="5657"/>
                        <a:pt x="11772" y="5657"/>
                      </a:cubicBezTo>
                      <a:close/>
                      <a:moveTo>
                        <a:pt x="6968" y="5785"/>
                      </a:moveTo>
                      <a:cubicBezTo>
                        <a:pt x="5815" y="5785"/>
                        <a:pt x="4863" y="6712"/>
                        <a:pt x="4863" y="7865"/>
                      </a:cubicBezTo>
                      <a:cubicBezTo>
                        <a:pt x="4863" y="9018"/>
                        <a:pt x="5815" y="9945"/>
                        <a:pt x="6968" y="9945"/>
                      </a:cubicBezTo>
                      <a:cubicBezTo>
                        <a:pt x="8121" y="9945"/>
                        <a:pt x="9048" y="9018"/>
                        <a:pt x="9048" y="7865"/>
                      </a:cubicBezTo>
                      <a:cubicBezTo>
                        <a:pt x="9048" y="6712"/>
                        <a:pt x="8121" y="5785"/>
                        <a:pt x="6968" y="5785"/>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9" name="Google Shape;2429;p60"/>
                <p:cNvSpPr/>
                <p:nvPr/>
              </p:nvSpPr>
              <p:spPr>
                <a:xfrm>
                  <a:off x="7389539" y="3599411"/>
                  <a:ext cx="118432" cy="117725"/>
                </a:xfrm>
                <a:custGeom>
                  <a:rect b="b" l="l" r="r" t="t"/>
                  <a:pathLst>
                    <a:path extrusionOk="0" h="4161" w="4186">
                      <a:moveTo>
                        <a:pt x="2106" y="0"/>
                      </a:moveTo>
                      <a:cubicBezTo>
                        <a:pt x="1554" y="0"/>
                        <a:pt x="1003" y="201"/>
                        <a:pt x="627" y="602"/>
                      </a:cubicBezTo>
                      <a:cubicBezTo>
                        <a:pt x="226" y="1003"/>
                        <a:pt x="0" y="1529"/>
                        <a:pt x="0" y="2081"/>
                      </a:cubicBezTo>
                      <a:cubicBezTo>
                        <a:pt x="0" y="2632"/>
                        <a:pt x="226" y="3158"/>
                        <a:pt x="627" y="3559"/>
                      </a:cubicBezTo>
                      <a:cubicBezTo>
                        <a:pt x="1003" y="3935"/>
                        <a:pt x="1554" y="4161"/>
                        <a:pt x="2106" y="4161"/>
                      </a:cubicBezTo>
                      <a:cubicBezTo>
                        <a:pt x="2657" y="4161"/>
                        <a:pt x="3183" y="3935"/>
                        <a:pt x="3559" y="3559"/>
                      </a:cubicBezTo>
                      <a:cubicBezTo>
                        <a:pt x="3960" y="3158"/>
                        <a:pt x="4186" y="2632"/>
                        <a:pt x="4186" y="2081"/>
                      </a:cubicBezTo>
                      <a:cubicBezTo>
                        <a:pt x="4186" y="1529"/>
                        <a:pt x="3960" y="1003"/>
                        <a:pt x="3559" y="602"/>
                      </a:cubicBezTo>
                      <a:cubicBezTo>
                        <a:pt x="3183" y="201"/>
                        <a:pt x="2657" y="0"/>
                        <a:pt x="210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0" name="Google Shape;2430;p60"/>
                <p:cNvSpPr/>
                <p:nvPr/>
              </p:nvSpPr>
              <p:spPr>
                <a:xfrm>
                  <a:off x="6470602" y="2346609"/>
                  <a:ext cx="691384" cy="276248"/>
                </a:xfrm>
                <a:custGeom>
                  <a:rect b="b" l="l" r="r" t="t"/>
                  <a:pathLst>
                    <a:path extrusionOk="0" h="9764" w="24437">
                      <a:moveTo>
                        <a:pt x="8296" y="1601"/>
                      </a:moveTo>
                      <a:cubicBezTo>
                        <a:pt x="8697" y="1701"/>
                        <a:pt x="9098" y="1801"/>
                        <a:pt x="9499" y="1926"/>
                      </a:cubicBezTo>
                      <a:cubicBezTo>
                        <a:pt x="9474" y="2302"/>
                        <a:pt x="9348" y="2653"/>
                        <a:pt x="9123" y="2979"/>
                      </a:cubicBezTo>
                      <a:cubicBezTo>
                        <a:pt x="8819" y="3560"/>
                        <a:pt x="8374" y="4103"/>
                        <a:pt x="7844" y="4561"/>
                      </a:cubicBezTo>
                      <a:lnTo>
                        <a:pt x="7844" y="4561"/>
                      </a:lnTo>
                      <a:cubicBezTo>
                        <a:pt x="7808" y="4225"/>
                        <a:pt x="7795" y="3892"/>
                        <a:pt x="7795" y="3581"/>
                      </a:cubicBezTo>
                      <a:cubicBezTo>
                        <a:pt x="7795" y="2904"/>
                        <a:pt x="7995" y="2202"/>
                        <a:pt x="8296" y="1601"/>
                      </a:cubicBezTo>
                      <a:close/>
                      <a:moveTo>
                        <a:pt x="16902" y="2148"/>
                      </a:moveTo>
                      <a:cubicBezTo>
                        <a:pt x="17058" y="2148"/>
                        <a:pt x="17179" y="2387"/>
                        <a:pt x="17218" y="3004"/>
                      </a:cubicBezTo>
                      <a:cubicBezTo>
                        <a:pt x="17308" y="4294"/>
                        <a:pt x="16821" y="5404"/>
                        <a:pt x="16005" y="6281"/>
                      </a:cubicBezTo>
                      <a:lnTo>
                        <a:pt x="16005" y="6281"/>
                      </a:lnTo>
                      <a:cubicBezTo>
                        <a:pt x="15826" y="5791"/>
                        <a:pt x="15739" y="5256"/>
                        <a:pt x="15739" y="4708"/>
                      </a:cubicBezTo>
                      <a:cubicBezTo>
                        <a:pt x="15739" y="4042"/>
                        <a:pt x="16463" y="2148"/>
                        <a:pt x="16902" y="2148"/>
                      </a:cubicBezTo>
                      <a:close/>
                      <a:moveTo>
                        <a:pt x="1730" y="0"/>
                      </a:moveTo>
                      <a:cubicBezTo>
                        <a:pt x="1519" y="0"/>
                        <a:pt x="1308" y="113"/>
                        <a:pt x="1228" y="372"/>
                      </a:cubicBezTo>
                      <a:cubicBezTo>
                        <a:pt x="301" y="3104"/>
                        <a:pt x="0" y="6588"/>
                        <a:pt x="3734" y="6964"/>
                      </a:cubicBezTo>
                      <a:cubicBezTo>
                        <a:pt x="3880" y="6978"/>
                        <a:pt x="4030" y="6985"/>
                        <a:pt x="4182" y="6985"/>
                      </a:cubicBezTo>
                      <a:cubicBezTo>
                        <a:pt x="5121" y="6985"/>
                        <a:pt x="6177" y="6725"/>
                        <a:pt x="7155" y="6261"/>
                      </a:cubicBezTo>
                      <a:lnTo>
                        <a:pt x="7155" y="6261"/>
                      </a:lnTo>
                      <a:cubicBezTo>
                        <a:pt x="7806" y="7786"/>
                        <a:pt x="9138" y="8933"/>
                        <a:pt x="11003" y="9119"/>
                      </a:cubicBezTo>
                      <a:cubicBezTo>
                        <a:pt x="11245" y="9144"/>
                        <a:pt x="11486" y="9156"/>
                        <a:pt x="11724" y="9156"/>
                      </a:cubicBezTo>
                      <a:cubicBezTo>
                        <a:pt x="13246" y="9156"/>
                        <a:pt x="14659" y="8671"/>
                        <a:pt x="15778" y="7836"/>
                      </a:cubicBezTo>
                      <a:lnTo>
                        <a:pt x="15778" y="7836"/>
                      </a:lnTo>
                      <a:cubicBezTo>
                        <a:pt x="16799" y="9043"/>
                        <a:pt x="18394" y="9763"/>
                        <a:pt x="19951" y="9763"/>
                      </a:cubicBezTo>
                      <a:cubicBezTo>
                        <a:pt x="21517" y="9763"/>
                        <a:pt x="23044" y="9035"/>
                        <a:pt x="23910" y="7340"/>
                      </a:cubicBezTo>
                      <a:cubicBezTo>
                        <a:pt x="24436" y="6287"/>
                        <a:pt x="24386" y="5084"/>
                        <a:pt x="24236" y="3956"/>
                      </a:cubicBezTo>
                      <a:cubicBezTo>
                        <a:pt x="24205" y="3684"/>
                        <a:pt x="24025" y="3566"/>
                        <a:pt x="23826" y="3566"/>
                      </a:cubicBezTo>
                      <a:cubicBezTo>
                        <a:pt x="23529" y="3566"/>
                        <a:pt x="23188" y="3828"/>
                        <a:pt x="23233" y="4232"/>
                      </a:cubicBezTo>
                      <a:cubicBezTo>
                        <a:pt x="23585" y="6848"/>
                        <a:pt x="21959" y="8719"/>
                        <a:pt x="19754" y="8719"/>
                      </a:cubicBezTo>
                      <a:cubicBezTo>
                        <a:pt x="19128" y="8719"/>
                        <a:pt x="18456" y="8569"/>
                        <a:pt x="17770" y="8242"/>
                      </a:cubicBezTo>
                      <a:cubicBezTo>
                        <a:pt x="17238" y="7986"/>
                        <a:pt x="16818" y="7629"/>
                        <a:pt x="16501" y="7205"/>
                      </a:cubicBezTo>
                      <a:lnTo>
                        <a:pt x="16501" y="7205"/>
                      </a:lnTo>
                      <a:cubicBezTo>
                        <a:pt x="17668" y="6019"/>
                        <a:pt x="18348" y="4374"/>
                        <a:pt x="18221" y="2503"/>
                      </a:cubicBezTo>
                      <a:cubicBezTo>
                        <a:pt x="18173" y="1690"/>
                        <a:pt x="17783" y="717"/>
                        <a:pt x="16897" y="717"/>
                      </a:cubicBezTo>
                      <a:cubicBezTo>
                        <a:pt x="16855" y="717"/>
                        <a:pt x="16812" y="719"/>
                        <a:pt x="16767" y="723"/>
                      </a:cubicBezTo>
                      <a:cubicBezTo>
                        <a:pt x="15414" y="849"/>
                        <a:pt x="14887" y="3180"/>
                        <a:pt x="14737" y="4182"/>
                      </a:cubicBezTo>
                      <a:cubicBezTo>
                        <a:pt x="14582" y="5233"/>
                        <a:pt x="14777" y="6185"/>
                        <a:pt x="15206" y="6992"/>
                      </a:cubicBezTo>
                      <a:lnTo>
                        <a:pt x="15206" y="6992"/>
                      </a:lnTo>
                      <a:cubicBezTo>
                        <a:pt x="15102" y="7069"/>
                        <a:pt x="14996" y="7143"/>
                        <a:pt x="14887" y="7215"/>
                      </a:cubicBezTo>
                      <a:cubicBezTo>
                        <a:pt x="14019" y="7782"/>
                        <a:pt x="12840" y="8130"/>
                        <a:pt x="11699" y="8130"/>
                      </a:cubicBezTo>
                      <a:cubicBezTo>
                        <a:pt x="10371" y="8130"/>
                        <a:pt x="9095" y="7659"/>
                        <a:pt x="8421" y="6513"/>
                      </a:cubicBezTo>
                      <a:cubicBezTo>
                        <a:pt x="8279" y="6278"/>
                        <a:pt x="8167" y="6017"/>
                        <a:pt x="8079" y="5742"/>
                      </a:cubicBezTo>
                      <a:lnTo>
                        <a:pt x="8079" y="5742"/>
                      </a:lnTo>
                      <a:cubicBezTo>
                        <a:pt x="9369" y="4898"/>
                        <a:pt x="10367" y="3673"/>
                        <a:pt x="10501" y="2227"/>
                      </a:cubicBezTo>
                      <a:cubicBezTo>
                        <a:pt x="10602" y="1174"/>
                        <a:pt x="10050" y="297"/>
                        <a:pt x="8998" y="72"/>
                      </a:cubicBezTo>
                      <a:cubicBezTo>
                        <a:pt x="8907" y="52"/>
                        <a:pt x="8820" y="43"/>
                        <a:pt x="8737" y="43"/>
                      </a:cubicBezTo>
                      <a:cubicBezTo>
                        <a:pt x="7636" y="43"/>
                        <a:pt x="7102" y="1637"/>
                        <a:pt x="6892" y="2453"/>
                      </a:cubicBezTo>
                      <a:cubicBezTo>
                        <a:pt x="6652" y="3405"/>
                        <a:pt x="6642" y="4374"/>
                        <a:pt x="6838" y="5269"/>
                      </a:cubicBezTo>
                      <a:lnTo>
                        <a:pt x="6838" y="5269"/>
                      </a:lnTo>
                      <a:cubicBezTo>
                        <a:pt x="6070" y="5702"/>
                        <a:pt x="5218" y="5963"/>
                        <a:pt x="4389" y="5963"/>
                      </a:cubicBezTo>
                      <a:cubicBezTo>
                        <a:pt x="4354" y="5963"/>
                        <a:pt x="4320" y="5962"/>
                        <a:pt x="4286" y="5961"/>
                      </a:cubicBezTo>
                      <a:cubicBezTo>
                        <a:pt x="952" y="5861"/>
                        <a:pt x="1454" y="2929"/>
                        <a:pt x="2231" y="648"/>
                      </a:cubicBezTo>
                      <a:cubicBezTo>
                        <a:pt x="2366" y="256"/>
                        <a:pt x="2049" y="0"/>
                        <a:pt x="173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1" name="Google Shape;2431;p60"/>
                <p:cNvSpPr/>
                <p:nvPr/>
              </p:nvSpPr>
              <p:spPr>
                <a:xfrm>
                  <a:off x="6679563" y="2647036"/>
                  <a:ext cx="205856" cy="170321"/>
                </a:xfrm>
                <a:custGeom>
                  <a:rect b="b" l="l" r="r" t="t"/>
                  <a:pathLst>
                    <a:path extrusionOk="0" h="6020" w="7276">
                      <a:moveTo>
                        <a:pt x="3006" y="0"/>
                      </a:moveTo>
                      <a:cubicBezTo>
                        <a:pt x="0" y="0"/>
                        <a:pt x="1471" y="5308"/>
                        <a:pt x="2965" y="6019"/>
                      </a:cubicBezTo>
                      <a:cubicBezTo>
                        <a:pt x="4544" y="5192"/>
                        <a:pt x="7276" y="280"/>
                        <a:pt x="3566" y="54"/>
                      </a:cubicBezTo>
                      <a:cubicBezTo>
                        <a:pt x="3364" y="18"/>
                        <a:pt x="3178" y="0"/>
                        <a:pt x="30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2" name="Google Shape;2432;p60"/>
                <p:cNvSpPr/>
                <p:nvPr/>
              </p:nvSpPr>
              <p:spPr>
                <a:xfrm>
                  <a:off x="6740729" y="2612407"/>
                  <a:ext cx="90083" cy="48239"/>
                </a:xfrm>
                <a:custGeom>
                  <a:rect b="b" l="l" r="r" t="t"/>
                  <a:pathLst>
                    <a:path extrusionOk="0" h="1705" w="3184">
                      <a:moveTo>
                        <a:pt x="252" y="0"/>
                      </a:moveTo>
                      <a:lnTo>
                        <a:pt x="1" y="1228"/>
                      </a:lnTo>
                      <a:cubicBezTo>
                        <a:pt x="402" y="1303"/>
                        <a:pt x="953" y="1379"/>
                        <a:pt x="1530" y="1454"/>
                      </a:cubicBezTo>
                      <a:cubicBezTo>
                        <a:pt x="2081" y="1554"/>
                        <a:pt x="2633" y="1629"/>
                        <a:pt x="2908" y="1704"/>
                      </a:cubicBezTo>
                      <a:lnTo>
                        <a:pt x="3184" y="476"/>
                      </a:lnTo>
                      <a:cubicBezTo>
                        <a:pt x="2808" y="401"/>
                        <a:pt x="2282" y="301"/>
                        <a:pt x="1705" y="226"/>
                      </a:cubicBezTo>
                      <a:cubicBezTo>
                        <a:pt x="1154" y="150"/>
                        <a:pt x="577" y="50"/>
                        <a:pt x="25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3" name="Google Shape;2433;p60"/>
                <p:cNvSpPr/>
                <p:nvPr/>
              </p:nvSpPr>
              <p:spPr>
                <a:xfrm>
                  <a:off x="6961262" y="2665765"/>
                  <a:ext cx="201527" cy="167180"/>
                </a:xfrm>
                <a:custGeom>
                  <a:rect b="b" l="l" r="r" t="t"/>
                  <a:pathLst>
                    <a:path extrusionOk="0" h="5909" w="7123">
                      <a:moveTo>
                        <a:pt x="4580" y="0"/>
                      </a:moveTo>
                      <a:cubicBezTo>
                        <a:pt x="4331" y="0"/>
                        <a:pt x="4050" y="46"/>
                        <a:pt x="3735" y="144"/>
                      </a:cubicBezTo>
                      <a:cubicBezTo>
                        <a:pt x="0" y="821"/>
                        <a:pt x="3509" y="5783"/>
                        <a:pt x="5264" y="5909"/>
                      </a:cubicBezTo>
                      <a:cubicBezTo>
                        <a:pt x="6359" y="4722"/>
                        <a:pt x="7122" y="0"/>
                        <a:pt x="458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4" name="Google Shape;2434;p60"/>
                <p:cNvSpPr/>
                <p:nvPr/>
              </p:nvSpPr>
              <p:spPr>
                <a:xfrm>
                  <a:off x="7022937" y="2630118"/>
                  <a:ext cx="87254" cy="51804"/>
                </a:xfrm>
                <a:custGeom>
                  <a:rect b="b" l="l" r="r" t="t"/>
                  <a:pathLst>
                    <a:path extrusionOk="0" h="1831" w="3084">
                      <a:moveTo>
                        <a:pt x="2908" y="1"/>
                      </a:moveTo>
                      <a:cubicBezTo>
                        <a:pt x="2557" y="51"/>
                        <a:pt x="2006" y="176"/>
                        <a:pt x="1455" y="301"/>
                      </a:cubicBezTo>
                      <a:cubicBezTo>
                        <a:pt x="903" y="402"/>
                        <a:pt x="327" y="527"/>
                        <a:pt x="1" y="602"/>
                      </a:cubicBezTo>
                      <a:lnTo>
                        <a:pt x="201" y="1830"/>
                      </a:lnTo>
                      <a:cubicBezTo>
                        <a:pt x="602" y="1755"/>
                        <a:pt x="1154" y="1630"/>
                        <a:pt x="1705" y="1529"/>
                      </a:cubicBezTo>
                      <a:cubicBezTo>
                        <a:pt x="2257" y="1404"/>
                        <a:pt x="2808" y="1279"/>
                        <a:pt x="3084" y="1254"/>
                      </a:cubicBezTo>
                      <a:lnTo>
                        <a:pt x="2908"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5" name="Google Shape;2435;p60"/>
                <p:cNvSpPr/>
                <p:nvPr/>
              </p:nvSpPr>
              <p:spPr>
                <a:xfrm>
                  <a:off x="6404428" y="2558003"/>
                  <a:ext cx="196661" cy="165737"/>
                </a:xfrm>
                <a:custGeom>
                  <a:rect b="b" l="l" r="r" t="t"/>
                  <a:pathLst>
                    <a:path extrusionOk="0" h="5858" w="6951">
                      <a:moveTo>
                        <a:pt x="2361" y="1"/>
                      </a:moveTo>
                      <a:cubicBezTo>
                        <a:pt x="1" y="1"/>
                        <a:pt x="137" y="4860"/>
                        <a:pt x="1311" y="5858"/>
                      </a:cubicBezTo>
                      <a:cubicBezTo>
                        <a:pt x="3066" y="5482"/>
                        <a:pt x="6951" y="1422"/>
                        <a:pt x="3417" y="269"/>
                      </a:cubicBezTo>
                      <a:cubicBezTo>
                        <a:pt x="3020" y="84"/>
                        <a:pt x="2669" y="1"/>
                        <a:pt x="2361"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6" name="Google Shape;2436;p60"/>
                <p:cNvSpPr/>
                <p:nvPr/>
              </p:nvSpPr>
              <p:spPr>
                <a:xfrm>
                  <a:off x="6463501" y="2521648"/>
                  <a:ext cx="92205" cy="65950"/>
                </a:xfrm>
                <a:custGeom>
                  <a:rect b="b" l="l" r="r" t="t"/>
                  <a:pathLst>
                    <a:path extrusionOk="0" h="2331" w="3259">
                      <a:moveTo>
                        <a:pt x="527" y="0"/>
                      </a:moveTo>
                      <a:lnTo>
                        <a:pt x="0" y="1128"/>
                      </a:lnTo>
                      <a:cubicBezTo>
                        <a:pt x="351" y="1303"/>
                        <a:pt x="878" y="1529"/>
                        <a:pt x="1404" y="1729"/>
                      </a:cubicBezTo>
                      <a:cubicBezTo>
                        <a:pt x="1905" y="1955"/>
                        <a:pt x="2431" y="2181"/>
                        <a:pt x="2682" y="2331"/>
                      </a:cubicBezTo>
                      <a:lnTo>
                        <a:pt x="3259" y="1203"/>
                      </a:lnTo>
                      <a:cubicBezTo>
                        <a:pt x="2933" y="1028"/>
                        <a:pt x="2406" y="827"/>
                        <a:pt x="1880" y="602"/>
                      </a:cubicBezTo>
                      <a:cubicBezTo>
                        <a:pt x="1379" y="376"/>
                        <a:pt x="827" y="150"/>
                        <a:pt x="52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7" name="Google Shape;2437;p60"/>
                <p:cNvSpPr/>
                <p:nvPr/>
              </p:nvSpPr>
              <p:spPr>
                <a:xfrm>
                  <a:off x="6169948" y="3156537"/>
                  <a:ext cx="1256442" cy="423680"/>
                </a:xfrm>
                <a:custGeom>
                  <a:rect b="b" l="l" r="r" t="t"/>
                  <a:pathLst>
                    <a:path extrusionOk="0" h="14975" w="44409">
                      <a:moveTo>
                        <a:pt x="35965" y="1160"/>
                      </a:moveTo>
                      <a:cubicBezTo>
                        <a:pt x="36344" y="1160"/>
                        <a:pt x="36742" y="2895"/>
                        <a:pt x="36742" y="3349"/>
                      </a:cubicBezTo>
                      <a:cubicBezTo>
                        <a:pt x="36742" y="3862"/>
                        <a:pt x="36674" y="4379"/>
                        <a:pt x="36542" y="4881"/>
                      </a:cubicBezTo>
                      <a:lnTo>
                        <a:pt x="36542" y="4881"/>
                      </a:lnTo>
                      <a:cubicBezTo>
                        <a:pt x="35815" y="4046"/>
                        <a:pt x="35388" y="2876"/>
                        <a:pt x="35615" y="1820"/>
                      </a:cubicBezTo>
                      <a:cubicBezTo>
                        <a:pt x="35719" y="1345"/>
                        <a:pt x="35841" y="1160"/>
                        <a:pt x="35965" y="1160"/>
                      </a:cubicBezTo>
                      <a:close/>
                      <a:moveTo>
                        <a:pt x="27718" y="3251"/>
                      </a:moveTo>
                      <a:cubicBezTo>
                        <a:pt x="27868" y="3251"/>
                        <a:pt x="28028" y="3345"/>
                        <a:pt x="28171" y="3574"/>
                      </a:cubicBezTo>
                      <a:cubicBezTo>
                        <a:pt x="28697" y="4413"/>
                        <a:pt x="28710" y="5565"/>
                        <a:pt x="28475" y="6692"/>
                      </a:cubicBezTo>
                      <a:lnTo>
                        <a:pt x="28475" y="6692"/>
                      </a:lnTo>
                      <a:cubicBezTo>
                        <a:pt x="27861" y="6038"/>
                        <a:pt x="27405" y="5235"/>
                        <a:pt x="27168" y="4376"/>
                      </a:cubicBezTo>
                      <a:cubicBezTo>
                        <a:pt x="27025" y="3839"/>
                        <a:pt x="27342" y="3251"/>
                        <a:pt x="27718" y="3251"/>
                      </a:cubicBezTo>
                      <a:close/>
                      <a:moveTo>
                        <a:pt x="19716" y="5043"/>
                      </a:moveTo>
                      <a:cubicBezTo>
                        <a:pt x="19910" y="5043"/>
                        <a:pt x="20140" y="5214"/>
                        <a:pt x="20401" y="5654"/>
                      </a:cubicBezTo>
                      <a:cubicBezTo>
                        <a:pt x="21194" y="6988"/>
                        <a:pt x="20749" y="8428"/>
                        <a:pt x="19856" y="9675"/>
                      </a:cubicBezTo>
                      <a:lnTo>
                        <a:pt x="19856" y="9675"/>
                      </a:lnTo>
                      <a:cubicBezTo>
                        <a:pt x="19674" y="9463"/>
                        <a:pt x="19512" y="9233"/>
                        <a:pt x="19374" y="8988"/>
                      </a:cubicBezTo>
                      <a:cubicBezTo>
                        <a:pt x="18973" y="8286"/>
                        <a:pt x="18948" y="7409"/>
                        <a:pt x="18973" y="6632"/>
                      </a:cubicBezTo>
                      <a:cubicBezTo>
                        <a:pt x="18991" y="5998"/>
                        <a:pt x="19255" y="5043"/>
                        <a:pt x="19716" y="5043"/>
                      </a:cubicBezTo>
                      <a:close/>
                      <a:moveTo>
                        <a:pt x="9835" y="6980"/>
                      </a:moveTo>
                      <a:cubicBezTo>
                        <a:pt x="10379" y="6980"/>
                        <a:pt x="10578" y="9158"/>
                        <a:pt x="10579" y="9158"/>
                      </a:cubicBezTo>
                      <a:cubicBezTo>
                        <a:pt x="10579" y="9158"/>
                        <a:pt x="10578" y="9152"/>
                        <a:pt x="10577" y="9138"/>
                      </a:cubicBezTo>
                      <a:lnTo>
                        <a:pt x="10577" y="9138"/>
                      </a:lnTo>
                      <a:cubicBezTo>
                        <a:pt x="10644" y="9857"/>
                        <a:pt x="10409" y="10597"/>
                        <a:pt x="10125" y="11248"/>
                      </a:cubicBezTo>
                      <a:lnTo>
                        <a:pt x="10125" y="11248"/>
                      </a:lnTo>
                      <a:cubicBezTo>
                        <a:pt x="9905" y="10992"/>
                        <a:pt x="9703" y="10714"/>
                        <a:pt x="9524" y="10416"/>
                      </a:cubicBezTo>
                      <a:cubicBezTo>
                        <a:pt x="8973" y="9489"/>
                        <a:pt x="8797" y="8010"/>
                        <a:pt x="9574" y="7133"/>
                      </a:cubicBezTo>
                      <a:cubicBezTo>
                        <a:pt x="9669" y="7026"/>
                        <a:pt x="9756" y="6980"/>
                        <a:pt x="9835" y="6980"/>
                      </a:cubicBezTo>
                      <a:close/>
                      <a:moveTo>
                        <a:pt x="36140" y="1"/>
                      </a:moveTo>
                      <a:cubicBezTo>
                        <a:pt x="35890" y="1"/>
                        <a:pt x="35614" y="116"/>
                        <a:pt x="35314" y="391"/>
                      </a:cubicBezTo>
                      <a:cubicBezTo>
                        <a:pt x="33785" y="1770"/>
                        <a:pt x="34662" y="4126"/>
                        <a:pt x="35715" y="5504"/>
                      </a:cubicBezTo>
                      <a:cubicBezTo>
                        <a:pt x="35849" y="5675"/>
                        <a:pt x="35990" y="5832"/>
                        <a:pt x="36137" y="5977"/>
                      </a:cubicBezTo>
                      <a:lnTo>
                        <a:pt x="36137" y="5977"/>
                      </a:lnTo>
                      <a:cubicBezTo>
                        <a:pt x="35782" y="6708"/>
                        <a:pt x="35277" y="7363"/>
                        <a:pt x="34637" y="7860"/>
                      </a:cubicBezTo>
                      <a:cubicBezTo>
                        <a:pt x="33929" y="8393"/>
                        <a:pt x="33171" y="8619"/>
                        <a:pt x="32416" y="8619"/>
                      </a:cubicBezTo>
                      <a:cubicBezTo>
                        <a:pt x="31335" y="8619"/>
                        <a:pt x="30260" y="8156"/>
                        <a:pt x="29345" y="7466"/>
                      </a:cubicBezTo>
                      <a:lnTo>
                        <a:pt x="29345" y="7466"/>
                      </a:lnTo>
                      <a:cubicBezTo>
                        <a:pt x="30006" y="5283"/>
                        <a:pt x="29955" y="2965"/>
                        <a:pt x="28096" y="2221"/>
                      </a:cubicBezTo>
                      <a:cubicBezTo>
                        <a:pt x="27954" y="2162"/>
                        <a:pt x="27813" y="2136"/>
                        <a:pt x="27676" y="2136"/>
                      </a:cubicBezTo>
                      <a:cubicBezTo>
                        <a:pt x="27108" y="2136"/>
                        <a:pt x="26594" y="2584"/>
                        <a:pt x="26291" y="3048"/>
                      </a:cubicBezTo>
                      <a:cubicBezTo>
                        <a:pt x="25690" y="4000"/>
                        <a:pt x="26366" y="5379"/>
                        <a:pt x="26818" y="6206"/>
                      </a:cubicBezTo>
                      <a:cubicBezTo>
                        <a:pt x="27177" y="6844"/>
                        <a:pt x="27625" y="7412"/>
                        <a:pt x="28136" y="7891"/>
                      </a:cubicBezTo>
                      <a:lnTo>
                        <a:pt x="28136" y="7891"/>
                      </a:lnTo>
                      <a:cubicBezTo>
                        <a:pt x="27894" y="8571"/>
                        <a:pt x="27590" y="9192"/>
                        <a:pt x="27294" y="9664"/>
                      </a:cubicBezTo>
                      <a:cubicBezTo>
                        <a:pt x="26506" y="10912"/>
                        <a:pt x="25193" y="11466"/>
                        <a:pt x="23835" y="11466"/>
                      </a:cubicBezTo>
                      <a:cubicBezTo>
                        <a:pt x="22676" y="11466"/>
                        <a:pt x="21485" y="11063"/>
                        <a:pt x="20557" y="10342"/>
                      </a:cubicBezTo>
                      <a:lnTo>
                        <a:pt x="20557" y="10342"/>
                      </a:lnTo>
                      <a:cubicBezTo>
                        <a:pt x="20941" y="9743"/>
                        <a:pt x="21254" y="9108"/>
                        <a:pt x="21479" y="8461"/>
                      </a:cubicBezTo>
                      <a:cubicBezTo>
                        <a:pt x="21955" y="7158"/>
                        <a:pt x="21805" y="5379"/>
                        <a:pt x="20777" y="4351"/>
                      </a:cubicBezTo>
                      <a:cubicBezTo>
                        <a:pt x="20432" y="3992"/>
                        <a:pt x="20056" y="3785"/>
                        <a:pt x="19671" y="3785"/>
                      </a:cubicBezTo>
                      <a:cubicBezTo>
                        <a:pt x="19357" y="3785"/>
                        <a:pt x="19037" y="3922"/>
                        <a:pt x="18722" y="4226"/>
                      </a:cubicBezTo>
                      <a:cubicBezTo>
                        <a:pt x="17230" y="5673"/>
                        <a:pt x="17757" y="9034"/>
                        <a:pt x="19186" y="10493"/>
                      </a:cubicBezTo>
                      <a:lnTo>
                        <a:pt x="19186" y="10493"/>
                      </a:lnTo>
                      <a:cubicBezTo>
                        <a:pt x="18378" y="11367"/>
                        <a:pt x="17412" y="12089"/>
                        <a:pt x="16642" y="12522"/>
                      </a:cubicBezTo>
                      <a:cubicBezTo>
                        <a:pt x="15835" y="12975"/>
                        <a:pt x="14992" y="13184"/>
                        <a:pt x="14169" y="13184"/>
                      </a:cubicBezTo>
                      <a:cubicBezTo>
                        <a:pt x="12965" y="13184"/>
                        <a:pt x="11802" y="12737"/>
                        <a:pt x="10854" y="11960"/>
                      </a:cubicBezTo>
                      <a:lnTo>
                        <a:pt x="10854" y="11960"/>
                      </a:lnTo>
                      <a:cubicBezTo>
                        <a:pt x="11301" y="11161"/>
                        <a:pt x="11576" y="10216"/>
                        <a:pt x="11630" y="9138"/>
                      </a:cubicBezTo>
                      <a:cubicBezTo>
                        <a:pt x="11699" y="7718"/>
                        <a:pt x="10715" y="5987"/>
                        <a:pt x="9662" y="5987"/>
                      </a:cubicBezTo>
                      <a:cubicBezTo>
                        <a:pt x="9191" y="5987"/>
                        <a:pt x="8707" y="6333"/>
                        <a:pt x="8296" y="7208"/>
                      </a:cubicBezTo>
                      <a:cubicBezTo>
                        <a:pt x="7441" y="9033"/>
                        <a:pt x="8215" y="10874"/>
                        <a:pt x="9568" y="12210"/>
                      </a:cubicBezTo>
                      <a:lnTo>
                        <a:pt x="9568" y="12210"/>
                      </a:lnTo>
                      <a:cubicBezTo>
                        <a:pt x="8622" y="13411"/>
                        <a:pt x="7062" y="13909"/>
                        <a:pt x="5516" y="13909"/>
                      </a:cubicBezTo>
                      <a:cubicBezTo>
                        <a:pt x="4788" y="13909"/>
                        <a:pt x="4064" y="13799"/>
                        <a:pt x="3409" y="13599"/>
                      </a:cubicBezTo>
                      <a:cubicBezTo>
                        <a:pt x="827" y="12822"/>
                        <a:pt x="1178" y="10091"/>
                        <a:pt x="1454" y="7985"/>
                      </a:cubicBezTo>
                      <a:cubicBezTo>
                        <a:pt x="1492" y="7647"/>
                        <a:pt x="1254" y="7478"/>
                        <a:pt x="993" y="7478"/>
                      </a:cubicBezTo>
                      <a:cubicBezTo>
                        <a:pt x="733" y="7478"/>
                        <a:pt x="452" y="7647"/>
                        <a:pt x="401" y="7985"/>
                      </a:cubicBezTo>
                      <a:cubicBezTo>
                        <a:pt x="0" y="11218"/>
                        <a:pt x="426" y="14502"/>
                        <a:pt x="4336" y="14928"/>
                      </a:cubicBezTo>
                      <a:cubicBezTo>
                        <a:pt x="4638" y="14959"/>
                        <a:pt x="4935" y="14975"/>
                        <a:pt x="5228" y="14975"/>
                      </a:cubicBezTo>
                      <a:cubicBezTo>
                        <a:pt x="7277" y="14975"/>
                        <a:pt x="9093" y="14213"/>
                        <a:pt x="10264" y="12815"/>
                      </a:cubicBezTo>
                      <a:lnTo>
                        <a:pt x="10264" y="12815"/>
                      </a:lnTo>
                      <a:cubicBezTo>
                        <a:pt x="11166" y="13507"/>
                        <a:pt x="12214" y="13989"/>
                        <a:pt x="13183" y="14151"/>
                      </a:cubicBezTo>
                      <a:cubicBezTo>
                        <a:pt x="13517" y="14207"/>
                        <a:pt x="13848" y="14234"/>
                        <a:pt x="14176" y="14234"/>
                      </a:cubicBezTo>
                      <a:cubicBezTo>
                        <a:pt x="16466" y="14234"/>
                        <a:pt x="18576" y="12917"/>
                        <a:pt x="20008" y="11110"/>
                      </a:cubicBezTo>
                      <a:lnTo>
                        <a:pt x="20008" y="11110"/>
                      </a:lnTo>
                      <a:cubicBezTo>
                        <a:pt x="21284" y="11914"/>
                        <a:pt x="22726" y="12535"/>
                        <a:pt x="24156" y="12535"/>
                      </a:cubicBezTo>
                      <a:cubicBezTo>
                        <a:pt x="25090" y="12535"/>
                        <a:pt x="26019" y="12270"/>
                        <a:pt x="26893" y="11619"/>
                      </a:cubicBezTo>
                      <a:cubicBezTo>
                        <a:pt x="27602" y="11090"/>
                        <a:pt x="28391" y="9908"/>
                        <a:pt x="28957" y="8547"/>
                      </a:cubicBezTo>
                      <a:lnTo>
                        <a:pt x="28957" y="8547"/>
                      </a:lnTo>
                      <a:cubicBezTo>
                        <a:pt x="29946" y="9217"/>
                        <a:pt x="31093" y="9596"/>
                        <a:pt x="32276" y="9596"/>
                      </a:cubicBezTo>
                      <a:cubicBezTo>
                        <a:pt x="33009" y="9596"/>
                        <a:pt x="33756" y="9451"/>
                        <a:pt x="34487" y="9138"/>
                      </a:cubicBezTo>
                      <a:cubicBezTo>
                        <a:pt x="35626" y="8652"/>
                        <a:pt x="36445" y="7727"/>
                        <a:pt x="36981" y="6632"/>
                      </a:cubicBezTo>
                      <a:lnTo>
                        <a:pt x="36981" y="6632"/>
                      </a:lnTo>
                      <a:cubicBezTo>
                        <a:pt x="37842" y="7152"/>
                        <a:pt x="38832" y="7364"/>
                        <a:pt x="39848" y="7364"/>
                      </a:cubicBezTo>
                      <a:cubicBezTo>
                        <a:pt x="41231" y="7364"/>
                        <a:pt x="42663" y="6972"/>
                        <a:pt x="43885" y="6431"/>
                      </a:cubicBezTo>
                      <a:cubicBezTo>
                        <a:pt x="44409" y="6192"/>
                        <a:pt x="44078" y="5477"/>
                        <a:pt x="43587" y="5477"/>
                      </a:cubicBezTo>
                      <a:cubicBezTo>
                        <a:pt x="43514" y="5477"/>
                        <a:pt x="43437" y="5493"/>
                        <a:pt x="43359" y="5529"/>
                      </a:cubicBezTo>
                      <a:cubicBezTo>
                        <a:pt x="42264" y="6001"/>
                        <a:pt x="41130" y="6334"/>
                        <a:pt x="40008" y="6334"/>
                      </a:cubicBezTo>
                      <a:cubicBezTo>
                        <a:pt x="39119" y="6334"/>
                        <a:pt x="38237" y="6124"/>
                        <a:pt x="37389" y="5607"/>
                      </a:cubicBezTo>
                      <a:lnTo>
                        <a:pt x="37389" y="5607"/>
                      </a:lnTo>
                      <a:cubicBezTo>
                        <a:pt x="37688" y="4656"/>
                        <a:pt x="37809" y="3646"/>
                        <a:pt x="37770" y="2722"/>
                      </a:cubicBezTo>
                      <a:cubicBezTo>
                        <a:pt x="37730" y="1859"/>
                        <a:pt x="37144" y="1"/>
                        <a:pt x="3614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8" name="Google Shape;2438;p60"/>
                <p:cNvSpPr/>
                <p:nvPr/>
              </p:nvSpPr>
              <p:spPr>
                <a:xfrm>
                  <a:off x="7032160" y="3459198"/>
                  <a:ext cx="201527" cy="167888"/>
                </a:xfrm>
                <a:custGeom>
                  <a:rect b="b" l="l" r="r" t="t"/>
                  <a:pathLst>
                    <a:path extrusionOk="0" h="5934" w="7123">
                      <a:moveTo>
                        <a:pt x="4561" y="1"/>
                      </a:moveTo>
                      <a:cubicBezTo>
                        <a:pt x="4310" y="1"/>
                        <a:pt x="4028" y="46"/>
                        <a:pt x="3710" y="144"/>
                      </a:cubicBezTo>
                      <a:cubicBezTo>
                        <a:pt x="1" y="846"/>
                        <a:pt x="3510" y="5784"/>
                        <a:pt x="5264" y="5934"/>
                      </a:cubicBezTo>
                      <a:cubicBezTo>
                        <a:pt x="6360" y="4724"/>
                        <a:pt x="7123" y="1"/>
                        <a:pt x="456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9" name="Google Shape;2439;p60"/>
                <p:cNvSpPr/>
                <p:nvPr/>
              </p:nvSpPr>
              <p:spPr>
                <a:xfrm>
                  <a:off x="7093157" y="3424258"/>
                  <a:ext cx="87933" cy="51804"/>
                </a:xfrm>
                <a:custGeom>
                  <a:rect b="b" l="l" r="r" t="t"/>
                  <a:pathLst>
                    <a:path extrusionOk="0" h="1831" w="3108">
                      <a:moveTo>
                        <a:pt x="2932" y="1"/>
                      </a:moveTo>
                      <a:cubicBezTo>
                        <a:pt x="2557" y="51"/>
                        <a:pt x="2005" y="176"/>
                        <a:pt x="1454" y="277"/>
                      </a:cubicBezTo>
                      <a:cubicBezTo>
                        <a:pt x="902" y="402"/>
                        <a:pt x="351" y="527"/>
                        <a:pt x="0" y="602"/>
                      </a:cubicBezTo>
                      <a:lnTo>
                        <a:pt x="226" y="1831"/>
                      </a:lnTo>
                      <a:cubicBezTo>
                        <a:pt x="602" y="1755"/>
                        <a:pt x="1178" y="1630"/>
                        <a:pt x="1729" y="1505"/>
                      </a:cubicBezTo>
                      <a:cubicBezTo>
                        <a:pt x="2281" y="1379"/>
                        <a:pt x="2807" y="1279"/>
                        <a:pt x="3108" y="1229"/>
                      </a:cubicBezTo>
                      <a:lnTo>
                        <a:pt x="293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0" name="Google Shape;2440;p60"/>
                <p:cNvSpPr/>
                <p:nvPr/>
              </p:nvSpPr>
              <p:spPr>
                <a:xfrm>
                  <a:off x="6768399" y="3553918"/>
                  <a:ext cx="205913" cy="168906"/>
                </a:xfrm>
                <a:custGeom>
                  <a:rect b="b" l="l" r="r" t="t"/>
                  <a:pathLst>
                    <a:path extrusionOk="0" h="5970" w="7278">
                      <a:moveTo>
                        <a:pt x="4356" y="0"/>
                      </a:moveTo>
                      <a:cubicBezTo>
                        <a:pt x="4181" y="0"/>
                        <a:pt x="3991" y="18"/>
                        <a:pt x="3785" y="55"/>
                      </a:cubicBezTo>
                      <a:cubicBezTo>
                        <a:pt x="0" y="280"/>
                        <a:pt x="2883" y="5644"/>
                        <a:pt x="4587" y="5969"/>
                      </a:cubicBezTo>
                      <a:cubicBezTo>
                        <a:pt x="5888" y="4882"/>
                        <a:pt x="7277" y="0"/>
                        <a:pt x="435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1" name="Google Shape;2441;p60"/>
                <p:cNvSpPr/>
                <p:nvPr/>
              </p:nvSpPr>
              <p:spPr>
                <a:xfrm>
                  <a:off x="6835053" y="3521411"/>
                  <a:ext cx="84397" cy="41873"/>
                </a:xfrm>
                <a:custGeom>
                  <a:rect b="b" l="l" r="r" t="t"/>
                  <a:pathLst>
                    <a:path extrusionOk="0" h="1480" w="2983">
                      <a:moveTo>
                        <a:pt x="2958" y="1"/>
                      </a:moveTo>
                      <a:cubicBezTo>
                        <a:pt x="2582" y="1"/>
                        <a:pt x="2030" y="51"/>
                        <a:pt x="1454" y="101"/>
                      </a:cubicBezTo>
                      <a:cubicBezTo>
                        <a:pt x="903" y="151"/>
                        <a:pt x="326" y="201"/>
                        <a:pt x="0" y="226"/>
                      </a:cubicBezTo>
                      <a:lnTo>
                        <a:pt x="50" y="1479"/>
                      </a:lnTo>
                      <a:cubicBezTo>
                        <a:pt x="451" y="1454"/>
                        <a:pt x="1003" y="1404"/>
                        <a:pt x="1579" y="1354"/>
                      </a:cubicBezTo>
                      <a:cubicBezTo>
                        <a:pt x="2131" y="1304"/>
                        <a:pt x="2682" y="1254"/>
                        <a:pt x="2983" y="1254"/>
                      </a:cubicBezTo>
                      <a:lnTo>
                        <a:pt x="2958"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2" name="Google Shape;2442;p60"/>
                <p:cNvSpPr/>
                <p:nvPr/>
              </p:nvSpPr>
              <p:spPr>
                <a:xfrm>
                  <a:off x="6479797" y="3608011"/>
                  <a:ext cx="206054" cy="169415"/>
                </a:xfrm>
                <a:custGeom>
                  <a:rect b="b" l="l" r="r" t="t"/>
                  <a:pathLst>
                    <a:path extrusionOk="0" h="5988" w="7283">
                      <a:moveTo>
                        <a:pt x="4318" y="1"/>
                      </a:moveTo>
                      <a:cubicBezTo>
                        <a:pt x="4154" y="1"/>
                        <a:pt x="3977" y="16"/>
                        <a:pt x="3785" y="47"/>
                      </a:cubicBezTo>
                      <a:cubicBezTo>
                        <a:pt x="1" y="223"/>
                        <a:pt x="2808" y="5611"/>
                        <a:pt x="4537" y="5987"/>
                      </a:cubicBezTo>
                      <a:cubicBezTo>
                        <a:pt x="5820" y="4918"/>
                        <a:pt x="7282" y="1"/>
                        <a:pt x="431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3" name="Google Shape;2443;p60"/>
                <p:cNvSpPr/>
                <p:nvPr/>
              </p:nvSpPr>
              <p:spPr>
                <a:xfrm>
                  <a:off x="6547159" y="3576014"/>
                  <a:ext cx="83718" cy="40430"/>
                </a:xfrm>
                <a:custGeom>
                  <a:rect b="b" l="l" r="r" t="t"/>
                  <a:pathLst>
                    <a:path extrusionOk="0" h="1429" w="2959">
                      <a:moveTo>
                        <a:pt x="2958" y="0"/>
                      </a:moveTo>
                      <a:cubicBezTo>
                        <a:pt x="2582" y="0"/>
                        <a:pt x="2031" y="51"/>
                        <a:pt x="1454" y="76"/>
                      </a:cubicBezTo>
                      <a:cubicBezTo>
                        <a:pt x="903" y="126"/>
                        <a:pt x="327" y="176"/>
                        <a:pt x="1" y="176"/>
                      </a:cubicBezTo>
                      <a:lnTo>
                        <a:pt x="26" y="1429"/>
                      </a:lnTo>
                      <a:cubicBezTo>
                        <a:pt x="427" y="1429"/>
                        <a:pt x="1003" y="1379"/>
                        <a:pt x="1555" y="1329"/>
                      </a:cubicBezTo>
                      <a:cubicBezTo>
                        <a:pt x="2131" y="1279"/>
                        <a:pt x="2683" y="1254"/>
                        <a:pt x="2958" y="1254"/>
                      </a:cubicBezTo>
                      <a:lnTo>
                        <a:pt x="295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4" name="Google Shape;2444;p60"/>
                <p:cNvSpPr/>
                <p:nvPr/>
              </p:nvSpPr>
              <p:spPr>
                <a:xfrm>
                  <a:off x="7277929" y="3397353"/>
                  <a:ext cx="196095" cy="159938"/>
                </a:xfrm>
                <a:custGeom>
                  <a:rect b="b" l="l" r="r" t="t"/>
                  <a:pathLst>
                    <a:path extrusionOk="0" h="5653" w="6931">
                      <a:moveTo>
                        <a:pt x="4552" y="0"/>
                      </a:moveTo>
                      <a:cubicBezTo>
                        <a:pt x="4201" y="0"/>
                        <a:pt x="3800" y="122"/>
                        <a:pt x="3344" y="401"/>
                      </a:cubicBezTo>
                      <a:cubicBezTo>
                        <a:pt x="1" y="1903"/>
                        <a:pt x="4174" y="5652"/>
                        <a:pt x="6018" y="5652"/>
                      </a:cubicBezTo>
                      <a:cubicBezTo>
                        <a:pt x="6082" y="5652"/>
                        <a:pt x="6143" y="5648"/>
                        <a:pt x="6201" y="5639"/>
                      </a:cubicBezTo>
                      <a:cubicBezTo>
                        <a:pt x="6930" y="4288"/>
                        <a:pt x="6632" y="0"/>
                        <a:pt x="4552"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5" name="Google Shape;2445;p60"/>
                <p:cNvSpPr/>
                <p:nvPr/>
              </p:nvSpPr>
              <p:spPr>
                <a:xfrm>
                  <a:off x="7324299" y="3361168"/>
                  <a:ext cx="89376" cy="68100"/>
                </a:xfrm>
                <a:custGeom>
                  <a:rect b="b" l="l" r="r" t="t"/>
                  <a:pathLst>
                    <a:path extrusionOk="0" h="2407" w="3159">
                      <a:moveTo>
                        <a:pt x="2707" y="0"/>
                      </a:moveTo>
                      <a:cubicBezTo>
                        <a:pt x="2357" y="126"/>
                        <a:pt x="1855" y="376"/>
                        <a:pt x="1329" y="627"/>
                      </a:cubicBezTo>
                      <a:cubicBezTo>
                        <a:pt x="828" y="878"/>
                        <a:pt x="326" y="1128"/>
                        <a:pt x="1" y="1254"/>
                      </a:cubicBezTo>
                      <a:lnTo>
                        <a:pt x="502" y="2406"/>
                      </a:lnTo>
                      <a:cubicBezTo>
                        <a:pt x="878" y="2256"/>
                        <a:pt x="1379" y="2005"/>
                        <a:pt x="1880" y="1755"/>
                      </a:cubicBezTo>
                      <a:cubicBezTo>
                        <a:pt x="2382" y="1504"/>
                        <a:pt x="2908" y="1254"/>
                        <a:pt x="3159" y="1153"/>
                      </a:cubicBezTo>
                      <a:lnTo>
                        <a:pt x="270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6" name="Google Shape;2446;p60"/>
                <p:cNvSpPr/>
                <p:nvPr/>
              </p:nvSpPr>
              <p:spPr>
                <a:xfrm>
                  <a:off x="6406069" y="3037826"/>
                  <a:ext cx="205658" cy="204244"/>
                </a:xfrm>
                <a:custGeom>
                  <a:rect b="b" l="l" r="r" t="t"/>
                  <a:pathLst>
                    <a:path extrusionOk="0" h="7219" w="7269">
                      <a:moveTo>
                        <a:pt x="7269" y="2382"/>
                      </a:moveTo>
                      <a:lnTo>
                        <a:pt x="4411" y="2432"/>
                      </a:lnTo>
                      <a:lnTo>
                        <a:pt x="3534" y="1"/>
                      </a:lnTo>
                      <a:lnTo>
                        <a:pt x="2632" y="2532"/>
                      </a:lnTo>
                      <a:lnTo>
                        <a:pt x="0" y="2808"/>
                      </a:lnTo>
                      <a:lnTo>
                        <a:pt x="2055" y="4312"/>
                      </a:lnTo>
                      <a:lnTo>
                        <a:pt x="978" y="7219"/>
                      </a:lnTo>
                      <a:lnTo>
                        <a:pt x="3685" y="5289"/>
                      </a:lnTo>
                      <a:lnTo>
                        <a:pt x="6341" y="7194"/>
                      </a:lnTo>
                      <a:lnTo>
                        <a:pt x="5389" y="4211"/>
                      </a:lnTo>
                      <a:lnTo>
                        <a:pt x="7269" y="2382"/>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7" name="Google Shape;2447;p60"/>
                <p:cNvSpPr/>
                <p:nvPr/>
              </p:nvSpPr>
              <p:spPr>
                <a:xfrm>
                  <a:off x="7203749" y="3836238"/>
                  <a:ext cx="163842" cy="171622"/>
                </a:xfrm>
                <a:custGeom>
                  <a:rect b="b" l="l" r="r" t="t"/>
                  <a:pathLst>
                    <a:path extrusionOk="0" h="6066" w="5791">
                      <a:moveTo>
                        <a:pt x="5790" y="2406"/>
                      </a:moveTo>
                      <a:lnTo>
                        <a:pt x="3510" y="2031"/>
                      </a:lnTo>
                      <a:lnTo>
                        <a:pt x="3184" y="0"/>
                      </a:lnTo>
                      <a:lnTo>
                        <a:pt x="2106" y="1855"/>
                      </a:lnTo>
                      <a:lnTo>
                        <a:pt x="1" y="1705"/>
                      </a:lnTo>
                      <a:lnTo>
                        <a:pt x="1404" y="3183"/>
                      </a:lnTo>
                      <a:lnTo>
                        <a:pt x="151" y="5314"/>
                      </a:lnTo>
                      <a:lnTo>
                        <a:pt x="2557" y="4186"/>
                      </a:lnTo>
                      <a:lnTo>
                        <a:pt x="4362" y="6066"/>
                      </a:lnTo>
                      <a:lnTo>
                        <a:pt x="4036" y="3584"/>
                      </a:lnTo>
                      <a:lnTo>
                        <a:pt x="5790" y="2406"/>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8" name="Google Shape;2448;p60"/>
                <p:cNvSpPr/>
                <p:nvPr/>
              </p:nvSpPr>
              <p:spPr>
                <a:xfrm>
                  <a:off x="6793210" y="2164978"/>
                  <a:ext cx="163842" cy="173037"/>
                </a:xfrm>
                <a:custGeom>
                  <a:rect b="b" l="l" r="r" t="t"/>
                  <a:pathLst>
                    <a:path extrusionOk="0" h="6116" w="5791">
                      <a:moveTo>
                        <a:pt x="5514" y="1078"/>
                      </a:moveTo>
                      <a:lnTo>
                        <a:pt x="3309" y="1705"/>
                      </a:lnTo>
                      <a:lnTo>
                        <a:pt x="2131" y="0"/>
                      </a:lnTo>
                      <a:lnTo>
                        <a:pt x="1955" y="2131"/>
                      </a:lnTo>
                      <a:lnTo>
                        <a:pt x="1" y="2908"/>
                      </a:lnTo>
                      <a:lnTo>
                        <a:pt x="1880" y="3635"/>
                      </a:lnTo>
                      <a:lnTo>
                        <a:pt x="1655" y="6116"/>
                      </a:lnTo>
                      <a:lnTo>
                        <a:pt x="3359" y="4061"/>
                      </a:lnTo>
                      <a:lnTo>
                        <a:pt x="5790" y="4988"/>
                      </a:lnTo>
                      <a:lnTo>
                        <a:pt x="4437" y="2883"/>
                      </a:lnTo>
                      <a:lnTo>
                        <a:pt x="5514" y="1078"/>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9" name="Google Shape;2449;p60"/>
                <p:cNvSpPr/>
                <p:nvPr/>
              </p:nvSpPr>
              <p:spPr>
                <a:xfrm>
                  <a:off x="6579779" y="1457325"/>
                  <a:ext cx="411316" cy="408459"/>
                </a:xfrm>
                <a:custGeom>
                  <a:rect b="b" l="l" r="r" t="t"/>
                  <a:pathLst>
                    <a:path extrusionOk="0" h="14437" w="14538">
                      <a:moveTo>
                        <a:pt x="14537" y="4763"/>
                      </a:moveTo>
                      <a:lnTo>
                        <a:pt x="8773" y="4838"/>
                      </a:lnTo>
                      <a:lnTo>
                        <a:pt x="7018" y="1"/>
                      </a:lnTo>
                      <a:lnTo>
                        <a:pt x="5239" y="5038"/>
                      </a:lnTo>
                      <a:lnTo>
                        <a:pt x="1" y="5640"/>
                      </a:lnTo>
                      <a:lnTo>
                        <a:pt x="4086" y="8622"/>
                      </a:lnTo>
                      <a:lnTo>
                        <a:pt x="1956" y="14437"/>
                      </a:lnTo>
                      <a:lnTo>
                        <a:pt x="7369" y="10602"/>
                      </a:lnTo>
                      <a:lnTo>
                        <a:pt x="12657" y="14387"/>
                      </a:lnTo>
                      <a:lnTo>
                        <a:pt x="10753" y="8422"/>
                      </a:lnTo>
                      <a:lnTo>
                        <a:pt x="14537" y="4763"/>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0" name="Google Shape;2450;p60"/>
                <p:cNvSpPr/>
                <p:nvPr/>
              </p:nvSpPr>
              <p:spPr>
                <a:xfrm>
                  <a:off x="6322362" y="2755252"/>
                  <a:ext cx="118461" cy="118432"/>
                </a:xfrm>
                <a:custGeom>
                  <a:rect b="b" l="l" r="r" t="t"/>
                  <a:pathLst>
                    <a:path extrusionOk="0" h="4186" w="4187">
                      <a:moveTo>
                        <a:pt x="2106" y="0"/>
                      </a:moveTo>
                      <a:cubicBezTo>
                        <a:pt x="1555" y="0"/>
                        <a:pt x="1003" y="226"/>
                        <a:pt x="627" y="602"/>
                      </a:cubicBezTo>
                      <a:cubicBezTo>
                        <a:pt x="226" y="1003"/>
                        <a:pt x="1" y="1529"/>
                        <a:pt x="1" y="2080"/>
                      </a:cubicBezTo>
                      <a:cubicBezTo>
                        <a:pt x="1" y="2632"/>
                        <a:pt x="226" y="3183"/>
                        <a:pt x="627" y="3559"/>
                      </a:cubicBezTo>
                      <a:cubicBezTo>
                        <a:pt x="1003" y="3960"/>
                        <a:pt x="1555" y="4186"/>
                        <a:pt x="2106" y="4186"/>
                      </a:cubicBezTo>
                      <a:cubicBezTo>
                        <a:pt x="2657" y="4186"/>
                        <a:pt x="3184" y="3960"/>
                        <a:pt x="3585" y="3559"/>
                      </a:cubicBezTo>
                      <a:cubicBezTo>
                        <a:pt x="3961" y="3183"/>
                        <a:pt x="4186" y="2632"/>
                        <a:pt x="4186" y="2080"/>
                      </a:cubicBezTo>
                      <a:cubicBezTo>
                        <a:pt x="4186" y="1529"/>
                        <a:pt x="3961" y="1003"/>
                        <a:pt x="3585" y="602"/>
                      </a:cubicBezTo>
                      <a:cubicBezTo>
                        <a:pt x="3184" y="226"/>
                        <a:pt x="2657" y="0"/>
                        <a:pt x="210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1" name="Google Shape;2451;p60"/>
                <p:cNvSpPr/>
                <p:nvPr/>
              </p:nvSpPr>
              <p:spPr>
                <a:xfrm rot="816314">
                  <a:off x="6108688" y="3618363"/>
                  <a:ext cx="205905" cy="168899"/>
                </a:xfrm>
                <a:custGeom>
                  <a:rect b="b" l="l" r="r" t="t"/>
                  <a:pathLst>
                    <a:path extrusionOk="0" h="5970" w="7278">
                      <a:moveTo>
                        <a:pt x="4356" y="0"/>
                      </a:moveTo>
                      <a:cubicBezTo>
                        <a:pt x="4181" y="0"/>
                        <a:pt x="3991" y="18"/>
                        <a:pt x="3785" y="55"/>
                      </a:cubicBezTo>
                      <a:cubicBezTo>
                        <a:pt x="0" y="280"/>
                        <a:pt x="2883" y="5644"/>
                        <a:pt x="4587" y="5969"/>
                      </a:cubicBezTo>
                      <a:cubicBezTo>
                        <a:pt x="5888" y="4882"/>
                        <a:pt x="7277" y="0"/>
                        <a:pt x="435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452" name="Google Shape;2452;p60"/>
              <p:cNvSpPr/>
              <p:nvPr/>
            </p:nvSpPr>
            <p:spPr>
              <a:xfrm rot="816314">
                <a:off x="6197764" y="3589935"/>
                <a:ext cx="84393" cy="41871"/>
              </a:xfrm>
              <a:custGeom>
                <a:rect b="b" l="l" r="r" t="t"/>
                <a:pathLst>
                  <a:path extrusionOk="0" h="1480" w="2983">
                    <a:moveTo>
                      <a:pt x="2958" y="1"/>
                    </a:moveTo>
                    <a:cubicBezTo>
                      <a:pt x="2582" y="1"/>
                      <a:pt x="2030" y="51"/>
                      <a:pt x="1454" y="101"/>
                    </a:cubicBezTo>
                    <a:cubicBezTo>
                      <a:pt x="903" y="151"/>
                      <a:pt x="326" y="201"/>
                      <a:pt x="0" y="226"/>
                    </a:cubicBezTo>
                    <a:lnTo>
                      <a:pt x="50" y="1479"/>
                    </a:lnTo>
                    <a:cubicBezTo>
                      <a:pt x="451" y="1454"/>
                      <a:pt x="1003" y="1404"/>
                      <a:pt x="1579" y="1354"/>
                    </a:cubicBezTo>
                    <a:cubicBezTo>
                      <a:pt x="2131" y="1304"/>
                      <a:pt x="2682" y="1254"/>
                      <a:pt x="2983" y="1254"/>
                    </a:cubicBezTo>
                    <a:lnTo>
                      <a:pt x="2958"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3" name="Google Shape;2453;p60"/>
              <p:cNvSpPr/>
              <p:nvPr/>
            </p:nvSpPr>
            <p:spPr>
              <a:xfrm>
                <a:off x="6061450" y="3811427"/>
                <a:ext cx="118461" cy="118432"/>
              </a:xfrm>
              <a:custGeom>
                <a:rect b="b" l="l" r="r" t="t"/>
                <a:pathLst>
                  <a:path extrusionOk="0" h="4186" w="4187">
                    <a:moveTo>
                      <a:pt x="2106" y="0"/>
                    </a:moveTo>
                    <a:cubicBezTo>
                      <a:pt x="1555" y="0"/>
                      <a:pt x="1003" y="226"/>
                      <a:pt x="627" y="602"/>
                    </a:cubicBezTo>
                    <a:cubicBezTo>
                      <a:pt x="226" y="1003"/>
                      <a:pt x="1" y="1529"/>
                      <a:pt x="1" y="2080"/>
                    </a:cubicBezTo>
                    <a:cubicBezTo>
                      <a:pt x="1" y="2632"/>
                      <a:pt x="226" y="3183"/>
                      <a:pt x="627" y="3559"/>
                    </a:cubicBezTo>
                    <a:cubicBezTo>
                      <a:pt x="1003" y="3960"/>
                      <a:pt x="1555" y="4186"/>
                      <a:pt x="2106" y="4186"/>
                    </a:cubicBezTo>
                    <a:cubicBezTo>
                      <a:pt x="2657" y="4186"/>
                      <a:pt x="3184" y="3960"/>
                      <a:pt x="3585" y="3559"/>
                    </a:cubicBezTo>
                    <a:cubicBezTo>
                      <a:pt x="3961" y="3183"/>
                      <a:pt x="4186" y="2632"/>
                      <a:pt x="4186" y="2080"/>
                    </a:cubicBezTo>
                    <a:cubicBezTo>
                      <a:pt x="4186" y="1529"/>
                      <a:pt x="3961" y="1003"/>
                      <a:pt x="3585" y="602"/>
                    </a:cubicBezTo>
                    <a:cubicBezTo>
                      <a:pt x="3184" y="226"/>
                      <a:pt x="2657" y="0"/>
                      <a:pt x="210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454" name="Google Shape;2454;p60"/>
          <p:cNvSpPr txBox="1"/>
          <p:nvPr>
            <p:ph idx="4294967295" type="title"/>
          </p:nvPr>
        </p:nvSpPr>
        <p:spPr>
          <a:xfrm>
            <a:off x="0" y="152400"/>
            <a:ext cx="9144000" cy="150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8000">
                <a:solidFill>
                  <a:schemeClr val="accent2"/>
                </a:solidFill>
              </a:rPr>
              <a:t>04</a:t>
            </a:r>
            <a:endParaRPr sz="8000">
              <a:solidFill>
                <a:schemeClr val="accent2"/>
              </a:solidFill>
            </a:endParaRPr>
          </a:p>
        </p:txBody>
      </p:sp>
      <p:sp>
        <p:nvSpPr>
          <p:cNvPr id="2455" name="Google Shape;2455;p60"/>
          <p:cNvSpPr txBox="1"/>
          <p:nvPr>
            <p:ph type="title"/>
          </p:nvPr>
        </p:nvSpPr>
        <p:spPr>
          <a:xfrm>
            <a:off x="0" y="1751950"/>
            <a:ext cx="9144000" cy="1421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8900"/>
              <a:t>HOME       WORKS</a:t>
            </a:r>
            <a:endParaRPr sz="8900"/>
          </a:p>
        </p:txBody>
      </p:sp>
      <p:sp>
        <p:nvSpPr>
          <p:cNvPr id="2456" name="Google Shape;2456;p6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0" name="Shape 2460"/>
        <p:cNvGrpSpPr/>
        <p:nvPr/>
      </p:nvGrpSpPr>
      <p:grpSpPr>
        <a:xfrm>
          <a:off x="0" y="0"/>
          <a:ext cx="0" cy="0"/>
          <a:chOff x="0" y="0"/>
          <a:chExt cx="0" cy="0"/>
        </a:xfrm>
      </p:grpSpPr>
      <p:sp>
        <p:nvSpPr>
          <p:cNvPr id="2461" name="Google Shape;2461;p61"/>
          <p:cNvSpPr txBox="1"/>
          <p:nvPr/>
        </p:nvSpPr>
        <p:spPr>
          <a:xfrm>
            <a:off x="71425" y="913500"/>
            <a:ext cx="9072600" cy="240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700">
                <a:solidFill>
                  <a:schemeClr val="dk1"/>
                </a:solidFill>
                <a:latin typeface="Roboto"/>
                <a:ea typeface="Roboto"/>
                <a:cs typeface="Roboto"/>
                <a:sym typeface="Roboto"/>
              </a:rPr>
              <a:t>Bài 1: </a:t>
            </a:r>
            <a:r>
              <a:rPr lang="en" sz="1700">
                <a:solidFill>
                  <a:schemeClr val="dk1"/>
                </a:solidFill>
                <a:latin typeface="Roboto"/>
                <a:ea typeface="Roboto"/>
                <a:cs typeface="Roboto"/>
                <a:sym typeface="Roboto"/>
              </a:rPr>
              <a:t>(</a:t>
            </a:r>
            <a:r>
              <a:rPr lang="en" sz="1700">
                <a:solidFill>
                  <a:schemeClr val="dk1"/>
                </a:solidFill>
                <a:latin typeface="Roboto"/>
                <a:ea typeface="Roboto"/>
                <a:cs typeface="Roboto"/>
                <a:sym typeface="Roboto"/>
              </a:rPr>
              <a:t>Reverse)</a:t>
            </a:r>
            <a:r>
              <a:rPr b="1" lang="en" sz="1700">
                <a:solidFill>
                  <a:srgbClr val="245716"/>
                </a:solidFill>
                <a:latin typeface="Roboto"/>
                <a:ea typeface="Roboto"/>
                <a:cs typeface="Roboto"/>
                <a:sym typeface="Roboto"/>
              </a:rPr>
              <a:t> </a:t>
            </a:r>
            <a:r>
              <a:rPr lang="en" sz="1700">
                <a:solidFill>
                  <a:srgbClr val="245716"/>
                </a:solidFill>
                <a:latin typeface="Roboto"/>
                <a:ea typeface="Roboto"/>
                <a:cs typeface="Roboto"/>
                <a:sym typeface="Roboto"/>
              </a:rPr>
              <a:t>Cài đặt chương trình C cho phép nhập vào một xâu ký tự có độ dài không quá 1000, hãy đảo ngược chuỗi ký tự đó bằng hai cách:</a:t>
            </a:r>
            <a:endParaRPr sz="1700">
              <a:solidFill>
                <a:srgbClr val="245716"/>
              </a:solidFill>
              <a:latin typeface="Roboto"/>
              <a:ea typeface="Roboto"/>
              <a:cs typeface="Roboto"/>
              <a:sym typeface="Roboto"/>
            </a:endParaRPr>
          </a:p>
          <a:p>
            <a:pPr indent="457200" lvl="0" marL="0" rtl="0" algn="l">
              <a:spcBef>
                <a:spcPts val="1000"/>
              </a:spcBef>
              <a:spcAft>
                <a:spcPts val="0"/>
              </a:spcAft>
              <a:buNone/>
            </a:pPr>
            <a:r>
              <a:rPr b="1" lang="en" sz="1700">
                <a:solidFill>
                  <a:srgbClr val="245716"/>
                </a:solidFill>
                <a:latin typeface="Roboto"/>
                <a:ea typeface="Roboto"/>
                <a:cs typeface="Roboto"/>
                <a:sym typeface="Roboto"/>
              </a:rPr>
              <a:t>Cách 1: </a:t>
            </a:r>
            <a:r>
              <a:rPr lang="en" sz="1700">
                <a:solidFill>
                  <a:srgbClr val="245716"/>
                </a:solidFill>
                <a:latin typeface="Roboto"/>
                <a:ea typeface="Roboto"/>
                <a:cs typeface="Roboto"/>
                <a:sym typeface="Roboto"/>
              </a:rPr>
              <a:t>Dùng kỹ thuật xử lý mảng thông thường.</a:t>
            </a:r>
            <a:endParaRPr sz="1700">
              <a:solidFill>
                <a:srgbClr val="245716"/>
              </a:solidFill>
              <a:latin typeface="Roboto"/>
              <a:ea typeface="Roboto"/>
              <a:cs typeface="Roboto"/>
              <a:sym typeface="Roboto"/>
            </a:endParaRPr>
          </a:p>
          <a:p>
            <a:pPr indent="457200" lvl="0" marL="0" rtl="0" algn="l">
              <a:spcBef>
                <a:spcPts val="1000"/>
              </a:spcBef>
              <a:spcAft>
                <a:spcPts val="0"/>
              </a:spcAft>
              <a:buNone/>
            </a:pPr>
            <a:r>
              <a:rPr b="1" lang="en" sz="1700">
                <a:solidFill>
                  <a:srgbClr val="245716"/>
                </a:solidFill>
                <a:latin typeface="Roboto"/>
                <a:ea typeface="Roboto"/>
                <a:cs typeface="Roboto"/>
                <a:sym typeface="Roboto"/>
              </a:rPr>
              <a:t>Cách 2:</a:t>
            </a:r>
            <a:r>
              <a:rPr lang="en" sz="1700">
                <a:solidFill>
                  <a:srgbClr val="245716"/>
                </a:solidFill>
                <a:latin typeface="Roboto"/>
                <a:ea typeface="Roboto"/>
                <a:cs typeface="Roboto"/>
                <a:sym typeface="Roboto"/>
              </a:rPr>
              <a:t> Dùng cấu trúc dữ liệu </a:t>
            </a:r>
            <a:r>
              <a:rPr lang="en" sz="1700">
                <a:solidFill>
                  <a:schemeClr val="dk1"/>
                </a:solidFill>
                <a:latin typeface="Roboto"/>
                <a:ea typeface="Roboto"/>
                <a:cs typeface="Roboto"/>
                <a:sym typeface="Roboto"/>
              </a:rPr>
              <a:t>Stack</a:t>
            </a:r>
            <a:r>
              <a:rPr lang="en" sz="1700">
                <a:solidFill>
                  <a:srgbClr val="245716"/>
                </a:solidFill>
                <a:latin typeface="Roboto"/>
                <a:ea typeface="Roboto"/>
                <a:cs typeface="Roboto"/>
                <a:sym typeface="Roboto"/>
              </a:rPr>
              <a:t>.</a:t>
            </a:r>
            <a:endParaRPr sz="1700">
              <a:solidFill>
                <a:srgbClr val="245716"/>
              </a:solidFill>
              <a:latin typeface="Roboto"/>
              <a:ea typeface="Roboto"/>
              <a:cs typeface="Roboto"/>
              <a:sym typeface="Roboto"/>
            </a:endParaRPr>
          </a:p>
          <a:p>
            <a:pPr indent="0" lvl="0" marL="0" rtl="0" algn="l">
              <a:spcBef>
                <a:spcPts val="1000"/>
              </a:spcBef>
              <a:spcAft>
                <a:spcPts val="0"/>
              </a:spcAft>
              <a:buNone/>
            </a:pPr>
            <a:r>
              <a:rPr lang="en" sz="1700">
                <a:solidFill>
                  <a:srgbClr val="245716"/>
                </a:solidFill>
                <a:latin typeface="Roboto"/>
                <a:ea typeface="Roboto"/>
                <a:cs typeface="Roboto"/>
                <a:sym typeface="Roboto"/>
              </a:rPr>
              <a:t>Hãy đưa ra sự so sánh về hai cách làm trên.</a:t>
            </a:r>
            <a:endParaRPr sz="1700">
              <a:solidFill>
                <a:srgbClr val="245716"/>
              </a:solidFill>
              <a:latin typeface="Roboto"/>
              <a:ea typeface="Roboto"/>
              <a:cs typeface="Roboto"/>
              <a:sym typeface="Roboto"/>
            </a:endParaRPr>
          </a:p>
          <a:p>
            <a:pPr indent="0" lvl="0" marL="0" rtl="0" algn="l">
              <a:spcBef>
                <a:spcPts val="0"/>
              </a:spcBef>
              <a:spcAft>
                <a:spcPts val="0"/>
              </a:spcAft>
              <a:buNone/>
            </a:pPr>
            <a:r>
              <a:t/>
            </a:r>
            <a:endParaRPr b="1" sz="1700">
              <a:solidFill>
                <a:srgbClr val="245716"/>
              </a:solidFill>
              <a:latin typeface="Roboto"/>
              <a:ea typeface="Roboto"/>
              <a:cs typeface="Roboto"/>
              <a:sym typeface="Roboto"/>
            </a:endParaRPr>
          </a:p>
          <a:p>
            <a:pPr indent="0" lvl="0" marL="0" rtl="0" algn="l">
              <a:spcBef>
                <a:spcPts val="0"/>
              </a:spcBef>
              <a:spcAft>
                <a:spcPts val="0"/>
              </a:spcAft>
              <a:buNone/>
            </a:pPr>
            <a:r>
              <a:rPr b="1" lang="en" sz="1700">
                <a:solidFill>
                  <a:srgbClr val="245716"/>
                </a:solidFill>
                <a:latin typeface="Roboto"/>
                <a:ea typeface="Roboto"/>
                <a:cs typeface="Roboto"/>
                <a:sym typeface="Roboto"/>
              </a:rPr>
              <a:t>Ví dụ:</a:t>
            </a:r>
            <a:endParaRPr b="1" sz="1700">
              <a:solidFill>
                <a:srgbClr val="245716"/>
              </a:solidFill>
              <a:latin typeface="Roboto"/>
              <a:ea typeface="Roboto"/>
              <a:cs typeface="Roboto"/>
              <a:sym typeface="Roboto"/>
            </a:endParaRPr>
          </a:p>
        </p:txBody>
      </p:sp>
      <p:grpSp>
        <p:nvGrpSpPr>
          <p:cNvPr id="2462" name="Google Shape;2462;p61"/>
          <p:cNvGrpSpPr/>
          <p:nvPr/>
        </p:nvGrpSpPr>
        <p:grpSpPr>
          <a:xfrm>
            <a:off x="990155" y="360545"/>
            <a:ext cx="2711724" cy="362896"/>
            <a:chOff x="1148325" y="1752675"/>
            <a:chExt cx="5849275" cy="513000"/>
          </a:xfrm>
        </p:grpSpPr>
        <p:sp>
          <p:nvSpPr>
            <p:cNvPr id="2463" name="Google Shape;2463;p61"/>
            <p:cNvSpPr/>
            <p:nvPr/>
          </p:nvSpPr>
          <p:spPr>
            <a:xfrm>
              <a:off x="1148325" y="1752675"/>
              <a:ext cx="858900" cy="513000"/>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ua"/>
                  <a:ea typeface="Jua"/>
                  <a:cs typeface="Jua"/>
                  <a:sym typeface="Jua"/>
                </a:rPr>
                <a:t>S</a:t>
              </a:r>
              <a:endParaRPr>
                <a:solidFill>
                  <a:schemeClr val="dk1"/>
                </a:solidFill>
                <a:latin typeface="Jua"/>
                <a:ea typeface="Jua"/>
                <a:cs typeface="Jua"/>
                <a:sym typeface="Jua"/>
              </a:endParaRPr>
            </a:p>
          </p:txBody>
        </p:sp>
        <p:sp>
          <p:nvSpPr>
            <p:cNvPr id="2464" name="Google Shape;2464;p61"/>
            <p:cNvSpPr/>
            <p:nvPr/>
          </p:nvSpPr>
          <p:spPr>
            <a:xfrm>
              <a:off x="2146400"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2"/>
                  </a:solidFill>
                  <a:latin typeface="Jua"/>
                  <a:ea typeface="Jua"/>
                  <a:cs typeface="Jua"/>
                  <a:sym typeface="Jua"/>
                </a:rPr>
                <a:t>T</a:t>
              </a:r>
              <a:endParaRPr>
                <a:solidFill>
                  <a:schemeClr val="accent2"/>
                </a:solidFill>
                <a:latin typeface="Jua"/>
                <a:ea typeface="Jua"/>
                <a:cs typeface="Jua"/>
                <a:sym typeface="Jua"/>
              </a:endParaRPr>
            </a:p>
          </p:txBody>
        </p:sp>
        <p:sp>
          <p:nvSpPr>
            <p:cNvPr id="2465" name="Google Shape;2465;p61"/>
            <p:cNvSpPr/>
            <p:nvPr/>
          </p:nvSpPr>
          <p:spPr>
            <a:xfrm>
              <a:off x="314447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825418"/>
                  </a:solidFill>
                  <a:latin typeface="Jua"/>
                  <a:ea typeface="Jua"/>
                  <a:cs typeface="Jua"/>
                  <a:sym typeface="Jua"/>
                </a:rPr>
                <a:t>A</a:t>
              </a:r>
              <a:endParaRPr>
                <a:solidFill>
                  <a:srgbClr val="825418"/>
                </a:solidFill>
                <a:latin typeface="Jua"/>
                <a:ea typeface="Jua"/>
                <a:cs typeface="Jua"/>
                <a:sym typeface="Jua"/>
              </a:endParaRPr>
            </a:p>
          </p:txBody>
        </p:sp>
        <p:sp>
          <p:nvSpPr>
            <p:cNvPr id="2466" name="Google Shape;2466;p61"/>
            <p:cNvSpPr/>
            <p:nvPr/>
          </p:nvSpPr>
          <p:spPr>
            <a:xfrm>
              <a:off x="4142550"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0C3B1"/>
                  </a:solidFill>
                  <a:latin typeface="Jua"/>
                  <a:ea typeface="Jua"/>
                  <a:cs typeface="Jua"/>
                  <a:sym typeface="Jua"/>
                </a:rPr>
                <a:t>C</a:t>
              </a:r>
              <a:endParaRPr>
                <a:solidFill>
                  <a:srgbClr val="00C3B1"/>
                </a:solidFill>
                <a:latin typeface="Jua"/>
                <a:ea typeface="Jua"/>
                <a:cs typeface="Jua"/>
                <a:sym typeface="Jua"/>
              </a:endParaRPr>
            </a:p>
          </p:txBody>
        </p:sp>
        <p:sp>
          <p:nvSpPr>
            <p:cNvPr id="2467" name="Google Shape;2467;p61"/>
            <p:cNvSpPr/>
            <p:nvPr/>
          </p:nvSpPr>
          <p:spPr>
            <a:xfrm>
              <a:off x="514062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B5394"/>
                  </a:solidFill>
                  <a:latin typeface="Jua"/>
                  <a:ea typeface="Jua"/>
                  <a:cs typeface="Jua"/>
                  <a:sym typeface="Jua"/>
                </a:rPr>
                <a:t>K</a:t>
              </a:r>
              <a:endParaRPr>
                <a:solidFill>
                  <a:srgbClr val="0B5394"/>
                </a:solidFill>
                <a:latin typeface="Jua"/>
                <a:ea typeface="Jua"/>
                <a:cs typeface="Jua"/>
                <a:sym typeface="Jua"/>
              </a:endParaRPr>
            </a:p>
          </p:txBody>
        </p:sp>
        <p:sp>
          <p:nvSpPr>
            <p:cNvPr id="2468" name="Google Shape;2468;p61"/>
            <p:cNvSpPr/>
            <p:nvPr/>
          </p:nvSpPr>
          <p:spPr>
            <a:xfrm>
              <a:off x="6138700"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6"/>
                  </a:solidFill>
                  <a:latin typeface="Jua"/>
                  <a:ea typeface="Jua"/>
                  <a:cs typeface="Jua"/>
                  <a:sym typeface="Jua"/>
                </a:rPr>
                <a:t>S</a:t>
              </a:r>
              <a:endParaRPr>
                <a:solidFill>
                  <a:schemeClr val="accent6"/>
                </a:solidFill>
                <a:latin typeface="Jua"/>
                <a:ea typeface="Jua"/>
                <a:cs typeface="Jua"/>
                <a:sym typeface="Jua"/>
              </a:endParaRPr>
            </a:p>
          </p:txBody>
        </p:sp>
      </p:grpSp>
      <p:graphicFrame>
        <p:nvGraphicFramePr>
          <p:cNvPr id="2469" name="Google Shape;2469;p61"/>
          <p:cNvGraphicFramePr/>
          <p:nvPr/>
        </p:nvGraphicFramePr>
        <p:xfrm>
          <a:off x="952500" y="3340900"/>
          <a:ext cx="3000000" cy="3000000"/>
        </p:xfrm>
        <a:graphic>
          <a:graphicData uri="http://schemas.openxmlformats.org/drawingml/2006/table">
            <a:tbl>
              <a:tblPr>
                <a:noFill/>
                <a:tableStyleId>{6971F676-A290-492C-B086-79CF65801350}</a:tableStyleId>
              </a:tblPr>
              <a:tblGrid>
                <a:gridCol w="603250"/>
                <a:gridCol w="3341700"/>
                <a:gridCol w="3294050"/>
              </a:tblGrid>
              <a:tr h="381000">
                <a:tc>
                  <a:txBody>
                    <a:bodyPr/>
                    <a:lstStyle/>
                    <a:p>
                      <a:pPr indent="0" lvl="0" marL="0" rtl="0" algn="ctr">
                        <a:spcBef>
                          <a:spcPts val="0"/>
                        </a:spcBef>
                        <a:spcAft>
                          <a:spcPts val="0"/>
                        </a:spcAft>
                        <a:buNone/>
                      </a:pPr>
                      <a:r>
                        <a:rPr b="1" lang="en">
                          <a:solidFill>
                            <a:schemeClr val="accent3"/>
                          </a:solidFill>
                          <a:latin typeface="Consolas"/>
                          <a:ea typeface="Consolas"/>
                          <a:cs typeface="Consolas"/>
                          <a:sym typeface="Consolas"/>
                        </a:rPr>
                        <a:t>CASE</a:t>
                      </a:r>
                      <a:endParaRPr b="1">
                        <a:solidFill>
                          <a:schemeClr val="accent3"/>
                        </a:solidFill>
                        <a:latin typeface="Consolas"/>
                        <a:ea typeface="Consolas"/>
                        <a:cs typeface="Consolas"/>
                        <a:sym typeface="Consolas"/>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b="1" lang="en">
                          <a:solidFill>
                            <a:schemeClr val="accent3"/>
                          </a:solidFill>
                          <a:latin typeface="Consolas"/>
                          <a:ea typeface="Consolas"/>
                          <a:cs typeface="Consolas"/>
                          <a:sym typeface="Consolas"/>
                        </a:rPr>
                        <a:t>INPUT</a:t>
                      </a:r>
                      <a:endParaRPr b="1">
                        <a:solidFill>
                          <a:schemeClr val="accent3"/>
                        </a:solidFill>
                        <a:latin typeface="Consolas"/>
                        <a:ea typeface="Consolas"/>
                        <a:cs typeface="Consolas"/>
                        <a:sym typeface="Consolas"/>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b="1" lang="en">
                          <a:solidFill>
                            <a:schemeClr val="accent3"/>
                          </a:solidFill>
                          <a:latin typeface="Consolas"/>
                          <a:ea typeface="Consolas"/>
                          <a:cs typeface="Consolas"/>
                          <a:sym typeface="Consolas"/>
                        </a:rPr>
                        <a:t>OUTPUT</a:t>
                      </a:r>
                      <a:endParaRPr b="1">
                        <a:solidFill>
                          <a:schemeClr val="accent3"/>
                        </a:solidFill>
                        <a:latin typeface="Consolas"/>
                        <a:ea typeface="Consolas"/>
                        <a:cs typeface="Consolas"/>
                        <a:sym typeface="Consolas"/>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solidFill>
                      <a:schemeClr val="dk2"/>
                    </a:solidFill>
                  </a:tcPr>
                </a:tc>
              </a:tr>
              <a:tr h="381000">
                <a:tc>
                  <a:txBody>
                    <a:bodyPr/>
                    <a:lstStyle/>
                    <a:p>
                      <a:pPr indent="0" lvl="0" marL="0" rtl="0" algn="ctr">
                        <a:spcBef>
                          <a:spcPts val="0"/>
                        </a:spcBef>
                        <a:spcAft>
                          <a:spcPts val="0"/>
                        </a:spcAft>
                        <a:buNone/>
                      </a:pPr>
                      <a:r>
                        <a:rPr lang="en">
                          <a:solidFill>
                            <a:schemeClr val="accent3"/>
                          </a:solidFill>
                          <a:latin typeface="Consolas"/>
                          <a:ea typeface="Consolas"/>
                          <a:cs typeface="Consolas"/>
                          <a:sym typeface="Consolas"/>
                        </a:rPr>
                        <a:t>1</a:t>
                      </a:r>
                      <a:endParaRPr>
                        <a:solidFill>
                          <a:schemeClr val="accent3"/>
                        </a:solidFill>
                        <a:latin typeface="Consolas"/>
                        <a:ea typeface="Consolas"/>
                        <a:cs typeface="Consolas"/>
                        <a:sym typeface="Consolas"/>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l">
                        <a:spcBef>
                          <a:spcPts val="0"/>
                        </a:spcBef>
                        <a:spcAft>
                          <a:spcPts val="0"/>
                        </a:spcAft>
                        <a:buNone/>
                      </a:pPr>
                      <a:r>
                        <a:rPr lang="en">
                          <a:latin typeface="Consolas"/>
                          <a:ea typeface="Consolas"/>
                          <a:cs typeface="Consolas"/>
                          <a:sym typeface="Consolas"/>
                        </a:rPr>
                        <a:t>abcdef</a:t>
                      </a:r>
                      <a:endParaRPr>
                        <a:latin typeface="Consolas"/>
                        <a:ea typeface="Consolas"/>
                        <a:cs typeface="Consolas"/>
                        <a:sym typeface="Consolas"/>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l">
                        <a:spcBef>
                          <a:spcPts val="0"/>
                        </a:spcBef>
                        <a:spcAft>
                          <a:spcPts val="0"/>
                        </a:spcAft>
                        <a:buNone/>
                      </a:pPr>
                      <a:r>
                        <a:rPr lang="en">
                          <a:latin typeface="Consolas"/>
                          <a:ea typeface="Consolas"/>
                          <a:cs typeface="Consolas"/>
                          <a:sym typeface="Consolas"/>
                        </a:rPr>
                        <a:t>fedcba</a:t>
                      </a:r>
                      <a:endParaRPr>
                        <a:latin typeface="Consolas"/>
                        <a:ea typeface="Consolas"/>
                        <a:cs typeface="Consolas"/>
                        <a:sym typeface="Consolas"/>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a:solidFill>
                            <a:schemeClr val="accent3"/>
                          </a:solidFill>
                          <a:latin typeface="Consolas"/>
                          <a:ea typeface="Consolas"/>
                          <a:cs typeface="Consolas"/>
                          <a:sym typeface="Consolas"/>
                        </a:rPr>
                        <a:t>2</a:t>
                      </a:r>
                      <a:endParaRPr>
                        <a:solidFill>
                          <a:schemeClr val="accent3"/>
                        </a:solidFill>
                        <a:latin typeface="Consolas"/>
                        <a:ea typeface="Consolas"/>
                        <a:cs typeface="Consolas"/>
                        <a:sym typeface="Consolas"/>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l">
                        <a:spcBef>
                          <a:spcPts val="0"/>
                        </a:spcBef>
                        <a:spcAft>
                          <a:spcPts val="0"/>
                        </a:spcAft>
                        <a:buNone/>
                      </a:pPr>
                      <a:r>
                        <a:rPr lang="en">
                          <a:latin typeface="Consolas"/>
                          <a:ea typeface="Consolas"/>
                          <a:cs typeface="Consolas"/>
                          <a:sym typeface="Consolas"/>
                        </a:rPr>
                        <a:t>123456</a:t>
                      </a:r>
                      <a:endParaRPr>
                        <a:latin typeface="Consolas"/>
                        <a:ea typeface="Consolas"/>
                        <a:cs typeface="Consolas"/>
                        <a:sym typeface="Consolas"/>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l">
                        <a:spcBef>
                          <a:spcPts val="0"/>
                        </a:spcBef>
                        <a:spcAft>
                          <a:spcPts val="0"/>
                        </a:spcAft>
                        <a:buNone/>
                      </a:pPr>
                      <a:r>
                        <a:rPr lang="en">
                          <a:latin typeface="Consolas"/>
                          <a:ea typeface="Consolas"/>
                          <a:cs typeface="Consolas"/>
                          <a:sym typeface="Consolas"/>
                        </a:rPr>
                        <a:t>654321</a:t>
                      </a:r>
                      <a:endParaRPr>
                        <a:latin typeface="Consolas"/>
                        <a:ea typeface="Consolas"/>
                        <a:cs typeface="Consolas"/>
                        <a:sym typeface="Consolas"/>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a:solidFill>
                            <a:schemeClr val="accent3"/>
                          </a:solidFill>
                          <a:latin typeface="Consolas"/>
                          <a:ea typeface="Consolas"/>
                          <a:cs typeface="Consolas"/>
                          <a:sym typeface="Consolas"/>
                        </a:rPr>
                        <a:t>3</a:t>
                      </a:r>
                      <a:endParaRPr>
                        <a:solidFill>
                          <a:schemeClr val="accent3"/>
                        </a:solidFill>
                        <a:latin typeface="Consolas"/>
                        <a:ea typeface="Consolas"/>
                        <a:cs typeface="Consolas"/>
                        <a:sym typeface="Consolas"/>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l">
                        <a:spcBef>
                          <a:spcPts val="0"/>
                        </a:spcBef>
                        <a:spcAft>
                          <a:spcPts val="0"/>
                        </a:spcAft>
                        <a:buNone/>
                      </a:pPr>
                      <a:r>
                        <a:rPr lang="en">
                          <a:latin typeface="Consolas"/>
                          <a:ea typeface="Consolas"/>
                          <a:cs typeface="Consolas"/>
                          <a:sym typeface="Consolas"/>
                        </a:rPr>
                        <a:t>gnuhnoomalhpoahtvh</a:t>
                      </a:r>
                      <a:endParaRPr>
                        <a:latin typeface="Consolas"/>
                        <a:ea typeface="Consolas"/>
                        <a:cs typeface="Consolas"/>
                        <a:sym typeface="Consolas"/>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l">
                        <a:spcBef>
                          <a:spcPts val="0"/>
                        </a:spcBef>
                        <a:spcAft>
                          <a:spcPts val="0"/>
                        </a:spcAft>
                        <a:buNone/>
                      </a:pPr>
                      <a:r>
                        <a:rPr lang="en">
                          <a:latin typeface="Consolas"/>
                          <a:ea typeface="Consolas"/>
                          <a:cs typeface="Consolas"/>
                          <a:sym typeface="Consolas"/>
                        </a:rPr>
                        <a:t>hvthaophlamppnhung</a:t>
                      </a:r>
                      <a:endParaRPr>
                        <a:latin typeface="Consolas"/>
                        <a:ea typeface="Consolas"/>
                        <a:cs typeface="Consolas"/>
                        <a:sym typeface="Consolas"/>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r>
            </a:tbl>
          </a:graphicData>
        </a:graphic>
      </p:graphicFrame>
      <p:sp>
        <p:nvSpPr>
          <p:cNvPr id="2470" name="Google Shape;2470;p6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4" name="Shape 2474"/>
        <p:cNvGrpSpPr/>
        <p:nvPr/>
      </p:nvGrpSpPr>
      <p:grpSpPr>
        <a:xfrm>
          <a:off x="0" y="0"/>
          <a:ext cx="0" cy="0"/>
          <a:chOff x="0" y="0"/>
          <a:chExt cx="0" cy="0"/>
        </a:xfrm>
      </p:grpSpPr>
      <p:sp>
        <p:nvSpPr>
          <p:cNvPr id="2475" name="Google Shape;2475;p62"/>
          <p:cNvSpPr txBox="1"/>
          <p:nvPr/>
        </p:nvSpPr>
        <p:spPr>
          <a:xfrm>
            <a:off x="71425" y="913500"/>
            <a:ext cx="9072600" cy="182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700">
                <a:solidFill>
                  <a:schemeClr val="dk1"/>
                </a:solidFill>
                <a:latin typeface="Roboto"/>
                <a:ea typeface="Roboto"/>
                <a:cs typeface="Roboto"/>
                <a:sym typeface="Roboto"/>
              </a:rPr>
              <a:t>Bài 2: </a:t>
            </a:r>
            <a:r>
              <a:rPr lang="en" sz="1700">
                <a:solidFill>
                  <a:schemeClr val="dk1"/>
                </a:solidFill>
                <a:latin typeface="Roboto"/>
                <a:ea typeface="Roboto"/>
                <a:cs typeface="Roboto"/>
                <a:sym typeface="Roboto"/>
              </a:rPr>
              <a:t>(Parenthesis)</a:t>
            </a:r>
            <a:r>
              <a:rPr lang="en" sz="1700">
                <a:solidFill>
                  <a:srgbClr val="245716"/>
                </a:solidFill>
                <a:latin typeface="Roboto"/>
                <a:ea typeface="Roboto"/>
                <a:cs typeface="Roboto"/>
                <a:sym typeface="Roboto"/>
              </a:rPr>
              <a:t> Viết chương trình C cho phép học sinh nhập vào một chuỗi lưu trữ dãy các số, phép tính và dấu ngoặc ( ), [ ], { }, chương trình kiểm tra tính hợp lệ của các dấu ngoặc của dãy phép tính. Nếu dãy phép tính chưa hợp lệ, hãy chỉ ra vị trí lỗi sai và </a:t>
            </a:r>
            <a:r>
              <a:rPr b="1" lang="en" sz="1700">
                <a:solidFill>
                  <a:srgbClr val="245716"/>
                </a:solidFill>
                <a:latin typeface="Roboto"/>
                <a:ea typeface="Roboto"/>
                <a:cs typeface="Roboto"/>
                <a:sym typeface="Roboto"/>
              </a:rPr>
              <a:t>đề xuất </a:t>
            </a:r>
            <a:r>
              <a:rPr lang="en" sz="1700">
                <a:solidFill>
                  <a:srgbClr val="245716"/>
                </a:solidFill>
                <a:latin typeface="Roboto"/>
                <a:ea typeface="Roboto"/>
                <a:cs typeface="Roboto"/>
                <a:sym typeface="Roboto"/>
              </a:rPr>
              <a:t>một phương án phép tính hợp lệ.</a:t>
            </a:r>
            <a:endParaRPr sz="1700">
              <a:solidFill>
                <a:srgbClr val="245716"/>
              </a:solidFill>
              <a:latin typeface="Roboto"/>
              <a:ea typeface="Roboto"/>
              <a:cs typeface="Roboto"/>
              <a:sym typeface="Roboto"/>
            </a:endParaRPr>
          </a:p>
          <a:p>
            <a:pPr indent="0" lvl="0" marL="0" rtl="0" algn="l">
              <a:spcBef>
                <a:spcPts val="1000"/>
              </a:spcBef>
              <a:spcAft>
                <a:spcPts val="0"/>
              </a:spcAft>
              <a:buNone/>
            </a:pPr>
            <a:r>
              <a:rPr lang="en" sz="1700">
                <a:solidFill>
                  <a:srgbClr val="245716"/>
                </a:solidFill>
                <a:latin typeface="Roboto"/>
                <a:ea typeface="Roboto"/>
                <a:cs typeface="Roboto"/>
                <a:sym typeface="Roboto"/>
              </a:rPr>
              <a:t>Biết rằng các dấu ngoặc luôn được nhập vào theo cặp một cách đầy đủ và luôn đứng đúng vị trí.</a:t>
            </a:r>
            <a:endParaRPr sz="1700">
              <a:solidFill>
                <a:srgbClr val="245716"/>
              </a:solidFill>
              <a:latin typeface="Roboto"/>
              <a:ea typeface="Roboto"/>
              <a:cs typeface="Roboto"/>
              <a:sym typeface="Roboto"/>
            </a:endParaRPr>
          </a:p>
          <a:p>
            <a:pPr indent="0" lvl="0" marL="0" rtl="0" algn="l">
              <a:spcBef>
                <a:spcPts val="1000"/>
              </a:spcBef>
              <a:spcAft>
                <a:spcPts val="1000"/>
              </a:spcAft>
              <a:buNone/>
            </a:pPr>
            <a:r>
              <a:rPr b="1" lang="en" sz="1700">
                <a:solidFill>
                  <a:srgbClr val="245716"/>
                </a:solidFill>
                <a:latin typeface="Roboto"/>
                <a:ea typeface="Roboto"/>
                <a:cs typeface="Roboto"/>
                <a:sym typeface="Roboto"/>
              </a:rPr>
              <a:t>Ví dụ</a:t>
            </a:r>
            <a:r>
              <a:rPr lang="en" sz="1700">
                <a:solidFill>
                  <a:srgbClr val="245716"/>
                </a:solidFill>
                <a:latin typeface="Roboto"/>
                <a:ea typeface="Roboto"/>
                <a:cs typeface="Roboto"/>
                <a:sym typeface="Roboto"/>
              </a:rPr>
              <a:t>:</a:t>
            </a:r>
            <a:endParaRPr sz="1700">
              <a:solidFill>
                <a:srgbClr val="245716"/>
              </a:solidFill>
              <a:latin typeface="Roboto"/>
              <a:ea typeface="Roboto"/>
              <a:cs typeface="Roboto"/>
              <a:sym typeface="Roboto"/>
            </a:endParaRPr>
          </a:p>
        </p:txBody>
      </p:sp>
      <p:grpSp>
        <p:nvGrpSpPr>
          <p:cNvPr id="2476" name="Google Shape;2476;p62"/>
          <p:cNvGrpSpPr/>
          <p:nvPr/>
        </p:nvGrpSpPr>
        <p:grpSpPr>
          <a:xfrm>
            <a:off x="990155" y="360545"/>
            <a:ext cx="2711724" cy="362896"/>
            <a:chOff x="1148325" y="1752675"/>
            <a:chExt cx="5849275" cy="513000"/>
          </a:xfrm>
        </p:grpSpPr>
        <p:sp>
          <p:nvSpPr>
            <p:cNvPr id="2477" name="Google Shape;2477;p62"/>
            <p:cNvSpPr/>
            <p:nvPr/>
          </p:nvSpPr>
          <p:spPr>
            <a:xfrm>
              <a:off x="1148325" y="1752675"/>
              <a:ext cx="858900" cy="513000"/>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ua"/>
                  <a:ea typeface="Jua"/>
                  <a:cs typeface="Jua"/>
                  <a:sym typeface="Jua"/>
                </a:rPr>
                <a:t>S</a:t>
              </a:r>
              <a:endParaRPr>
                <a:solidFill>
                  <a:schemeClr val="dk1"/>
                </a:solidFill>
                <a:latin typeface="Jua"/>
                <a:ea typeface="Jua"/>
                <a:cs typeface="Jua"/>
                <a:sym typeface="Jua"/>
              </a:endParaRPr>
            </a:p>
          </p:txBody>
        </p:sp>
        <p:sp>
          <p:nvSpPr>
            <p:cNvPr id="2478" name="Google Shape;2478;p62"/>
            <p:cNvSpPr/>
            <p:nvPr/>
          </p:nvSpPr>
          <p:spPr>
            <a:xfrm>
              <a:off x="2146400" y="1752675"/>
              <a:ext cx="858900" cy="513000"/>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2"/>
                  </a:solidFill>
                  <a:latin typeface="Jua"/>
                  <a:ea typeface="Jua"/>
                  <a:cs typeface="Jua"/>
                  <a:sym typeface="Jua"/>
                </a:rPr>
                <a:t>T</a:t>
              </a:r>
              <a:endParaRPr>
                <a:solidFill>
                  <a:schemeClr val="accent2"/>
                </a:solidFill>
                <a:latin typeface="Jua"/>
                <a:ea typeface="Jua"/>
                <a:cs typeface="Jua"/>
                <a:sym typeface="Jua"/>
              </a:endParaRPr>
            </a:p>
          </p:txBody>
        </p:sp>
        <p:sp>
          <p:nvSpPr>
            <p:cNvPr id="2479" name="Google Shape;2479;p62"/>
            <p:cNvSpPr/>
            <p:nvPr/>
          </p:nvSpPr>
          <p:spPr>
            <a:xfrm>
              <a:off x="3144475" y="1752675"/>
              <a:ext cx="858900" cy="513000"/>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825418"/>
                  </a:solidFill>
                  <a:latin typeface="Jua"/>
                  <a:ea typeface="Jua"/>
                  <a:cs typeface="Jua"/>
                  <a:sym typeface="Jua"/>
                </a:rPr>
                <a:t>A</a:t>
              </a:r>
              <a:endParaRPr>
                <a:solidFill>
                  <a:srgbClr val="825418"/>
                </a:solidFill>
                <a:latin typeface="Jua"/>
                <a:ea typeface="Jua"/>
                <a:cs typeface="Jua"/>
                <a:sym typeface="Jua"/>
              </a:endParaRPr>
            </a:p>
          </p:txBody>
        </p:sp>
        <p:sp>
          <p:nvSpPr>
            <p:cNvPr id="2480" name="Google Shape;2480;p62"/>
            <p:cNvSpPr/>
            <p:nvPr/>
          </p:nvSpPr>
          <p:spPr>
            <a:xfrm>
              <a:off x="4142550"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0C3B1"/>
                  </a:solidFill>
                  <a:latin typeface="Jua"/>
                  <a:ea typeface="Jua"/>
                  <a:cs typeface="Jua"/>
                  <a:sym typeface="Jua"/>
                </a:rPr>
                <a:t>C</a:t>
              </a:r>
              <a:endParaRPr>
                <a:solidFill>
                  <a:srgbClr val="00C3B1"/>
                </a:solidFill>
                <a:latin typeface="Jua"/>
                <a:ea typeface="Jua"/>
                <a:cs typeface="Jua"/>
                <a:sym typeface="Jua"/>
              </a:endParaRPr>
            </a:p>
          </p:txBody>
        </p:sp>
        <p:sp>
          <p:nvSpPr>
            <p:cNvPr id="2481" name="Google Shape;2481;p62"/>
            <p:cNvSpPr/>
            <p:nvPr/>
          </p:nvSpPr>
          <p:spPr>
            <a:xfrm>
              <a:off x="514062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B5394"/>
                  </a:solidFill>
                  <a:latin typeface="Jua"/>
                  <a:ea typeface="Jua"/>
                  <a:cs typeface="Jua"/>
                  <a:sym typeface="Jua"/>
                </a:rPr>
                <a:t>K</a:t>
              </a:r>
              <a:endParaRPr>
                <a:solidFill>
                  <a:srgbClr val="0B5394"/>
                </a:solidFill>
                <a:latin typeface="Jua"/>
                <a:ea typeface="Jua"/>
                <a:cs typeface="Jua"/>
                <a:sym typeface="Jua"/>
              </a:endParaRPr>
            </a:p>
          </p:txBody>
        </p:sp>
        <p:sp>
          <p:nvSpPr>
            <p:cNvPr id="2482" name="Google Shape;2482;p62"/>
            <p:cNvSpPr/>
            <p:nvPr/>
          </p:nvSpPr>
          <p:spPr>
            <a:xfrm>
              <a:off x="6138700"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6"/>
                  </a:solidFill>
                  <a:latin typeface="Jua"/>
                  <a:ea typeface="Jua"/>
                  <a:cs typeface="Jua"/>
                  <a:sym typeface="Jua"/>
                </a:rPr>
                <a:t>S</a:t>
              </a:r>
              <a:endParaRPr>
                <a:solidFill>
                  <a:schemeClr val="accent6"/>
                </a:solidFill>
                <a:latin typeface="Jua"/>
                <a:ea typeface="Jua"/>
                <a:cs typeface="Jua"/>
                <a:sym typeface="Jua"/>
              </a:endParaRPr>
            </a:p>
          </p:txBody>
        </p:sp>
      </p:grpSp>
      <p:graphicFrame>
        <p:nvGraphicFramePr>
          <p:cNvPr id="2483" name="Google Shape;2483;p62"/>
          <p:cNvGraphicFramePr/>
          <p:nvPr/>
        </p:nvGraphicFramePr>
        <p:xfrm>
          <a:off x="952500" y="3036100"/>
          <a:ext cx="3000000" cy="3000000"/>
        </p:xfrm>
        <a:graphic>
          <a:graphicData uri="http://schemas.openxmlformats.org/drawingml/2006/table">
            <a:tbl>
              <a:tblPr>
                <a:noFill/>
                <a:tableStyleId>{6971F676-A290-492C-B086-79CF65801350}</a:tableStyleId>
              </a:tblPr>
              <a:tblGrid>
                <a:gridCol w="603250"/>
                <a:gridCol w="3341700"/>
                <a:gridCol w="3294050"/>
              </a:tblGrid>
              <a:tr h="381000">
                <a:tc>
                  <a:txBody>
                    <a:bodyPr/>
                    <a:lstStyle/>
                    <a:p>
                      <a:pPr indent="0" lvl="0" marL="0" rtl="0" algn="ctr">
                        <a:spcBef>
                          <a:spcPts val="0"/>
                        </a:spcBef>
                        <a:spcAft>
                          <a:spcPts val="0"/>
                        </a:spcAft>
                        <a:buNone/>
                      </a:pPr>
                      <a:r>
                        <a:rPr b="1" lang="en">
                          <a:solidFill>
                            <a:schemeClr val="accent3"/>
                          </a:solidFill>
                          <a:latin typeface="Consolas"/>
                          <a:ea typeface="Consolas"/>
                          <a:cs typeface="Consolas"/>
                          <a:sym typeface="Consolas"/>
                        </a:rPr>
                        <a:t>CASE</a:t>
                      </a:r>
                      <a:endParaRPr b="1">
                        <a:solidFill>
                          <a:schemeClr val="accent3"/>
                        </a:solidFill>
                        <a:latin typeface="Consolas"/>
                        <a:ea typeface="Consolas"/>
                        <a:cs typeface="Consolas"/>
                        <a:sym typeface="Consolas"/>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b="1" lang="en">
                          <a:solidFill>
                            <a:schemeClr val="accent3"/>
                          </a:solidFill>
                          <a:latin typeface="Consolas"/>
                          <a:ea typeface="Consolas"/>
                          <a:cs typeface="Consolas"/>
                          <a:sym typeface="Consolas"/>
                        </a:rPr>
                        <a:t>INPUT</a:t>
                      </a:r>
                      <a:endParaRPr b="1">
                        <a:solidFill>
                          <a:schemeClr val="accent3"/>
                        </a:solidFill>
                        <a:latin typeface="Consolas"/>
                        <a:ea typeface="Consolas"/>
                        <a:cs typeface="Consolas"/>
                        <a:sym typeface="Consolas"/>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b="1" lang="en">
                          <a:solidFill>
                            <a:schemeClr val="accent3"/>
                          </a:solidFill>
                          <a:latin typeface="Consolas"/>
                          <a:ea typeface="Consolas"/>
                          <a:cs typeface="Consolas"/>
                          <a:sym typeface="Consolas"/>
                        </a:rPr>
                        <a:t>OUTPUT</a:t>
                      </a:r>
                      <a:endParaRPr b="1">
                        <a:solidFill>
                          <a:schemeClr val="accent3"/>
                        </a:solidFill>
                        <a:latin typeface="Consolas"/>
                        <a:ea typeface="Consolas"/>
                        <a:cs typeface="Consolas"/>
                        <a:sym typeface="Consolas"/>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solidFill>
                      <a:schemeClr val="dk2"/>
                    </a:solidFill>
                  </a:tcPr>
                </a:tc>
              </a:tr>
              <a:tr h="381000">
                <a:tc>
                  <a:txBody>
                    <a:bodyPr/>
                    <a:lstStyle/>
                    <a:p>
                      <a:pPr indent="0" lvl="0" marL="0" rtl="0" algn="ctr">
                        <a:spcBef>
                          <a:spcPts val="0"/>
                        </a:spcBef>
                        <a:spcAft>
                          <a:spcPts val="0"/>
                        </a:spcAft>
                        <a:buNone/>
                      </a:pPr>
                      <a:r>
                        <a:rPr lang="en">
                          <a:solidFill>
                            <a:schemeClr val="accent3"/>
                          </a:solidFill>
                          <a:latin typeface="Consolas"/>
                          <a:ea typeface="Consolas"/>
                          <a:cs typeface="Consolas"/>
                          <a:sym typeface="Consolas"/>
                        </a:rPr>
                        <a:t>1</a:t>
                      </a:r>
                      <a:endParaRPr>
                        <a:solidFill>
                          <a:schemeClr val="accent3"/>
                        </a:solidFill>
                        <a:latin typeface="Consolas"/>
                        <a:ea typeface="Consolas"/>
                        <a:cs typeface="Consolas"/>
                        <a:sym typeface="Consolas"/>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l">
                        <a:spcBef>
                          <a:spcPts val="0"/>
                        </a:spcBef>
                        <a:spcAft>
                          <a:spcPts val="0"/>
                        </a:spcAft>
                        <a:buNone/>
                      </a:pPr>
                      <a:r>
                        <a:rPr lang="en">
                          <a:latin typeface="Consolas"/>
                          <a:ea typeface="Consolas"/>
                          <a:cs typeface="Consolas"/>
                          <a:sym typeface="Consolas"/>
                        </a:rPr>
                        <a:t>[(2+3)*4}+3</a:t>
                      </a:r>
                      <a:endParaRPr>
                        <a:latin typeface="Consolas"/>
                        <a:ea typeface="Consolas"/>
                        <a:cs typeface="Consolas"/>
                        <a:sym typeface="Consolas"/>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l">
                        <a:spcBef>
                          <a:spcPts val="0"/>
                        </a:spcBef>
                        <a:spcAft>
                          <a:spcPts val="0"/>
                        </a:spcAft>
                        <a:buNone/>
                      </a:pPr>
                      <a:r>
                        <a:rPr lang="en">
                          <a:latin typeface="Consolas"/>
                          <a:ea typeface="Consolas"/>
                          <a:cs typeface="Consolas"/>
                          <a:sym typeface="Consolas"/>
                        </a:rPr>
                        <a:t>Error at 8</a:t>
                      </a:r>
                      <a:endParaRPr>
                        <a:latin typeface="Consolas"/>
                        <a:ea typeface="Consolas"/>
                        <a:cs typeface="Consolas"/>
                        <a:sym typeface="Consolas"/>
                      </a:endParaRPr>
                    </a:p>
                    <a:p>
                      <a:pPr indent="0" lvl="0" marL="0" rtl="0" algn="l">
                        <a:spcBef>
                          <a:spcPts val="0"/>
                        </a:spcBef>
                        <a:spcAft>
                          <a:spcPts val="0"/>
                        </a:spcAft>
                        <a:buNone/>
                      </a:pPr>
                      <a:r>
                        <a:rPr lang="en">
                          <a:latin typeface="Consolas"/>
                          <a:ea typeface="Consolas"/>
                          <a:cs typeface="Consolas"/>
                          <a:sym typeface="Consolas"/>
                        </a:rPr>
                        <a:t>[(2+3)*4]+3</a:t>
                      </a:r>
                      <a:endParaRPr>
                        <a:latin typeface="Consolas"/>
                        <a:ea typeface="Consolas"/>
                        <a:cs typeface="Consolas"/>
                        <a:sym typeface="Consolas"/>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a:solidFill>
                            <a:schemeClr val="accent3"/>
                          </a:solidFill>
                          <a:latin typeface="Consolas"/>
                          <a:ea typeface="Consolas"/>
                          <a:cs typeface="Consolas"/>
                          <a:sym typeface="Consolas"/>
                        </a:rPr>
                        <a:t>2</a:t>
                      </a:r>
                      <a:endParaRPr>
                        <a:solidFill>
                          <a:schemeClr val="accent3"/>
                        </a:solidFill>
                        <a:latin typeface="Consolas"/>
                        <a:ea typeface="Consolas"/>
                        <a:cs typeface="Consolas"/>
                        <a:sym typeface="Consolas"/>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l">
                        <a:spcBef>
                          <a:spcPts val="0"/>
                        </a:spcBef>
                        <a:spcAft>
                          <a:spcPts val="0"/>
                        </a:spcAft>
                        <a:buNone/>
                      </a:pPr>
                      <a:r>
                        <a:rPr lang="en">
                          <a:latin typeface="Consolas"/>
                          <a:ea typeface="Consolas"/>
                          <a:cs typeface="Consolas"/>
                          <a:sym typeface="Consolas"/>
                        </a:rPr>
                        <a:t>{-1+2*[3+5*(1-3]:2}-2)</a:t>
                      </a:r>
                      <a:endParaRPr>
                        <a:latin typeface="Consolas"/>
                        <a:ea typeface="Consolas"/>
                        <a:cs typeface="Consolas"/>
                        <a:sym typeface="Consolas"/>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l">
                        <a:spcBef>
                          <a:spcPts val="0"/>
                        </a:spcBef>
                        <a:spcAft>
                          <a:spcPts val="0"/>
                        </a:spcAft>
                        <a:buNone/>
                      </a:pPr>
                      <a:r>
                        <a:rPr lang="en">
                          <a:latin typeface="Consolas"/>
                          <a:ea typeface="Consolas"/>
                          <a:cs typeface="Consolas"/>
                          <a:sym typeface="Consolas"/>
                        </a:rPr>
                        <a:t>Error at 15, 18, 21</a:t>
                      </a:r>
                      <a:endParaRPr>
                        <a:latin typeface="Consolas"/>
                        <a:ea typeface="Consolas"/>
                        <a:cs typeface="Consolas"/>
                        <a:sym typeface="Consolas"/>
                      </a:endParaRPr>
                    </a:p>
                    <a:p>
                      <a:pPr indent="0" lvl="0" marL="0" rtl="0" algn="l">
                        <a:spcBef>
                          <a:spcPts val="0"/>
                        </a:spcBef>
                        <a:spcAft>
                          <a:spcPts val="0"/>
                        </a:spcAft>
                        <a:buNone/>
                      </a:pPr>
                      <a:r>
                        <a:rPr lang="en">
                          <a:latin typeface="Consolas"/>
                          <a:ea typeface="Consolas"/>
                          <a:cs typeface="Consolas"/>
                          <a:sym typeface="Consolas"/>
                        </a:rPr>
                        <a:t>{-1+2*[3+5*(1-3):2]-2}</a:t>
                      </a:r>
                      <a:endParaRPr>
                        <a:latin typeface="Consolas"/>
                        <a:ea typeface="Consolas"/>
                        <a:cs typeface="Consolas"/>
                        <a:sym typeface="Consolas"/>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a:solidFill>
                            <a:schemeClr val="accent3"/>
                          </a:solidFill>
                          <a:latin typeface="Consolas"/>
                          <a:ea typeface="Consolas"/>
                          <a:cs typeface="Consolas"/>
                          <a:sym typeface="Consolas"/>
                        </a:rPr>
                        <a:t>3</a:t>
                      </a:r>
                      <a:endParaRPr>
                        <a:solidFill>
                          <a:schemeClr val="accent3"/>
                        </a:solidFill>
                        <a:latin typeface="Consolas"/>
                        <a:ea typeface="Consolas"/>
                        <a:cs typeface="Consolas"/>
                        <a:sym typeface="Consolas"/>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l">
                        <a:spcBef>
                          <a:spcPts val="0"/>
                        </a:spcBef>
                        <a:spcAft>
                          <a:spcPts val="0"/>
                        </a:spcAft>
                        <a:buNone/>
                      </a:pPr>
                      <a:r>
                        <a:rPr lang="en">
                          <a:latin typeface="Consolas"/>
                          <a:ea typeface="Consolas"/>
                          <a:cs typeface="Consolas"/>
                          <a:sym typeface="Consolas"/>
                        </a:rPr>
                        <a:t>(1+2)*3+(4*5)</a:t>
                      </a:r>
                      <a:endParaRPr>
                        <a:latin typeface="Consolas"/>
                        <a:ea typeface="Consolas"/>
                        <a:cs typeface="Consolas"/>
                        <a:sym typeface="Consolas"/>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l">
                        <a:spcBef>
                          <a:spcPts val="0"/>
                        </a:spcBef>
                        <a:spcAft>
                          <a:spcPts val="0"/>
                        </a:spcAft>
                        <a:buNone/>
                      </a:pPr>
                      <a:r>
                        <a:rPr lang="en">
                          <a:latin typeface="Consolas"/>
                          <a:ea typeface="Consolas"/>
                          <a:cs typeface="Consolas"/>
                          <a:sym typeface="Consolas"/>
                        </a:rPr>
                        <a:t>No error.</a:t>
                      </a:r>
                      <a:endParaRPr>
                        <a:latin typeface="Consolas"/>
                        <a:ea typeface="Consolas"/>
                        <a:cs typeface="Consolas"/>
                        <a:sym typeface="Consolas"/>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r>
            </a:tbl>
          </a:graphicData>
        </a:graphic>
      </p:graphicFrame>
      <p:sp>
        <p:nvSpPr>
          <p:cNvPr id="2484" name="Google Shape;2484;p6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8" name="Shape 2488"/>
        <p:cNvGrpSpPr/>
        <p:nvPr/>
      </p:nvGrpSpPr>
      <p:grpSpPr>
        <a:xfrm>
          <a:off x="0" y="0"/>
          <a:ext cx="0" cy="0"/>
          <a:chOff x="0" y="0"/>
          <a:chExt cx="0" cy="0"/>
        </a:xfrm>
      </p:grpSpPr>
      <p:sp>
        <p:nvSpPr>
          <p:cNvPr id="2489" name="Google Shape;2489;p63"/>
          <p:cNvSpPr txBox="1"/>
          <p:nvPr/>
        </p:nvSpPr>
        <p:spPr>
          <a:xfrm>
            <a:off x="71425" y="913500"/>
            <a:ext cx="9072600" cy="182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700">
                <a:solidFill>
                  <a:schemeClr val="dk1"/>
                </a:solidFill>
                <a:latin typeface="Roboto"/>
                <a:ea typeface="Roboto"/>
                <a:cs typeface="Roboto"/>
                <a:sym typeface="Roboto"/>
              </a:rPr>
              <a:t>Bài 3: </a:t>
            </a:r>
            <a:r>
              <a:rPr lang="en" sz="1700">
                <a:solidFill>
                  <a:schemeClr val="dk1"/>
                </a:solidFill>
                <a:latin typeface="Roboto"/>
                <a:ea typeface="Roboto"/>
                <a:cs typeface="Roboto"/>
                <a:sym typeface="Roboto"/>
              </a:rPr>
              <a:t>(</a:t>
            </a:r>
            <a:r>
              <a:rPr lang="en" sz="1700">
                <a:solidFill>
                  <a:schemeClr val="dk1"/>
                </a:solidFill>
                <a:latin typeface="Roboto"/>
                <a:ea typeface="Roboto"/>
                <a:cs typeface="Roboto"/>
                <a:sym typeface="Roboto"/>
              </a:rPr>
              <a:t>Reverse Polish Notation/Postfix</a:t>
            </a:r>
            <a:r>
              <a:rPr lang="en" sz="1700">
                <a:solidFill>
                  <a:schemeClr val="dk1"/>
                </a:solidFill>
                <a:latin typeface="Roboto"/>
                <a:ea typeface="Roboto"/>
                <a:cs typeface="Roboto"/>
                <a:sym typeface="Roboto"/>
              </a:rPr>
              <a:t>)</a:t>
            </a:r>
            <a:r>
              <a:rPr lang="en" sz="1700">
                <a:solidFill>
                  <a:srgbClr val="245716"/>
                </a:solidFill>
                <a:latin typeface="Roboto"/>
                <a:ea typeface="Roboto"/>
                <a:cs typeface="Roboto"/>
                <a:sym typeface="Roboto"/>
              </a:rPr>
              <a:t> </a:t>
            </a:r>
            <a:r>
              <a:rPr lang="en" sz="1700">
                <a:solidFill>
                  <a:srgbClr val="245716"/>
                </a:solidFill>
                <a:latin typeface="Roboto"/>
                <a:ea typeface="Roboto"/>
                <a:cs typeface="Roboto"/>
                <a:sym typeface="Roboto"/>
              </a:rPr>
              <a:t>Viết chương trình C cho phép người dùng nhập vào một chuỗi ký tự là một dãy phép tính chỉ bao gồm các số có 1 chữ số và phép toán +, -, *, / (không bao gồm dấu ngoặc). Hãy lưu trữ biểu thức đó dưới dạng </a:t>
            </a:r>
            <a:r>
              <a:rPr b="1" lang="en" sz="1700">
                <a:solidFill>
                  <a:srgbClr val="245716"/>
                </a:solidFill>
                <a:latin typeface="Roboto"/>
                <a:ea typeface="Roboto"/>
                <a:cs typeface="Roboto"/>
                <a:sym typeface="Roboto"/>
              </a:rPr>
              <a:t>hậu tố</a:t>
            </a:r>
            <a:r>
              <a:rPr lang="en" sz="1700">
                <a:solidFill>
                  <a:srgbClr val="245716"/>
                </a:solidFill>
                <a:latin typeface="Roboto"/>
                <a:ea typeface="Roboto"/>
                <a:cs typeface="Roboto"/>
                <a:sym typeface="Roboto"/>
              </a:rPr>
              <a:t> rồi tính kết quả của biểu thức.</a:t>
            </a:r>
            <a:endParaRPr sz="1700">
              <a:solidFill>
                <a:srgbClr val="245716"/>
              </a:solidFill>
              <a:latin typeface="Roboto"/>
              <a:ea typeface="Roboto"/>
              <a:cs typeface="Roboto"/>
              <a:sym typeface="Roboto"/>
            </a:endParaRPr>
          </a:p>
          <a:p>
            <a:pPr indent="0" lvl="0" marL="0" rtl="0" algn="l">
              <a:spcBef>
                <a:spcPts val="1000"/>
              </a:spcBef>
              <a:spcAft>
                <a:spcPts val="0"/>
              </a:spcAft>
              <a:buNone/>
            </a:pPr>
            <a:r>
              <a:rPr b="1" lang="en" sz="1700">
                <a:solidFill>
                  <a:srgbClr val="245716"/>
                </a:solidFill>
                <a:latin typeface="Roboto"/>
                <a:ea typeface="Roboto"/>
                <a:cs typeface="Roboto"/>
                <a:sym typeface="Roboto"/>
              </a:rPr>
              <a:t>Gợi ý:</a:t>
            </a:r>
            <a:r>
              <a:rPr lang="en" sz="1700">
                <a:solidFill>
                  <a:srgbClr val="245716"/>
                </a:solidFill>
                <a:latin typeface="Roboto"/>
                <a:ea typeface="Roboto"/>
                <a:cs typeface="Roboto"/>
                <a:sym typeface="Roboto"/>
              </a:rPr>
              <a:t> Sử dụng stack để lưu trữ số và phép tính theo thứ tự ưu tiên của phép tính.</a:t>
            </a:r>
            <a:endParaRPr sz="1700">
              <a:solidFill>
                <a:srgbClr val="245716"/>
              </a:solidFill>
              <a:latin typeface="Roboto"/>
              <a:ea typeface="Roboto"/>
              <a:cs typeface="Roboto"/>
              <a:sym typeface="Roboto"/>
            </a:endParaRPr>
          </a:p>
          <a:p>
            <a:pPr indent="0" lvl="0" marL="0" rtl="0" algn="l">
              <a:spcBef>
                <a:spcPts val="1000"/>
              </a:spcBef>
              <a:spcAft>
                <a:spcPts val="1000"/>
              </a:spcAft>
              <a:buNone/>
            </a:pPr>
            <a:r>
              <a:rPr b="1" lang="en" sz="1700">
                <a:solidFill>
                  <a:srgbClr val="245716"/>
                </a:solidFill>
                <a:latin typeface="Roboto"/>
                <a:ea typeface="Roboto"/>
                <a:cs typeface="Roboto"/>
                <a:sym typeface="Roboto"/>
              </a:rPr>
              <a:t>Ví dụ</a:t>
            </a:r>
            <a:r>
              <a:rPr lang="en" sz="1700">
                <a:solidFill>
                  <a:srgbClr val="245716"/>
                </a:solidFill>
                <a:latin typeface="Roboto"/>
                <a:ea typeface="Roboto"/>
                <a:cs typeface="Roboto"/>
                <a:sym typeface="Roboto"/>
              </a:rPr>
              <a:t>:</a:t>
            </a:r>
            <a:endParaRPr sz="1700">
              <a:solidFill>
                <a:srgbClr val="245716"/>
              </a:solidFill>
              <a:latin typeface="Roboto"/>
              <a:ea typeface="Roboto"/>
              <a:cs typeface="Roboto"/>
              <a:sym typeface="Roboto"/>
            </a:endParaRPr>
          </a:p>
        </p:txBody>
      </p:sp>
      <p:grpSp>
        <p:nvGrpSpPr>
          <p:cNvPr id="2490" name="Google Shape;2490;p63"/>
          <p:cNvGrpSpPr/>
          <p:nvPr/>
        </p:nvGrpSpPr>
        <p:grpSpPr>
          <a:xfrm>
            <a:off x="990155" y="360545"/>
            <a:ext cx="2711724" cy="362896"/>
            <a:chOff x="1148325" y="1752675"/>
            <a:chExt cx="5849275" cy="513000"/>
          </a:xfrm>
        </p:grpSpPr>
        <p:sp>
          <p:nvSpPr>
            <p:cNvPr id="2491" name="Google Shape;2491;p63"/>
            <p:cNvSpPr/>
            <p:nvPr/>
          </p:nvSpPr>
          <p:spPr>
            <a:xfrm>
              <a:off x="1148325" y="1752675"/>
              <a:ext cx="858900" cy="513000"/>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ua"/>
                  <a:ea typeface="Jua"/>
                  <a:cs typeface="Jua"/>
                  <a:sym typeface="Jua"/>
                </a:rPr>
                <a:t>S</a:t>
              </a:r>
              <a:endParaRPr>
                <a:solidFill>
                  <a:schemeClr val="dk1"/>
                </a:solidFill>
                <a:latin typeface="Jua"/>
                <a:ea typeface="Jua"/>
                <a:cs typeface="Jua"/>
                <a:sym typeface="Jua"/>
              </a:endParaRPr>
            </a:p>
          </p:txBody>
        </p:sp>
        <p:sp>
          <p:nvSpPr>
            <p:cNvPr id="2492" name="Google Shape;2492;p63"/>
            <p:cNvSpPr/>
            <p:nvPr/>
          </p:nvSpPr>
          <p:spPr>
            <a:xfrm>
              <a:off x="2146400" y="1752675"/>
              <a:ext cx="858900" cy="513000"/>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2"/>
                  </a:solidFill>
                  <a:latin typeface="Jua"/>
                  <a:ea typeface="Jua"/>
                  <a:cs typeface="Jua"/>
                  <a:sym typeface="Jua"/>
                </a:rPr>
                <a:t>T</a:t>
              </a:r>
              <a:endParaRPr>
                <a:solidFill>
                  <a:schemeClr val="accent2"/>
                </a:solidFill>
                <a:latin typeface="Jua"/>
                <a:ea typeface="Jua"/>
                <a:cs typeface="Jua"/>
                <a:sym typeface="Jua"/>
              </a:endParaRPr>
            </a:p>
          </p:txBody>
        </p:sp>
        <p:sp>
          <p:nvSpPr>
            <p:cNvPr id="2493" name="Google Shape;2493;p63"/>
            <p:cNvSpPr/>
            <p:nvPr/>
          </p:nvSpPr>
          <p:spPr>
            <a:xfrm>
              <a:off x="3144475" y="1752675"/>
              <a:ext cx="858900" cy="513000"/>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825418"/>
                  </a:solidFill>
                  <a:latin typeface="Jua"/>
                  <a:ea typeface="Jua"/>
                  <a:cs typeface="Jua"/>
                  <a:sym typeface="Jua"/>
                </a:rPr>
                <a:t>A</a:t>
              </a:r>
              <a:endParaRPr>
                <a:solidFill>
                  <a:srgbClr val="825418"/>
                </a:solidFill>
                <a:latin typeface="Jua"/>
                <a:ea typeface="Jua"/>
                <a:cs typeface="Jua"/>
                <a:sym typeface="Jua"/>
              </a:endParaRPr>
            </a:p>
          </p:txBody>
        </p:sp>
        <p:sp>
          <p:nvSpPr>
            <p:cNvPr id="2494" name="Google Shape;2494;p63"/>
            <p:cNvSpPr/>
            <p:nvPr/>
          </p:nvSpPr>
          <p:spPr>
            <a:xfrm>
              <a:off x="4142550" y="1752675"/>
              <a:ext cx="858900" cy="513000"/>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0C3B1"/>
                  </a:solidFill>
                  <a:latin typeface="Jua"/>
                  <a:ea typeface="Jua"/>
                  <a:cs typeface="Jua"/>
                  <a:sym typeface="Jua"/>
                </a:rPr>
                <a:t>C</a:t>
              </a:r>
              <a:endParaRPr>
                <a:solidFill>
                  <a:srgbClr val="00C3B1"/>
                </a:solidFill>
                <a:latin typeface="Jua"/>
                <a:ea typeface="Jua"/>
                <a:cs typeface="Jua"/>
                <a:sym typeface="Jua"/>
              </a:endParaRPr>
            </a:p>
          </p:txBody>
        </p:sp>
        <p:sp>
          <p:nvSpPr>
            <p:cNvPr id="2495" name="Google Shape;2495;p63"/>
            <p:cNvSpPr/>
            <p:nvPr/>
          </p:nvSpPr>
          <p:spPr>
            <a:xfrm>
              <a:off x="5140625" y="1752675"/>
              <a:ext cx="858900" cy="513000"/>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B5394"/>
                  </a:solidFill>
                  <a:latin typeface="Jua"/>
                  <a:ea typeface="Jua"/>
                  <a:cs typeface="Jua"/>
                  <a:sym typeface="Jua"/>
                </a:rPr>
                <a:t>K</a:t>
              </a:r>
              <a:endParaRPr>
                <a:solidFill>
                  <a:srgbClr val="0B5394"/>
                </a:solidFill>
                <a:latin typeface="Jua"/>
                <a:ea typeface="Jua"/>
                <a:cs typeface="Jua"/>
                <a:sym typeface="Jua"/>
              </a:endParaRPr>
            </a:p>
          </p:txBody>
        </p:sp>
        <p:sp>
          <p:nvSpPr>
            <p:cNvPr id="2496" name="Google Shape;2496;p63"/>
            <p:cNvSpPr/>
            <p:nvPr/>
          </p:nvSpPr>
          <p:spPr>
            <a:xfrm>
              <a:off x="6138700" y="1752675"/>
              <a:ext cx="858900" cy="513000"/>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855818"/>
                  </a:solidFill>
                  <a:latin typeface="Jua"/>
                  <a:ea typeface="Jua"/>
                  <a:cs typeface="Jua"/>
                  <a:sym typeface="Jua"/>
                </a:rPr>
                <a:t>S</a:t>
              </a:r>
              <a:endParaRPr>
                <a:solidFill>
                  <a:srgbClr val="855818"/>
                </a:solidFill>
                <a:latin typeface="Jua"/>
                <a:ea typeface="Jua"/>
                <a:cs typeface="Jua"/>
                <a:sym typeface="Jua"/>
              </a:endParaRPr>
            </a:p>
          </p:txBody>
        </p:sp>
      </p:grpSp>
      <p:graphicFrame>
        <p:nvGraphicFramePr>
          <p:cNvPr id="2497" name="Google Shape;2497;p63"/>
          <p:cNvGraphicFramePr/>
          <p:nvPr/>
        </p:nvGraphicFramePr>
        <p:xfrm>
          <a:off x="952500" y="2755125"/>
          <a:ext cx="3000000" cy="3000000"/>
        </p:xfrm>
        <a:graphic>
          <a:graphicData uri="http://schemas.openxmlformats.org/drawingml/2006/table">
            <a:tbl>
              <a:tblPr>
                <a:noFill/>
                <a:tableStyleId>{6971F676-A290-492C-B086-79CF65801350}</a:tableStyleId>
              </a:tblPr>
              <a:tblGrid>
                <a:gridCol w="603250"/>
                <a:gridCol w="3341700"/>
                <a:gridCol w="3294050"/>
              </a:tblGrid>
              <a:tr h="372375">
                <a:tc>
                  <a:txBody>
                    <a:bodyPr/>
                    <a:lstStyle/>
                    <a:p>
                      <a:pPr indent="0" lvl="0" marL="0" rtl="0" algn="ctr">
                        <a:spcBef>
                          <a:spcPts val="0"/>
                        </a:spcBef>
                        <a:spcAft>
                          <a:spcPts val="0"/>
                        </a:spcAft>
                        <a:buNone/>
                      </a:pPr>
                      <a:r>
                        <a:rPr b="1" lang="en">
                          <a:solidFill>
                            <a:schemeClr val="accent3"/>
                          </a:solidFill>
                          <a:latin typeface="Consolas"/>
                          <a:ea typeface="Consolas"/>
                          <a:cs typeface="Consolas"/>
                          <a:sym typeface="Consolas"/>
                        </a:rPr>
                        <a:t>CASE</a:t>
                      </a:r>
                      <a:endParaRPr b="1">
                        <a:solidFill>
                          <a:schemeClr val="accent3"/>
                        </a:solidFill>
                        <a:latin typeface="Consolas"/>
                        <a:ea typeface="Consolas"/>
                        <a:cs typeface="Consolas"/>
                        <a:sym typeface="Consolas"/>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b="1" lang="en">
                          <a:solidFill>
                            <a:schemeClr val="accent3"/>
                          </a:solidFill>
                          <a:latin typeface="Consolas"/>
                          <a:ea typeface="Consolas"/>
                          <a:cs typeface="Consolas"/>
                          <a:sym typeface="Consolas"/>
                        </a:rPr>
                        <a:t>INPUT</a:t>
                      </a:r>
                      <a:endParaRPr b="1">
                        <a:solidFill>
                          <a:schemeClr val="accent3"/>
                        </a:solidFill>
                        <a:latin typeface="Consolas"/>
                        <a:ea typeface="Consolas"/>
                        <a:cs typeface="Consolas"/>
                        <a:sym typeface="Consolas"/>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b="1" lang="en">
                          <a:solidFill>
                            <a:schemeClr val="accent3"/>
                          </a:solidFill>
                          <a:latin typeface="Consolas"/>
                          <a:ea typeface="Consolas"/>
                          <a:cs typeface="Consolas"/>
                          <a:sym typeface="Consolas"/>
                        </a:rPr>
                        <a:t>OUTPUT</a:t>
                      </a:r>
                      <a:endParaRPr b="1">
                        <a:solidFill>
                          <a:schemeClr val="accent3"/>
                        </a:solidFill>
                        <a:latin typeface="Consolas"/>
                        <a:ea typeface="Consolas"/>
                        <a:cs typeface="Consolas"/>
                        <a:sym typeface="Consolas"/>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solidFill>
                      <a:schemeClr val="dk2"/>
                    </a:solidFill>
                  </a:tcPr>
                </a:tc>
              </a:tr>
              <a:tr h="381000">
                <a:tc>
                  <a:txBody>
                    <a:bodyPr/>
                    <a:lstStyle/>
                    <a:p>
                      <a:pPr indent="0" lvl="0" marL="0" rtl="0" algn="ctr">
                        <a:spcBef>
                          <a:spcPts val="0"/>
                        </a:spcBef>
                        <a:spcAft>
                          <a:spcPts val="0"/>
                        </a:spcAft>
                        <a:buNone/>
                      </a:pPr>
                      <a:r>
                        <a:rPr lang="en">
                          <a:solidFill>
                            <a:schemeClr val="accent3"/>
                          </a:solidFill>
                          <a:latin typeface="Consolas"/>
                          <a:ea typeface="Consolas"/>
                          <a:cs typeface="Consolas"/>
                          <a:sym typeface="Consolas"/>
                        </a:rPr>
                        <a:t>1</a:t>
                      </a:r>
                      <a:endParaRPr>
                        <a:solidFill>
                          <a:schemeClr val="accent3"/>
                        </a:solidFill>
                        <a:latin typeface="Consolas"/>
                        <a:ea typeface="Consolas"/>
                        <a:cs typeface="Consolas"/>
                        <a:sym typeface="Consolas"/>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l">
                        <a:spcBef>
                          <a:spcPts val="0"/>
                        </a:spcBef>
                        <a:spcAft>
                          <a:spcPts val="0"/>
                        </a:spcAft>
                        <a:buNone/>
                      </a:pPr>
                      <a:r>
                        <a:rPr lang="en">
                          <a:latin typeface="Consolas"/>
                          <a:ea typeface="Consolas"/>
                          <a:cs typeface="Consolas"/>
                          <a:sym typeface="Consolas"/>
                        </a:rPr>
                        <a:t>2+3*4-5</a:t>
                      </a:r>
                      <a:endParaRPr>
                        <a:latin typeface="Consolas"/>
                        <a:ea typeface="Consolas"/>
                        <a:cs typeface="Consolas"/>
                        <a:sym typeface="Consolas"/>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l">
                        <a:spcBef>
                          <a:spcPts val="0"/>
                        </a:spcBef>
                        <a:spcAft>
                          <a:spcPts val="0"/>
                        </a:spcAft>
                        <a:buNone/>
                      </a:pPr>
                      <a:r>
                        <a:rPr lang="en">
                          <a:latin typeface="Consolas"/>
                          <a:ea typeface="Consolas"/>
                          <a:cs typeface="Consolas"/>
                          <a:sym typeface="Consolas"/>
                        </a:rPr>
                        <a:t>234*+5-</a:t>
                      </a:r>
                      <a:endParaRPr>
                        <a:latin typeface="Consolas"/>
                        <a:ea typeface="Consolas"/>
                        <a:cs typeface="Consolas"/>
                        <a:sym typeface="Consolas"/>
                      </a:endParaRPr>
                    </a:p>
                    <a:p>
                      <a:pPr indent="0" lvl="0" marL="0" rtl="0" algn="l">
                        <a:spcBef>
                          <a:spcPts val="0"/>
                        </a:spcBef>
                        <a:spcAft>
                          <a:spcPts val="0"/>
                        </a:spcAft>
                        <a:buNone/>
                      </a:pPr>
                      <a:r>
                        <a:rPr lang="en">
                          <a:latin typeface="Consolas"/>
                          <a:ea typeface="Consolas"/>
                          <a:cs typeface="Consolas"/>
                          <a:sym typeface="Consolas"/>
                        </a:rPr>
                        <a:t>Result = 9</a:t>
                      </a:r>
                      <a:endParaRPr>
                        <a:latin typeface="Consolas"/>
                        <a:ea typeface="Consolas"/>
                        <a:cs typeface="Consolas"/>
                        <a:sym typeface="Consolas"/>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a:solidFill>
                            <a:schemeClr val="accent3"/>
                          </a:solidFill>
                          <a:latin typeface="Consolas"/>
                          <a:ea typeface="Consolas"/>
                          <a:cs typeface="Consolas"/>
                          <a:sym typeface="Consolas"/>
                        </a:rPr>
                        <a:t>2</a:t>
                      </a:r>
                      <a:endParaRPr>
                        <a:solidFill>
                          <a:schemeClr val="accent3"/>
                        </a:solidFill>
                        <a:latin typeface="Consolas"/>
                        <a:ea typeface="Consolas"/>
                        <a:cs typeface="Consolas"/>
                        <a:sym typeface="Consolas"/>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l">
                        <a:spcBef>
                          <a:spcPts val="0"/>
                        </a:spcBef>
                        <a:spcAft>
                          <a:spcPts val="0"/>
                        </a:spcAft>
                        <a:buNone/>
                      </a:pPr>
                      <a:r>
                        <a:rPr lang="en">
                          <a:latin typeface="Consolas"/>
                          <a:ea typeface="Consolas"/>
                          <a:cs typeface="Consolas"/>
                          <a:sym typeface="Consolas"/>
                        </a:rPr>
                        <a:t>9+8-7*6/2</a:t>
                      </a:r>
                      <a:endParaRPr>
                        <a:latin typeface="Consolas"/>
                        <a:ea typeface="Consolas"/>
                        <a:cs typeface="Consolas"/>
                        <a:sym typeface="Consolas"/>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l">
                        <a:spcBef>
                          <a:spcPts val="0"/>
                        </a:spcBef>
                        <a:spcAft>
                          <a:spcPts val="0"/>
                        </a:spcAft>
                        <a:buNone/>
                      </a:pPr>
                      <a:r>
                        <a:rPr lang="en">
                          <a:latin typeface="Consolas"/>
                          <a:ea typeface="Consolas"/>
                          <a:cs typeface="Consolas"/>
                          <a:sym typeface="Consolas"/>
                        </a:rPr>
                        <a:t>98+76*2/-</a:t>
                      </a:r>
                      <a:endParaRPr>
                        <a:latin typeface="Consolas"/>
                        <a:ea typeface="Consolas"/>
                        <a:cs typeface="Consolas"/>
                        <a:sym typeface="Consolas"/>
                      </a:endParaRPr>
                    </a:p>
                    <a:p>
                      <a:pPr indent="0" lvl="0" marL="0" rtl="0" algn="l">
                        <a:spcBef>
                          <a:spcPts val="0"/>
                        </a:spcBef>
                        <a:spcAft>
                          <a:spcPts val="0"/>
                        </a:spcAft>
                        <a:buNone/>
                      </a:pPr>
                      <a:r>
                        <a:rPr lang="en">
                          <a:latin typeface="Consolas"/>
                          <a:ea typeface="Consolas"/>
                          <a:cs typeface="Consolas"/>
                          <a:sym typeface="Consolas"/>
                        </a:rPr>
                        <a:t>Result = -4</a:t>
                      </a:r>
                      <a:endParaRPr>
                        <a:latin typeface="Consolas"/>
                        <a:ea typeface="Consolas"/>
                        <a:cs typeface="Consolas"/>
                        <a:sym typeface="Consolas"/>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a:solidFill>
                            <a:schemeClr val="accent3"/>
                          </a:solidFill>
                          <a:latin typeface="Consolas"/>
                          <a:ea typeface="Consolas"/>
                          <a:cs typeface="Consolas"/>
                          <a:sym typeface="Consolas"/>
                        </a:rPr>
                        <a:t>3</a:t>
                      </a:r>
                      <a:endParaRPr>
                        <a:solidFill>
                          <a:schemeClr val="accent3"/>
                        </a:solidFill>
                        <a:latin typeface="Consolas"/>
                        <a:ea typeface="Consolas"/>
                        <a:cs typeface="Consolas"/>
                        <a:sym typeface="Consolas"/>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l">
                        <a:spcBef>
                          <a:spcPts val="0"/>
                        </a:spcBef>
                        <a:spcAft>
                          <a:spcPts val="0"/>
                        </a:spcAft>
                        <a:buNone/>
                      </a:pPr>
                      <a:r>
                        <a:rPr lang="en">
                          <a:latin typeface="Consolas"/>
                          <a:ea typeface="Consolas"/>
                          <a:cs typeface="Consolas"/>
                          <a:sym typeface="Consolas"/>
                        </a:rPr>
                        <a:t>1*2+3*4-5*6/5*3/9+6/3*5</a:t>
                      </a:r>
                      <a:endParaRPr>
                        <a:latin typeface="Consolas"/>
                        <a:ea typeface="Consolas"/>
                        <a:cs typeface="Consolas"/>
                        <a:sym typeface="Consolas"/>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l">
                        <a:spcBef>
                          <a:spcPts val="0"/>
                        </a:spcBef>
                        <a:spcAft>
                          <a:spcPts val="0"/>
                        </a:spcAft>
                        <a:buNone/>
                      </a:pPr>
                      <a:r>
                        <a:rPr lang="en">
                          <a:latin typeface="Consolas"/>
                          <a:ea typeface="Consolas"/>
                          <a:cs typeface="Consolas"/>
                          <a:sym typeface="Consolas"/>
                        </a:rPr>
                        <a:t>12*34*+56*5/3*9/-63/5*+</a:t>
                      </a:r>
                      <a:endParaRPr>
                        <a:latin typeface="Consolas"/>
                        <a:ea typeface="Consolas"/>
                        <a:cs typeface="Consolas"/>
                        <a:sym typeface="Consolas"/>
                      </a:endParaRPr>
                    </a:p>
                    <a:p>
                      <a:pPr indent="0" lvl="0" marL="0" rtl="0" algn="l">
                        <a:spcBef>
                          <a:spcPts val="0"/>
                        </a:spcBef>
                        <a:spcAft>
                          <a:spcPts val="0"/>
                        </a:spcAft>
                        <a:buNone/>
                      </a:pPr>
                      <a:r>
                        <a:rPr lang="en">
                          <a:latin typeface="Consolas"/>
                          <a:ea typeface="Consolas"/>
                          <a:cs typeface="Consolas"/>
                          <a:sym typeface="Consolas"/>
                        </a:rPr>
                        <a:t>Result = 22</a:t>
                      </a:r>
                      <a:endParaRPr>
                        <a:latin typeface="Consolas"/>
                        <a:ea typeface="Consolas"/>
                        <a:cs typeface="Consolas"/>
                        <a:sym typeface="Consolas"/>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r>
            </a:tbl>
          </a:graphicData>
        </a:graphic>
      </p:graphicFrame>
      <p:sp>
        <p:nvSpPr>
          <p:cNvPr id="2498" name="Google Shape;2498;p6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2" name="Shape 2502"/>
        <p:cNvGrpSpPr/>
        <p:nvPr/>
      </p:nvGrpSpPr>
      <p:grpSpPr>
        <a:xfrm>
          <a:off x="0" y="0"/>
          <a:ext cx="0" cy="0"/>
          <a:chOff x="0" y="0"/>
          <a:chExt cx="0" cy="0"/>
        </a:xfrm>
      </p:grpSpPr>
      <p:sp>
        <p:nvSpPr>
          <p:cNvPr id="2503" name="Google Shape;2503;p6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grpSp>
        <p:nvGrpSpPr>
          <p:cNvPr id="2504" name="Google Shape;2504;p64"/>
          <p:cNvGrpSpPr/>
          <p:nvPr/>
        </p:nvGrpSpPr>
        <p:grpSpPr>
          <a:xfrm>
            <a:off x="305630" y="295770"/>
            <a:ext cx="2711724" cy="362896"/>
            <a:chOff x="1148325" y="1752675"/>
            <a:chExt cx="5849275" cy="513000"/>
          </a:xfrm>
        </p:grpSpPr>
        <p:sp>
          <p:nvSpPr>
            <p:cNvPr id="2505" name="Google Shape;2505;p64"/>
            <p:cNvSpPr/>
            <p:nvPr/>
          </p:nvSpPr>
          <p:spPr>
            <a:xfrm>
              <a:off x="1148325" y="1752675"/>
              <a:ext cx="858900" cy="513000"/>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ua"/>
                  <a:ea typeface="Jua"/>
                  <a:cs typeface="Jua"/>
                  <a:sym typeface="Jua"/>
                </a:rPr>
                <a:t>Q</a:t>
              </a:r>
              <a:endParaRPr>
                <a:solidFill>
                  <a:schemeClr val="dk1"/>
                </a:solidFill>
                <a:latin typeface="Jua"/>
                <a:ea typeface="Jua"/>
                <a:cs typeface="Jua"/>
                <a:sym typeface="Jua"/>
              </a:endParaRPr>
            </a:p>
          </p:txBody>
        </p:sp>
        <p:sp>
          <p:nvSpPr>
            <p:cNvPr id="2506" name="Google Shape;2506;p64"/>
            <p:cNvSpPr/>
            <p:nvPr/>
          </p:nvSpPr>
          <p:spPr>
            <a:xfrm>
              <a:off x="2146400" y="1752675"/>
              <a:ext cx="858900" cy="513000"/>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2"/>
                  </a:solidFill>
                  <a:latin typeface="Jua"/>
                  <a:ea typeface="Jua"/>
                  <a:cs typeface="Jua"/>
                  <a:sym typeface="Jua"/>
                </a:rPr>
                <a:t>U</a:t>
              </a:r>
              <a:endParaRPr>
                <a:solidFill>
                  <a:schemeClr val="accent2"/>
                </a:solidFill>
                <a:latin typeface="Jua"/>
                <a:ea typeface="Jua"/>
                <a:cs typeface="Jua"/>
                <a:sym typeface="Jua"/>
              </a:endParaRPr>
            </a:p>
          </p:txBody>
        </p:sp>
        <p:sp>
          <p:nvSpPr>
            <p:cNvPr id="2507" name="Google Shape;2507;p64"/>
            <p:cNvSpPr/>
            <p:nvPr/>
          </p:nvSpPr>
          <p:spPr>
            <a:xfrm>
              <a:off x="314447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825418"/>
                  </a:solidFill>
                  <a:latin typeface="Jua"/>
                  <a:ea typeface="Jua"/>
                  <a:cs typeface="Jua"/>
                  <a:sym typeface="Jua"/>
                </a:rPr>
                <a:t>E</a:t>
              </a:r>
              <a:endParaRPr>
                <a:solidFill>
                  <a:srgbClr val="825418"/>
                </a:solidFill>
                <a:latin typeface="Jua"/>
                <a:ea typeface="Jua"/>
                <a:cs typeface="Jua"/>
                <a:sym typeface="Jua"/>
              </a:endParaRPr>
            </a:p>
          </p:txBody>
        </p:sp>
        <p:sp>
          <p:nvSpPr>
            <p:cNvPr id="2508" name="Google Shape;2508;p64"/>
            <p:cNvSpPr/>
            <p:nvPr/>
          </p:nvSpPr>
          <p:spPr>
            <a:xfrm>
              <a:off x="4142550"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0C3B1"/>
                  </a:solidFill>
                  <a:latin typeface="Jua"/>
                  <a:ea typeface="Jua"/>
                  <a:cs typeface="Jua"/>
                  <a:sym typeface="Jua"/>
                </a:rPr>
                <a:t>U</a:t>
              </a:r>
              <a:endParaRPr>
                <a:solidFill>
                  <a:srgbClr val="00C3B1"/>
                </a:solidFill>
                <a:latin typeface="Jua"/>
                <a:ea typeface="Jua"/>
                <a:cs typeface="Jua"/>
                <a:sym typeface="Jua"/>
              </a:endParaRPr>
            </a:p>
          </p:txBody>
        </p:sp>
        <p:sp>
          <p:nvSpPr>
            <p:cNvPr id="2509" name="Google Shape;2509;p64"/>
            <p:cNvSpPr/>
            <p:nvPr/>
          </p:nvSpPr>
          <p:spPr>
            <a:xfrm>
              <a:off x="514062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B5394"/>
                  </a:solidFill>
                  <a:latin typeface="Jua"/>
                  <a:ea typeface="Jua"/>
                  <a:cs typeface="Jua"/>
                  <a:sym typeface="Jua"/>
                </a:rPr>
                <a:t>E</a:t>
              </a:r>
              <a:endParaRPr>
                <a:solidFill>
                  <a:srgbClr val="0B5394"/>
                </a:solidFill>
                <a:latin typeface="Jua"/>
                <a:ea typeface="Jua"/>
                <a:cs typeface="Jua"/>
                <a:sym typeface="Jua"/>
              </a:endParaRPr>
            </a:p>
          </p:txBody>
        </p:sp>
        <p:sp>
          <p:nvSpPr>
            <p:cNvPr id="2510" name="Google Shape;2510;p64"/>
            <p:cNvSpPr/>
            <p:nvPr/>
          </p:nvSpPr>
          <p:spPr>
            <a:xfrm>
              <a:off x="6138700"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6"/>
                  </a:solidFill>
                  <a:latin typeface="Jua"/>
                  <a:ea typeface="Jua"/>
                  <a:cs typeface="Jua"/>
                  <a:sym typeface="Jua"/>
                </a:rPr>
                <a:t>S</a:t>
              </a:r>
              <a:endParaRPr>
                <a:solidFill>
                  <a:schemeClr val="accent6"/>
                </a:solidFill>
                <a:latin typeface="Jua"/>
                <a:ea typeface="Jua"/>
                <a:cs typeface="Jua"/>
                <a:sym typeface="Jua"/>
              </a:endParaRPr>
            </a:p>
          </p:txBody>
        </p:sp>
      </p:grpSp>
      <p:sp>
        <p:nvSpPr>
          <p:cNvPr id="2511" name="Google Shape;2511;p64"/>
          <p:cNvSpPr txBox="1"/>
          <p:nvPr/>
        </p:nvSpPr>
        <p:spPr>
          <a:xfrm>
            <a:off x="142800" y="811121"/>
            <a:ext cx="9001200" cy="421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700">
                <a:solidFill>
                  <a:schemeClr val="dk1"/>
                </a:solidFill>
                <a:latin typeface="Roboto"/>
                <a:ea typeface="Roboto"/>
                <a:cs typeface="Roboto"/>
                <a:sym typeface="Roboto"/>
              </a:rPr>
              <a:t>Bài 4: </a:t>
            </a:r>
            <a:r>
              <a:rPr lang="en" sz="1700">
                <a:solidFill>
                  <a:schemeClr val="dk1"/>
                </a:solidFill>
                <a:latin typeface="Roboto"/>
                <a:ea typeface="Roboto"/>
                <a:cs typeface="Roboto"/>
                <a:sym typeface="Roboto"/>
              </a:rPr>
              <a:t>(Registration Queue)</a:t>
            </a:r>
            <a:r>
              <a:rPr b="1" lang="en" sz="1700">
                <a:solidFill>
                  <a:srgbClr val="245716"/>
                </a:solidFill>
                <a:latin typeface="Roboto"/>
                <a:ea typeface="Roboto"/>
                <a:cs typeface="Roboto"/>
                <a:sym typeface="Roboto"/>
              </a:rPr>
              <a:t> </a:t>
            </a:r>
            <a:r>
              <a:rPr lang="en" sz="1700">
                <a:solidFill>
                  <a:srgbClr val="245716"/>
                </a:solidFill>
                <a:latin typeface="Roboto"/>
                <a:ea typeface="Roboto"/>
                <a:cs typeface="Roboto"/>
                <a:sym typeface="Roboto"/>
              </a:rPr>
              <a:t>Bạn được giao nhiệm vụ viết chương trình quản lý hàng đợi đăng ký sự kiện cho một tổ chức. Tổ chức này tổ chức nhiều sự kiện trong năm và người dùng có thể đăng ký tham gia sự kiện qua hệ thống.</a:t>
            </a:r>
            <a:endParaRPr sz="1700">
              <a:solidFill>
                <a:srgbClr val="245716"/>
              </a:solidFill>
              <a:latin typeface="Roboto"/>
              <a:ea typeface="Roboto"/>
              <a:cs typeface="Roboto"/>
              <a:sym typeface="Roboto"/>
            </a:endParaRPr>
          </a:p>
          <a:p>
            <a:pPr indent="0" lvl="0" marL="0" rtl="0" algn="l">
              <a:spcBef>
                <a:spcPts val="1000"/>
              </a:spcBef>
              <a:spcAft>
                <a:spcPts val="0"/>
              </a:spcAft>
              <a:buNone/>
            </a:pPr>
            <a:r>
              <a:rPr b="1" lang="en" sz="1700">
                <a:solidFill>
                  <a:srgbClr val="245716"/>
                </a:solidFill>
                <a:latin typeface="Roboto"/>
                <a:ea typeface="Roboto"/>
                <a:cs typeface="Roboto"/>
                <a:sym typeface="Roboto"/>
              </a:rPr>
              <a:t>Yêu cầu:</a:t>
            </a:r>
            <a:endParaRPr b="1" sz="1700">
              <a:solidFill>
                <a:srgbClr val="245716"/>
              </a:solidFill>
              <a:latin typeface="Roboto"/>
              <a:ea typeface="Roboto"/>
              <a:cs typeface="Roboto"/>
              <a:sym typeface="Roboto"/>
            </a:endParaRPr>
          </a:p>
          <a:p>
            <a:pPr indent="-336550" lvl="0" marL="457200" rtl="0" algn="l">
              <a:spcBef>
                <a:spcPts val="1000"/>
              </a:spcBef>
              <a:spcAft>
                <a:spcPts val="0"/>
              </a:spcAft>
              <a:buClr>
                <a:srgbClr val="245716"/>
              </a:buClr>
              <a:buSzPts val="1700"/>
              <a:buFont typeface="Roboto"/>
              <a:buChar char="●"/>
            </a:pPr>
            <a:r>
              <a:rPr lang="en" sz="1700">
                <a:solidFill>
                  <a:srgbClr val="245716"/>
                </a:solidFill>
                <a:latin typeface="Roboto"/>
                <a:ea typeface="Roboto"/>
                <a:cs typeface="Roboto"/>
                <a:sym typeface="Roboto"/>
              </a:rPr>
              <a:t>Hệ thống phải hỗ trợ việc đăng ký và hủy đăng ký tham gia sự kiện cho người dùng. Mỗi người dùng được đại diện bởi một số nguyên duy nhất.</a:t>
            </a:r>
            <a:endParaRPr sz="1700">
              <a:solidFill>
                <a:srgbClr val="245716"/>
              </a:solidFill>
              <a:latin typeface="Roboto"/>
              <a:ea typeface="Roboto"/>
              <a:cs typeface="Roboto"/>
              <a:sym typeface="Roboto"/>
            </a:endParaRPr>
          </a:p>
          <a:p>
            <a:pPr indent="-336550" lvl="0" marL="457200" rtl="0" algn="l">
              <a:spcBef>
                <a:spcPts val="0"/>
              </a:spcBef>
              <a:spcAft>
                <a:spcPts val="0"/>
              </a:spcAft>
              <a:buClr>
                <a:srgbClr val="245716"/>
              </a:buClr>
              <a:buSzPts val="1700"/>
              <a:buFont typeface="Roboto"/>
              <a:buChar char="●"/>
            </a:pPr>
            <a:r>
              <a:rPr lang="en" sz="1700">
                <a:solidFill>
                  <a:srgbClr val="245716"/>
                </a:solidFill>
                <a:latin typeface="Roboto"/>
                <a:ea typeface="Roboto"/>
                <a:cs typeface="Roboto"/>
                <a:sym typeface="Roboto"/>
              </a:rPr>
              <a:t>Hệ thống phải duy trì một hàng đợi chứa danh sách các người dùng đã đăng ký tham gia sự kiện theo thứ tự đăng ký.</a:t>
            </a:r>
            <a:endParaRPr sz="1700">
              <a:solidFill>
                <a:srgbClr val="245716"/>
              </a:solidFill>
              <a:latin typeface="Roboto"/>
              <a:ea typeface="Roboto"/>
              <a:cs typeface="Roboto"/>
              <a:sym typeface="Roboto"/>
            </a:endParaRPr>
          </a:p>
          <a:p>
            <a:pPr indent="-336550" lvl="0" marL="457200" rtl="0" algn="l">
              <a:spcBef>
                <a:spcPts val="0"/>
              </a:spcBef>
              <a:spcAft>
                <a:spcPts val="0"/>
              </a:spcAft>
              <a:buClr>
                <a:srgbClr val="245716"/>
              </a:buClr>
              <a:buSzPts val="1700"/>
              <a:buFont typeface="Roboto"/>
              <a:buChar char="●"/>
            </a:pPr>
            <a:r>
              <a:rPr lang="en" sz="1700">
                <a:solidFill>
                  <a:srgbClr val="245716"/>
                </a:solidFill>
                <a:latin typeface="Roboto"/>
                <a:ea typeface="Roboto"/>
                <a:cs typeface="Roboto"/>
                <a:sym typeface="Roboto"/>
              </a:rPr>
              <a:t>Người dùng có thể đăng ký và hủy đăng ký tham gia sự kiện bất kỳ lúc nào.</a:t>
            </a:r>
            <a:endParaRPr sz="1700">
              <a:solidFill>
                <a:srgbClr val="245716"/>
              </a:solidFill>
              <a:latin typeface="Roboto"/>
              <a:ea typeface="Roboto"/>
              <a:cs typeface="Roboto"/>
              <a:sym typeface="Roboto"/>
            </a:endParaRPr>
          </a:p>
          <a:p>
            <a:pPr indent="-336550" lvl="0" marL="457200" rtl="0" algn="l">
              <a:spcBef>
                <a:spcPts val="0"/>
              </a:spcBef>
              <a:spcAft>
                <a:spcPts val="0"/>
              </a:spcAft>
              <a:buClr>
                <a:srgbClr val="245716"/>
              </a:buClr>
              <a:buSzPts val="1700"/>
              <a:buFont typeface="Roboto"/>
              <a:buChar char="●"/>
            </a:pPr>
            <a:r>
              <a:rPr lang="en" sz="1700">
                <a:solidFill>
                  <a:srgbClr val="245716"/>
                </a:solidFill>
                <a:latin typeface="Roboto"/>
                <a:ea typeface="Roboto"/>
                <a:cs typeface="Roboto"/>
                <a:sym typeface="Roboto"/>
              </a:rPr>
              <a:t>Hệ thống phải cung cấp các chức năng sau:</a:t>
            </a:r>
            <a:endParaRPr sz="1700">
              <a:solidFill>
                <a:srgbClr val="245716"/>
              </a:solidFill>
              <a:latin typeface="Roboto"/>
              <a:ea typeface="Roboto"/>
              <a:cs typeface="Roboto"/>
              <a:sym typeface="Roboto"/>
            </a:endParaRPr>
          </a:p>
          <a:p>
            <a:pPr indent="-336550" lvl="0" marL="457200" rtl="0" algn="l">
              <a:spcBef>
                <a:spcPts val="0"/>
              </a:spcBef>
              <a:spcAft>
                <a:spcPts val="0"/>
              </a:spcAft>
              <a:buClr>
                <a:srgbClr val="245716"/>
              </a:buClr>
              <a:buSzPts val="1700"/>
              <a:buFont typeface="Roboto"/>
              <a:buChar char="●"/>
            </a:pPr>
            <a:r>
              <a:rPr lang="en" sz="1700">
                <a:solidFill>
                  <a:srgbClr val="245716"/>
                </a:solidFill>
                <a:latin typeface="Roboto"/>
                <a:ea typeface="Roboto"/>
                <a:cs typeface="Roboto"/>
                <a:sym typeface="Roboto"/>
              </a:rPr>
              <a:t>Đăng ký người dùng mới vào hàng đợi.</a:t>
            </a:r>
            <a:endParaRPr sz="1700">
              <a:solidFill>
                <a:srgbClr val="245716"/>
              </a:solidFill>
              <a:latin typeface="Roboto"/>
              <a:ea typeface="Roboto"/>
              <a:cs typeface="Roboto"/>
              <a:sym typeface="Roboto"/>
            </a:endParaRPr>
          </a:p>
          <a:p>
            <a:pPr indent="-336550" lvl="0" marL="457200" rtl="0" algn="l">
              <a:spcBef>
                <a:spcPts val="0"/>
              </a:spcBef>
              <a:spcAft>
                <a:spcPts val="0"/>
              </a:spcAft>
              <a:buClr>
                <a:srgbClr val="245716"/>
              </a:buClr>
              <a:buSzPts val="1700"/>
              <a:buFont typeface="Roboto"/>
              <a:buChar char="●"/>
            </a:pPr>
            <a:r>
              <a:rPr lang="en" sz="1700">
                <a:solidFill>
                  <a:srgbClr val="245716"/>
                </a:solidFill>
                <a:latin typeface="Roboto"/>
                <a:ea typeface="Roboto"/>
                <a:cs typeface="Roboto"/>
                <a:sym typeface="Roboto"/>
              </a:rPr>
              <a:t>Hủy đăng ký của một người dùng khỏi hàng đợi.</a:t>
            </a:r>
            <a:endParaRPr sz="1700">
              <a:solidFill>
                <a:srgbClr val="245716"/>
              </a:solidFill>
              <a:latin typeface="Roboto"/>
              <a:ea typeface="Roboto"/>
              <a:cs typeface="Roboto"/>
              <a:sym typeface="Roboto"/>
            </a:endParaRPr>
          </a:p>
          <a:p>
            <a:pPr indent="-336550" lvl="0" marL="457200" rtl="0" algn="l">
              <a:spcBef>
                <a:spcPts val="0"/>
              </a:spcBef>
              <a:spcAft>
                <a:spcPts val="0"/>
              </a:spcAft>
              <a:buClr>
                <a:srgbClr val="245716"/>
              </a:buClr>
              <a:buSzPts val="1700"/>
              <a:buFont typeface="Roboto"/>
              <a:buChar char="●"/>
            </a:pPr>
            <a:r>
              <a:rPr lang="en" sz="1700">
                <a:solidFill>
                  <a:srgbClr val="245716"/>
                </a:solidFill>
                <a:latin typeface="Roboto"/>
                <a:ea typeface="Roboto"/>
                <a:cs typeface="Roboto"/>
                <a:sym typeface="Roboto"/>
              </a:rPr>
              <a:t>Lấy thông tin người dùng đầu hàng đợi (người đăng ký sớm nhất).</a:t>
            </a:r>
            <a:endParaRPr sz="1700">
              <a:solidFill>
                <a:srgbClr val="245716"/>
              </a:solidFill>
              <a:latin typeface="Roboto"/>
              <a:ea typeface="Roboto"/>
              <a:cs typeface="Roboto"/>
              <a:sym typeface="Roboto"/>
            </a:endParaRPr>
          </a:p>
          <a:p>
            <a:pPr indent="-336550" lvl="0" marL="457200" rtl="0" algn="l">
              <a:spcBef>
                <a:spcPts val="0"/>
              </a:spcBef>
              <a:spcAft>
                <a:spcPts val="0"/>
              </a:spcAft>
              <a:buClr>
                <a:srgbClr val="245716"/>
              </a:buClr>
              <a:buSzPts val="1700"/>
              <a:buFont typeface="Roboto"/>
              <a:buChar char="●"/>
            </a:pPr>
            <a:r>
              <a:rPr lang="en" sz="1700">
                <a:solidFill>
                  <a:srgbClr val="245716"/>
                </a:solidFill>
                <a:latin typeface="Roboto"/>
                <a:ea typeface="Roboto"/>
                <a:cs typeface="Roboto"/>
                <a:sym typeface="Roboto"/>
              </a:rPr>
              <a:t>Hiển thị danh sách toàn bộ người dùng đã đăng ký tham gia sự kiện.</a:t>
            </a:r>
            <a:endParaRPr sz="1700">
              <a:solidFill>
                <a:srgbClr val="245716"/>
              </a:solidFill>
              <a:latin typeface="Roboto"/>
              <a:ea typeface="Roboto"/>
              <a:cs typeface="Roboto"/>
              <a:sym typeface="Roboto"/>
            </a:endParaRPr>
          </a:p>
          <a:p>
            <a:pPr indent="0" lvl="0" marL="0" rtl="0" algn="l">
              <a:spcBef>
                <a:spcPts val="1000"/>
              </a:spcBef>
              <a:spcAft>
                <a:spcPts val="1000"/>
              </a:spcAft>
              <a:buNone/>
            </a:pPr>
            <a:r>
              <a:t/>
            </a:r>
            <a:endParaRPr sz="1700">
              <a:solidFill>
                <a:srgbClr val="245716"/>
              </a:solidFill>
              <a:latin typeface="Roboto"/>
              <a:ea typeface="Roboto"/>
              <a:cs typeface="Roboto"/>
              <a:sym typeface="Roboto"/>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5" name="Shape 2515"/>
        <p:cNvGrpSpPr/>
        <p:nvPr/>
      </p:nvGrpSpPr>
      <p:grpSpPr>
        <a:xfrm>
          <a:off x="0" y="0"/>
          <a:ext cx="0" cy="0"/>
          <a:chOff x="0" y="0"/>
          <a:chExt cx="0" cy="0"/>
        </a:xfrm>
      </p:grpSpPr>
      <p:sp>
        <p:nvSpPr>
          <p:cNvPr id="2516" name="Google Shape;2516;p6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grpSp>
        <p:nvGrpSpPr>
          <p:cNvPr id="2517" name="Google Shape;2517;p65"/>
          <p:cNvGrpSpPr/>
          <p:nvPr/>
        </p:nvGrpSpPr>
        <p:grpSpPr>
          <a:xfrm>
            <a:off x="305630" y="295770"/>
            <a:ext cx="2711724" cy="362896"/>
            <a:chOff x="1148325" y="1752675"/>
            <a:chExt cx="5849275" cy="513000"/>
          </a:xfrm>
        </p:grpSpPr>
        <p:sp>
          <p:nvSpPr>
            <p:cNvPr id="2518" name="Google Shape;2518;p65"/>
            <p:cNvSpPr/>
            <p:nvPr/>
          </p:nvSpPr>
          <p:spPr>
            <a:xfrm>
              <a:off x="1148325" y="1752675"/>
              <a:ext cx="858900" cy="513000"/>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ua"/>
                  <a:ea typeface="Jua"/>
                  <a:cs typeface="Jua"/>
                  <a:sym typeface="Jua"/>
                </a:rPr>
                <a:t>Q</a:t>
              </a:r>
              <a:endParaRPr>
                <a:solidFill>
                  <a:schemeClr val="dk1"/>
                </a:solidFill>
                <a:latin typeface="Jua"/>
                <a:ea typeface="Jua"/>
                <a:cs typeface="Jua"/>
                <a:sym typeface="Jua"/>
              </a:endParaRPr>
            </a:p>
          </p:txBody>
        </p:sp>
        <p:sp>
          <p:nvSpPr>
            <p:cNvPr id="2519" name="Google Shape;2519;p65"/>
            <p:cNvSpPr/>
            <p:nvPr/>
          </p:nvSpPr>
          <p:spPr>
            <a:xfrm>
              <a:off x="2146400" y="1752675"/>
              <a:ext cx="858900" cy="513000"/>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2"/>
                  </a:solidFill>
                  <a:latin typeface="Jua"/>
                  <a:ea typeface="Jua"/>
                  <a:cs typeface="Jua"/>
                  <a:sym typeface="Jua"/>
                </a:rPr>
                <a:t>U</a:t>
              </a:r>
              <a:endParaRPr>
                <a:solidFill>
                  <a:schemeClr val="accent2"/>
                </a:solidFill>
                <a:latin typeface="Jua"/>
                <a:ea typeface="Jua"/>
                <a:cs typeface="Jua"/>
                <a:sym typeface="Jua"/>
              </a:endParaRPr>
            </a:p>
          </p:txBody>
        </p:sp>
        <p:sp>
          <p:nvSpPr>
            <p:cNvPr id="2520" name="Google Shape;2520;p65"/>
            <p:cNvSpPr/>
            <p:nvPr/>
          </p:nvSpPr>
          <p:spPr>
            <a:xfrm>
              <a:off x="314447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825418"/>
                  </a:solidFill>
                  <a:latin typeface="Jua"/>
                  <a:ea typeface="Jua"/>
                  <a:cs typeface="Jua"/>
                  <a:sym typeface="Jua"/>
                </a:rPr>
                <a:t>E</a:t>
              </a:r>
              <a:endParaRPr>
                <a:solidFill>
                  <a:srgbClr val="825418"/>
                </a:solidFill>
                <a:latin typeface="Jua"/>
                <a:ea typeface="Jua"/>
                <a:cs typeface="Jua"/>
                <a:sym typeface="Jua"/>
              </a:endParaRPr>
            </a:p>
          </p:txBody>
        </p:sp>
        <p:sp>
          <p:nvSpPr>
            <p:cNvPr id="2521" name="Google Shape;2521;p65"/>
            <p:cNvSpPr/>
            <p:nvPr/>
          </p:nvSpPr>
          <p:spPr>
            <a:xfrm>
              <a:off x="4142550"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0C3B1"/>
                  </a:solidFill>
                  <a:latin typeface="Jua"/>
                  <a:ea typeface="Jua"/>
                  <a:cs typeface="Jua"/>
                  <a:sym typeface="Jua"/>
                </a:rPr>
                <a:t>U</a:t>
              </a:r>
              <a:endParaRPr>
                <a:solidFill>
                  <a:srgbClr val="00C3B1"/>
                </a:solidFill>
                <a:latin typeface="Jua"/>
                <a:ea typeface="Jua"/>
                <a:cs typeface="Jua"/>
                <a:sym typeface="Jua"/>
              </a:endParaRPr>
            </a:p>
          </p:txBody>
        </p:sp>
        <p:sp>
          <p:nvSpPr>
            <p:cNvPr id="2522" name="Google Shape;2522;p65"/>
            <p:cNvSpPr/>
            <p:nvPr/>
          </p:nvSpPr>
          <p:spPr>
            <a:xfrm>
              <a:off x="514062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B5394"/>
                  </a:solidFill>
                  <a:latin typeface="Jua"/>
                  <a:ea typeface="Jua"/>
                  <a:cs typeface="Jua"/>
                  <a:sym typeface="Jua"/>
                </a:rPr>
                <a:t>E</a:t>
              </a:r>
              <a:endParaRPr>
                <a:solidFill>
                  <a:srgbClr val="0B5394"/>
                </a:solidFill>
                <a:latin typeface="Jua"/>
                <a:ea typeface="Jua"/>
                <a:cs typeface="Jua"/>
                <a:sym typeface="Jua"/>
              </a:endParaRPr>
            </a:p>
          </p:txBody>
        </p:sp>
        <p:sp>
          <p:nvSpPr>
            <p:cNvPr id="2523" name="Google Shape;2523;p65"/>
            <p:cNvSpPr/>
            <p:nvPr/>
          </p:nvSpPr>
          <p:spPr>
            <a:xfrm>
              <a:off x="6138700"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6"/>
                  </a:solidFill>
                  <a:latin typeface="Jua"/>
                  <a:ea typeface="Jua"/>
                  <a:cs typeface="Jua"/>
                  <a:sym typeface="Jua"/>
                </a:rPr>
                <a:t>S</a:t>
              </a:r>
              <a:endParaRPr>
                <a:solidFill>
                  <a:schemeClr val="accent6"/>
                </a:solidFill>
                <a:latin typeface="Jua"/>
                <a:ea typeface="Jua"/>
                <a:cs typeface="Jua"/>
                <a:sym typeface="Jua"/>
              </a:endParaRPr>
            </a:p>
          </p:txBody>
        </p:sp>
      </p:grpSp>
      <p:sp>
        <p:nvSpPr>
          <p:cNvPr id="2524" name="Google Shape;2524;p65"/>
          <p:cNvSpPr txBox="1"/>
          <p:nvPr/>
        </p:nvSpPr>
        <p:spPr>
          <a:xfrm>
            <a:off x="71400" y="952650"/>
            <a:ext cx="9001200" cy="419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700">
                <a:solidFill>
                  <a:schemeClr val="dk1"/>
                </a:solidFill>
                <a:latin typeface="Roboto"/>
                <a:ea typeface="Roboto"/>
                <a:cs typeface="Roboto"/>
                <a:sym typeface="Roboto"/>
              </a:rPr>
              <a:t>Bài 4: </a:t>
            </a:r>
            <a:r>
              <a:rPr lang="en" sz="1700">
                <a:solidFill>
                  <a:schemeClr val="dk1"/>
                </a:solidFill>
                <a:latin typeface="Roboto"/>
                <a:ea typeface="Roboto"/>
                <a:cs typeface="Roboto"/>
                <a:sym typeface="Roboto"/>
              </a:rPr>
              <a:t>(</a:t>
            </a:r>
            <a:r>
              <a:rPr lang="en" sz="1700">
                <a:solidFill>
                  <a:schemeClr val="dk1"/>
                </a:solidFill>
                <a:latin typeface="Roboto"/>
                <a:ea typeface="Roboto"/>
                <a:cs typeface="Roboto"/>
                <a:sym typeface="Roboto"/>
              </a:rPr>
              <a:t>Registration Queue</a:t>
            </a:r>
            <a:r>
              <a:rPr lang="en" sz="1700">
                <a:solidFill>
                  <a:schemeClr val="dk1"/>
                </a:solidFill>
                <a:latin typeface="Roboto"/>
                <a:ea typeface="Roboto"/>
                <a:cs typeface="Roboto"/>
                <a:sym typeface="Roboto"/>
              </a:rPr>
              <a:t>)</a:t>
            </a:r>
            <a:r>
              <a:rPr b="1" lang="en" sz="1700">
                <a:solidFill>
                  <a:srgbClr val="245716"/>
                </a:solidFill>
                <a:latin typeface="Roboto"/>
                <a:ea typeface="Roboto"/>
                <a:cs typeface="Roboto"/>
                <a:sym typeface="Roboto"/>
              </a:rPr>
              <a:t> </a:t>
            </a:r>
            <a:endParaRPr sz="1700">
              <a:solidFill>
                <a:srgbClr val="245716"/>
              </a:solidFill>
              <a:latin typeface="Roboto"/>
              <a:ea typeface="Roboto"/>
              <a:cs typeface="Roboto"/>
              <a:sym typeface="Roboto"/>
            </a:endParaRPr>
          </a:p>
          <a:p>
            <a:pPr indent="0" lvl="0" marL="0" rtl="0" algn="l">
              <a:spcBef>
                <a:spcPts val="1000"/>
              </a:spcBef>
              <a:spcAft>
                <a:spcPts val="0"/>
              </a:spcAft>
              <a:buNone/>
            </a:pPr>
            <a:r>
              <a:rPr lang="en" sz="1700">
                <a:solidFill>
                  <a:srgbClr val="245716"/>
                </a:solidFill>
                <a:latin typeface="Roboto"/>
                <a:ea typeface="Roboto"/>
                <a:cs typeface="Roboto"/>
                <a:sym typeface="Roboto"/>
              </a:rPr>
              <a:t>Yêu cầu thực hiện:</a:t>
            </a:r>
            <a:endParaRPr sz="1700">
              <a:solidFill>
                <a:srgbClr val="245716"/>
              </a:solidFill>
              <a:latin typeface="Roboto"/>
              <a:ea typeface="Roboto"/>
              <a:cs typeface="Roboto"/>
              <a:sym typeface="Roboto"/>
            </a:endParaRPr>
          </a:p>
          <a:p>
            <a:pPr indent="-336550" lvl="0" marL="457200" rtl="0" algn="l">
              <a:spcBef>
                <a:spcPts val="1000"/>
              </a:spcBef>
              <a:spcAft>
                <a:spcPts val="0"/>
              </a:spcAft>
              <a:buClr>
                <a:srgbClr val="245716"/>
              </a:buClr>
              <a:buSzPts val="1700"/>
              <a:buFont typeface="Roboto"/>
              <a:buChar char="●"/>
            </a:pPr>
            <a:r>
              <a:rPr lang="en" sz="1700">
                <a:solidFill>
                  <a:srgbClr val="245716"/>
                </a:solidFill>
                <a:latin typeface="Roboto"/>
                <a:ea typeface="Roboto"/>
                <a:cs typeface="Roboto"/>
                <a:sym typeface="Roboto"/>
              </a:rPr>
              <a:t>Viết chương trình bằng ngôn ngữ lập trình C để triển khai hệ thống quản lý hàng đợi đăng ký sự kiện.</a:t>
            </a:r>
            <a:endParaRPr sz="1700">
              <a:solidFill>
                <a:srgbClr val="245716"/>
              </a:solidFill>
              <a:latin typeface="Roboto"/>
              <a:ea typeface="Roboto"/>
              <a:cs typeface="Roboto"/>
              <a:sym typeface="Roboto"/>
            </a:endParaRPr>
          </a:p>
          <a:p>
            <a:pPr indent="-336550" lvl="0" marL="457200" rtl="0" algn="l">
              <a:spcBef>
                <a:spcPts val="0"/>
              </a:spcBef>
              <a:spcAft>
                <a:spcPts val="0"/>
              </a:spcAft>
              <a:buClr>
                <a:srgbClr val="245716"/>
              </a:buClr>
              <a:buSzPts val="1700"/>
              <a:buFont typeface="Roboto"/>
              <a:buChar char="●"/>
            </a:pPr>
            <a:r>
              <a:rPr lang="en" sz="1700">
                <a:solidFill>
                  <a:srgbClr val="245716"/>
                </a:solidFill>
                <a:latin typeface="Roboto"/>
                <a:ea typeface="Roboto"/>
                <a:cs typeface="Roboto"/>
                <a:sym typeface="Roboto"/>
              </a:rPr>
              <a:t>Sử dụng cấu trúc dữ liệu Queue để lưu trữ hàng đợi người dùng.</a:t>
            </a:r>
            <a:endParaRPr sz="1700">
              <a:solidFill>
                <a:srgbClr val="245716"/>
              </a:solidFill>
              <a:latin typeface="Roboto"/>
              <a:ea typeface="Roboto"/>
              <a:cs typeface="Roboto"/>
              <a:sym typeface="Roboto"/>
            </a:endParaRPr>
          </a:p>
          <a:p>
            <a:pPr indent="-336550" lvl="0" marL="457200" rtl="0" algn="l">
              <a:spcBef>
                <a:spcPts val="0"/>
              </a:spcBef>
              <a:spcAft>
                <a:spcPts val="0"/>
              </a:spcAft>
              <a:buClr>
                <a:srgbClr val="245716"/>
              </a:buClr>
              <a:buSzPts val="1700"/>
              <a:buFont typeface="Roboto"/>
              <a:buChar char="●"/>
            </a:pPr>
            <a:r>
              <a:rPr lang="en" sz="1700">
                <a:solidFill>
                  <a:srgbClr val="245716"/>
                </a:solidFill>
                <a:latin typeface="Roboto"/>
                <a:ea typeface="Roboto"/>
                <a:cs typeface="Roboto"/>
                <a:sym typeface="Roboto"/>
              </a:rPr>
              <a:t>Triển khai các hàm sau:</a:t>
            </a:r>
            <a:endParaRPr sz="1700">
              <a:solidFill>
                <a:srgbClr val="245716"/>
              </a:solidFill>
              <a:latin typeface="Roboto"/>
              <a:ea typeface="Roboto"/>
              <a:cs typeface="Roboto"/>
              <a:sym typeface="Roboto"/>
            </a:endParaRPr>
          </a:p>
          <a:p>
            <a:pPr indent="-336550" lvl="1" marL="914400" rtl="0" algn="l">
              <a:spcBef>
                <a:spcPts val="0"/>
              </a:spcBef>
              <a:spcAft>
                <a:spcPts val="0"/>
              </a:spcAft>
              <a:buClr>
                <a:srgbClr val="245716"/>
              </a:buClr>
              <a:buSzPts val="1700"/>
              <a:buFont typeface="Roboto"/>
              <a:buChar char="○"/>
            </a:pPr>
            <a:r>
              <a:rPr b="1" lang="en" sz="1700">
                <a:solidFill>
                  <a:srgbClr val="245716"/>
                </a:solidFill>
                <a:latin typeface="Roboto"/>
                <a:ea typeface="Roboto"/>
                <a:cs typeface="Roboto"/>
                <a:sym typeface="Roboto"/>
              </a:rPr>
              <a:t>put()</a:t>
            </a:r>
            <a:r>
              <a:rPr lang="en" sz="1700">
                <a:solidFill>
                  <a:srgbClr val="245716"/>
                </a:solidFill>
                <a:latin typeface="Roboto"/>
                <a:ea typeface="Roboto"/>
                <a:cs typeface="Roboto"/>
                <a:sym typeface="Roboto"/>
              </a:rPr>
              <a:t>: Thêm một người dùng vào hàng đợi.</a:t>
            </a:r>
            <a:endParaRPr sz="1700">
              <a:solidFill>
                <a:srgbClr val="245716"/>
              </a:solidFill>
              <a:latin typeface="Roboto"/>
              <a:ea typeface="Roboto"/>
              <a:cs typeface="Roboto"/>
              <a:sym typeface="Roboto"/>
            </a:endParaRPr>
          </a:p>
          <a:p>
            <a:pPr indent="-336550" lvl="1" marL="914400" rtl="0" algn="l">
              <a:spcBef>
                <a:spcPts val="0"/>
              </a:spcBef>
              <a:spcAft>
                <a:spcPts val="0"/>
              </a:spcAft>
              <a:buClr>
                <a:srgbClr val="245716"/>
              </a:buClr>
              <a:buSzPts val="1700"/>
              <a:buFont typeface="Roboto"/>
              <a:buChar char="○"/>
            </a:pPr>
            <a:r>
              <a:rPr b="1" lang="en" sz="1700">
                <a:solidFill>
                  <a:srgbClr val="245716"/>
                </a:solidFill>
                <a:latin typeface="Roboto"/>
                <a:ea typeface="Roboto"/>
                <a:cs typeface="Roboto"/>
                <a:sym typeface="Roboto"/>
              </a:rPr>
              <a:t>get()</a:t>
            </a:r>
            <a:r>
              <a:rPr lang="en" sz="1700">
                <a:solidFill>
                  <a:srgbClr val="245716"/>
                </a:solidFill>
                <a:latin typeface="Roboto"/>
                <a:ea typeface="Roboto"/>
                <a:cs typeface="Roboto"/>
                <a:sym typeface="Roboto"/>
              </a:rPr>
              <a:t>: Lấy thông tin người dùng đầu hàng đợi và xóa khỏi hàng đợi.</a:t>
            </a:r>
            <a:endParaRPr sz="1700">
              <a:solidFill>
                <a:srgbClr val="245716"/>
              </a:solidFill>
              <a:latin typeface="Roboto"/>
              <a:ea typeface="Roboto"/>
              <a:cs typeface="Roboto"/>
              <a:sym typeface="Roboto"/>
            </a:endParaRPr>
          </a:p>
          <a:p>
            <a:pPr indent="-336550" lvl="1" marL="914400" rtl="0" algn="l">
              <a:spcBef>
                <a:spcPts val="0"/>
              </a:spcBef>
              <a:spcAft>
                <a:spcPts val="0"/>
              </a:spcAft>
              <a:buClr>
                <a:srgbClr val="245716"/>
              </a:buClr>
              <a:buSzPts val="1700"/>
              <a:buFont typeface="Roboto"/>
              <a:buChar char="○"/>
            </a:pPr>
            <a:r>
              <a:rPr b="1" lang="en" sz="1700">
                <a:solidFill>
                  <a:srgbClr val="245716"/>
                </a:solidFill>
                <a:latin typeface="Roboto"/>
                <a:ea typeface="Roboto"/>
                <a:cs typeface="Roboto"/>
                <a:sym typeface="Roboto"/>
              </a:rPr>
              <a:t>cancelRegistration()</a:t>
            </a:r>
            <a:r>
              <a:rPr lang="en" sz="1700">
                <a:solidFill>
                  <a:srgbClr val="245716"/>
                </a:solidFill>
                <a:latin typeface="Roboto"/>
                <a:ea typeface="Roboto"/>
                <a:cs typeface="Roboto"/>
                <a:sym typeface="Roboto"/>
              </a:rPr>
              <a:t>: Hủy đăng ký của một người dùng khỏi hàng đợi.</a:t>
            </a:r>
            <a:endParaRPr sz="1700">
              <a:solidFill>
                <a:srgbClr val="245716"/>
              </a:solidFill>
              <a:latin typeface="Roboto"/>
              <a:ea typeface="Roboto"/>
              <a:cs typeface="Roboto"/>
              <a:sym typeface="Roboto"/>
            </a:endParaRPr>
          </a:p>
          <a:p>
            <a:pPr indent="-336550" lvl="1" marL="914400" rtl="0" algn="l">
              <a:spcBef>
                <a:spcPts val="0"/>
              </a:spcBef>
              <a:spcAft>
                <a:spcPts val="0"/>
              </a:spcAft>
              <a:buClr>
                <a:srgbClr val="245716"/>
              </a:buClr>
              <a:buSzPts val="1700"/>
              <a:buFont typeface="Roboto"/>
              <a:buChar char="○"/>
            </a:pPr>
            <a:r>
              <a:rPr b="1" lang="en" sz="1700">
                <a:solidFill>
                  <a:srgbClr val="245716"/>
                </a:solidFill>
                <a:latin typeface="Roboto"/>
                <a:ea typeface="Roboto"/>
                <a:cs typeface="Roboto"/>
                <a:sym typeface="Roboto"/>
              </a:rPr>
              <a:t>displayQueue()</a:t>
            </a:r>
            <a:r>
              <a:rPr lang="en" sz="1700">
                <a:solidFill>
                  <a:srgbClr val="245716"/>
                </a:solidFill>
                <a:latin typeface="Roboto"/>
                <a:ea typeface="Roboto"/>
                <a:cs typeface="Roboto"/>
                <a:sym typeface="Roboto"/>
              </a:rPr>
              <a:t>: Hiển thị danh sách toàn bộ người dùng đã đăng ký tham gia sự kiện.</a:t>
            </a:r>
            <a:endParaRPr sz="1700">
              <a:solidFill>
                <a:srgbClr val="245716"/>
              </a:solidFill>
              <a:latin typeface="Roboto"/>
              <a:ea typeface="Roboto"/>
              <a:cs typeface="Roboto"/>
              <a:sym typeface="Roboto"/>
            </a:endParaRPr>
          </a:p>
          <a:p>
            <a:pPr indent="0" lvl="0" marL="0" rtl="0" algn="l">
              <a:spcBef>
                <a:spcPts val="1000"/>
              </a:spcBef>
              <a:spcAft>
                <a:spcPts val="0"/>
              </a:spcAft>
              <a:buNone/>
            </a:pPr>
            <a:r>
              <a:t/>
            </a:r>
            <a:endParaRPr sz="1700">
              <a:solidFill>
                <a:srgbClr val="245716"/>
              </a:solidFill>
              <a:latin typeface="Roboto"/>
              <a:ea typeface="Roboto"/>
              <a:cs typeface="Roboto"/>
              <a:sym typeface="Roboto"/>
            </a:endParaRPr>
          </a:p>
          <a:p>
            <a:pPr indent="0" lvl="0" marL="0" rtl="0" algn="l">
              <a:spcBef>
                <a:spcPts val="1000"/>
              </a:spcBef>
              <a:spcAft>
                <a:spcPts val="1000"/>
              </a:spcAft>
              <a:buNone/>
            </a:pPr>
            <a:r>
              <a:t/>
            </a:r>
            <a:endParaRPr sz="1700">
              <a:solidFill>
                <a:srgbClr val="245716"/>
              </a:solidFill>
              <a:latin typeface="Roboto"/>
              <a:ea typeface="Roboto"/>
              <a:cs typeface="Roboto"/>
              <a:sym typeface="Roboto"/>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8" name="Shape 2528"/>
        <p:cNvGrpSpPr/>
        <p:nvPr/>
      </p:nvGrpSpPr>
      <p:grpSpPr>
        <a:xfrm>
          <a:off x="0" y="0"/>
          <a:ext cx="0" cy="0"/>
          <a:chOff x="0" y="0"/>
          <a:chExt cx="0" cy="0"/>
        </a:xfrm>
      </p:grpSpPr>
      <p:sp>
        <p:nvSpPr>
          <p:cNvPr id="2529" name="Google Shape;2529;p6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grpSp>
        <p:nvGrpSpPr>
          <p:cNvPr id="2530" name="Google Shape;2530;p66"/>
          <p:cNvGrpSpPr/>
          <p:nvPr/>
        </p:nvGrpSpPr>
        <p:grpSpPr>
          <a:xfrm>
            <a:off x="305630" y="295770"/>
            <a:ext cx="2711724" cy="362896"/>
            <a:chOff x="1148325" y="1752675"/>
            <a:chExt cx="5849275" cy="513000"/>
          </a:xfrm>
        </p:grpSpPr>
        <p:sp>
          <p:nvSpPr>
            <p:cNvPr id="2531" name="Google Shape;2531;p66"/>
            <p:cNvSpPr/>
            <p:nvPr/>
          </p:nvSpPr>
          <p:spPr>
            <a:xfrm>
              <a:off x="1148325" y="1752675"/>
              <a:ext cx="858900" cy="513000"/>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ua"/>
                  <a:ea typeface="Jua"/>
                  <a:cs typeface="Jua"/>
                  <a:sym typeface="Jua"/>
                </a:rPr>
                <a:t>Q</a:t>
              </a:r>
              <a:endParaRPr>
                <a:solidFill>
                  <a:schemeClr val="dk1"/>
                </a:solidFill>
                <a:latin typeface="Jua"/>
                <a:ea typeface="Jua"/>
                <a:cs typeface="Jua"/>
                <a:sym typeface="Jua"/>
              </a:endParaRPr>
            </a:p>
          </p:txBody>
        </p:sp>
        <p:sp>
          <p:nvSpPr>
            <p:cNvPr id="2532" name="Google Shape;2532;p66"/>
            <p:cNvSpPr/>
            <p:nvPr/>
          </p:nvSpPr>
          <p:spPr>
            <a:xfrm>
              <a:off x="2146400" y="1752675"/>
              <a:ext cx="858900" cy="513000"/>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2"/>
                  </a:solidFill>
                  <a:latin typeface="Jua"/>
                  <a:ea typeface="Jua"/>
                  <a:cs typeface="Jua"/>
                  <a:sym typeface="Jua"/>
                </a:rPr>
                <a:t>U</a:t>
              </a:r>
              <a:endParaRPr>
                <a:solidFill>
                  <a:schemeClr val="accent2"/>
                </a:solidFill>
                <a:latin typeface="Jua"/>
                <a:ea typeface="Jua"/>
                <a:cs typeface="Jua"/>
                <a:sym typeface="Jua"/>
              </a:endParaRPr>
            </a:p>
          </p:txBody>
        </p:sp>
        <p:sp>
          <p:nvSpPr>
            <p:cNvPr id="2533" name="Google Shape;2533;p66"/>
            <p:cNvSpPr/>
            <p:nvPr/>
          </p:nvSpPr>
          <p:spPr>
            <a:xfrm>
              <a:off x="3144475" y="1752675"/>
              <a:ext cx="858900" cy="513000"/>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825418"/>
                  </a:solidFill>
                  <a:latin typeface="Jua"/>
                  <a:ea typeface="Jua"/>
                  <a:cs typeface="Jua"/>
                  <a:sym typeface="Jua"/>
                </a:rPr>
                <a:t>E</a:t>
              </a:r>
              <a:endParaRPr>
                <a:solidFill>
                  <a:srgbClr val="825418"/>
                </a:solidFill>
                <a:latin typeface="Jua"/>
                <a:ea typeface="Jua"/>
                <a:cs typeface="Jua"/>
                <a:sym typeface="Jua"/>
              </a:endParaRPr>
            </a:p>
          </p:txBody>
        </p:sp>
        <p:sp>
          <p:nvSpPr>
            <p:cNvPr id="2534" name="Google Shape;2534;p66"/>
            <p:cNvSpPr/>
            <p:nvPr/>
          </p:nvSpPr>
          <p:spPr>
            <a:xfrm>
              <a:off x="4142550" y="1752675"/>
              <a:ext cx="858900" cy="513000"/>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0C3B1"/>
                  </a:solidFill>
                  <a:latin typeface="Jua"/>
                  <a:ea typeface="Jua"/>
                  <a:cs typeface="Jua"/>
                  <a:sym typeface="Jua"/>
                </a:rPr>
                <a:t>U</a:t>
              </a:r>
              <a:endParaRPr>
                <a:solidFill>
                  <a:srgbClr val="00C3B1"/>
                </a:solidFill>
                <a:latin typeface="Jua"/>
                <a:ea typeface="Jua"/>
                <a:cs typeface="Jua"/>
                <a:sym typeface="Jua"/>
              </a:endParaRPr>
            </a:p>
          </p:txBody>
        </p:sp>
        <p:sp>
          <p:nvSpPr>
            <p:cNvPr id="2535" name="Google Shape;2535;p66"/>
            <p:cNvSpPr/>
            <p:nvPr/>
          </p:nvSpPr>
          <p:spPr>
            <a:xfrm>
              <a:off x="514062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B5394"/>
                  </a:solidFill>
                  <a:latin typeface="Jua"/>
                  <a:ea typeface="Jua"/>
                  <a:cs typeface="Jua"/>
                  <a:sym typeface="Jua"/>
                </a:rPr>
                <a:t>E</a:t>
              </a:r>
              <a:endParaRPr>
                <a:solidFill>
                  <a:srgbClr val="0B5394"/>
                </a:solidFill>
                <a:latin typeface="Jua"/>
                <a:ea typeface="Jua"/>
                <a:cs typeface="Jua"/>
                <a:sym typeface="Jua"/>
              </a:endParaRPr>
            </a:p>
          </p:txBody>
        </p:sp>
        <p:sp>
          <p:nvSpPr>
            <p:cNvPr id="2536" name="Google Shape;2536;p66"/>
            <p:cNvSpPr/>
            <p:nvPr/>
          </p:nvSpPr>
          <p:spPr>
            <a:xfrm>
              <a:off x="6138700"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6"/>
                  </a:solidFill>
                  <a:latin typeface="Jua"/>
                  <a:ea typeface="Jua"/>
                  <a:cs typeface="Jua"/>
                  <a:sym typeface="Jua"/>
                </a:rPr>
                <a:t>S</a:t>
              </a:r>
              <a:endParaRPr>
                <a:solidFill>
                  <a:schemeClr val="accent6"/>
                </a:solidFill>
                <a:latin typeface="Jua"/>
                <a:ea typeface="Jua"/>
                <a:cs typeface="Jua"/>
                <a:sym typeface="Jua"/>
              </a:endParaRPr>
            </a:p>
          </p:txBody>
        </p:sp>
      </p:grpSp>
      <p:sp>
        <p:nvSpPr>
          <p:cNvPr id="2537" name="Google Shape;2537;p66"/>
          <p:cNvSpPr txBox="1"/>
          <p:nvPr/>
        </p:nvSpPr>
        <p:spPr>
          <a:xfrm>
            <a:off x="142800" y="658726"/>
            <a:ext cx="9001200" cy="211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700">
                <a:solidFill>
                  <a:schemeClr val="dk1"/>
                </a:solidFill>
                <a:latin typeface="Roboto"/>
                <a:ea typeface="Roboto"/>
                <a:cs typeface="Roboto"/>
                <a:sym typeface="Roboto"/>
              </a:rPr>
              <a:t>Bài 5: </a:t>
            </a:r>
            <a:r>
              <a:rPr lang="en" sz="1700">
                <a:solidFill>
                  <a:schemeClr val="dk1"/>
                </a:solidFill>
                <a:latin typeface="Roboto"/>
                <a:ea typeface="Roboto"/>
                <a:cs typeface="Roboto"/>
                <a:sym typeface="Roboto"/>
              </a:rPr>
              <a:t>(Cross the bridge)</a:t>
            </a:r>
            <a:r>
              <a:rPr b="1" lang="en" sz="1700">
                <a:solidFill>
                  <a:srgbClr val="245716"/>
                </a:solidFill>
                <a:latin typeface="Roboto"/>
                <a:ea typeface="Roboto"/>
                <a:cs typeface="Roboto"/>
                <a:sym typeface="Roboto"/>
              </a:rPr>
              <a:t> </a:t>
            </a:r>
            <a:r>
              <a:rPr lang="en" sz="1700">
                <a:solidFill>
                  <a:srgbClr val="245716"/>
                </a:solidFill>
                <a:latin typeface="Roboto"/>
                <a:ea typeface="Roboto"/>
                <a:cs typeface="Roboto"/>
                <a:sym typeface="Roboto"/>
              </a:rPr>
              <a:t>Một cầu chỉ chịu được tải trọng tối đa là </a:t>
            </a:r>
            <a:r>
              <a:rPr lang="en" sz="1700">
                <a:solidFill>
                  <a:schemeClr val="dk1"/>
                </a:solidFill>
                <a:latin typeface="Roboto"/>
                <a:ea typeface="Roboto"/>
                <a:cs typeface="Roboto"/>
                <a:sym typeface="Roboto"/>
              </a:rPr>
              <a:t>K</a:t>
            </a:r>
            <a:r>
              <a:rPr lang="en" sz="1700">
                <a:solidFill>
                  <a:srgbClr val="245716"/>
                </a:solidFill>
                <a:latin typeface="Roboto"/>
                <a:ea typeface="Roboto"/>
                <a:cs typeface="Roboto"/>
                <a:sym typeface="Roboto"/>
              </a:rPr>
              <a:t> (số người). Một nhóm </a:t>
            </a:r>
            <a:r>
              <a:rPr lang="en" sz="1700">
                <a:solidFill>
                  <a:schemeClr val="dk1"/>
                </a:solidFill>
                <a:latin typeface="Roboto"/>
                <a:ea typeface="Roboto"/>
                <a:cs typeface="Roboto"/>
                <a:sym typeface="Roboto"/>
              </a:rPr>
              <a:t>N</a:t>
            </a:r>
            <a:r>
              <a:rPr lang="en" sz="1700">
                <a:solidFill>
                  <a:srgbClr val="245716"/>
                </a:solidFill>
                <a:latin typeface="Roboto"/>
                <a:ea typeface="Roboto"/>
                <a:cs typeface="Roboto"/>
                <a:sym typeface="Roboto"/>
              </a:rPr>
              <a:t> người cần đi qua cầu trong thời gian tối thiểu. Mỗi người trong nhóm có thời gian đi qua cầu khác nhau được cung cấp trong một mảng số nguyên có độ dài là </a:t>
            </a:r>
            <a:r>
              <a:rPr lang="en" sz="1700">
                <a:solidFill>
                  <a:schemeClr val="dk1"/>
                </a:solidFill>
                <a:latin typeface="Roboto"/>
                <a:ea typeface="Roboto"/>
                <a:cs typeface="Roboto"/>
                <a:sym typeface="Roboto"/>
              </a:rPr>
              <a:t>N</a:t>
            </a:r>
            <a:r>
              <a:rPr lang="en" sz="1700">
                <a:solidFill>
                  <a:srgbClr val="245716"/>
                </a:solidFill>
                <a:latin typeface="Roboto"/>
                <a:ea typeface="Roboto"/>
                <a:cs typeface="Roboto"/>
                <a:sym typeface="Roboto"/>
              </a:rPr>
              <a:t>. Viết chương trình C lên kế hoạch cho </a:t>
            </a:r>
            <a:r>
              <a:rPr lang="en" sz="1700">
                <a:solidFill>
                  <a:schemeClr val="dk1"/>
                </a:solidFill>
                <a:latin typeface="Roboto"/>
                <a:ea typeface="Roboto"/>
                <a:cs typeface="Roboto"/>
                <a:sym typeface="Roboto"/>
              </a:rPr>
              <a:t>N</a:t>
            </a:r>
            <a:r>
              <a:rPr lang="en" sz="1700">
                <a:solidFill>
                  <a:srgbClr val="245716"/>
                </a:solidFill>
                <a:latin typeface="Roboto"/>
                <a:ea typeface="Roboto"/>
                <a:cs typeface="Roboto"/>
                <a:sym typeface="Roboto"/>
              </a:rPr>
              <a:t> người qua cầu theo thứ tự sao cho tổng thời gian qua cầu là </a:t>
            </a:r>
            <a:r>
              <a:rPr b="1" lang="en" sz="1700">
                <a:solidFill>
                  <a:schemeClr val="dk1"/>
                </a:solidFill>
                <a:latin typeface="Roboto"/>
                <a:ea typeface="Roboto"/>
                <a:cs typeface="Roboto"/>
                <a:sym typeface="Roboto"/>
              </a:rPr>
              <a:t>nhỏ nhất</a:t>
            </a:r>
            <a:r>
              <a:rPr lang="en" sz="1700">
                <a:solidFill>
                  <a:srgbClr val="245716"/>
                </a:solidFill>
                <a:latin typeface="Roboto"/>
                <a:ea typeface="Roboto"/>
                <a:cs typeface="Roboto"/>
                <a:sym typeface="Roboto"/>
              </a:rPr>
              <a:t>.</a:t>
            </a:r>
            <a:endParaRPr sz="1700">
              <a:solidFill>
                <a:srgbClr val="245716"/>
              </a:solidFill>
              <a:latin typeface="Roboto"/>
              <a:ea typeface="Roboto"/>
              <a:cs typeface="Roboto"/>
              <a:sym typeface="Roboto"/>
            </a:endParaRPr>
          </a:p>
          <a:p>
            <a:pPr indent="0" lvl="0" marL="0" rtl="0" algn="l">
              <a:spcBef>
                <a:spcPts val="1000"/>
              </a:spcBef>
              <a:spcAft>
                <a:spcPts val="0"/>
              </a:spcAft>
              <a:buNone/>
            </a:pPr>
            <a:r>
              <a:rPr lang="en" sz="1700">
                <a:solidFill>
                  <a:schemeClr val="dk1"/>
                </a:solidFill>
                <a:latin typeface="Roboto"/>
                <a:ea typeface="Roboto"/>
                <a:cs typeface="Roboto"/>
                <a:sym typeface="Roboto"/>
              </a:rPr>
              <a:t>INPUT: </a:t>
            </a:r>
            <a:r>
              <a:rPr lang="en" sz="1700">
                <a:solidFill>
                  <a:srgbClr val="245716"/>
                </a:solidFill>
                <a:latin typeface="Roboto"/>
                <a:ea typeface="Roboto"/>
                <a:cs typeface="Roboto"/>
                <a:sym typeface="Roboto"/>
              </a:rPr>
              <a:t>Hàng thứ nhất là trọng tải cầu </a:t>
            </a:r>
            <a:r>
              <a:rPr lang="en" sz="1700">
                <a:solidFill>
                  <a:schemeClr val="dk1"/>
                </a:solidFill>
                <a:latin typeface="Roboto"/>
                <a:ea typeface="Roboto"/>
                <a:cs typeface="Roboto"/>
                <a:sym typeface="Roboto"/>
              </a:rPr>
              <a:t>K</a:t>
            </a:r>
            <a:r>
              <a:rPr lang="en" sz="1700">
                <a:solidFill>
                  <a:srgbClr val="245716"/>
                </a:solidFill>
                <a:latin typeface="Roboto"/>
                <a:ea typeface="Roboto"/>
                <a:cs typeface="Roboto"/>
                <a:sym typeface="Roboto"/>
              </a:rPr>
              <a:t>, hàng thứ hai là số người </a:t>
            </a:r>
            <a:r>
              <a:rPr lang="en" sz="1700">
                <a:solidFill>
                  <a:schemeClr val="dk1"/>
                </a:solidFill>
                <a:latin typeface="Roboto"/>
                <a:ea typeface="Roboto"/>
                <a:cs typeface="Roboto"/>
                <a:sym typeface="Roboto"/>
              </a:rPr>
              <a:t>N</a:t>
            </a:r>
            <a:r>
              <a:rPr lang="en" sz="1700">
                <a:solidFill>
                  <a:srgbClr val="245716"/>
                </a:solidFill>
                <a:latin typeface="Roboto"/>
                <a:ea typeface="Roboto"/>
                <a:cs typeface="Roboto"/>
                <a:sym typeface="Roboto"/>
              </a:rPr>
              <a:t>, hàng thứ ba là mảng số nguyên lưu trữ thời gian mỗi người qua cầu tương ứng.</a:t>
            </a:r>
            <a:endParaRPr sz="1700">
              <a:solidFill>
                <a:srgbClr val="245716"/>
              </a:solidFill>
              <a:latin typeface="Roboto"/>
              <a:ea typeface="Roboto"/>
              <a:cs typeface="Roboto"/>
              <a:sym typeface="Roboto"/>
            </a:endParaRPr>
          </a:p>
          <a:p>
            <a:pPr indent="0" lvl="0" marL="0" rtl="0" algn="l">
              <a:spcBef>
                <a:spcPts val="1000"/>
              </a:spcBef>
              <a:spcAft>
                <a:spcPts val="0"/>
              </a:spcAft>
              <a:buNone/>
            </a:pPr>
            <a:r>
              <a:rPr b="1" lang="en" sz="1700">
                <a:solidFill>
                  <a:srgbClr val="245716"/>
                </a:solidFill>
                <a:latin typeface="Roboto"/>
                <a:ea typeface="Roboto"/>
                <a:cs typeface="Roboto"/>
                <a:sym typeface="Roboto"/>
              </a:rPr>
              <a:t>Ví dụ:</a:t>
            </a:r>
            <a:endParaRPr b="1" sz="1700">
              <a:solidFill>
                <a:srgbClr val="245716"/>
              </a:solidFill>
              <a:latin typeface="Roboto"/>
              <a:ea typeface="Roboto"/>
              <a:cs typeface="Roboto"/>
              <a:sym typeface="Roboto"/>
            </a:endParaRPr>
          </a:p>
          <a:p>
            <a:pPr indent="0" lvl="0" marL="0" rtl="0" algn="l">
              <a:spcBef>
                <a:spcPts val="1000"/>
              </a:spcBef>
              <a:spcAft>
                <a:spcPts val="1000"/>
              </a:spcAft>
              <a:buNone/>
            </a:pPr>
            <a:r>
              <a:t/>
            </a:r>
            <a:endParaRPr sz="1700">
              <a:solidFill>
                <a:srgbClr val="245716"/>
              </a:solidFill>
              <a:latin typeface="Roboto"/>
              <a:ea typeface="Roboto"/>
              <a:cs typeface="Roboto"/>
              <a:sym typeface="Roboto"/>
            </a:endParaRPr>
          </a:p>
        </p:txBody>
      </p:sp>
      <p:graphicFrame>
        <p:nvGraphicFramePr>
          <p:cNvPr id="2538" name="Google Shape;2538;p66"/>
          <p:cNvGraphicFramePr/>
          <p:nvPr/>
        </p:nvGraphicFramePr>
        <p:xfrm>
          <a:off x="1181100" y="2807500"/>
          <a:ext cx="3000000" cy="3000000"/>
        </p:xfrm>
        <a:graphic>
          <a:graphicData uri="http://schemas.openxmlformats.org/drawingml/2006/table">
            <a:tbl>
              <a:tblPr>
                <a:noFill/>
                <a:tableStyleId>{6971F676-A290-492C-B086-79CF65801350}</a:tableStyleId>
              </a:tblPr>
              <a:tblGrid>
                <a:gridCol w="603250"/>
                <a:gridCol w="3341700"/>
                <a:gridCol w="3294050"/>
              </a:tblGrid>
              <a:tr h="381000">
                <a:tc>
                  <a:txBody>
                    <a:bodyPr/>
                    <a:lstStyle/>
                    <a:p>
                      <a:pPr indent="0" lvl="0" marL="0" rtl="0" algn="ctr">
                        <a:spcBef>
                          <a:spcPts val="0"/>
                        </a:spcBef>
                        <a:spcAft>
                          <a:spcPts val="0"/>
                        </a:spcAft>
                        <a:buNone/>
                      </a:pPr>
                      <a:r>
                        <a:rPr b="1" lang="en">
                          <a:solidFill>
                            <a:schemeClr val="accent3"/>
                          </a:solidFill>
                          <a:latin typeface="Consolas"/>
                          <a:ea typeface="Consolas"/>
                          <a:cs typeface="Consolas"/>
                          <a:sym typeface="Consolas"/>
                        </a:rPr>
                        <a:t>CASE</a:t>
                      </a:r>
                      <a:endParaRPr b="1">
                        <a:solidFill>
                          <a:schemeClr val="accent3"/>
                        </a:solidFill>
                        <a:latin typeface="Consolas"/>
                        <a:ea typeface="Consolas"/>
                        <a:cs typeface="Consolas"/>
                        <a:sym typeface="Consolas"/>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b="1" lang="en">
                          <a:solidFill>
                            <a:schemeClr val="accent3"/>
                          </a:solidFill>
                          <a:latin typeface="Consolas"/>
                          <a:ea typeface="Consolas"/>
                          <a:cs typeface="Consolas"/>
                          <a:sym typeface="Consolas"/>
                        </a:rPr>
                        <a:t>INPUT</a:t>
                      </a:r>
                      <a:endParaRPr b="1">
                        <a:solidFill>
                          <a:schemeClr val="accent3"/>
                        </a:solidFill>
                        <a:latin typeface="Consolas"/>
                        <a:ea typeface="Consolas"/>
                        <a:cs typeface="Consolas"/>
                        <a:sym typeface="Consolas"/>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b="1" lang="en">
                          <a:solidFill>
                            <a:schemeClr val="accent3"/>
                          </a:solidFill>
                          <a:latin typeface="Consolas"/>
                          <a:ea typeface="Consolas"/>
                          <a:cs typeface="Consolas"/>
                          <a:sym typeface="Consolas"/>
                        </a:rPr>
                        <a:t>OUTPUT</a:t>
                      </a:r>
                      <a:endParaRPr b="1">
                        <a:solidFill>
                          <a:schemeClr val="accent3"/>
                        </a:solidFill>
                        <a:latin typeface="Consolas"/>
                        <a:ea typeface="Consolas"/>
                        <a:cs typeface="Consolas"/>
                        <a:sym typeface="Consolas"/>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solidFill>
                      <a:schemeClr val="dk2"/>
                    </a:solidFill>
                  </a:tcPr>
                </a:tc>
              </a:tr>
              <a:tr h="381000">
                <a:tc>
                  <a:txBody>
                    <a:bodyPr/>
                    <a:lstStyle/>
                    <a:p>
                      <a:pPr indent="0" lvl="0" marL="0" rtl="0" algn="ctr">
                        <a:spcBef>
                          <a:spcPts val="0"/>
                        </a:spcBef>
                        <a:spcAft>
                          <a:spcPts val="0"/>
                        </a:spcAft>
                        <a:buNone/>
                      </a:pPr>
                      <a:r>
                        <a:rPr lang="en">
                          <a:solidFill>
                            <a:schemeClr val="accent3"/>
                          </a:solidFill>
                          <a:latin typeface="Consolas"/>
                          <a:ea typeface="Consolas"/>
                          <a:cs typeface="Consolas"/>
                          <a:sym typeface="Consolas"/>
                        </a:rPr>
                        <a:t>1</a:t>
                      </a:r>
                      <a:endParaRPr>
                        <a:solidFill>
                          <a:schemeClr val="accent3"/>
                        </a:solidFill>
                        <a:latin typeface="Consolas"/>
                        <a:ea typeface="Consolas"/>
                        <a:cs typeface="Consolas"/>
                        <a:sym typeface="Consolas"/>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l">
                        <a:spcBef>
                          <a:spcPts val="0"/>
                        </a:spcBef>
                        <a:spcAft>
                          <a:spcPts val="0"/>
                        </a:spcAft>
                        <a:buNone/>
                      </a:pPr>
                      <a:r>
                        <a:rPr lang="en">
                          <a:latin typeface="Consolas"/>
                          <a:ea typeface="Consolas"/>
                          <a:cs typeface="Consolas"/>
                          <a:sym typeface="Consolas"/>
                        </a:rPr>
                        <a:t>2</a:t>
                      </a:r>
                      <a:endParaRPr>
                        <a:latin typeface="Consolas"/>
                        <a:ea typeface="Consolas"/>
                        <a:cs typeface="Consolas"/>
                        <a:sym typeface="Consolas"/>
                      </a:endParaRPr>
                    </a:p>
                    <a:p>
                      <a:pPr indent="0" lvl="0" marL="0" rtl="0" algn="l">
                        <a:spcBef>
                          <a:spcPts val="0"/>
                        </a:spcBef>
                        <a:spcAft>
                          <a:spcPts val="0"/>
                        </a:spcAft>
                        <a:buNone/>
                      </a:pPr>
                      <a:r>
                        <a:rPr lang="en">
                          <a:latin typeface="Consolas"/>
                          <a:ea typeface="Consolas"/>
                          <a:cs typeface="Consolas"/>
                          <a:sym typeface="Consolas"/>
                        </a:rPr>
                        <a:t>4</a:t>
                      </a:r>
                      <a:endParaRPr>
                        <a:latin typeface="Consolas"/>
                        <a:ea typeface="Consolas"/>
                        <a:cs typeface="Consolas"/>
                        <a:sym typeface="Consolas"/>
                      </a:endParaRPr>
                    </a:p>
                    <a:p>
                      <a:pPr indent="0" lvl="0" marL="0" rtl="0" algn="l">
                        <a:spcBef>
                          <a:spcPts val="0"/>
                        </a:spcBef>
                        <a:spcAft>
                          <a:spcPts val="0"/>
                        </a:spcAft>
                        <a:buNone/>
                      </a:pPr>
                      <a:r>
                        <a:rPr lang="en">
                          <a:latin typeface="Consolas"/>
                          <a:ea typeface="Consolas"/>
                          <a:cs typeface="Consolas"/>
                          <a:sym typeface="Consolas"/>
                        </a:rPr>
                        <a:t>1 2 5 4</a:t>
                      </a:r>
                      <a:endParaRPr>
                        <a:latin typeface="Consolas"/>
                        <a:ea typeface="Consolas"/>
                        <a:cs typeface="Consolas"/>
                        <a:sym typeface="Consolas"/>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l">
                        <a:spcBef>
                          <a:spcPts val="0"/>
                        </a:spcBef>
                        <a:spcAft>
                          <a:spcPts val="0"/>
                        </a:spcAft>
                        <a:buNone/>
                      </a:pPr>
                      <a:r>
                        <a:rPr lang="en">
                          <a:latin typeface="Consolas"/>
                          <a:ea typeface="Consolas"/>
                          <a:cs typeface="Consolas"/>
                          <a:sym typeface="Consolas"/>
                        </a:rPr>
                        <a:t>6</a:t>
                      </a:r>
                      <a:endParaRPr>
                        <a:latin typeface="Consolas"/>
                        <a:ea typeface="Consolas"/>
                        <a:cs typeface="Consolas"/>
                        <a:sym typeface="Consolas"/>
                      </a:endParaRPr>
                    </a:p>
                    <a:p>
                      <a:pPr indent="0" lvl="0" marL="0" rtl="0" algn="l">
                        <a:spcBef>
                          <a:spcPts val="0"/>
                        </a:spcBef>
                        <a:spcAft>
                          <a:spcPts val="0"/>
                        </a:spcAft>
                        <a:buNone/>
                      </a:pPr>
                      <a:r>
                        <a:rPr lang="en">
                          <a:latin typeface="Consolas"/>
                          <a:ea typeface="Consolas"/>
                          <a:cs typeface="Consolas"/>
                          <a:sym typeface="Consolas"/>
                        </a:rPr>
                        <a:t>5 1 =&gt; 6</a:t>
                      </a:r>
                      <a:endParaRPr>
                        <a:latin typeface="Consolas"/>
                        <a:ea typeface="Consolas"/>
                        <a:cs typeface="Consolas"/>
                        <a:sym typeface="Consolas"/>
                      </a:endParaRPr>
                    </a:p>
                    <a:p>
                      <a:pPr indent="0" lvl="0" marL="0" rtl="0" algn="l">
                        <a:spcBef>
                          <a:spcPts val="0"/>
                        </a:spcBef>
                        <a:spcAft>
                          <a:spcPts val="0"/>
                        </a:spcAft>
                        <a:buNone/>
                      </a:pPr>
                      <a:r>
                        <a:rPr lang="en">
                          <a:latin typeface="Consolas"/>
                          <a:ea typeface="Consolas"/>
                          <a:cs typeface="Consolas"/>
                          <a:sym typeface="Consolas"/>
                        </a:rPr>
                        <a:t>4 2 =&gt; 6</a:t>
                      </a:r>
                      <a:endParaRPr>
                        <a:latin typeface="Consolas"/>
                        <a:ea typeface="Consolas"/>
                        <a:cs typeface="Consolas"/>
                        <a:sym typeface="Consolas"/>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a:solidFill>
                            <a:schemeClr val="accent3"/>
                          </a:solidFill>
                          <a:latin typeface="Consolas"/>
                          <a:ea typeface="Consolas"/>
                          <a:cs typeface="Consolas"/>
                          <a:sym typeface="Consolas"/>
                        </a:rPr>
                        <a:t>2</a:t>
                      </a:r>
                      <a:endParaRPr>
                        <a:solidFill>
                          <a:schemeClr val="accent3"/>
                        </a:solidFill>
                        <a:latin typeface="Consolas"/>
                        <a:ea typeface="Consolas"/>
                        <a:cs typeface="Consolas"/>
                        <a:sym typeface="Consolas"/>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l">
                        <a:spcBef>
                          <a:spcPts val="0"/>
                        </a:spcBef>
                        <a:spcAft>
                          <a:spcPts val="0"/>
                        </a:spcAft>
                        <a:buNone/>
                      </a:pPr>
                      <a:r>
                        <a:rPr lang="en">
                          <a:latin typeface="Consolas"/>
                          <a:ea typeface="Consolas"/>
                          <a:cs typeface="Consolas"/>
                          <a:sym typeface="Consolas"/>
                        </a:rPr>
                        <a:t>3</a:t>
                      </a:r>
                      <a:endParaRPr>
                        <a:latin typeface="Consolas"/>
                        <a:ea typeface="Consolas"/>
                        <a:cs typeface="Consolas"/>
                        <a:sym typeface="Consolas"/>
                      </a:endParaRPr>
                    </a:p>
                    <a:p>
                      <a:pPr indent="0" lvl="0" marL="0" rtl="0" algn="l">
                        <a:spcBef>
                          <a:spcPts val="0"/>
                        </a:spcBef>
                        <a:spcAft>
                          <a:spcPts val="0"/>
                        </a:spcAft>
                        <a:buNone/>
                      </a:pPr>
                      <a:r>
                        <a:rPr lang="en">
                          <a:latin typeface="Consolas"/>
                          <a:ea typeface="Consolas"/>
                          <a:cs typeface="Consolas"/>
                          <a:sym typeface="Consolas"/>
                        </a:rPr>
                        <a:t>11</a:t>
                      </a:r>
                      <a:endParaRPr>
                        <a:latin typeface="Consolas"/>
                        <a:ea typeface="Consolas"/>
                        <a:cs typeface="Consolas"/>
                        <a:sym typeface="Consolas"/>
                      </a:endParaRPr>
                    </a:p>
                    <a:p>
                      <a:pPr indent="0" lvl="0" marL="0" rtl="0" algn="l">
                        <a:spcBef>
                          <a:spcPts val="0"/>
                        </a:spcBef>
                        <a:spcAft>
                          <a:spcPts val="0"/>
                        </a:spcAft>
                        <a:buNone/>
                      </a:pPr>
                      <a:r>
                        <a:rPr lang="en">
                          <a:latin typeface="Consolas"/>
                          <a:ea typeface="Consolas"/>
                          <a:cs typeface="Consolas"/>
                          <a:sym typeface="Consolas"/>
                        </a:rPr>
                        <a:t>1 9 2 3 5 3 7 1 </a:t>
                      </a:r>
                      <a:r>
                        <a:rPr lang="en">
                          <a:latin typeface="Consolas"/>
                          <a:ea typeface="Consolas"/>
                          <a:cs typeface="Consolas"/>
                          <a:sym typeface="Consolas"/>
                        </a:rPr>
                        <a:t>2 </a:t>
                      </a:r>
                      <a:r>
                        <a:rPr lang="en">
                          <a:latin typeface="Consolas"/>
                          <a:ea typeface="Consolas"/>
                          <a:cs typeface="Consolas"/>
                          <a:sym typeface="Consolas"/>
                        </a:rPr>
                        <a:t>3 6</a:t>
                      </a:r>
                      <a:endParaRPr>
                        <a:latin typeface="Consolas"/>
                        <a:ea typeface="Consolas"/>
                        <a:cs typeface="Consolas"/>
                        <a:sym typeface="Consolas"/>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l">
                        <a:spcBef>
                          <a:spcPts val="0"/>
                        </a:spcBef>
                        <a:spcAft>
                          <a:spcPts val="0"/>
                        </a:spcAft>
                        <a:buNone/>
                      </a:pPr>
                      <a:r>
                        <a:rPr lang="en">
                          <a:latin typeface="Consolas"/>
                          <a:ea typeface="Consolas"/>
                          <a:cs typeface="Consolas"/>
                          <a:sym typeface="Consolas"/>
                        </a:rPr>
                        <a:t>14</a:t>
                      </a:r>
                      <a:endParaRPr>
                        <a:latin typeface="Consolas"/>
                        <a:ea typeface="Consolas"/>
                        <a:cs typeface="Consolas"/>
                        <a:sym typeface="Consolas"/>
                      </a:endParaRPr>
                    </a:p>
                    <a:p>
                      <a:pPr indent="0" lvl="0" marL="0" rtl="0" algn="l">
                        <a:spcBef>
                          <a:spcPts val="0"/>
                        </a:spcBef>
                        <a:spcAft>
                          <a:spcPts val="0"/>
                        </a:spcAft>
                        <a:buNone/>
                      </a:pPr>
                      <a:r>
                        <a:rPr lang="en">
                          <a:latin typeface="Consolas"/>
                          <a:ea typeface="Consolas"/>
                          <a:cs typeface="Consolas"/>
                          <a:sym typeface="Consolas"/>
                        </a:rPr>
                        <a:t>9 3 2 =&gt; 14</a:t>
                      </a:r>
                      <a:endParaRPr>
                        <a:latin typeface="Consolas"/>
                        <a:ea typeface="Consolas"/>
                        <a:cs typeface="Consolas"/>
                        <a:sym typeface="Consolas"/>
                      </a:endParaRPr>
                    </a:p>
                    <a:p>
                      <a:pPr indent="0" lvl="0" marL="0" rtl="0" algn="l">
                        <a:spcBef>
                          <a:spcPts val="0"/>
                        </a:spcBef>
                        <a:spcAft>
                          <a:spcPts val="0"/>
                        </a:spcAft>
                        <a:buNone/>
                      </a:pPr>
                      <a:r>
                        <a:rPr lang="en">
                          <a:latin typeface="Consolas"/>
                          <a:ea typeface="Consolas"/>
                          <a:cs typeface="Consolas"/>
                          <a:sym typeface="Consolas"/>
                        </a:rPr>
                        <a:t>7 3 3 1 =&gt; 14</a:t>
                      </a:r>
                      <a:endParaRPr>
                        <a:latin typeface="Consolas"/>
                        <a:ea typeface="Consolas"/>
                        <a:cs typeface="Consolas"/>
                        <a:sym typeface="Consolas"/>
                      </a:endParaRPr>
                    </a:p>
                    <a:p>
                      <a:pPr indent="0" lvl="0" marL="0" rtl="0" algn="l">
                        <a:spcBef>
                          <a:spcPts val="0"/>
                        </a:spcBef>
                        <a:spcAft>
                          <a:spcPts val="0"/>
                        </a:spcAft>
                        <a:buNone/>
                      </a:pPr>
                      <a:r>
                        <a:rPr lang="en">
                          <a:latin typeface="Consolas"/>
                          <a:ea typeface="Consolas"/>
                          <a:cs typeface="Consolas"/>
                          <a:sym typeface="Consolas"/>
                        </a:rPr>
                        <a:t>6 5 2 1 =&gt; 14</a:t>
                      </a:r>
                      <a:endParaRPr>
                        <a:latin typeface="Consolas"/>
                        <a:ea typeface="Consolas"/>
                        <a:cs typeface="Consolas"/>
                        <a:sym typeface="Consolas"/>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2" name="Shape 2542"/>
        <p:cNvGrpSpPr/>
        <p:nvPr/>
      </p:nvGrpSpPr>
      <p:grpSpPr>
        <a:xfrm>
          <a:off x="0" y="0"/>
          <a:ext cx="0" cy="0"/>
          <a:chOff x="0" y="0"/>
          <a:chExt cx="0" cy="0"/>
        </a:xfrm>
      </p:grpSpPr>
      <p:sp>
        <p:nvSpPr>
          <p:cNvPr id="2543" name="Google Shape;2543;p6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grpSp>
        <p:nvGrpSpPr>
          <p:cNvPr id="2544" name="Google Shape;2544;p67"/>
          <p:cNvGrpSpPr/>
          <p:nvPr/>
        </p:nvGrpSpPr>
        <p:grpSpPr>
          <a:xfrm>
            <a:off x="305630" y="295770"/>
            <a:ext cx="2711724" cy="362896"/>
            <a:chOff x="1148325" y="1752675"/>
            <a:chExt cx="5849275" cy="513000"/>
          </a:xfrm>
        </p:grpSpPr>
        <p:sp>
          <p:nvSpPr>
            <p:cNvPr id="2545" name="Google Shape;2545;p67"/>
            <p:cNvSpPr/>
            <p:nvPr/>
          </p:nvSpPr>
          <p:spPr>
            <a:xfrm>
              <a:off x="1148325" y="1752675"/>
              <a:ext cx="858900" cy="513000"/>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ua"/>
                  <a:ea typeface="Jua"/>
                  <a:cs typeface="Jua"/>
                  <a:sym typeface="Jua"/>
                </a:rPr>
                <a:t>Q</a:t>
              </a:r>
              <a:endParaRPr>
                <a:solidFill>
                  <a:schemeClr val="dk1"/>
                </a:solidFill>
                <a:latin typeface="Jua"/>
                <a:ea typeface="Jua"/>
                <a:cs typeface="Jua"/>
                <a:sym typeface="Jua"/>
              </a:endParaRPr>
            </a:p>
          </p:txBody>
        </p:sp>
        <p:sp>
          <p:nvSpPr>
            <p:cNvPr id="2546" name="Google Shape;2546;p67"/>
            <p:cNvSpPr/>
            <p:nvPr/>
          </p:nvSpPr>
          <p:spPr>
            <a:xfrm>
              <a:off x="2146400" y="1752675"/>
              <a:ext cx="858900" cy="513000"/>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2"/>
                  </a:solidFill>
                  <a:latin typeface="Jua"/>
                  <a:ea typeface="Jua"/>
                  <a:cs typeface="Jua"/>
                  <a:sym typeface="Jua"/>
                </a:rPr>
                <a:t>U</a:t>
              </a:r>
              <a:endParaRPr>
                <a:solidFill>
                  <a:schemeClr val="accent2"/>
                </a:solidFill>
                <a:latin typeface="Jua"/>
                <a:ea typeface="Jua"/>
                <a:cs typeface="Jua"/>
                <a:sym typeface="Jua"/>
              </a:endParaRPr>
            </a:p>
          </p:txBody>
        </p:sp>
        <p:sp>
          <p:nvSpPr>
            <p:cNvPr id="2547" name="Google Shape;2547;p67"/>
            <p:cNvSpPr/>
            <p:nvPr/>
          </p:nvSpPr>
          <p:spPr>
            <a:xfrm>
              <a:off x="3144475" y="1752675"/>
              <a:ext cx="858900" cy="513000"/>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825418"/>
                  </a:solidFill>
                  <a:latin typeface="Jua"/>
                  <a:ea typeface="Jua"/>
                  <a:cs typeface="Jua"/>
                  <a:sym typeface="Jua"/>
                </a:rPr>
                <a:t>E</a:t>
              </a:r>
              <a:endParaRPr>
                <a:solidFill>
                  <a:srgbClr val="825418"/>
                </a:solidFill>
                <a:latin typeface="Jua"/>
                <a:ea typeface="Jua"/>
                <a:cs typeface="Jua"/>
                <a:sym typeface="Jua"/>
              </a:endParaRPr>
            </a:p>
          </p:txBody>
        </p:sp>
        <p:sp>
          <p:nvSpPr>
            <p:cNvPr id="2548" name="Google Shape;2548;p67"/>
            <p:cNvSpPr/>
            <p:nvPr/>
          </p:nvSpPr>
          <p:spPr>
            <a:xfrm>
              <a:off x="4142550" y="1752675"/>
              <a:ext cx="858900" cy="513000"/>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0C3B1"/>
                  </a:solidFill>
                  <a:latin typeface="Jua"/>
                  <a:ea typeface="Jua"/>
                  <a:cs typeface="Jua"/>
                  <a:sym typeface="Jua"/>
                </a:rPr>
                <a:t>U</a:t>
              </a:r>
              <a:endParaRPr>
                <a:solidFill>
                  <a:srgbClr val="00C3B1"/>
                </a:solidFill>
                <a:latin typeface="Jua"/>
                <a:ea typeface="Jua"/>
                <a:cs typeface="Jua"/>
                <a:sym typeface="Jua"/>
              </a:endParaRPr>
            </a:p>
          </p:txBody>
        </p:sp>
        <p:sp>
          <p:nvSpPr>
            <p:cNvPr id="2549" name="Google Shape;2549;p67"/>
            <p:cNvSpPr/>
            <p:nvPr/>
          </p:nvSpPr>
          <p:spPr>
            <a:xfrm>
              <a:off x="5140625"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B5394"/>
                  </a:solidFill>
                  <a:latin typeface="Jua"/>
                  <a:ea typeface="Jua"/>
                  <a:cs typeface="Jua"/>
                  <a:sym typeface="Jua"/>
                </a:rPr>
                <a:t>E</a:t>
              </a:r>
              <a:endParaRPr>
                <a:solidFill>
                  <a:srgbClr val="0B5394"/>
                </a:solidFill>
                <a:latin typeface="Jua"/>
                <a:ea typeface="Jua"/>
                <a:cs typeface="Jua"/>
                <a:sym typeface="Jua"/>
              </a:endParaRPr>
            </a:p>
          </p:txBody>
        </p:sp>
        <p:sp>
          <p:nvSpPr>
            <p:cNvPr id="2550" name="Google Shape;2550;p67"/>
            <p:cNvSpPr/>
            <p:nvPr/>
          </p:nvSpPr>
          <p:spPr>
            <a:xfrm>
              <a:off x="6138700" y="1752675"/>
              <a:ext cx="858900" cy="5130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6"/>
                  </a:solidFill>
                  <a:latin typeface="Jua"/>
                  <a:ea typeface="Jua"/>
                  <a:cs typeface="Jua"/>
                  <a:sym typeface="Jua"/>
                </a:rPr>
                <a:t>S</a:t>
              </a:r>
              <a:endParaRPr>
                <a:solidFill>
                  <a:schemeClr val="accent6"/>
                </a:solidFill>
                <a:latin typeface="Jua"/>
                <a:ea typeface="Jua"/>
                <a:cs typeface="Jua"/>
                <a:sym typeface="Jua"/>
              </a:endParaRPr>
            </a:p>
          </p:txBody>
        </p:sp>
      </p:grpSp>
      <p:sp>
        <p:nvSpPr>
          <p:cNvPr id="2551" name="Google Shape;2551;p67"/>
          <p:cNvSpPr txBox="1"/>
          <p:nvPr/>
        </p:nvSpPr>
        <p:spPr>
          <a:xfrm>
            <a:off x="71400" y="764400"/>
            <a:ext cx="9001200" cy="422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700">
                <a:solidFill>
                  <a:srgbClr val="245716"/>
                </a:solidFill>
                <a:latin typeface="Roboto"/>
                <a:ea typeface="Roboto"/>
                <a:cs typeface="Roboto"/>
                <a:sym typeface="Roboto"/>
              </a:rPr>
              <a:t>Giải thích test case 1</a:t>
            </a:r>
            <a:r>
              <a:rPr lang="en" sz="1700">
                <a:solidFill>
                  <a:srgbClr val="245716"/>
                </a:solidFill>
                <a:latin typeface="Roboto"/>
                <a:ea typeface="Roboto"/>
                <a:cs typeface="Roboto"/>
                <a:sym typeface="Roboto"/>
              </a:rPr>
              <a:t> </a:t>
            </a:r>
            <a:r>
              <a:rPr b="1" lang="en" sz="1700">
                <a:solidFill>
                  <a:srgbClr val="245716"/>
                </a:solidFill>
                <a:latin typeface="Roboto"/>
                <a:ea typeface="Roboto"/>
                <a:cs typeface="Roboto"/>
                <a:sym typeface="Roboto"/>
              </a:rPr>
              <a:t>(Thuật toán gợi ý)</a:t>
            </a:r>
            <a:r>
              <a:rPr lang="en" sz="1700">
                <a:solidFill>
                  <a:srgbClr val="245716"/>
                </a:solidFill>
                <a:latin typeface="Roboto"/>
                <a:ea typeface="Roboto"/>
                <a:cs typeface="Roboto"/>
                <a:sym typeface="Roboto"/>
              </a:rPr>
              <a:t> Có 4 người với thời gian đi qua cầu lần lượt là [1, 2, 5, 4] và tải trọng cầu là 2. Ta có thể sử dụng hàng đợi để giải quyết bài toán này như sau:</a:t>
            </a:r>
            <a:endParaRPr sz="1700">
              <a:solidFill>
                <a:srgbClr val="245716"/>
              </a:solidFill>
              <a:latin typeface="Roboto"/>
              <a:ea typeface="Roboto"/>
              <a:cs typeface="Roboto"/>
              <a:sym typeface="Roboto"/>
            </a:endParaRPr>
          </a:p>
          <a:p>
            <a:pPr indent="-336550" lvl="0" marL="457200" rtl="0" algn="l">
              <a:spcBef>
                <a:spcPts val="1000"/>
              </a:spcBef>
              <a:spcAft>
                <a:spcPts val="0"/>
              </a:spcAft>
              <a:buClr>
                <a:schemeClr val="dk1"/>
              </a:buClr>
              <a:buSzPts val="1700"/>
              <a:buFont typeface="Roboto"/>
              <a:buAutoNum type="arabicPeriod"/>
            </a:pPr>
            <a:r>
              <a:rPr lang="en" sz="1700">
                <a:solidFill>
                  <a:srgbClr val="245716"/>
                </a:solidFill>
                <a:latin typeface="Roboto"/>
                <a:ea typeface="Roboto"/>
                <a:cs typeface="Roboto"/>
                <a:sym typeface="Roboto"/>
              </a:rPr>
              <a:t>Khởi tạo một hàng đợi rỗng và biến tổng thời gian là 0.</a:t>
            </a:r>
            <a:endParaRPr sz="1700">
              <a:solidFill>
                <a:srgbClr val="245716"/>
              </a:solidFill>
              <a:latin typeface="Roboto"/>
              <a:ea typeface="Roboto"/>
              <a:cs typeface="Roboto"/>
              <a:sym typeface="Roboto"/>
            </a:endParaRPr>
          </a:p>
          <a:p>
            <a:pPr indent="-336550" lvl="0" marL="457200" rtl="0" algn="l">
              <a:spcBef>
                <a:spcPts val="0"/>
              </a:spcBef>
              <a:spcAft>
                <a:spcPts val="0"/>
              </a:spcAft>
              <a:buClr>
                <a:schemeClr val="dk1"/>
              </a:buClr>
              <a:buSzPts val="1700"/>
              <a:buFont typeface="Roboto"/>
              <a:buAutoNum type="arabicPeriod"/>
            </a:pPr>
            <a:r>
              <a:rPr lang="en" sz="1700">
                <a:solidFill>
                  <a:srgbClr val="245716"/>
                </a:solidFill>
                <a:latin typeface="Roboto"/>
                <a:ea typeface="Roboto"/>
                <a:cs typeface="Roboto"/>
                <a:sym typeface="Roboto"/>
              </a:rPr>
              <a:t>Sắp xếp thời gian đi qua cầu theo thứ tự tăng dần: [1, 2, 4, 5].</a:t>
            </a:r>
            <a:endParaRPr sz="1700">
              <a:solidFill>
                <a:srgbClr val="245716"/>
              </a:solidFill>
              <a:latin typeface="Roboto"/>
              <a:ea typeface="Roboto"/>
              <a:cs typeface="Roboto"/>
              <a:sym typeface="Roboto"/>
            </a:endParaRPr>
          </a:p>
          <a:p>
            <a:pPr indent="-336550" lvl="0" marL="457200" rtl="0" algn="l">
              <a:spcBef>
                <a:spcPts val="0"/>
              </a:spcBef>
              <a:spcAft>
                <a:spcPts val="0"/>
              </a:spcAft>
              <a:buClr>
                <a:schemeClr val="dk1"/>
              </a:buClr>
              <a:buSzPts val="1700"/>
              <a:buFont typeface="Roboto"/>
              <a:buAutoNum type="arabicPeriod"/>
            </a:pPr>
            <a:r>
              <a:rPr lang="en" sz="1700">
                <a:solidFill>
                  <a:srgbClr val="245716"/>
                </a:solidFill>
                <a:latin typeface="Roboto"/>
                <a:ea typeface="Roboto"/>
                <a:cs typeface="Roboto"/>
                <a:sym typeface="Roboto"/>
              </a:rPr>
              <a:t>Duyệt qua từng người trong danh sách đã sắp xếp:</a:t>
            </a:r>
            <a:endParaRPr sz="1700">
              <a:solidFill>
                <a:srgbClr val="245716"/>
              </a:solidFill>
              <a:latin typeface="Roboto"/>
              <a:ea typeface="Roboto"/>
              <a:cs typeface="Roboto"/>
              <a:sym typeface="Roboto"/>
            </a:endParaRPr>
          </a:p>
          <a:p>
            <a:pPr indent="-336550" lvl="1" marL="914400" rtl="0" algn="l">
              <a:spcBef>
                <a:spcPts val="0"/>
              </a:spcBef>
              <a:spcAft>
                <a:spcPts val="0"/>
              </a:spcAft>
              <a:buClr>
                <a:srgbClr val="9900FF"/>
              </a:buClr>
              <a:buSzPts val="1700"/>
              <a:buFont typeface="Roboto"/>
              <a:buAutoNum type="alphaLcPeriod"/>
            </a:pPr>
            <a:r>
              <a:rPr lang="en" sz="1700">
                <a:solidFill>
                  <a:srgbClr val="245716"/>
                </a:solidFill>
                <a:latin typeface="Roboto"/>
                <a:ea typeface="Roboto"/>
                <a:cs typeface="Roboto"/>
                <a:sym typeface="Roboto"/>
              </a:rPr>
              <a:t>Với người đầu tiên (thời gian 1), ta thêm vào hàng đợi và tăng tổng thời gian lên </a:t>
            </a:r>
            <a:r>
              <a:rPr lang="en" sz="1700">
                <a:solidFill>
                  <a:schemeClr val="dk1"/>
                </a:solidFill>
                <a:latin typeface="Roboto"/>
                <a:ea typeface="Roboto"/>
                <a:cs typeface="Roboto"/>
                <a:sym typeface="Roboto"/>
              </a:rPr>
              <a:t>1</a:t>
            </a:r>
            <a:r>
              <a:rPr lang="en" sz="1700">
                <a:solidFill>
                  <a:srgbClr val="245716"/>
                </a:solidFill>
                <a:latin typeface="Roboto"/>
                <a:ea typeface="Roboto"/>
                <a:cs typeface="Roboto"/>
                <a:sym typeface="Roboto"/>
              </a:rPr>
              <a:t>.</a:t>
            </a:r>
            <a:endParaRPr sz="1700">
              <a:solidFill>
                <a:srgbClr val="245716"/>
              </a:solidFill>
              <a:latin typeface="Roboto"/>
              <a:ea typeface="Roboto"/>
              <a:cs typeface="Roboto"/>
              <a:sym typeface="Roboto"/>
            </a:endParaRPr>
          </a:p>
          <a:p>
            <a:pPr indent="-336550" lvl="1" marL="914400" rtl="0" algn="l">
              <a:spcBef>
                <a:spcPts val="0"/>
              </a:spcBef>
              <a:spcAft>
                <a:spcPts val="0"/>
              </a:spcAft>
              <a:buClr>
                <a:srgbClr val="9900FF"/>
              </a:buClr>
              <a:buSzPts val="1700"/>
              <a:buFont typeface="Roboto"/>
              <a:buAutoNum type="alphaLcPeriod"/>
            </a:pPr>
            <a:r>
              <a:rPr lang="en" sz="1700">
                <a:solidFill>
                  <a:srgbClr val="245716"/>
                </a:solidFill>
                <a:latin typeface="Roboto"/>
                <a:ea typeface="Roboto"/>
                <a:cs typeface="Roboto"/>
                <a:sym typeface="Roboto"/>
              </a:rPr>
              <a:t>Với người thứ hai (thời gian 2), ta thêm vào hàng đợi và tăng tổng thời gian lên </a:t>
            </a:r>
            <a:r>
              <a:rPr lang="en" sz="1700">
                <a:solidFill>
                  <a:schemeClr val="dk1"/>
                </a:solidFill>
                <a:latin typeface="Roboto"/>
                <a:ea typeface="Roboto"/>
                <a:cs typeface="Roboto"/>
                <a:sym typeface="Roboto"/>
              </a:rPr>
              <a:t>2</a:t>
            </a:r>
            <a:r>
              <a:rPr lang="en" sz="1700">
                <a:solidFill>
                  <a:srgbClr val="245716"/>
                </a:solidFill>
                <a:latin typeface="Roboto"/>
                <a:ea typeface="Roboto"/>
                <a:cs typeface="Roboto"/>
                <a:sym typeface="Roboto"/>
              </a:rPr>
              <a:t>.</a:t>
            </a:r>
            <a:endParaRPr sz="1700">
              <a:solidFill>
                <a:srgbClr val="245716"/>
              </a:solidFill>
              <a:latin typeface="Roboto"/>
              <a:ea typeface="Roboto"/>
              <a:cs typeface="Roboto"/>
              <a:sym typeface="Roboto"/>
            </a:endParaRPr>
          </a:p>
          <a:p>
            <a:pPr indent="-336550" lvl="1" marL="914400" rtl="0" algn="l">
              <a:spcBef>
                <a:spcPts val="0"/>
              </a:spcBef>
              <a:spcAft>
                <a:spcPts val="0"/>
              </a:spcAft>
              <a:buClr>
                <a:srgbClr val="9900FF"/>
              </a:buClr>
              <a:buSzPts val="1700"/>
              <a:buFont typeface="Roboto"/>
              <a:buAutoNum type="alphaLcPeriod"/>
            </a:pPr>
            <a:r>
              <a:rPr lang="en" sz="1700">
                <a:solidFill>
                  <a:srgbClr val="245716"/>
                </a:solidFill>
                <a:latin typeface="Roboto"/>
                <a:ea typeface="Roboto"/>
                <a:cs typeface="Roboto"/>
                <a:sym typeface="Roboto"/>
              </a:rPr>
              <a:t>Với người thứ ba (thời gian 4), cầu đã vượt quá tải trọng, ta lấy người đầu hàng đợi ra (thời gian 1) và giảm tổng thời gian đi </a:t>
            </a:r>
            <a:r>
              <a:rPr lang="en" sz="1700">
                <a:solidFill>
                  <a:srgbClr val="9900FF"/>
                </a:solidFill>
                <a:latin typeface="Roboto"/>
                <a:ea typeface="Roboto"/>
                <a:cs typeface="Roboto"/>
                <a:sym typeface="Roboto"/>
              </a:rPr>
              <a:t>1</a:t>
            </a:r>
            <a:r>
              <a:rPr lang="en" sz="1700">
                <a:solidFill>
                  <a:srgbClr val="245716"/>
                </a:solidFill>
                <a:latin typeface="Roboto"/>
                <a:ea typeface="Roboto"/>
                <a:cs typeface="Roboto"/>
                <a:sym typeface="Roboto"/>
              </a:rPr>
              <a:t>. Sau đó, ta thêm người thứ ba vào hàng đợi và tăng tổng thời gian lên </a:t>
            </a:r>
            <a:r>
              <a:rPr lang="en" sz="1700">
                <a:solidFill>
                  <a:schemeClr val="dk1"/>
                </a:solidFill>
                <a:latin typeface="Roboto"/>
                <a:ea typeface="Roboto"/>
                <a:cs typeface="Roboto"/>
                <a:sym typeface="Roboto"/>
              </a:rPr>
              <a:t>4</a:t>
            </a:r>
            <a:r>
              <a:rPr lang="en" sz="1700">
                <a:solidFill>
                  <a:srgbClr val="245716"/>
                </a:solidFill>
                <a:latin typeface="Roboto"/>
                <a:ea typeface="Roboto"/>
                <a:cs typeface="Roboto"/>
                <a:sym typeface="Roboto"/>
              </a:rPr>
              <a:t>.</a:t>
            </a:r>
            <a:endParaRPr sz="1700">
              <a:solidFill>
                <a:srgbClr val="245716"/>
              </a:solidFill>
              <a:latin typeface="Roboto"/>
              <a:ea typeface="Roboto"/>
              <a:cs typeface="Roboto"/>
              <a:sym typeface="Roboto"/>
            </a:endParaRPr>
          </a:p>
          <a:p>
            <a:pPr indent="-336550" lvl="1" marL="914400" rtl="0" algn="l">
              <a:spcBef>
                <a:spcPts val="0"/>
              </a:spcBef>
              <a:spcAft>
                <a:spcPts val="0"/>
              </a:spcAft>
              <a:buClr>
                <a:srgbClr val="9900FF"/>
              </a:buClr>
              <a:buSzPts val="1700"/>
              <a:buFont typeface="Roboto"/>
              <a:buAutoNum type="alphaLcPeriod"/>
            </a:pPr>
            <a:r>
              <a:rPr lang="en" sz="1700">
                <a:solidFill>
                  <a:srgbClr val="245716"/>
                </a:solidFill>
                <a:latin typeface="Roboto"/>
                <a:ea typeface="Roboto"/>
                <a:cs typeface="Roboto"/>
                <a:sym typeface="Roboto"/>
              </a:rPr>
              <a:t>Với người cuối cùng (thời gian 5), ta lấy người đầu hàng đợi ra (thời gian 2) và giảm tổng thời gian đi </a:t>
            </a:r>
            <a:r>
              <a:rPr lang="en" sz="1700">
                <a:solidFill>
                  <a:srgbClr val="9900FF"/>
                </a:solidFill>
                <a:latin typeface="Roboto"/>
                <a:ea typeface="Roboto"/>
                <a:cs typeface="Roboto"/>
                <a:sym typeface="Roboto"/>
              </a:rPr>
              <a:t>2</a:t>
            </a:r>
            <a:r>
              <a:rPr lang="en" sz="1700">
                <a:solidFill>
                  <a:srgbClr val="245716"/>
                </a:solidFill>
                <a:latin typeface="Roboto"/>
                <a:ea typeface="Roboto"/>
                <a:cs typeface="Roboto"/>
                <a:sym typeface="Roboto"/>
              </a:rPr>
              <a:t>. Sau đó, ta thêm người cuối cùng vào hàng đợi và tăng tổng thời gian lên </a:t>
            </a:r>
            <a:r>
              <a:rPr lang="en" sz="1700">
                <a:solidFill>
                  <a:schemeClr val="dk1"/>
                </a:solidFill>
                <a:latin typeface="Roboto"/>
                <a:ea typeface="Roboto"/>
                <a:cs typeface="Roboto"/>
                <a:sym typeface="Roboto"/>
              </a:rPr>
              <a:t>7</a:t>
            </a:r>
            <a:r>
              <a:rPr lang="en" sz="1700">
                <a:solidFill>
                  <a:srgbClr val="245716"/>
                </a:solidFill>
                <a:latin typeface="Roboto"/>
                <a:ea typeface="Roboto"/>
                <a:cs typeface="Roboto"/>
                <a:sym typeface="Roboto"/>
              </a:rPr>
              <a:t>.</a:t>
            </a:r>
            <a:endParaRPr sz="1700">
              <a:solidFill>
                <a:srgbClr val="245716"/>
              </a:solidFill>
              <a:latin typeface="Roboto"/>
              <a:ea typeface="Roboto"/>
              <a:cs typeface="Roboto"/>
              <a:sym typeface="Roboto"/>
            </a:endParaRPr>
          </a:p>
          <a:p>
            <a:pPr indent="-336550" lvl="0" marL="457200" rtl="0" algn="l">
              <a:spcBef>
                <a:spcPts val="0"/>
              </a:spcBef>
              <a:spcAft>
                <a:spcPts val="0"/>
              </a:spcAft>
              <a:buClr>
                <a:schemeClr val="dk1"/>
              </a:buClr>
              <a:buSzPts val="1700"/>
              <a:buFont typeface="Roboto"/>
              <a:buAutoNum type="arabicPeriod"/>
            </a:pPr>
            <a:r>
              <a:rPr lang="en" sz="1700">
                <a:solidFill>
                  <a:schemeClr val="dk1"/>
                </a:solidFill>
                <a:latin typeface="Roboto"/>
                <a:ea typeface="Roboto"/>
                <a:cs typeface="Roboto"/>
                <a:sym typeface="Roboto"/>
              </a:rPr>
              <a:t>Kết quả là tổng thời gian là 7.</a:t>
            </a:r>
            <a:endParaRPr sz="1700">
              <a:solidFill>
                <a:schemeClr val="dk1"/>
              </a:solidFill>
              <a:latin typeface="Roboto"/>
              <a:ea typeface="Roboto"/>
              <a:cs typeface="Roboto"/>
              <a:sym typeface="Roboto"/>
            </a:endParaRPr>
          </a:p>
          <a:p>
            <a:pPr indent="0" lvl="0" marL="0" rtl="0" algn="l">
              <a:spcBef>
                <a:spcPts val="1000"/>
              </a:spcBef>
              <a:spcAft>
                <a:spcPts val="0"/>
              </a:spcAft>
              <a:buNone/>
            </a:pPr>
            <a:r>
              <a:rPr lang="en" sz="1700">
                <a:solidFill>
                  <a:schemeClr val="dk1"/>
                </a:solidFill>
                <a:latin typeface="Roboto"/>
                <a:ea typeface="Roboto"/>
                <a:cs typeface="Roboto"/>
                <a:sym typeface="Roboto"/>
              </a:rPr>
              <a:t>Như vậy, với thuật toán trên ta được phương án xấp xỉ tối ưu của bài toán.</a:t>
            </a:r>
            <a:endParaRPr sz="1700">
              <a:solidFill>
                <a:schemeClr val="dk1"/>
              </a:solidFill>
              <a:latin typeface="Roboto"/>
              <a:ea typeface="Roboto"/>
              <a:cs typeface="Roboto"/>
              <a:sym typeface="Roboto"/>
            </a:endParaRPr>
          </a:p>
          <a:p>
            <a:pPr indent="0" lvl="0" marL="0" rtl="0" algn="l">
              <a:spcBef>
                <a:spcPts val="1000"/>
              </a:spcBef>
              <a:spcAft>
                <a:spcPts val="1000"/>
              </a:spcAft>
              <a:buNone/>
            </a:pPr>
            <a:r>
              <a:t/>
            </a:r>
            <a:endParaRPr sz="2000">
              <a:solidFill>
                <a:srgbClr val="245716"/>
              </a:solidFill>
              <a:latin typeface="Roboto"/>
              <a:ea typeface="Roboto"/>
              <a:cs typeface="Roboto"/>
              <a:sym typeface="Roboto"/>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5" name="Shape 2555"/>
        <p:cNvGrpSpPr/>
        <p:nvPr/>
      </p:nvGrpSpPr>
      <p:grpSpPr>
        <a:xfrm>
          <a:off x="0" y="0"/>
          <a:ext cx="0" cy="0"/>
          <a:chOff x="0" y="0"/>
          <a:chExt cx="0" cy="0"/>
        </a:xfrm>
      </p:grpSpPr>
      <p:sp>
        <p:nvSpPr>
          <p:cNvPr id="2556" name="Google Shape;2556;p6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grpSp>
        <p:nvGrpSpPr>
          <p:cNvPr id="2557" name="Google Shape;2557;p68"/>
          <p:cNvGrpSpPr/>
          <p:nvPr/>
        </p:nvGrpSpPr>
        <p:grpSpPr>
          <a:xfrm>
            <a:off x="305630" y="295770"/>
            <a:ext cx="2711724" cy="362896"/>
            <a:chOff x="1148325" y="1752675"/>
            <a:chExt cx="5849275" cy="513000"/>
          </a:xfrm>
        </p:grpSpPr>
        <p:sp>
          <p:nvSpPr>
            <p:cNvPr id="2558" name="Google Shape;2558;p68"/>
            <p:cNvSpPr/>
            <p:nvPr/>
          </p:nvSpPr>
          <p:spPr>
            <a:xfrm>
              <a:off x="1148325" y="1752675"/>
              <a:ext cx="858900" cy="513000"/>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ua"/>
                  <a:ea typeface="Jua"/>
                  <a:cs typeface="Jua"/>
                  <a:sym typeface="Jua"/>
                </a:rPr>
                <a:t>Q</a:t>
              </a:r>
              <a:endParaRPr>
                <a:solidFill>
                  <a:schemeClr val="dk1"/>
                </a:solidFill>
                <a:latin typeface="Jua"/>
                <a:ea typeface="Jua"/>
                <a:cs typeface="Jua"/>
                <a:sym typeface="Jua"/>
              </a:endParaRPr>
            </a:p>
          </p:txBody>
        </p:sp>
        <p:sp>
          <p:nvSpPr>
            <p:cNvPr id="2559" name="Google Shape;2559;p68"/>
            <p:cNvSpPr/>
            <p:nvPr/>
          </p:nvSpPr>
          <p:spPr>
            <a:xfrm>
              <a:off x="2146400" y="1752675"/>
              <a:ext cx="858900" cy="513000"/>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2"/>
                  </a:solidFill>
                  <a:latin typeface="Jua"/>
                  <a:ea typeface="Jua"/>
                  <a:cs typeface="Jua"/>
                  <a:sym typeface="Jua"/>
                </a:rPr>
                <a:t>U</a:t>
              </a:r>
              <a:endParaRPr>
                <a:solidFill>
                  <a:schemeClr val="accent2"/>
                </a:solidFill>
                <a:latin typeface="Jua"/>
                <a:ea typeface="Jua"/>
                <a:cs typeface="Jua"/>
                <a:sym typeface="Jua"/>
              </a:endParaRPr>
            </a:p>
          </p:txBody>
        </p:sp>
        <p:sp>
          <p:nvSpPr>
            <p:cNvPr id="2560" name="Google Shape;2560;p68"/>
            <p:cNvSpPr/>
            <p:nvPr/>
          </p:nvSpPr>
          <p:spPr>
            <a:xfrm>
              <a:off x="3144475" y="1752675"/>
              <a:ext cx="858900" cy="513000"/>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825418"/>
                  </a:solidFill>
                  <a:latin typeface="Jua"/>
                  <a:ea typeface="Jua"/>
                  <a:cs typeface="Jua"/>
                  <a:sym typeface="Jua"/>
                </a:rPr>
                <a:t>E</a:t>
              </a:r>
              <a:endParaRPr>
                <a:solidFill>
                  <a:srgbClr val="825418"/>
                </a:solidFill>
                <a:latin typeface="Jua"/>
                <a:ea typeface="Jua"/>
                <a:cs typeface="Jua"/>
                <a:sym typeface="Jua"/>
              </a:endParaRPr>
            </a:p>
          </p:txBody>
        </p:sp>
        <p:sp>
          <p:nvSpPr>
            <p:cNvPr id="2561" name="Google Shape;2561;p68"/>
            <p:cNvSpPr/>
            <p:nvPr/>
          </p:nvSpPr>
          <p:spPr>
            <a:xfrm>
              <a:off x="4142550" y="1752675"/>
              <a:ext cx="858900" cy="513000"/>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0C3B1"/>
                  </a:solidFill>
                  <a:latin typeface="Jua"/>
                  <a:ea typeface="Jua"/>
                  <a:cs typeface="Jua"/>
                  <a:sym typeface="Jua"/>
                </a:rPr>
                <a:t>U</a:t>
              </a:r>
              <a:endParaRPr>
                <a:solidFill>
                  <a:srgbClr val="00C3B1"/>
                </a:solidFill>
                <a:latin typeface="Jua"/>
                <a:ea typeface="Jua"/>
                <a:cs typeface="Jua"/>
                <a:sym typeface="Jua"/>
              </a:endParaRPr>
            </a:p>
          </p:txBody>
        </p:sp>
        <p:sp>
          <p:nvSpPr>
            <p:cNvPr id="2562" name="Google Shape;2562;p68"/>
            <p:cNvSpPr/>
            <p:nvPr/>
          </p:nvSpPr>
          <p:spPr>
            <a:xfrm>
              <a:off x="5140625" y="1752675"/>
              <a:ext cx="858900" cy="513000"/>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B5394"/>
                  </a:solidFill>
                  <a:latin typeface="Jua"/>
                  <a:ea typeface="Jua"/>
                  <a:cs typeface="Jua"/>
                  <a:sym typeface="Jua"/>
                </a:rPr>
                <a:t>E</a:t>
              </a:r>
              <a:endParaRPr>
                <a:solidFill>
                  <a:srgbClr val="0B5394"/>
                </a:solidFill>
                <a:latin typeface="Jua"/>
                <a:ea typeface="Jua"/>
                <a:cs typeface="Jua"/>
                <a:sym typeface="Jua"/>
              </a:endParaRPr>
            </a:p>
          </p:txBody>
        </p:sp>
        <p:sp>
          <p:nvSpPr>
            <p:cNvPr id="2563" name="Google Shape;2563;p68"/>
            <p:cNvSpPr/>
            <p:nvPr/>
          </p:nvSpPr>
          <p:spPr>
            <a:xfrm>
              <a:off x="6138700" y="1752675"/>
              <a:ext cx="858900" cy="513000"/>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Jua"/>
                  <a:ea typeface="Jua"/>
                  <a:cs typeface="Jua"/>
                  <a:sym typeface="Jua"/>
                </a:rPr>
                <a:t>S</a:t>
              </a:r>
              <a:endParaRPr>
                <a:solidFill>
                  <a:schemeClr val="dk1"/>
                </a:solidFill>
                <a:latin typeface="Jua"/>
                <a:ea typeface="Jua"/>
                <a:cs typeface="Jua"/>
                <a:sym typeface="Jua"/>
              </a:endParaRPr>
            </a:p>
          </p:txBody>
        </p:sp>
      </p:grpSp>
      <p:sp>
        <p:nvSpPr>
          <p:cNvPr id="2564" name="Google Shape;2564;p68"/>
          <p:cNvSpPr txBox="1"/>
          <p:nvPr/>
        </p:nvSpPr>
        <p:spPr>
          <a:xfrm>
            <a:off x="142800" y="976326"/>
            <a:ext cx="9001200" cy="221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1000"/>
              </a:spcAft>
              <a:buNone/>
            </a:pPr>
            <a:r>
              <a:rPr b="1" lang="en" sz="2000">
                <a:solidFill>
                  <a:schemeClr val="dk1"/>
                </a:solidFill>
                <a:latin typeface="Roboto"/>
                <a:ea typeface="Roboto"/>
                <a:cs typeface="Roboto"/>
                <a:sym typeface="Roboto"/>
              </a:rPr>
              <a:t>Bài 6: </a:t>
            </a:r>
            <a:r>
              <a:rPr lang="en" sz="2000">
                <a:solidFill>
                  <a:schemeClr val="dk1"/>
                </a:solidFill>
                <a:latin typeface="Roboto"/>
                <a:ea typeface="Roboto"/>
                <a:cs typeface="Roboto"/>
                <a:sym typeface="Roboto"/>
              </a:rPr>
              <a:t>(</a:t>
            </a:r>
            <a:r>
              <a:rPr lang="en" sz="2000">
                <a:solidFill>
                  <a:schemeClr val="dk1"/>
                </a:solidFill>
                <a:latin typeface="Roboto"/>
                <a:ea typeface="Roboto"/>
                <a:cs typeface="Roboto"/>
                <a:sym typeface="Roboto"/>
              </a:rPr>
              <a:t>WIFI</a:t>
            </a:r>
            <a:r>
              <a:rPr lang="en" sz="2000">
                <a:solidFill>
                  <a:schemeClr val="dk1"/>
                </a:solidFill>
                <a:latin typeface="Roboto"/>
                <a:ea typeface="Roboto"/>
                <a:cs typeface="Roboto"/>
                <a:sym typeface="Roboto"/>
              </a:rPr>
              <a:t>)</a:t>
            </a:r>
            <a:r>
              <a:rPr b="1" lang="en" sz="2000">
                <a:solidFill>
                  <a:srgbClr val="245716"/>
                </a:solidFill>
                <a:latin typeface="Roboto"/>
                <a:ea typeface="Roboto"/>
                <a:cs typeface="Roboto"/>
                <a:sym typeface="Roboto"/>
              </a:rPr>
              <a:t> </a:t>
            </a:r>
            <a:r>
              <a:rPr lang="en" sz="2000">
                <a:solidFill>
                  <a:srgbClr val="245716"/>
                </a:solidFill>
                <a:latin typeface="Roboto"/>
                <a:ea typeface="Roboto"/>
                <a:cs typeface="Roboto"/>
                <a:sym typeface="Roboto"/>
              </a:rPr>
              <a:t>Hãy đề nghị một cấu trúc dữ liệu để quản lý truy cập internet của một toà nhà có N tầng, có M điểm truy cập WIFI, mỗi tầng có m_i điểm truy cập (M = m_1 + m_2+ …+ m_N). Hãy đề xuất kiểm soát truy cập internet của các thiết bị di động khi di chuyển trong toà nhà và chặn các truy cập không đúng chức năng.</a:t>
            </a:r>
            <a:endParaRPr sz="2000">
              <a:solidFill>
                <a:srgbClr val="245716"/>
              </a:solidFill>
              <a:latin typeface="Roboto"/>
              <a:ea typeface="Roboto"/>
              <a:cs typeface="Roboto"/>
              <a:sym typeface="Roboto"/>
            </a:endParaRPr>
          </a:p>
        </p:txBody>
      </p:sp>
    </p:spTree>
  </p:cSld>
  <p:clrMapOvr>
    <a:masterClrMapping/>
  </p:clrMapOvr>
</p:sld>
</file>

<file path=ppt/theme/theme1.xml><?xml version="1.0" encoding="utf-8"?>
<a:theme xmlns:a="http://schemas.openxmlformats.org/drawingml/2006/main" xmlns:r="http://schemas.openxmlformats.org/officeDocument/2006/relationships" name="Merry Christmas by Slidesgo">
  <a:themeElements>
    <a:clrScheme name="Simple Light">
      <a:dk1>
        <a:srgbClr val="C63B3D"/>
      </a:dk1>
      <a:lt1>
        <a:srgbClr val="D1574A"/>
      </a:lt1>
      <a:dk2>
        <a:srgbClr val="E7A098"/>
      </a:dk2>
      <a:lt2>
        <a:srgbClr val="F5EACE"/>
      </a:lt2>
      <a:accent1>
        <a:srgbClr val="73C065"/>
      </a:accent1>
      <a:accent2>
        <a:srgbClr val="52963E"/>
      </a:accent2>
      <a:accent3>
        <a:srgbClr val="245716"/>
      </a:accent3>
      <a:accent4>
        <a:srgbClr val="FFB700"/>
      </a:accent4>
      <a:accent5>
        <a:srgbClr val="FDFBF6"/>
      </a:accent5>
      <a:accent6>
        <a:srgbClr val="DFA30C"/>
      </a:accent6>
      <a:hlink>
        <a:srgbClr val="245716"/>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